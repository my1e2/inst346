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63" r:id="rId3"/>
    <p:sldId id="1242" r:id="rId4"/>
    <p:sldId id="1223" r:id="rId5"/>
    <p:sldId id="1051" r:id="rId6"/>
    <p:sldId id="1050" r:id="rId7"/>
    <p:sldId id="1367" r:id="rId8"/>
    <p:sldId id="1281" r:id="rId9"/>
    <p:sldId id="1372" r:id="rId10"/>
    <p:sldId id="1280" r:id="rId11"/>
    <p:sldId id="1285" r:id="rId12"/>
    <p:sldId id="1286" r:id="rId13"/>
    <p:sldId id="1287" r:id="rId14"/>
    <p:sldId id="1371" r:id="rId15"/>
    <p:sldId id="1366" r:id="rId16"/>
    <p:sldId id="1373" r:id="rId17"/>
    <p:sldId id="1289" r:id="rId18"/>
    <p:sldId id="1290" r:id="rId19"/>
    <p:sldId id="1374" r:id="rId20"/>
    <p:sldId id="1291" r:id="rId21"/>
    <p:sldId id="1375" r:id="rId22"/>
    <p:sldId id="1302" r:id="rId23"/>
    <p:sldId id="1298" r:id="rId24"/>
    <p:sldId id="1299" r:id="rId25"/>
    <p:sldId id="1301" r:id="rId26"/>
    <p:sldId id="1297" r:id="rId27"/>
    <p:sldId id="1368" r:id="rId28"/>
    <p:sldId id="1303" r:id="rId29"/>
    <p:sldId id="1304" r:id="rId30"/>
    <p:sldId id="1305" r:id="rId31"/>
    <p:sldId id="1306" r:id="rId32"/>
    <p:sldId id="1307" r:id="rId33"/>
    <p:sldId id="1376" r:id="rId34"/>
    <p:sldId id="1310" r:id="rId35"/>
    <p:sldId id="1309" r:id="rId36"/>
    <p:sldId id="1308" r:id="rId37"/>
    <p:sldId id="1311" r:id="rId38"/>
    <p:sldId id="1312" r:id="rId39"/>
    <p:sldId id="1313" r:id="rId40"/>
    <p:sldId id="1314" r:id="rId41"/>
    <p:sldId id="1369" r:id="rId42"/>
    <p:sldId id="1377" r:id="rId43"/>
    <p:sldId id="1327" r:id="rId44"/>
    <p:sldId id="1328" r:id="rId45"/>
    <p:sldId id="1382" r:id="rId46"/>
    <p:sldId id="1383" r:id="rId47"/>
    <p:sldId id="1384" r:id="rId48"/>
    <p:sldId id="1370" r:id="rId49"/>
    <p:sldId id="1329" r:id="rId50"/>
    <p:sldId id="1330" r:id="rId51"/>
    <p:sldId id="1386" r:id="rId52"/>
    <p:sldId id="1388" r:id="rId53"/>
    <p:sldId id="1332" r:id="rId54"/>
    <p:sldId id="1201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DF"/>
    <a:srgbClr val="FFFCF5"/>
    <a:srgbClr val="F8F6F4"/>
    <a:srgbClr val="F8F6E3"/>
    <a:srgbClr val="F5F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39"/>
    <p:restoredTop sz="91489"/>
  </p:normalViewPr>
  <p:slideViewPr>
    <p:cSldViewPr snapToGrid="0">
      <p:cViewPr varScale="1">
        <p:scale>
          <a:sx n="107" d="100"/>
          <a:sy n="107" d="100"/>
        </p:scale>
        <p:origin x="192" y="264"/>
      </p:cViewPr>
      <p:guideLst/>
    </p:cSldViewPr>
  </p:slideViewPr>
  <p:outlineViewPr>
    <p:cViewPr>
      <p:scale>
        <a:sx n="33" d="100"/>
        <a:sy n="33" d="100"/>
      </p:scale>
      <p:origin x="0" y="-1520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26453-750E-724B-BE6B-DF4ECAD2EAD3}" type="datetimeFigureOut">
              <a:rPr lang="en-US" smtClean="0"/>
              <a:t>4/6/25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F08047-D801-1648-BFB7-E4221116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94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08047-D801-1648-BFB7-E42211166F3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58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08047-D801-1648-BFB7-E42211166F3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95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08047-D801-1648-BFB7-E42211166F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360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770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6EA1AD-6EA3-1049-AB4E-FC15F4DC35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4544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6EA1AD-6EA3-1049-AB4E-FC15F4DC35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6865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5E749-6A25-6363-D2DB-F3C2D2703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6C7CA2-C349-4638-248C-2AFB1EB79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A31081-4E7B-0DF2-62D1-E08314B1A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6B1AB-DD76-7CD2-F9E9-D3B7FEF770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08047-D801-1648-BFB7-E42211166F3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39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729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B5C2A-4E45-FAA9-A9C7-D6BB5556A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52EBF6-5203-D6BC-BA2C-4719EC289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17B53C-E5F4-C114-0B47-6F07ABD3A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FB8F8-62F3-12DF-5EA8-01505E6EE8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168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DD856-E64A-369F-45B5-F9A612B87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B71DE-8D97-4F44-005F-78D6B6DB6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17F1C0-0858-59C4-C6B5-302E6AEDF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EB813-2B0C-9A8D-DC6C-1300D59697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08047-D801-1648-BFB7-E42211166F3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42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LTPro"/>
              </a:rPr>
              <a:t>Since an inter-AS routing protocol involves coordination among multiple ASs, communicating ASs must run the same inter-AS routing protocol. In fact, in the Internet, all ASs run the same inter-AS routing protocol, called the Border Gateway Protocol, more commonly known as </a:t>
            </a:r>
            <a:r>
              <a:rPr lang="en-US" sz="1800" b="1" dirty="0">
                <a:effectLst/>
                <a:latin typeface="TimesLTPro"/>
              </a:rPr>
              <a:t>BGP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5148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5FA1F-6960-F268-9CC2-8C2BF00EA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6315C3-3583-937A-C3F4-0EE6C78B4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F3DD0F-C63D-5EDE-EF8E-1FB98E8E9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LTPro"/>
              </a:rPr>
              <a:t>Since an inter-AS routing protocol involves coordination among multiple ASs, communicating ASs must run the same inter-AS routing protocol. In fact, in the Internet, all ASs run the same inter-AS routing protocol, called the Border Gateway Protocol, more commonly known as </a:t>
            </a:r>
            <a:r>
              <a:rPr lang="en-US" sz="1800" b="1" dirty="0">
                <a:effectLst/>
                <a:latin typeface="TimesLTPro"/>
              </a:rPr>
              <a:t>BGP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9BC59-FE10-5270-214B-B8441D611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4090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BF73F-731D-9F7F-0581-DBD1762AA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DC6DCC-3B1C-849E-624F-5A7285CFE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CB262-0745-A887-45F5-5383F9FFC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FA43F-4F5E-A9DE-E4E6-C0661198B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08047-D801-1648-BFB7-E42211166F3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514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08047-D801-1648-BFB7-E42211166F3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3942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6EA1AD-6EA3-1049-AB4E-FC15F4DC35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138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6EA1AD-6EA3-1049-AB4E-FC15F4DC35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5312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74E81-448C-6436-9475-226ADACD8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0E9EDE-5EFA-1C45-15DA-DD3DC5BDF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829FC8-5CF1-E0BB-79C8-D58465984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6048A-8008-1558-0A66-9AA615FAE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08047-D801-1648-BFB7-E42211166F3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0649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0C151-ABAC-60C6-A900-3D67291D7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CDB757-2360-F61C-280B-2F07A0C1F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CE817-BC58-A20D-97DE-348F939C6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1821-D7E4-C4A8-5A6E-A2F435979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08047-D801-1648-BFB7-E42211166F3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7503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3573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C2092-1DBE-C0BA-F785-D987AC426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0C5CA9-A9EE-4A5A-F413-3D7B9D07F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1F8C25-F06D-2069-305F-7E26624A7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DC74E-6CE0-3014-202D-516EBCC022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7190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8EC47-4A3E-9B3E-717C-C5E66FBA7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2E1C0-FD06-425D-A13A-26F06EC79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C3ED04-6F16-16F2-5850-6D8CF8F14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3D0D8-4F0C-6CC1-94D6-ACA5795D64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952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0842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08047-D801-1648-BFB7-E42211166F3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801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15A73-F1A6-7FE2-2DC0-59F6A608B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F5CA0-9313-A9F6-6B18-28FD7CB2E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BFF97-7CB9-4933-C3F2-6FA80D59A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BD9A-1EFC-CE40-A13E-952BF6BE397F}" type="datetimeFigureOut">
              <a:rPr lang="en-US" smtClean="0"/>
              <a:t>4/6/25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935AA-ADA9-0ABE-FA76-B78343D8A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AA19F-535D-DCDA-13EF-7918CCCC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81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879F8-E637-966C-C2B9-448D356C0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7F910-C644-4F76-1676-932A001CC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D85E6-9865-6D3B-AC2A-40F5ACA2C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BD9A-1EFC-CE40-A13E-952BF6BE397F}" type="datetimeFigureOut">
              <a:rPr lang="en-US" smtClean="0"/>
              <a:t>4/6/25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48C11-9BEF-CF6B-DB44-A9C8896D1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B0379-A108-400E-23F9-F58DEE76E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210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344AC-39C2-82AD-F182-CCFBD4619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DDE7A-19C5-1F83-E234-66E6EE683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2BEA6-1CC9-3704-3CEB-E019B423B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BD9A-1EFC-CE40-A13E-952BF6BE397F}" type="datetimeFigureOut">
              <a:rPr lang="en-US" smtClean="0"/>
              <a:t>4/6/25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83CD7-B872-ABB1-B0D0-8A04AA721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5AE01-48BA-9149-7C8E-06316C4C9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30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DE82C-38F0-39F4-B9E8-2B8499C05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7971E-8473-2136-9343-FC87E6C4B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9B9AB-EFFA-5754-F56F-B42D6D04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E6A9F-0791-9988-4468-29EB2A5FF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BD9A-1EFC-CE40-A13E-952BF6BE397F}" type="datetimeFigureOut">
              <a:rPr lang="en-US" smtClean="0"/>
              <a:t>4/6/25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185DD-E073-8C2E-67E7-DB0F7503B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E5CCB-0C42-BC54-BBAA-33506B63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789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D673A-0690-53D2-98D4-0B03373D5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D754E-FF04-70A2-BA8C-D3D523A1B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9B3A45-CF6A-4F40-30AD-5E4CD095C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110C20-0B71-4AC3-6D43-A25C2CAC14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B0524F-9F35-0A15-E28E-539B029584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49F0BC-8716-1D79-58DA-CD52B9272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BD9A-1EFC-CE40-A13E-952BF6BE397F}" type="datetimeFigureOut">
              <a:rPr lang="en-US" smtClean="0"/>
              <a:t>4/6/25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CF52A1-3FAA-2683-099A-40C88055E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F9A612-3A35-3264-50AC-3106CDF23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138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EBD0B-892B-B5C5-C2E6-FD29650E7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00A42-C39D-8CB0-17C7-92C738838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BD9A-1EFC-CE40-A13E-952BF6BE397F}" type="datetimeFigureOut">
              <a:rPr lang="en-US" smtClean="0"/>
              <a:t>4/6/25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BA52B-43AE-27A2-1FCA-9CCE59B51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4028E3-53D9-7235-68DC-A29CD9ADD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48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E88603-58C0-B2C9-0154-911F96874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BD9A-1EFC-CE40-A13E-952BF6BE397F}" type="datetimeFigureOut">
              <a:rPr lang="en-US" smtClean="0"/>
              <a:t>4/6/25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46D60A-BC2D-23F4-C871-4E134242D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DAE3C-751C-8CCB-C6D1-4BA25F360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277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2E007-0454-2953-6B78-799109D63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87A90-24BF-21A6-8CCB-AA4B1990C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8D8F2-5EE5-3916-6F7A-0CB77B843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AA4E0-EB1F-5413-B913-1990BAC48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BD9A-1EFC-CE40-A13E-952BF6BE397F}" type="datetimeFigureOut">
              <a:rPr lang="en-US" smtClean="0"/>
              <a:t>4/6/25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DFC74-6CCF-BCA1-9024-BD3DFC891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E7B1B-D48D-1777-711F-D5B47ED93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19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F28EE-DD3D-8CF2-8C3A-FB885B718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D5B8F2-FAE3-91CF-5F2E-288757C191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B81AB-331B-187D-AB9F-A590EABCD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A0465-BCB6-A683-9F21-32BF1169B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BD9A-1EFC-CE40-A13E-952BF6BE397F}" type="datetimeFigureOut">
              <a:rPr lang="en-US" smtClean="0"/>
              <a:t>4/6/25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25F60-400E-9B76-1A7C-AC2685E94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C59F8-8B68-48AC-34B6-FD7D78600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52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FD1A1-8E6C-5C2D-BF58-15F86E5EB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C2732-E758-7DD0-AA8C-2CCAFEEA68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D62C9-F275-D537-A035-9B239BF23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BD9A-1EFC-CE40-A13E-952BF6BE397F}" type="datetimeFigureOut">
              <a:rPr lang="en-US" smtClean="0"/>
              <a:t>4/6/25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9B2F7-8803-6D19-D092-657D9CCB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6477A-B84B-092E-4E67-236184B32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29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5AFB8E-747B-48C1-B6AA-8850333A8D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443F2C-5DB2-0CAA-3ACB-29582DDF6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CE58E-D677-DF7E-1D80-075EF4A99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BD9A-1EFC-CE40-A13E-952BF6BE397F}" type="datetimeFigureOut">
              <a:rPr lang="en-US" smtClean="0"/>
              <a:t>4/6/25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7E530-1A4C-8E9F-798D-74639477D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7E047-2D83-86D3-5C58-B43614463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639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>
            <a:alpha val="17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EC894-7AE1-02D6-C6DB-02FCF3360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1C704-2C7D-32A2-0D67-5FE256869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63520-EE92-94F7-B336-AFEF5B764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EBBD9A-1EFC-CE40-A13E-952BF6BE397F}" type="datetimeFigureOut">
              <a:rPr lang="en-US" smtClean="0"/>
              <a:t>4/6/25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5B3BD-BB61-C7E2-A82A-E19080207E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5218C-19B6-2DD7-3906-E0CFF9888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0DB58-C183-F046-A871-16CA88A4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144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0BEE0-E3AE-7F43-0A5B-25DAD014B0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INST 346 Spring 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09E59-C154-C1A8-CF0A-802409C962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20</a:t>
            </a:r>
          </a:p>
          <a:p>
            <a:r>
              <a:rPr lang="en-US"/>
              <a:t>April 9, </a:t>
            </a:r>
            <a:r>
              <a:rPr lang="en-US" dirty="0"/>
              <a:t>2025</a:t>
            </a:r>
          </a:p>
          <a:p>
            <a:r>
              <a:rPr lang="en-US" dirty="0"/>
              <a:t>Professor Keith Marzullo</a:t>
            </a:r>
          </a:p>
        </p:txBody>
      </p:sp>
    </p:spTree>
    <p:extLst>
      <p:ext uri="{BB962C8B-B14F-4D97-AF65-F5344CB8AC3E}">
        <p14:creationId xmlns:p14="http://schemas.microsoft.com/office/powerpoint/2010/main" val="1515061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E474D-B7CF-27C6-2221-6D2108011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layer control plane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73A30-D0CC-3567-5812-766306FD5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Network layer functions</a:t>
            </a:r>
          </a:p>
          <a:p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Scalable routing</a:t>
            </a:r>
          </a:p>
          <a:p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Routing among the ISPs: BGP</a:t>
            </a:r>
          </a:p>
          <a:p>
            <a:r>
              <a:rPr lang="en-US" dirty="0"/>
              <a:t>Software defined networking (SDN)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800">
                <a:latin typeface="Calibri" panose="020F0502020204030204" pitchFamily="34" charset="0"/>
                <a:cs typeface="Calibri" panose="020F0502020204030204" pitchFamily="34" charset="0"/>
              </a:rPr>
              <a:t>ICMP</a:t>
            </a:r>
            <a:endParaRPr lang="en-US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Network management</a:t>
            </a:r>
            <a:endParaRPr lang="en-US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559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36A17-A900-7ED8-D9DE-F94964DE7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layer functions</a:t>
            </a:r>
          </a:p>
        </p:txBody>
      </p:sp>
    </p:spTree>
    <p:extLst>
      <p:ext uri="{BB962C8B-B14F-4D97-AF65-F5344CB8AC3E}">
        <p14:creationId xmlns:p14="http://schemas.microsoft.com/office/powerpoint/2010/main" val="26978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FCA6316-79A6-B14E-8F63-A42967EB3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936" y="4247536"/>
            <a:ext cx="10515600" cy="1473868"/>
          </a:xfrm>
        </p:spPr>
        <p:txBody>
          <a:bodyPr>
            <a:normAutofit lnSpcReduction="10000"/>
          </a:bodyPr>
          <a:lstStyle/>
          <a:p>
            <a:pPr marL="130175" indent="0">
              <a:buNone/>
            </a:pPr>
            <a:r>
              <a:rPr lang="en-US" sz="3200" dirty="0">
                <a:solidFill>
                  <a:srgbClr val="C00000"/>
                </a:solidFill>
              </a:rPr>
              <a:t>Two approaches to structuring network control plane:</a:t>
            </a:r>
          </a:p>
          <a:p>
            <a:pPr marL="466725" indent="-249238"/>
            <a:r>
              <a:rPr lang="en-US" dirty="0"/>
              <a:t>per-router control (traditional)</a:t>
            </a:r>
          </a:p>
          <a:p>
            <a:pPr marL="466725" indent="-249238"/>
            <a:r>
              <a:rPr lang="en-US" dirty="0"/>
              <a:t>logically centralized control (software defined networking)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6933BFA-FFE1-0149-8120-54BF3A2DA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Network-layer functions</a:t>
            </a:r>
          </a:p>
        </p:txBody>
      </p:sp>
      <p:grpSp>
        <p:nvGrpSpPr>
          <p:cNvPr id="12" name="Group 11" descr="Data plane">
            <a:extLst>
              <a:ext uri="{FF2B5EF4-FFF2-40B4-BE49-F238E27FC236}">
                <a16:creationId xmlns:a16="http://schemas.microsoft.com/office/drawing/2014/main" id="{6FDE94C0-73F6-B048-AAAB-8D0D8D89E2D1}"/>
              </a:ext>
            </a:extLst>
          </p:cNvPr>
          <p:cNvGrpSpPr/>
          <p:nvPr/>
        </p:nvGrpSpPr>
        <p:grpSpPr>
          <a:xfrm>
            <a:off x="817202" y="1662139"/>
            <a:ext cx="9934373" cy="918829"/>
            <a:chOff x="817202" y="1662139"/>
            <a:chExt cx="9934373" cy="918829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FEAC7B53-78D6-1B48-9942-0293ECA70C3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17202" y="1662139"/>
              <a:ext cx="6556992" cy="91882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66725" indent="-336550">
                <a:spcBef>
                  <a:spcPts val="1200"/>
                </a:spcBef>
                <a:defRPr/>
              </a:pPr>
              <a:r>
                <a:rPr lang="en-US" dirty="0">
                  <a:solidFill>
                    <a:srgbClr val="C00000"/>
                  </a:solidFill>
                </a:rPr>
                <a:t>forwarding: </a:t>
              </a:r>
              <a:r>
                <a:rPr lang="en-US" dirty="0"/>
                <a:t>move packets from router’</a:t>
              </a:r>
              <a:r>
                <a:rPr lang="en-US" altLang="ja-JP" dirty="0"/>
                <a:t>s input to appropriate router output</a:t>
              </a:r>
            </a:p>
            <a:p>
              <a:pPr>
                <a:buFont typeface="Wingdings" charset="0"/>
                <a:buNone/>
                <a:defRPr/>
              </a:pPr>
              <a:endParaRPr lang="en-US" dirty="0"/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921A3F06-1DC8-C24B-9C1D-D833C15E3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8781" y="1807341"/>
              <a:ext cx="2882794" cy="508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lnSpc>
                  <a:spcPct val="85000"/>
                </a:lnSpc>
                <a:spcBef>
                  <a:spcPts val="600"/>
                </a:spcBef>
                <a:buClr>
                  <a:srgbClr val="000099"/>
                </a:buClr>
                <a:buSzPct val="65000"/>
                <a:buFont typeface="Wingdings" charset="0"/>
                <a:buNone/>
                <a:defRPr/>
              </a:pPr>
              <a:r>
                <a:rPr lang="en-US" sz="3600" i="1" dirty="0">
                  <a:solidFill>
                    <a:srgbClr val="000090"/>
                  </a:solidFill>
                </a:rPr>
                <a:t>data plane</a:t>
              </a:r>
            </a:p>
            <a:p>
              <a:pPr marL="342900" indent="-342900">
                <a:lnSpc>
                  <a:spcPct val="85000"/>
                </a:lnSpc>
                <a:spcBef>
                  <a:spcPts val="600"/>
                </a:spcBef>
                <a:buClr>
                  <a:srgbClr val="000099"/>
                </a:buClr>
                <a:buSzPct val="65000"/>
                <a:buFont typeface="Wingdings" charset="0"/>
                <a:buNone/>
                <a:defRPr/>
              </a:pPr>
              <a:endParaRPr lang="en-US" sz="2800" dirty="0"/>
            </a:p>
            <a:p>
              <a: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0"/>
                <a:buChar char="v"/>
                <a:defRPr/>
              </a:pPr>
              <a:endParaRPr lang="en-US" sz="2800" dirty="0"/>
            </a:p>
          </p:txBody>
        </p:sp>
      </p:grpSp>
      <p:grpSp>
        <p:nvGrpSpPr>
          <p:cNvPr id="13" name="Group 12" descr="Control plane">
            <a:extLst>
              <a:ext uri="{FF2B5EF4-FFF2-40B4-BE49-F238E27FC236}">
                <a16:creationId xmlns:a16="http://schemas.microsoft.com/office/drawing/2014/main" id="{DF499515-ACC5-5E44-BAC7-0535D920E0BE}"/>
              </a:ext>
            </a:extLst>
          </p:cNvPr>
          <p:cNvGrpSpPr/>
          <p:nvPr/>
        </p:nvGrpSpPr>
        <p:grpSpPr>
          <a:xfrm>
            <a:off x="1285300" y="2660651"/>
            <a:ext cx="9825520" cy="920619"/>
            <a:chOff x="1314797" y="2881877"/>
            <a:chExt cx="9825520" cy="920619"/>
          </a:xfrm>
        </p:grpSpPr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F4BDCF0F-801F-9241-A6B1-11645A67C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7249" y="3047636"/>
              <a:ext cx="3293068" cy="5637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85000"/>
                </a:lnSpc>
                <a:spcBef>
                  <a:spcPts val="600"/>
                </a:spcBef>
                <a:buClr>
                  <a:srgbClr val="000099"/>
                </a:buClr>
                <a:buSzPct val="100000"/>
                <a:defRPr/>
              </a:pPr>
              <a:r>
                <a:rPr lang="en-US" sz="3600" i="1" dirty="0">
                  <a:solidFill>
                    <a:srgbClr val="000099"/>
                  </a:solidFill>
                </a:rPr>
                <a:t>control</a:t>
              </a:r>
              <a:r>
                <a:rPr lang="en-US" sz="3600" b="1" i="1" dirty="0">
                  <a:solidFill>
                    <a:srgbClr val="000099"/>
                  </a:solidFill>
                </a:rPr>
                <a:t> </a:t>
              </a:r>
              <a:r>
                <a:rPr lang="en-US" sz="3600" i="1" dirty="0">
                  <a:solidFill>
                    <a:srgbClr val="000099"/>
                  </a:solidFill>
                </a:rPr>
                <a:t>plane</a:t>
              </a:r>
              <a:endParaRPr lang="en-US" sz="3600" i="1" dirty="0"/>
            </a:p>
            <a:p>
              <a:pPr marL="342900" indent="-342900">
                <a:lnSpc>
                  <a:spcPct val="85000"/>
                </a:lnSpc>
                <a:spcBef>
                  <a:spcPct val="70000"/>
                </a:spcBef>
                <a:buClr>
                  <a:srgbClr val="000099"/>
                </a:buClr>
                <a:buSzPct val="65000"/>
                <a:buFont typeface="Wingdings" charset="0"/>
                <a:buChar char="v"/>
                <a:defRPr/>
              </a:pPr>
              <a:endParaRPr lang="en-US" sz="2800" dirty="0"/>
            </a:p>
            <a:p>
              <a: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defRPr/>
              </a:pPr>
              <a:endParaRPr lang="en-US" sz="2800" dirty="0"/>
            </a:p>
          </p:txBody>
        </p:sp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470A0826-D747-A94C-89BA-1620D77E3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4797" y="2881877"/>
              <a:ext cx="6529016" cy="9206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=""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1200"/>
                </a:spcBef>
                <a:defRPr/>
              </a:pPr>
              <a:r>
                <a:rPr lang="en-US" dirty="0">
                  <a:solidFill>
                    <a:srgbClr val="C00000"/>
                  </a:solidFill>
                </a:rPr>
                <a:t>routing: </a:t>
              </a:r>
              <a:r>
                <a:rPr lang="en-US" dirty="0"/>
                <a:t>determine route taken by packets from source to destination</a:t>
              </a:r>
            </a:p>
            <a:p>
              <a:pPr>
                <a:buFont typeface="Wingdings" charset="0"/>
                <a:buNone/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86465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B46D7-DEDF-364B-99E9-3FB1F889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543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Per-router control plane</a:t>
            </a:r>
          </a:p>
        </p:txBody>
      </p:sp>
      <p:sp>
        <p:nvSpPr>
          <p:cNvPr id="4" name="TextBox 257">
            <a:extLst>
              <a:ext uri="{FF2B5EF4-FFF2-40B4-BE49-F238E27FC236}">
                <a16:creationId xmlns:a16="http://schemas.microsoft.com/office/drawing/2014/main" id="{8EB40520-A927-A94E-975A-4093319F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773" y="1101105"/>
            <a:ext cx="1098715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Individual routing algorithm components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 each and every router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interact in the control plane</a:t>
            </a:r>
          </a:p>
        </p:txBody>
      </p:sp>
      <p:grpSp>
        <p:nvGrpSpPr>
          <p:cNvPr id="3" name="Group 2" descr="Diagram showing routers with control and data plane separated.">
            <a:extLst>
              <a:ext uri="{FF2B5EF4-FFF2-40B4-BE49-F238E27FC236}">
                <a16:creationId xmlns:a16="http://schemas.microsoft.com/office/drawing/2014/main" id="{74FDA8F9-E91E-85B3-D3F8-ED3E5B94FAAE}"/>
              </a:ext>
            </a:extLst>
          </p:cNvPr>
          <p:cNvGrpSpPr/>
          <p:nvPr/>
        </p:nvGrpSpPr>
        <p:grpSpPr>
          <a:xfrm>
            <a:off x="1787110" y="2370207"/>
            <a:ext cx="7735888" cy="4046538"/>
            <a:chOff x="1787110" y="2370207"/>
            <a:chExt cx="7735888" cy="4046538"/>
          </a:xfrm>
        </p:grpSpPr>
        <p:sp>
          <p:nvSpPr>
            <p:cNvPr id="238" name="Freeform 2">
              <a:extLst>
                <a:ext uri="{FF2B5EF4-FFF2-40B4-BE49-F238E27FC236}">
                  <a16:creationId xmlns:a16="http://schemas.microsoft.com/office/drawing/2014/main" id="{66A80B54-F93B-A94A-938E-DFA6C3C90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648" y="5476945"/>
              <a:ext cx="4027487" cy="939800"/>
            </a:xfrm>
            <a:custGeom>
              <a:avLst/>
              <a:gdLst>
                <a:gd name="T0" fmla="*/ 2147483647 w 10001"/>
                <a:gd name="T1" fmla="*/ 2147483647 h 10125"/>
                <a:gd name="T2" fmla="*/ 2147483647 w 10001"/>
                <a:gd name="T3" fmla="*/ 2147483647 h 10125"/>
                <a:gd name="T4" fmla="*/ 2147483647 w 10001"/>
                <a:gd name="T5" fmla="*/ 2147483647 h 10125"/>
                <a:gd name="T6" fmla="*/ 2147483647 w 10001"/>
                <a:gd name="T7" fmla="*/ 0 h 10125"/>
                <a:gd name="T8" fmla="*/ 2147483647 w 10001"/>
                <a:gd name="T9" fmla="*/ 2147483647 h 10125"/>
                <a:gd name="T10" fmla="*/ 2147483647 w 10001"/>
                <a:gd name="T11" fmla="*/ 2147483647 h 10125"/>
                <a:gd name="T12" fmla="*/ 2147483647 w 10001"/>
                <a:gd name="T13" fmla="*/ 2147483647 h 10125"/>
                <a:gd name="T14" fmla="*/ 2147483647 w 10001"/>
                <a:gd name="T15" fmla="*/ 2147483647 h 10125"/>
                <a:gd name="T16" fmla="*/ 2147483647 w 10001"/>
                <a:gd name="T17" fmla="*/ 2147483647 h 10125"/>
                <a:gd name="T18" fmla="*/ 2147483647 w 10001"/>
                <a:gd name="T19" fmla="*/ 2147483647 h 10125"/>
                <a:gd name="T20" fmla="*/ 2147483647 w 10001"/>
                <a:gd name="T21" fmla="*/ 2147483647 h 10125"/>
                <a:gd name="T22" fmla="*/ 2147483647 w 10001"/>
                <a:gd name="T23" fmla="*/ 2147483647 h 10125"/>
                <a:gd name="T24" fmla="*/ 2147483647 w 10001"/>
                <a:gd name="T25" fmla="*/ 2147483647 h 10125"/>
                <a:gd name="T26" fmla="*/ 2147483647 w 10001"/>
                <a:gd name="T27" fmla="*/ 2147483647 h 10125"/>
                <a:gd name="T28" fmla="*/ 2147483647 w 10001"/>
                <a:gd name="T29" fmla="*/ 2147483647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001" h="10125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6B89A56E-4B45-1449-B1CC-C8EF7ABE50B3}"/>
                </a:ext>
              </a:extLst>
            </p:cNvPr>
            <p:cNvCxnSpPr/>
            <p:nvPr/>
          </p:nvCxnSpPr>
          <p:spPr>
            <a:xfrm flipV="1">
              <a:off x="4812885" y="5629345"/>
              <a:ext cx="1316038" cy="1317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2740CBE6-0A59-E645-A69D-A9AE662529A8}"/>
                </a:ext>
              </a:extLst>
            </p:cNvPr>
            <p:cNvCxnSpPr/>
            <p:nvPr/>
          </p:nvCxnSpPr>
          <p:spPr>
            <a:xfrm>
              <a:off x="4701760" y="5815082"/>
              <a:ext cx="2259013" cy="300038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FEDEF0D8-C674-7A42-948E-7E305FE7E98D}"/>
                </a:ext>
              </a:extLst>
            </p:cNvPr>
            <p:cNvCxnSpPr/>
            <p:nvPr/>
          </p:nvCxnSpPr>
          <p:spPr>
            <a:xfrm>
              <a:off x="4714460" y="5921445"/>
              <a:ext cx="714375" cy="274637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88FEC270-B253-8E44-A411-9C7971EEB2C5}"/>
                </a:ext>
              </a:extLst>
            </p:cNvPr>
            <p:cNvCxnSpPr/>
            <p:nvPr/>
          </p:nvCxnSpPr>
          <p:spPr>
            <a:xfrm flipV="1">
              <a:off x="5732048" y="6115120"/>
              <a:ext cx="1247775" cy="809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829E7CD6-E2DF-3F41-969B-DA845A408D9F}"/>
                </a:ext>
              </a:extLst>
            </p:cNvPr>
            <p:cNvCxnSpPr/>
            <p:nvPr/>
          </p:nvCxnSpPr>
          <p:spPr>
            <a:xfrm>
              <a:off x="6392448" y="5661095"/>
              <a:ext cx="1057275" cy="123825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DE601DF1-8D2D-2A46-BC8F-F868A11F76CA}"/>
                </a:ext>
              </a:extLst>
            </p:cNvPr>
            <p:cNvCxnSpPr/>
            <p:nvPr/>
          </p:nvCxnSpPr>
          <p:spPr>
            <a:xfrm flipV="1">
              <a:off x="5676485" y="5815082"/>
              <a:ext cx="1790700" cy="300038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A11DDE0B-F575-FA48-8F6B-03D4A7733DCF}"/>
                </a:ext>
              </a:extLst>
            </p:cNvPr>
            <p:cNvCxnSpPr/>
            <p:nvPr/>
          </p:nvCxnSpPr>
          <p:spPr>
            <a:xfrm flipV="1">
              <a:off x="7003635" y="5843657"/>
              <a:ext cx="588963" cy="271463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ADA6CD88-616E-B24E-8E41-831DCFC74F88}"/>
                </a:ext>
              </a:extLst>
            </p:cNvPr>
            <p:cNvCxnSpPr/>
            <p:nvPr/>
          </p:nvCxnSpPr>
          <p:spPr>
            <a:xfrm>
              <a:off x="6146385" y="5629345"/>
              <a:ext cx="814388" cy="40005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grpSp>
          <p:nvGrpSpPr>
            <p:cNvPr id="247" name="Group 7">
              <a:extLst>
                <a:ext uri="{FF2B5EF4-FFF2-40B4-BE49-F238E27FC236}">
                  <a16:creationId xmlns:a16="http://schemas.microsoft.com/office/drawing/2014/main" id="{F23FF8D1-2C6B-9448-B97C-26AA0FF383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71673" y="6054795"/>
              <a:ext cx="563562" cy="293687"/>
              <a:chOff x="1871277" y="1576300"/>
              <a:chExt cx="1128371" cy="437861"/>
            </a:xfrm>
          </p:grpSpPr>
          <p:sp>
            <p:nvSpPr>
              <p:cNvPr id="248" name="Oval 247">
                <a:extLst>
                  <a:ext uri="{FF2B5EF4-FFF2-40B4-BE49-F238E27FC236}">
                    <a16:creationId xmlns:a16="http://schemas.microsoft.com/office/drawing/2014/main" id="{F781E7E0-A5A4-AD4A-A844-E9A7BB7A79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55" y="1694641"/>
                <a:ext cx="1125193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3D5BD08E-FA2E-E04F-A545-2E0866784F93}"/>
                  </a:ext>
                </a:extLst>
              </p:cNvPr>
              <p:cNvSpPr/>
              <p:nvPr/>
            </p:nvSpPr>
            <p:spPr bwMode="auto">
              <a:xfrm>
                <a:off x="1871277" y="1739610"/>
                <a:ext cx="1128371" cy="11597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01E234FF-7C0E-FD47-9DA3-FA96190131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193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563210E5-D710-8E45-8417-02EB79B5C81A}"/>
                  </a:ext>
                </a:extLst>
              </p:cNvPr>
              <p:cNvSpPr/>
              <p:nvPr/>
            </p:nvSpPr>
            <p:spPr bwMode="auto">
              <a:xfrm>
                <a:off x="2160521" y="1673339"/>
                <a:ext cx="546704" cy="160944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52" name="Freeform 251">
                <a:extLst>
                  <a:ext uri="{FF2B5EF4-FFF2-40B4-BE49-F238E27FC236}">
                    <a16:creationId xmlns:a16="http://schemas.microsoft.com/office/drawing/2014/main" id="{430FD04E-46A2-3749-B589-BEE902C8D5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3307" y="1633104"/>
                <a:ext cx="661131" cy="111240"/>
              </a:xfrm>
              <a:custGeom>
                <a:avLst/>
                <a:gdLst>
                  <a:gd name="T0" fmla="*/ 0 w 3723451"/>
                  <a:gd name="T1" fmla="*/ 27215 h 932950"/>
                  <a:gd name="T2" fmla="*/ 116331 w 3723451"/>
                  <a:gd name="T3" fmla="*/ 321 h 932950"/>
                  <a:gd name="T4" fmla="*/ 329509 w 3723451"/>
                  <a:gd name="T5" fmla="*/ 62069 h 932950"/>
                  <a:gd name="T6" fmla="*/ 532884 w 3723451"/>
                  <a:gd name="T7" fmla="*/ 0 h 932950"/>
                  <a:gd name="T8" fmla="*/ 661131 w 3723451"/>
                  <a:gd name="T9" fmla="*/ 24699 h 932950"/>
                  <a:gd name="T10" fmla="*/ 565716 w 3723451"/>
                  <a:gd name="T11" fmla="*/ 55071 h 932950"/>
                  <a:gd name="T12" fmla="*/ 534996 w 3723451"/>
                  <a:gd name="T13" fmla="*/ 46883 h 932950"/>
                  <a:gd name="T14" fmla="*/ 333255 w 3723451"/>
                  <a:gd name="T15" fmla="*/ 111240 h 932950"/>
                  <a:gd name="T16" fmla="*/ 126353 w 3723451"/>
                  <a:gd name="T17" fmla="*/ 49250 h 932950"/>
                  <a:gd name="T18" fmla="*/ 92901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BDBA4CA4-485A-D94A-B148-5C44318A1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8765" y="1727776"/>
                <a:ext cx="241567" cy="97039"/>
              </a:xfrm>
              <a:custGeom>
                <a:avLst/>
                <a:gdLst>
                  <a:gd name="T0" fmla="*/ 0 w 1366596"/>
                  <a:gd name="T1" fmla="*/ 0 h 809868"/>
                  <a:gd name="T2" fmla="*/ 241567 w 1366596"/>
                  <a:gd name="T3" fmla="*/ 74985 h 809868"/>
                  <a:gd name="T4" fmla="*/ 152911 w 1366596"/>
                  <a:gd name="T5" fmla="*/ 97039 h 809868"/>
                  <a:gd name="T6" fmla="*/ 813 w 1366596"/>
                  <a:gd name="T7" fmla="*/ 51276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4F7BCFB0-4862-0040-98EF-79148CCE20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593" y="1730143"/>
                <a:ext cx="238389" cy="97040"/>
              </a:xfrm>
              <a:custGeom>
                <a:avLst/>
                <a:gdLst>
                  <a:gd name="T0" fmla="*/ 235135 w 1348191"/>
                  <a:gd name="T1" fmla="*/ 0 h 791462"/>
                  <a:gd name="T2" fmla="*/ 238389 w 1348191"/>
                  <a:gd name="T3" fmla="*/ 46827 h 791462"/>
                  <a:gd name="T4" fmla="*/ 86243 w 1348191"/>
                  <a:gd name="T5" fmla="*/ 97040 h 791462"/>
                  <a:gd name="T6" fmla="*/ 0 w 1348191"/>
                  <a:gd name="T7" fmla="*/ 75037 h 791462"/>
                  <a:gd name="T8" fmla="*/ 235135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FA80ECE7-29EF-E045-8DE9-443E8B56CBA4}"/>
                  </a:ext>
                </a:extLst>
              </p:cNvPr>
              <p:cNvCxnSpPr>
                <a:cxnSpLocks noChangeShapeType="1"/>
                <a:endCxn id="250" idx="2"/>
              </p:cNvCxnSpPr>
              <p:nvPr/>
            </p:nvCxnSpPr>
            <p:spPr bwMode="auto">
              <a:xfrm flipH="1" flipV="1">
                <a:off x="1871277" y="1737244"/>
                <a:ext cx="3178" cy="1230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886C4C8B-81F8-494E-B3C9-F2C152BA755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0" y="1734876"/>
                <a:ext cx="3178" cy="1230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57" name="Group 327">
              <a:extLst>
                <a:ext uri="{FF2B5EF4-FFF2-40B4-BE49-F238E27FC236}">
                  <a16:creationId xmlns:a16="http://schemas.microsoft.com/office/drawing/2014/main" id="{C6D6E434-396F-824D-B42D-39B257E174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66998" y="5513457"/>
              <a:ext cx="565150" cy="292100"/>
              <a:chOff x="1871277" y="1576300"/>
              <a:chExt cx="1128371" cy="437861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BD523501-0761-ED43-9FA5-AEA15E2D1C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1B2C53EE-99C4-9041-B078-E1DEA73E56F8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27361595-2FF4-1B46-839D-326969B484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89642470-FD74-1047-9747-D0EB2363B800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12E17BAF-3675-9946-91CF-C0BD05A47A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T0" fmla="*/ 0 w 3723451"/>
                  <a:gd name="T1" fmla="*/ 27363 h 932950"/>
                  <a:gd name="T2" fmla="*/ 116562 w 3723451"/>
                  <a:gd name="T3" fmla="*/ 322 h 932950"/>
                  <a:gd name="T4" fmla="*/ 330164 w 3723451"/>
                  <a:gd name="T5" fmla="*/ 62407 h 932950"/>
                  <a:gd name="T6" fmla="*/ 533943 w 3723451"/>
                  <a:gd name="T7" fmla="*/ 0 h 932950"/>
                  <a:gd name="T8" fmla="*/ 662444 w 3723451"/>
                  <a:gd name="T9" fmla="*/ 24834 h 932950"/>
                  <a:gd name="T10" fmla="*/ 566839 w 3723451"/>
                  <a:gd name="T11" fmla="*/ 55371 h 932950"/>
                  <a:gd name="T12" fmla="*/ 536059 w 3723451"/>
                  <a:gd name="T13" fmla="*/ 47138 h 932950"/>
                  <a:gd name="T14" fmla="*/ 333917 w 3723451"/>
                  <a:gd name="T15" fmla="*/ 111846 h 932950"/>
                  <a:gd name="T16" fmla="*/ 126604 w 3723451"/>
                  <a:gd name="T17" fmla="*/ 49519 h 932950"/>
                  <a:gd name="T18" fmla="*/ 93086 w 3723451"/>
                  <a:gd name="T19" fmla="*/ 56246 h 932950"/>
                  <a:gd name="T20" fmla="*/ 0 w 3723451"/>
                  <a:gd name="T21" fmla="*/ 27363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FB02D5C9-E16C-D545-9658-9B08CD700F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T0" fmla="*/ 0 w 1366596"/>
                  <a:gd name="T1" fmla="*/ 0 h 809868"/>
                  <a:gd name="T2" fmla="*/ 244057 w 1366596"/>
                  <a:gd name="T3" fmla="*/ 75393 h 809868"/>
                  <a:gd name="T4" fmla="*/ 154487 w 1366596"/>
                  <a:gd name="T5" fmla="*/ 97568 h 809868"/>
                  <a:gd name="T6" fmla="*/ 822 w 1366596"/>
                  <a:gd name="T7" fmla="*/ 51556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43C530C6-57F7-D943-BF8C-3B8BE501FC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5933 h 791462"/>
                  <a:gd name="T4" fmla="*/ 87147 w 1348191"/>
                  <a:gd name="T5" fmla="*/ 95187 h 791462"/>
                  <a:gd name="T6" fmla="*/ 0 w 1348191"/>
                  <a:gd name="T7" fmla="*/ 73604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04998C4B-6CC3-804D-8149-EB9753D18CA7}"/>
                  </a:ext>
                </a:extLst>
              </p:cNvPr>
              <p:cNvCxnSpPr>
                <a:cxnSpLocks noChangeShapeType="1"/>
                <a:endCxn id="260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565D2A47-CC6C-8440-A5DF-83E670BCAF1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67" name="Group 337">
              <a:extLst>
                <a:ext uri="{FF2B5EF4-FFF2-40B4-BE49-F238E27FC236}">
                  <a16:creationId xmlns:a16="http://schemas.microsoft.com/office/drawing/2014/main" id="{82B40A4C-BCB9-0F49-86D8-65358510B2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09935" y="5967482"/>
              <a:ext cx="563563" cy="293688"/>
              <a:chOff x="1871277" y="1576300"/>
              <a:chExt cx="1128371" cy="437861"/>
            </a:xfrm>
          </p:grpSpPr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683F4F4C-42FD-9846-A017-5B90A1CDF3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57" y="1694641"/>
                <a:ext cx="1125191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3F600344-6D5A-5149-9480-8AD325F910A2}"/>
                  </a:ext>
                </a:extLst>
              </p:cNvPr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358912A5-2365-7548-98D1-05C254AB8C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191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856A4118-FA0A-BF49-876A-9D235E6C6E2E}"/>
                  </a:ext>
                </a:extLst>
              </p:cNvPr>
              <p:cNvSpPr/>
              <p:nvPr/>
            </p:nvSpPr>
            <p:spPr bwMode="auto">
              <a:xfrm>
                <a:off x="2160522" y="1673340"/>
                <a:ext cx="546703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73066D64-2E3F-F24D-B741-44F8F9E6C3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3309" y="1633103"/>
                <a:ext cx="661129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330 w 3723451"/>
                  <a:gd name="T3" fmla="*/ 321 h 932950"/>
                  <a:gd name="T4" fmla="*/ 329508 w 3723451"/>
                  <a:gd name="T5" fmla="*/ 62070 h 932950"/>
                  <a:gd name="T6" fmla="*/ 532883 w 3723451"/>
                  <a:gd name="T7" fmla="*/ 0 h 932950"/>
                  <a:gd name="T8" fmla="*/ 661129 w 3723451"/>
                  <a:gd name="T9" fmla="*/ 24700 h 932950"/>
                  <a:gd name="T10" fmla="*/ 565714 w 3723451"/>
                  <a:gd name="T11" fmla="*/ 55072 h 932950"/>
                  <a:gd name="T12" fmla="*/ 534995 w 3723451"/>
                  <a:gd name="T13" fmla="*/ 46883 h 932950"/>
                  <a:gd name="T14" fmla="*/ 333254 w 3723451"/>
                  <a:gd name="T15" fmla="*/ 111241 h 932950"/>
                  <a:gd name="T16" fmla="*/ 126353 w 3723451"/>
                  <a:gd name="T17" fmla="*/ 49251 h 932950"/>
                  <a:gd name="T18" fmla="*/ 92901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3" name="Freeform 272">
                <a:extLst>
                  <a:ext uri="{FF2B5EF4-FFF2-40B4-BE49-F238E27FC236}">
                    <a16:creationId xmlns:a16="http://schemas.microsoft.com/office/drawing/2014/main" id="{63C7C818-A6BA-5B46-8663-C7EB1B1CEB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8763" y="1727776"/>
                <a:ext cx="241567" cy="97040"/>
              </a:xfrm>
              <a:custGeom>
                <a:avLst/>
                <a:gdLst>
                  <a:gd name="T0" fmla="*/ 0 w 1366596"/>
                  <a:gd name="T1" fmla="*/ 0 h 809868"/>
                  <a:gd name="T2" fmla="*/ 241567 w 1366596"/>
                  <a:gd name="T3" fmla="*/ 74985 h 809868"/>
                  <a:gd name="T4" fmla="*/ 152911 w 1366596"/>
                  <a:gd name="T5" fmla="*/ 97040 h 809868"/>
                  <a:gd name="T6" fmla="*/ 813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4" name="Freeform 273">
                <a:extLst>
                  <a:ext uri="{FF2B5EF4-FFF2-40B4-BE49-F238E27FC236}">
                    <a16:creationId xmlns:a16="http://schemas.microsoft.com/office/drawing/2014/main" id="{958FEB88-75FB-2D44-9A10-0367FDB3A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595" y="1730144"/>
                <a:ext cx="238387" cy="97039"/>
              </a:xfrm>
              <a:custGeom>
                <a:avLst/>
                <a:gdLst>
                  <a:gd name="T0" fmla="*/ 235133 w 1348191"/>
                  <a:gd name="T1" fmla="*/ 0 h 791462"/>
                  <a:gd name="T2" fmla="*/ 238387 w 1348191"/>
                  <a:gd name="T3" fmla="*/ 46827 h 791462"/>
                  <a:gd name="T4" fmla="*/ 86242 w 1348191"/>
                  <a:gd name="T5" fmla="*/ 97039 h 791462"/>
                  <a:gd name="T6" fmla="*/ 0 w 1348191"/>
                  <a:gd name="T7" fmla="*/ 75036 h 791462"/>
                  <a:gd name="T8" fmla="*/ 235133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E5F8810D-58B9-1B41-9069-743A57CBD942}"/>
                  </a:ext>
                </a:extLst>
              </p:cNvPr>
              <p:cNvCxnSpPr>
                <a:cxnSpLocks noChangeShapeType="1"/>
                <a:endCxn id="270" idx="2"/>
              </p:cNvCxnSpPr>
              <p:nvPr/>
            </p:nvCxnSpPr>
            <p:spPr bwMode="auto">
              <a:xfrm flipH="1" flipV="1">
                <a:off x="1871277" y="1737243"/>
                <a:ext cx="3180" cy="123074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B7248C01-1BC9-084D-9C19-4C517E66801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68" y="1734877"/>
                <a:ext cx="3180" cy="123074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77" name="Group 347">
              <a:extLst>
                <a:ext uri="{FF2B5EF4-FFF2-40B4-BE49-F238E27FC236}">
                  <a16:creationId xmlns:a16="http://schemas.microsoft.com/office/drawing/2014/main" id="{EA66C38A-2A9F-054D-B190-0607C48440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32248" y="5653157"/>
              <a:ext cx="565150" cy="293688"/>
              <a:chOff x="1871277" y="1576300"/>
              <a:chExt cx="1128371" cy="437861"/>
            </a:xfrm>
          </p:grpSpPr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id="{578C6C8A-3C2C-CA47-A52F-E5336E397A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40527894-E8D6-8847-A758-9F4A98B89D5B}"/>
                  </a:ext>
                </a:extLst>
              </p:cNvPr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50FCBF9F-6CE0-7B47-94FC-CD5787B78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1" name="Freeform 280">
                <a:extLst>
                  <a:ext uri="{FF2B5EF4-FFF2-40B4-BE49-F238E27FC236}">
                    <a16:creationId xmlns:a16="http://schemas.microsoft.com/office/drawing/2014/main" id="{5D5ADD21-3F21-8E47-B87D-2BDC146712B9}"/>
                  </a:ext>
                </a:extLst>
              </p:cNvPr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82" name="Freeform 281">
                <a:extLst>
                  <a:ext uri="{FF2B5EF4-FFF2-40B4-BE49-F238E27FC236}">
                    <a16:creationId xmlns:a16="http://schemas.microsoft.com/office/drawing/2014/main" id="{0FF22D66-78A9-2245-ACA6-A35063B954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562 w 3723451"/>
                  <a:gd name="T3" fmla="*/ 321 h 932950"/>
                  <a:gd name="T4" fmla="*/ 330164 w 3723451"/>
                  <a:gd name="T5" fmla="*/ 62070 h 932950"/>
                  <a:gd name="T6" fmla="*/ 533943 w 3723451"/>
                  <a:gd name="T7" fmla="*/ 0 h 932950"/>
                  <a:gd name="T8" fmla="*/ 662444 w 3723451"/>
                  <a:gd name="T9" fmla="*/ 24700 h 932950"/>
                  <a:gd name="T10" fmla="*/ 566839 w 3723451"/>
                  <a:gd name="T11" fmla="*/ 55072 h 932950"/>
                  <a:gd name="T12" fmla="*/ 536059 w 3723451"/>
                  <a:gd name="T13" fmla="*/ 46883 h 932950"/>
                  <a:gd name="T14" fmla="*/ 333917 w 3723451"/>
                  <a:gd name="T15" fmla="*/ 111241 h 932950"/>
                  <a:gd name="T16" fmla="*/ 126604 w 3723451"/>
                  <a:gd name="T17" fmla="*/ 49251 h 932950"/>
                  <a:gd name="T18" fmla="*/ 93086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3" name="Freeform 282">
                <a:extLst>
                  <a:ext uri="{FF2B5EF4-FFF2-40B4-BE49-F238E27FC236}">
                    <a16:creationId xmlns:a16="http://schemas.microsoft.com/office/drawing/2014/main" id="{A86BA2E2-E459-454D-98E3-2CB0E41E1E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T0" fmla="*/ 0 w 1366596"/>
                  <a:gd name="T1" fmla="*/ 0 h 809868"/>
                  <a:gd name="T2" fmla="*/ 244057 w 1366596"/>
                  <a:gd name="T3" fmla="*/ 74985 h 809868"/>
                  <a:gd name="T4" fmla="*/ 154487 w 1366596"/>
                  <a:gd name="T5" fmla="*/ 97040 h 809868"/>
                  <a:gd name="T6" fmla="*/ 822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32EB212F-0575-FD42-B1AF-F3AAD1FDE6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39 h 791462"/>
                  <a:gd name="T6" fmla="*/ 0 w 1348191"/>
                  <a:gd name="T7" fmla="*/ 75036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913FC001-18AF-3A49-BFB4-0B914F19FFD8}"/>
                  </a:ext>
                </a:extLst>
              </p:cNvPr>
              <p:cNvCxnSpPr>
                <a:cxnSpLocks noChangeShapeType="1"/>
                <a:endCxn id="280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7194EB53-3E3D-024D-B0D2-5596DAD2A33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7169FC3C-178E-6048-AB6C-8493893B17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7623" y="2370207"/>
              <a:ext cx="5270500" cy="3805238"/>
              <a:chOff x="1757805" y="2331054"/>
              <a:chExt cx="5270058" cy="3804634"/>
            </a:xfrm>
          </p:grpSpPr>
          <p:sp>
            <p:nvSpPr>
              <p:cNvPr id="288" name="Freeform 287">
                <a:extLst>
                  <a:ext uri="{FF2B5EF4-FFF2-40B4-BE49-F238E27FC236}">
                    <a16:creationId xmlns:a16="http://schemas.microsoft.com/office/drawing/2014/main" id="{440C625E-763F-DC45-B239-42BFE9E9081B}"/>
                  </a:ext>
                </a:extLst>
              </p:cNvPr>
              <p:cNvSpPr/>
              <p:nvPr/>
            </p:nvSpPr>
            <p:spPr>
              <a:xfrm>
                <a:off x="1776853" y="4829382"/>
                <a:ext cx="1220685" cy="920604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325315"/>
                  <a:gd name="connsiteY0" fmla="*/ 1160935 h 1160935"/>
                  <a:gd name="connsiteX1" fmla="*/ 0 w 1325315"/>
                  <a:gd name="connsiteY1" fmla="*/ 0 h 1160935"/>
                  <a:gd name="connsiteX2" fmla="*/ 1040633 w 1325315"/>
                  <a:gd name="connsiteY2" fmla="*/ 16785 h 1160935"/>
                  <a:gd name="connsiteX3" fmla="*/ 1214315 w 1325315"/>
                  <a:gd name="connsiteY3" fmla="*/ 1064597 h 1160935"/>
                  <a:gd name="connsiteX4" fmla="*/ 448507 w 1325315"/>
                  <a:gd name="connsiteY4" fmla="*/ 1160935 h 1160935"/>
                  <a:gd name="connsiteX0" fmla="*/ 448507 w 1214315"/>
                  <a:gd name="connsiteY0" fmla="*/ 1160935 h 1160935"/>
                  <a:gd name="connsiteX1" fmla="*/ 0 w 1214315"/>
                  <a:gd name="connsiteY1" fmla="*/ 0 h 1160935"/>
                  <a:gd name="connsiteX2" fmla="*/ 1040633 w 1214315"/>
                  <a:gd name="connsiteY2" fmla="*/ 16785 h 1160935"/>
                  <a:gd name="connsiteX3" fmla="*/ 1214315 w 1214315"/>
                  <a:gd name="connsiteY3" fmla="*/ 1064597 h 1160935"/>
                  <a:gd name="connsiteX4" fmla="*/ 448507 w 1214315"/>
                  <a:gd name="connsiteY4" fmla="*/ 1160935 h 1160935"/>
                  <a:gd name="connsiteX0" fmla="*/ 448507 w 1214315"/>
                  <a:gd name="connsiteY0" fmla="*/ 1160935 h 1160935"/>
                  <a:gd name="connsiteX1" fmla="*/ 0 w 1214315"/>
                  <a:gd name="connsiteY1" fmla="*/ 0 h 1160935"/>
                  <a:gd name="connsiteX2" fmla="*/ 1040633 w 1214315"/>
                  <a:gd name="connsiteY2" fmla="*/ 16785 h 1160935"/>
                  <a:gd name="connsiteX3" fmla="*/ 1214315 w 1214315"/>
                  <a:gd name="connsiteY3" fmla="*/ 1064597 h 1160935"/>
                  <a:gd name="connsiteX4" fmla="*/ 448507 w 1214315"/>
                  <a:gd name="connsiteY4" fmla="*/ 1160935 h 1160935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0510" h="921649">
                    <a:moveTo>
                      <a:pt x="1060159" y="921649"/>
                    </a:moveTo>
                    <a:cubicBezTo>
                      <a:pt x="166591" y="183345"/>
                      <a:pt x="908943" y="790884"/>
                      <a:pt x="0" y="51716"/>
                    </a:cubicBezTo>
                    <a:cubicBezTo>
                      <a:pt x="346878" y="57311"/>
                      <a:pt x="712340" y="-5240"/>
                      <a:pt x="1059218" y="355"/>
                    </a:cubicBezTo>
                    <a:cubicBezTo>
                      <a:pt x="1192967" y="751903"/>
                      <a:pt x="1090859" y="157699"/>
                      <a:pt x="1220510" y="849923"/>
                    </a:cubicBezTo>
                    <a:cubicBezTo>
                      <a:pt x="1126090" y="855456"/>
                      <a:pt x="1222187" y="863235"/>
                      <a:pt x="1060159" y="92164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89" name="Freeform 288">
                <a:extLst>
                  <a:ext uri="{FF2B5EF4-FFF2-40B4-BE49-F238E27FC236}">
                    <a16:creationId xmlns:a16="http://schemas.microsoft.com/office/drawing/2014/main" id="{7B2A49C4-873B-2743-B356-AA474598AAC7}"/>
                  </a:ext>
                </a:extLst>
              </p:cNvPr>
              <p:cNvSpPr/>
              <p:nvPr/>
            </p:nvSpPr>
            <p:spPr>
              <a:xfrm>
                <a:off x="6102428" y="4916682"/>
                <a:ext cx="925435" cy="757117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23004 w 954755"/>
                  <a:gd name="connsiteY0" fmla="*/ 943771 h 976186"/>
                  <a:gd name="connsiteX1" fmla="*/ 455145 w 954755"/>
                  <a:gd name="connsiteY1" fmla="*/ 11688 h 976186"/>
                  <a:gd name="connsiteX2" fmla="*/ 954755 w 954755"/>
                  <a:gd name="connsiteY2" fmla="*/ 0 h 976186"/>
                  <a:gd name="connsiteX3" fmla="*/ 728484 w 954755"/>
                  <a:gd name="connsiteY3" fmla="*/ 976186 h 976186"/>
                  <a:gd name="connsiteX4" fmla="*/ 23004 w 954755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56363"/>
                  <a:gd name="connsiteY0" fmla="*/ 932083 h 954654"/>
                  <a:gd name="connsiteX1" fmla="*/ 432141 w 956363"/>
                  <a:gd name="connsiteY1" fmla="*/ 0 h 954654"/>
                  <a:gd name="connsiteX2" fmla="*/ 956363 w 956363"/>
                  <a:gd name="connsiteY2" fmla="*/ 12924 h 954654"/>
                  <a:gd name="connsiteX3" fmla="*/ 183705 w 956363"/>
                  <a:gd name="connsiteY3" fmla="*/ 954654 h 954654"/>
                  <a:gd name="connsiteX4" fmla="*/ 0 w 956363"/>
                  <a:gd name="connsiteY4" fmla="*/ 932083 h 954654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6304" h="758185">
                    <a:moveTo>
                      <a:pt x="0" y="735614"/>
                    </a:moveTo>
                    <a:cubicBezTo>
                      <a:pt x="309918" y="169731"/>
                      <a:pt x="59088" y="622691"/>
                      <a:pt x="405840" y="13939"/>
                    </a:cubicBezTo>
                    <a:cubicBezTo>
                      <a:pt x="580581" y="18247"/>
                      <a:pt x="751563" y="-3745"/>
                      <a:pt x="926304" y="563"/>
                    </a:cubicBezTo>
                    <a:cubicBezTo>
                      <a:pt x="312762" y="607705"/>
                      <a:pt x="474902" y="459041"/>
                      <a:pt x="183705" y="758185"/>
                    </a:cubicBezTo>
                    <a:cubicBezTo>
                      <a:pt x="49420" y="729549"/>
                      <a:pt x="196198" y="734148"/>
                      <a:pt x="0" y="735614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90" name="Freeform 289">
                <a:extLst>
                  <a:ext uri="{FF2B5EF4-FFF2-40B4-BE49-F238E27FC236}">
                    <a16:creationId xmlns:a16="http://schemas.microsoft.com/office/drawing/2014/main" id="{0D9AB348-D7F2-A742-9B0C-84535C1F8A96}"/>
                  </a:ext>
                </a:extLst>
              </p:cNvPr>
              <p:cNvSpPr/>
              <p:nvPr/>
            </p:nvSpPr>
            <p:spPr>
              <a:xfrm>
                <a:off x="5288109" y="4937315"/>
                <a:ext cx="725426" cy="1099963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27977 w 802211"/>
                  <a:gd name="connsiteY0" fmla="*/ 815791 h 976186"/>
                  <a:gd name="connsiteX1" fmla="*/ 302601 w 802211"/>
                  <a:gd name="connsiteY1" fmla="*/ 11688 h 976186"/>
                  <a:gd name="connsiteX2" fmla="*/ 802211 w 802211"/>
                  <a:gd name="connsiteY2" fmla="*/ 0 h 976186"/>
                  <a:gd name="connsiteX3" fmla="*/ 575940 w 802211"/>
                  <a:gd name="connsiteY3" fmla="*/ 976186 h 976186"/>
                  <a:gd name="connsiteX4" fmla="*/ 27977 w 802211"/>
                  <a:gd name="connsiteY4" fmla="*/ 815791 h 976186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28714 h 828714"/>
                  <a:gd name="connsiteX1" fmla="*/ 302601 w 802211"/>
                  <a:gd name="connsiteY1" fmla="*/ 0 h 828714"/>
                  <a:gd name="connsiteX2" fmla="*/ 802211 w 802211"/>
                  <a:gd name="connsiteY2" fmla="*/ 12923 h 828714"/>
                  <a:gd name="connsiteX3" fmla="*/ 236294 w 802211"/>
                  <a:gd name="connsiteY3" fmla="*/ 821751 h 828714"/>
                  <a:gd name="connsiteX4" fmla="*/ 27977 w 802211"/>
                  <a:gd name="connsiteY4" fmla="*/ 828714 h 828714"/>
                  <a:gd name="connsiteX0" fmla="*/ 56213 w 830447"/>
                  <a:gd name="connsiteY0" fmla="*/ 828714 h 828714"/>
                  <a:gd name="connsiteX1" fmla="*/ 330837 w 830447"/>
                  <a:gd name="connsiteY1" fmla="*/ 0 h 828714"/>
                  <a:gd name="connsiteX2" fmla="*/ 830447 w 830447"/>
                  <a:gd name="connsiteY2" fmla="*/ 12923 h 828714"/>
                  <a:gd name="connsiteX3" fmla="*/ 264530 w 830447"/>
                  <a:gd name="connsiteY3" fmla="*/ 821751 h 828714"/>
                  <a:gd name="connsiteX4" fmla="*/ 56213 w 830447"/>
                  <a:gd name="connsiteY4" fmla="*/ 828714 h 828714"/>
                  <a:gd name="connsiteX0" fmla="*/ 64130 w 789139"/>
                  <a:gd name="connsiteY0" fmla="*/ 794258 h 821751"/>
                  <a:gd name="connsiteX1" fmla="*/ 289529 w 789139"/>
                  <a:gd name="connsiteY1" fmla="*/ 0 h 821751"/>
                  <a:gd name="connsiteX2" fmla="*/ 789139 w 789139"/>
                  <a:gd name="connsiteY2" fmla="*/ 12923 h 821751"/>
                  <a:gd name="connsiteX3" fmla="*/ 223222 w 789139"/>
                  <a:gd name="connsiteY3" fmla="*/ 821751 h 821751"/>
                  <a:gd name="connsiteX4" fmla="*/ 64130 w 789139"/>
                  <a:gd name="connsiteY4" fmla="*/ 794258 h 821751"/>
                  <a:gd name="connsiteX0" fmla="*/ 0 w 725009"/>
                  <a:gd name="connsiteY0" fmla="*/ 794258 h 821751"/>
                  <a:gd name="connsiteX1" fmla="*/ 225399 w 725009"/>
                  <a:gd name="connsiteY1" fmla="*/ 0 h 821751"/>
                  <a:gd name="connsiteX2" fmla="*/ 725009 w 725009"/>
                  <a:gd name="connsiteY2" fmla="*/ 12923 h 821751"/>
                  <a:gd name="connsiteX3" fmla="*/ 159092 w 725009"/>
                  <a:gd name="connsiteY3" fmla="*/ 821751 h 821751"/>
                  <a:gd name="connsiteX4" fmla="*/ 0 w 725009"/>
                  <a:gd name="connsiteY4" fmla="*/ 794258 h 82175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422433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497"/>
                  <a:gd name="connsiteY0" fmla="*/ 1279028 h 1306521"/>
                  <a:gd name="connsiteX1" fmla="*/ 225399 w 725497"/>
                  <a:gd name="connsiteY1" fmla="*/ 75260 h 1306521"/>
                  <a:gd name="connsiteX2" fmla="*/ 396193 w 725497"/>
                  <a:gd name="connsiteY2" fmla="*/ 156799 h 1306521"/>
                  <a:gd name="connsiteX3" fmla="*/ 725009 w 725497"/>
                  <a:gd name="connsiteY3" fmla="*/ 205042 h 1306521"/>
                  <a:gd name="connsiteX4" fmla="*/ 159092 w 725497"/>
                  <a:gd name="connsiteY4" fmla="*/ 1306521 h 1306521"/>
                  <a:gd name="connsiteX5" fmla="*/ 0 w 725497"/>
                  <a:gd name="connsiteY5" fmla="*/ 1279028 h 1306521"/>
                  <a:gd name="connsiteX0" fmla="*/ 0 w 725239"/>
                  <a:gd name="connsiteY0" fmla="*/ 1295668 h 1323161"/>
                  <a:gd name="connsiteX1" fmla="*/ 225399 w 725239"/>
                  <a:gd name="connsiteY1" fmla="*/ 91900 h 1323161"/>
                  <a:gd name="connsiteX2" fmla="*/ 725009 w 725239"/>
                  <a:gd name="connsiteY2" fmla="*/ 221682 h 1323161"/>
                  <a:gd name="connsiteX3" fmla="*/ 159092 w 725239"/>
                  <a:gd name="connsiteY3" fmla="*/ 1323161 h 1323161"/>
                  <a:gd name="connsiteX4" fmla="*/ 0 w 725239"/>
                  <a:gd name="connsiteY4" fmla="*/ 1295668 h 1323161"/>
                  <a:gd name="connsiteX0" fmla="*/ 0 w 725221"/>
                  <a:gd name="connsiteY0" fmla="*/ 1210552 h 1238045"/>
                  <a:gd name="connsiteX1" fmla="*/ 191583 w 725221"/>
                  <a:gd name="connsiteY1" fmla="*/ 153319 h 1238045"/>
                  <a:gd name="connsiteX2" fmla="*/ 725009 w 725221"/>
                  <a:gd name="connsiteY2" fmla="*/ 136566 h 1238045"/>
                  <a:gd name="connsiteX3" fmla="*/ 159092 w 725221"/>
                  <a:gd name="connsiteY3" fmla="*/ 1238045 h 1238045"/>
                  <a:gd name="connsiteX4" fmla="*/ 0 w 725221"/>
                  <a:gd name="connsiteY4" fmla="*/ 1210552 h 1238045"/>
                  <a:gd name="connsiteX0" fmla="*/ 0 w 725305"/>
                  <a:gd name="connsiteY0" fmla="*/ 1158512 h 1186005"/>
                  <a:gd name="connsiteX1" fmla="*/ 191583 w 725305"/>
                  <a:gd name="connsiteY1" fmla="*/ 101279 h 1186005"/>
                  <a:gd name="connsiteX2" fmla="*/ 725009 w 725305"/>
                  <a:gd name="connsiteY2" fmla="*/ 84526 h 1186005"/>
                  <a:gd name="connsiteX3" fmla="*/ 159092 w 725305"/>
                  <a:gd name="connsiteY3" fmla="*/ 1186005 h 1186005"/>
                  <a:gd name="connsiteX4" fmla="*/ 0 w 725305"/>
                  <a:gd name="connsiteY4" fmla="*/ 1158512 h 1186005"/>
                  <a:gd name="connsiteX0" fmla="*/ 0 w 725009"/>
                  <a:gd name="connsiteY0" fmla="*/ 1073986 h 1101479"/>
                  <a:gd name="connsiteX1" fmla="*/ 191583 w 725009"/>
                  <a:gd name="connsiteY1" fmla="*/ 16753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5009" h="1101479">
                    <a:moveTo>
                      <a:pt x="0" y="1073986"/>
                    </a:moveTo>
                    <a:cubicBezTo>
                      <a:pt x="95638" y="589814"/>
                      <a:pt x="96800" y="618448"/>
                      <a:pt x="206612" y="1724"/>
                    </a:cubicBezTo>
                    <a:cubicBezTo>
                      <a:pt x="451440" y="14348"/>
                      <a:pt x="499346" y="35256"/>
                      <a:pt x="725009" y="0"/>
                    </a:cubicBezTo>
                    <a:cubicBezTo>
                      <a:pt x="326141" y="749497"/>
                      <a:pt x="642687" y="159790"/>
                      <a:pt x="159092" y="1101479"/>
                    </a:cubicBezTo>
                    <a:cubicBezTo>
                      <a:pt x="24807" y="1072843"/>
                      <a:pt x="92525" y="1088071"/>
                      <a:pt x="0" y="1073986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98F06BD2-BA43-1144-B69F-BF325541EB43}"/>
                  </a:ext>
                </a:extLst>
              </p:cNvPr>
              <p:cNvSpPr/>
              <p:nvPr/>
            </p:nvSpPr>
            <p:spPr>
              <a:xfrm>
                <a:off x="4300767" y="4956362"/>
                <a:ext cx="514307" cy="577758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503138"/>
                  <a:gd name="connsiteY0" fmla="*/ 961687 h 964568"/>
                  <a:gd name="connsiteX1" fmla="*/ 0 w 503138"/>
                  <a:gd name="connsiteY1" fmla="*/ 70 h 964568"/>
                  <a:gd name="connsiteX2" fmla="*/ 503138 w 503138"/>
                  <a:gd name="connsiteY2" fmla="*/ 154187 h 964568"/>
                  <a:gd name="connsiteX3" fmla="*/ 273339 w 503138"/>
                  <a:gd name="connsiteY3" fmla="*/ 964568 h 964568"/>
                  <a:gd name="connsiteX4" fmla="*/ 197928 w 503138"/>
                  <a:gd name="connsiteY4" fmla="*/ 961687 h 964568"/>
                  <a:gd name="connsiteX0" fmla="*/ 201456 w 506666"/>
                  <a:gd name="connsiteY0" fmla="*/ 807500 h 810381"/>
                  <a:gd name="connsiteX1" fmla="*/ 0 w 506666"/>
                  <a:gd name="connsiteY1" fmla="*/ 15216 h 810381"/>
                  <a:gd name="connsiteX2" fmla="*/ 506666 w 506666"/>
                  <a:gd name="connsiteY2" fmla="*/ 0 h 810381"/>
                  <a:gd name="connsiteX3" fmla="*/ 276867 w 506666"/>
                  <a:gd name="connsiteY3" fmla="*/ 810381 h 810381"/>
                  <a:gd name="connsiteX4" fmla="*/ 201456 w 506666"/>
                  <a:gd name="connsiteY4" fmla="*/ 807500 h 810381"/>
                  <a:gd name="connsiteX0" fmla="*/ 201456 w 506666"/>
                  <a:gd name="connsiteY0" fmla="*/ 807500 h 811593"/>
                  <a:gd name="connsiteX1" fmla="*/ 0 w 506666"/>
                  <a:gd name="connsiteY1" fmla="*/ 15216 h 811593"/>
                  <a:gd name="connsiteX2" fmla="*/ 506666 w 506666"/>
                  <a:gd name="connsiteY2" fmla="*/ 0 h 811593"/>
                  <a:gd name="connsiteX3" fmla="*/ 276867 w 506666"/>
                  <a:gd name="connsiteY3" fmla="*/ 810381 h 811593"/>
                  <a:gd name="connsiteX4" fmla="*/ 201456 w 506666"/>
                  <a:gd name="connsiteY4" fmla="*/ 807500 h 811593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276867 w 506666"/>
                  <a:gd name="connsiteY3" fmla="*/ 81038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789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789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45472 w 559302"/>
                  <a:gd name="connsiteY0" fmla="*/ 807500 h 807500"/>
                  <a:gd name="connsiteX1" fmla="*/ 52636 w 559302"/>
                  <a:gd name="connsiteY1" fmla="*/ 7896 h 807500"/>
                  <a:gd name="connsiteX2" fmla="*/ 559302 w 559302"/>
                  <a:gd name="connsiteY2" fmla="*/ 0 h 807500"/>
                  <a:gd name="connsiteX3" fmla="*/ 384402 w 559302"/>
                  <a:gd name="connsiteY3" fmla="*/ 803061 h 807500"/>
                  <a:gd name="connsiteX4" fmla="*/ 45472 w 559302"/>
                  <a:gd name="connsiteY4" fmla="*/ 807500 h 807500"/>
                  <a:gd name="connsiteX0" fmla="*/ 21974 w 535804"/>
                  <a:gd name="connsiteY0" fmla="*/ 807500 h 807500"/>
                  <a:gd name="connsiteX1" fmla="*/ 29138 w 535804"/>
                  <a:gd name="connsiteY1" fmla="*/ 7896 h 807500"/>
                  <a:gd name="connsiteX2" fmla="*/ 535804 w 535804"/>
                  <a:gd name="connsiteY2" fmla="*/ 0 h 807500"/>
                  <a:gd name="connsiteX3" fmla="*/ 360904 w 535804"/>
                  <a:gd name="connsiteY3" fmla="*/ 803061 h 807500"/>
                  <a:gd name="connsiteX4" fmla="*/ 21974 w 535804"/>
                  <a:gd name="connsiteY4" fmla="*/ 807500 h 807500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30473"/>
                  <a:gd name="connsiteX1" fmla="*/ 0 w 506666"/>
                  <a:gd name="connsiteY1" fmla="*/ 7896 h 830473"/>
                  <a:gd name="connsiteX2" fmla="*/ 506666 w 506666"/>
                  <a:gd name="connsiteY2" fmla="*/ 0 h 830473"/>
                  <a:gd name="connsiteX3" fmla="*/ 331766 w 506666"/>
                  <a:gd name="connsiteY3" fmla="*/ 828681 h 830473"/>
                  <a:gd name="connsiteX4" fmla="*/ 128256 w 506666"/>
                  <a:gd name="connsiteY4" fmla="*/ 829461 h 830473"/>
                  <a:gd name="connsiteX0" fmla="*/ 128256 w 506666"/>
                  <a:gd name="connsiteY0" fmla="*/ 829461 h 830473"/>
                  <a:gd name="connsiteX1" fmla="*/ 0 w 506666"/>
                  <a:gd name="connsiteY1" fmla="*/ 7896 h 830473"/>
                  <a:gd name="connsiteX2" fmla="*/ 506666 w 506666"/>
                  <a:gd name="connsiteY2" fmla="*/ 0 h 830473"/>
                  <a:gd name="connsiteX3" fmla="*/ 331766 w 506666"/>
                  <a:gd name="connsiteY3" fmla="*/ 828681 h 830473"/>
                  <a:gd name="connsiteX4" fmla="*/ 128256 w 506666"/>
                  <a:gd name="connsiteY4" fmla="*/ 829461 h 830473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4180" h="578353">
                    <a:moveTo>
                      <a:pt x="135770" y="577341"/>
                    </a:moveTo>
                    <a:cubicBezTo>
                      <a:pt x="50587" y="214237"/>
                      <a:pt x="96631" y="442038"/>
                      <a:pt x="0" y="0"/>
                    </a:cubicBezTo>
                    <a:lnTo>
                      <a:pt x="514180" y="10891"/>
                    </a:lnTo>
                    <a:cubicBezTo>
                      <a:pt x="417353" y="348331"/>
                      <a:pt x="426658" y="280104"/>
                      <a:pt x="339280" y="576561"/>
                    </a:cubicBezTo>
                    <a:cubicBezTo>
                      <a:pt x="292835" y="580865"/>
                      <a:pt x="203869" y="575875"/>
                      <a:pt x="135770" y="57734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id="{57135A78-79C3-CB4B-8E8E-D9A274265F07}"/>
                  </a:ext>
                </a:extLst>
              </p:cNvPr>
              <p:cNvSpPr/>
              <p:nvPr/>
            </p:nvSpPr>
            <p:spPr>
              <a:xfrm>
                <a:off x="3521369" y="4919856"/>
                <a:ext cx="593675" cy="1215832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621064"/>
                  <a:gd name="connsiteY0" fmla="*/ 973305 h 973305"/>
                  <a:gd name="connsiteX1" fmla="*/ 0 w 621064"/>
                  <a:gd name="connsiteY1" fmla="*/ 11688 h 973305"/>
                  <a:gd name="connsiteX2" fmla="*/ 499610 w 621064"/>
                  <a:gd name="connsiteY2" fmla="*/ 0 h 973305"/>
                  <a:gd name="connsiteX3" fmla="*/ 558839 w 621064"/>
                  <a:gd name="connsiteY3" fmla="*/ 754682 h 973305"/>
                  <a:gd name="connsiteX4" fmla="*/ 197928 w 621064"/>
                  <a:gd name="connsiteY4" fmla="*/ 973305 h 973305"/>
                  <a:gd name="connsiteX0" fmla="*/ 197928 w 558839"/>
                  <a:gd name="connsiteY0" fmla="*/ 973305 h 973305"/>
                  <a:gd name="connsiteX1" fmla="*/ 0 w 558839"/>
                  <a:gd name="connsiteY1" fmla="*/ 11688 h 973305"/>
                  <a:gd name="connsiteX2" fmla="*/ 499610 w 558839"/>
                  <a:gd name="connsiteY2" fmla="*/ 0 h 973305"/>
                  <a:gd name="connsiteX3" fmla="*/ 558839 w 558839"/>
                  <a:gd name="connsiteY3" fmla="*/ 754682 h 973305"/>
                  <a:gd name="connsiteX4" fmla="*/ 197928 w 558839"/>
                  <a:gd name="connsiteY4" fmla="*/ 973305 h 973305"/>
                  <a:gd name="connsiteX0" fmla="*/ 197928 w 558839"/>
                  <a:gd name="connsiteY0" fmla="*/ 973305 h 973305"/>
                  <a:gd name="connsiteX1" fmla="*/ 0 w 558839"/>
                  <a:gd name="connsiteY1" fmla="*/ 11688 h 973305"/>
                  <a:gd name="connsiteX2" fmla="*/ 499610 w 558839"/>
                  <a:gd name="connsiteY2" fmla="*/ 0 h 973305"/>
                  <a:gd name="connsiteX3" fmla="*/ 558839 w 558839"/>
                  <a:gd name="connsiteY3" fmla="*/ 754682 h 973305"/>
                  <a:gd name="connsiteX4" fmla="*/ 197928 w 558839"/>
                  <a:gd name="connsiteY4" fmla="*/ 973305 h 973305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1315828 h 1315828"/>
                  <a:gd name="connsiteX1" fmla="*/ 0 w 558839"/>
                  <a:gd name="connsiteY1" fmla="*/ 531414 h 1315828"/>
                  <a:gd name="connsiteX2" fmla="*/ 506930 w 558839"/>
                  <a:gd name="connsiteY2" fmla="*/ 0 h 1315828"/>
                  <a:gd name="connsiteX3" fmla="*/ 558839 w 558839"/>
                  <a:gd name="connsiteY3" fmla="*/ 1274408 h 1315828"/>
                  <a:gd name="connsiteX4" fmla="*/ 370213 w 558839"/>
                  <a:gd name="connsiteY4" fmla="*/ 1315828 h 1315828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88119"/>
                  <a:gd name="connsiteY0" fmla="*/ 1326654 h 1326654"/>
                  <a:gd name="connsiteX1" fmla="*/ 0 w 588119"/>
                  <a:gd name="connsiteY1" fmla="*/ 554 h 1326654"/>
                  <a:gd name="connsiteX2" fmla="*/ 521570 w 588119"/>
                  <a:gd name="connsiteY2" fmla="*/ 10826 h 1326654"/>
                  <a:gd name="connsiteX3" fmla="*/ 588119 w 588119"/>
                  <a:gd name="connsiteY3" fmla="*/ 1321835 h 1326654"/>
                  <a:gd name="connsiteX4" fmla="*/ 384853 w 588119"/>
                  <a:gd name="connsiteY4" fmla="*/ 1326654 h 1326654"/>
                  <a:gd name="connsiteX0" fmla="*/ 384853 w 588119"/>
                  <a:gd name="connsiteY0" fmla="*/ 1326654 h 1326654"/>
                  <a:gd name="connsiteX1" fmla="*/ 0 w 588119"/>
                  <a:gd name="connsiteY1" fmla="*/ 554 h 1326654"/>
                  <a:gd name="connsiteX2" fmla="*/ 521570 w 588119"/>
                  <a:gd name="connsiteY2" fmla="*/ 10826 h 1326654"/>
                  <a:gd name="connsiteX3" fmla="*/ 588119 w 588119"/>
                  <a:gd name="connsiteY3" fmla="*/ 1321835 h 1326654"/>
                  <a:gd name="connsiteX4" fmla="*/ 384853 w 588119"/>
                  <a:gd name="connsiteY4" fmla="*/ 1326654 h 1326654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94113"/>
                  <a:gd name="connsiteY0" fmla="*/ 1097905 h 1179971"/>
                  <a:gd name="connsiteX1" fmla="*/ 0 w 594113"/>
                  <a:gd name="connsiteY1" fmla="*/ 4757 h 1179971"/>
                  <a:gd name="connsiteX2" fmla="*/ 502783 w 594113"/>
                  <a:gd name="connsiteY2" fmla="*/ 0 h 1179971"/>
                  <a:gd name="connsiteX3" fmla="*/ 594113 w 594113"/>
                  <a:gd name="connsiteY3" fmla="*/ 1179818 h 1179971"/>
                  <a:gd name="connsiteX4" fmla="*/ 366066 w 594113"/>
                  <a:gd name="connsiteY4" fmla="*/ 1097905 h 1179971"/>
                  <a:gd name="connsiteX0" fmla="*/ 403236 w 594113"/>
                  <a:gd name="connsiteY0" fmla="*/ 1215612 h 1215612"/>
                  <a:gd name="connsiteX1" fmla="*/ 0 w 594113"/>
                  <a:gd name="connsiteY1" fmla="*/ 4757 h 1215612"/>
                  <a:gd name="connsiteX2" fmla="*/ 502783 w 594113"/>
                  <a:gd name="connsiteY2" fmla="*/ 0 h 1215612"/>
                  <a:gd name="connsiteX3" fmla="*/ 594113 w 594113"/>
                  <a:gd name="connsiteY3" fmla="*/ 1179818 h 1215612"/>
                  <a:gd name="connsiteX4" fmla="*/ 403236 w 594113"/>
                  <a:gd name="connsiteY4" fmla="*/ 1215612 h 1215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4113" h="1215612">
                    <a:moveTo>
                      <a:pt x="403236" y="1215612"/>
                    </a:moveTo>
                    <a:cubicBezTo>
                      <a:pt x="223947" y="663007"/>
                      <a:pt x="295574" y="908506"/>
                      <a:pt x="0" y="4757"/>
                    </a:cubicBezTo>
                    <a:cubicBezTo>
                      <a:pt x="166537" y="861"/>
                      <a:pt x="336246" y="3896"/>
                      <a:pt x="502783" y="0"/>
                    </a:cubicBezTo>
                    <a:cubicBezTo>
                      <a:pt x="555943" y="995541"/>
                      <a:pt x="557486" y="515061"/>
                      <a:pt x="594113" y="1179818"/>
                    </a:cubicBezTo>
                    <a:cubicBezTo>
                      <a:pt x="496428" y="1184123"/>
                      <a:pt x="599434" y="1214146"/>
                      <a:pt x="403236" y="1215612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293" name="Group 17">
                <a:extLst>
                  <a:ext uri="{FF2B5EF4-FFF2-40B4-BE49-F238E27FC236}">
                    <a16:creationId xmlns:a16="http://schemas.microsoft.com/office/drawing/2014/main" id="{3DCFE7AC-3DDA-544E-9FBA-E2013CB1F7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57805" y="2331054"/>
                <a:ext cx="1079500" cy="2674334"/>
                <a:chOff x="1757805" y="2331054"/>
                <a:chExt cx="1079500" cy="2674334"/>
              </a:xfrm>
            </p:grpSpPr>
            <p:sp>
              <p:nvSpPr>
                <p:cNvPr id="380" name="Rectangle 379">
                  <a:extLst>
                    <a:ext uri="{FF2B5EF4-FFF2-40B4-BE49-F238E27FC236}">
                      <a16:creationId xmlns:a16="http://schemas.microsoft.com/office/drawing/2014/main" id="{4A6C83BC-7EC5-0F45-B8BB-C3B547B3E007}"/>
                    </a:ext>
                  </a:extLst>
                </p:cNvPr>
                <p:cNvSpPr/>
                <p:nvPr/>
              </p:nvSpPr>
              <p:spPr bwMode="auto">
                <a:xfrm rot="10800000">
                  <a:off x="1789552" y="2580252"/>
                  <a:ext cx="1027025" cy="10840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grpSp>
              <p:nvGrpSpPr>
                <p:cNvPr id="381" name="Group 104">
                  <a:extLst>
                    <a:ext uri="{FF2B5EF4-FFF2-40B4-BE49-F238E27FC236}">
                      <a16:creationId xmlns:a16="http://schemas.microsoft.com/office/drawing/2014/main" id="{C49CCBB3-581C-F744-9C12-88066A544A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82739" y="4616206"/>
                  <a:ext cx="1034710" cy="389182"/>
                  <a:chOff x="4128636" y="3606589"/>
                  <a:chExt cx="568145" cy="338667"/>
                </a:xfrm>
              </p:grpSpPr>
              <p:sp>
                <p:nvSpPr>
                  <p:cNvPr id="395" name="Oval 394">
                    <a:extLst>
                      <a:ext uri="{FF2B5EF4-FFF2-40B4-BE49-F238E27FC236}">
                        <a16:creationId xmlns:a16="http://schemas.microsoft.com/office/drawing/2014/main" id="{1360C793-55DD-E448-BB09-2AF9F40ABA16}"/>
                      </a:ext>
                    </a:extLst>
                  </p:cNvPr>
                  <p:cNvSpPr/>
                  <p:nvPr/>
                </p:nvSpPr>
                <p:spPr>
                  <a:xfrm>
                    <a:off x="4128891" y="3720271"/>
                    <a:ext cx="565669" cy="225140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6" name="Rectangle 395">
                    <a:extLst>
                      <a:ext uri="{FF2B5EF4-FFF2-40B4-BE49-F238E27FC236}">
                        <a16:creationId xmlns:a16="http://schemas.microsoft.com/office/drawing/2014/main" id="{B5E5E126-5712-074A-827E-49B7AB6291A3}"/>
                      </a:ext>
                    </a:extLst>
                  </p:cNvPr>
                  <p:cNvSpPr/>
                  <p:nvPr/>
                </p:nvSpPr>
                <p:spPr>
                  <a:xfrm>
                    <a:off x="4128891" y="3720271"/>
                    <a:ext cx="565669" cy="111880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7" name="Oval 396">
                    <a:extLst>
                      <a:ext uri="{FF2B5EF4-FFF2-40B4-BE49-F238E27FC236}">
                        <a16:creationId xmlns:a16="http://schemas.microsoft.com/office/drawing/2014/main" id="{90782D44-406D-1A44-B8FA-7DABB141B919}"/>
                      </a:ext>
                    </a:extLst>
                  </p:cNvPr>
                  <p:cNvSpPr/>
                  <p:nvPr/>
                </p:nvSpPr>
                <p:spPr>
                  <a:xfrm>
                    <a:off x="4128891" y="3607011"/>
                    <a:ext cx="565669" cy="225140"/>
                  </a:xfrm>
                  <a:prstGeom prst="ellipse">
                    <a:avLst/>
                  </a:prstGeom>
                  <a:solidFill>
                    <a:srgbClr val="3333CC">
                      <a:lumMod val="60000"/>
                      <a:lumOff val="40000"/>
                      <a:alpha val="7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98" name="Straight Connector 397">
                    <a:extLst>
                      <a:ext uri="{FF2B5EF4-FFF2-40B4-BE49-F238E27FC236}">
                        <a16:creationId xmlns:a16="http://schemas.microsoft.com/office/drawing/2014/main" id="{91CE1BD1-E198-874C-A63D-F01D330549A7}"/>
                      </a:ext>
                    </a:extLst>
                  </p:cNvPr>
                  <p:cNvCxnSpPr/>
                  <p:nvPr/>
                </p:nvCxnSpPr>
                <p:spPr>
                  <a:xfrm>
                    <a:off x="4694560" y="3720271"/>
                    <a:ext cx="0" cy="11188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99" name="Straight Connector 398">
                    <a:extLst>
                      <a:ext uri="{FF2B5EF4-FFF2-40B4-BE49-F238E27FC236}">
                        <a16:creationId xmlns:a16="http://schemas.microsoft.com/office/drawing/2014/main" id="{5C32A76A-C218-CD4F-A5EA-5F04BEBB7C8B}"/>
                      </a:ext>
                    </a:extLst>
                  </p:cNvPr>
                  <p:cNvCxnSpPr/>
                  <p:nvPr/>
                </p:nvCxnSpPr>
                <p:spPr>
                  <a:xfrm>
                    <a:off x="4128891" y="3720271"/>
                    <a:ext cx="0" cy="11188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382" name="Rectangle 381">
                  <a:extLst>
                    <a:ext uri="{FF2B5EF4-FFF2-40B4-BE49-F238E27FC236}">
                      <a16:creationId xmlns:a16="http://schemas.microsoft.com/office/drawing/2014/main" id="{9568C327-A8B8-714A-9EC6-981C762ACAD5}"/>
                    </a:ext>
                  </a:extLst>
                </p:cNvPr>
                <p:cNvSpPr/>
                <p:nvPr/>
              </p:nvSpPr>
              <p:spPr bwMode="auto">
                <a:xfrm>
                  <a:off x="1802251" y="3602440"/>
                  <a:ext cx="1027025" cy="116345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83" name="Straight Connector 382">
                  <a:extLst>
                    <a:ext uri="{FF2B5EF4-FFF2-40B4-BE49-F238E27FC236}">
                      <a16:creationId xmlns:a16="http://schemas.microsoft.com/office/drawing/2014/main" id="{CE43604B-D39F-7044-94F2-CD4AD82F1987}"/>
                    </a:ext>
                  </a:extLst>
                </p:cNvPr>
                <p:cNvCxnSpPr/>
                <p:nvPr/>
              </p:nvCxnSpPr>
              <p:spPr bwMode="auto">
                <a:xfrm>
                  <a:off x="1781615" y="2805642"/>
                  <a:ext cx="20636" cy="202056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cxnSp>
              <p:nvCxnSpPr>
                <p:cNvPr id="384" name="Straight Connector 383">
                  <a:extLst>
                    <a:ext uri="{FF2B5EF4-FFF2-40B4-BE49-F238E27FC236}">
                      <a16:creationId xmlns:a16="http://schemas.microsoft.com/office/drawing/2014/main" id="{5C4C1EF2-5AB5-114F-AE30-53470A226E36}"/>
                    </a:ext>
                  </a:extLst>
                </p:cNvPr>
                <p:cNvCxnSpPr/>
                <p:nvPr/>
              </p:nvCxnSpPr>
              <p:spPr bwMode="auto">
                <a:xfrm flipH="1">
                  <a:off x="2818166" y="2805642"/>
                  <a:ext cx="4762" cy="1976123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385" name="Group 9">
                  <a:extLst>
                    <a:ext uri="{FF2B5EF4-FFF2-40B4-BE49-F238E27FC236}">
                      <a16:creationId xmlns:a16="http://schemas.microsoft.com/office/drawing/2014/main" id="{052F022E-CD26-8744-AC3E-C859146E380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57805" y="2331054"/>
                  <a:ext cx="1079500" cy="430213"/>
                  <a:chOff x="2183302" y="1574638"/>
                  <a:chExt cx="1200154" cy="430181"/>
                </a:xfrm>
              </p:grpSpPr>
              <p:sp>
                <p:nvSpPr>
                  <p:cNvPr id="386" name="Oval 385">
                    <a:extLst>
                      <a:ext uri="{FF2B5EF4-FFF2-40B4-BE49-F238E27FC236}">
                        <a16:creationId xmlns:a16="http://schemas.microsoft.com/office/drawing/2014/main" id="{80AE789D-EAFB-F44C-ACC8-D4E9E127F29B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6832" y="1690499"/>
                    <a:ext cx="1194758" cy="314252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20000"/>
                          <a:lumOff val="80000"/>
                        </a:srgbClr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7" name="Rectangle 386">
                    <a:extLst>
                      <a:ext uri="{FF2B5EF4-FFF2-40B4-BE49-F238E27FC236}">
                        <a16:creationId xmlns:a16="http://schemas.microsoft.com/office/drawing/2014/main" id="{5F200699-ED1E-0245-9D7A-C9227AC90EC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3302" y="1734939"/>
                    <a:ext cx="1198287" cy="112686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8" name="Oval 387">
                    <a:extLst>
                      <a:ext uri="{FF2B5EF4-FFF2-40B4-BE49-F238E27FC236}">
                        <a16:creationId xmlns:a16="http://schemas.microsoft.com/office/drawing/2014/main" id="{1653876D-5808-4845-8D45-41E30CCABC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3302" y="1574638"/>
                    <a:ext cx="1196523" cy="314252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89" name="Freeform 388">
                    <a:extLst>
                      <a:ext uri="{FF2B5EF4-FFF2-40B4-BE49-F238E27FC236}">
                        <a16:creationId xmlns:a16="http://schemas.microsoft.com/office/drawing/2014/main" id="{B63C1A57-A326-E44D-89A7-AE4E169A70A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0374" y="1671453"/>
                    <a:ext cx="582379" cy="157125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0" name="Freeform 389">
                    <a:extLst>
                      <a:ext uri="{FF2B5EF4-FFF2-40B4-BE49-F238E27FC236}">
                        <a16:creationId xmlns:a16="http://schemas.microsoft.com/office/drawing/2014/main" id="{C060360D-64F4-6C46-9C73-B1B076DAA15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30372" y="1630188"/>
                    <a:ext cx="702384" cy="109512"/>
                  </a:xfrm>
                  <a:custGeom>
                    <a:avLst/>
                    <a:gdLst>
                      <a:gd name="T0" fmla="*/ 0 w 3723451"/>
                      <a:gd name="T1" fmla="*/ 26792 h 932950"/>
                      <a:gd name="T2" fmla="*/ 123590 w 3723451"/>
                      <a:gd name="T3" fmla="*/ 316 h 932950"/>
                      <a:gd name="T4" fmla="*/ 350070 w 3723451"/>
                      <a:gd name="T5" fmla="*/ 61105 h 932950"/>
                      <a:gd name="T6" fmla="*/ 566135 w 3723451"/>
                      <a:gd name="T7" fmla="*/ 0 h 932950"/>
                      <a:gd name="T8" fmla="*/ 702384 w 3723451"/>
                      <a:gd name="T9" fmla="*/ 24316 h 932950"/>
                      <a:gd name="T10" fmla="*/ 601015 w 3723451"/>
                      <a:gd name="T11" fmla="*/ 54216 h 932950"/>
                      <a:gd name="T12" fmla="*/ 568379 w 3723451"/>
                      <a:gd name="T13" fmla="*/ 46155 h 932950"/>
                      <a:gd name="T14" fmla="*/ 354049 w 3723451"/>
                      <a:gd name="T15" fmla="*/ 109512 h 932950"/>
                      <a:gd name="T16" fmla="*/ 134237 w 3723451"/>
                      <a:gd name="T17" fmla="*/ 48485 h 932950"/>
                      <a:gd name="T18" fmla="*/ 98698 w 3723451"/>
                      <a:gd name="T19" fmla="*/ 55072 h 932950"/>
                      <a:gd name="T20" fmla="*/ 0 w 3723451"/>
                      <a:gd name="T21" fmla="*/ 26792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91" name="Freeform 390">
                    <a:extLst>
                      <a:ext uri="{FF2B5EF4-FFF2-40B4-BE49-F238E27FC236}">
                        <a16:creationId xmlns:a16="http://schemas.microsoft.com/office/drawing/2014/main" id="{6762EEAF-2C47-B149-8689-0C95EC53C3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745" y="1723828"/>
                    <a:ext cx="257658" cy="95228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57658 w 1366596"/>
                      <a:gd name="T3" fmla="*/ 73585 h 809868"/>
                      <a:gd name="T4" fmla="*/ 163097 w 1366596"/>
                      <a:gd name="T5" fmla="*/ 95228 h 809868"/>
                      <a:gd name="T6" fmla="*/ 867 w 1366596"/>
                      <a:gd name="T7" fmla="*/ 50319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92" name="Freeform 391">
                    <a:extLst>
                      <a:ext uri="{FF2B5EF4-FFF2-40B4-BE49-F238E27FC236}">
                        <a16:creationId xmlns:a16="http://schemas.microsoft.com/office/drawing/2014/main" id="{EEF29461-B5AA-2744-A3DA-2814904A2E2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8018" y="1725416"/>
                    <a:ext cx="254129" cy="95228"/>
                  </a:xfrm>
                  <a:custGeom>
                    <a:avLst/>
                    <a:gdLst>
                      <a:gd name="T0" fmla="*/ 250660 w 1348191"/>
                      <a:gd name="T1" fmla="*/ 0 h 791462"/>
                      <a:gd name="T2" fmla="*/ 254129 w 1348191"/>
                      <a:gd name="T3" fmla="*/ 45953 h 791462"/>
                      <a:gd name="T4" fmla="*/ 91938 w 1348191"/>
                      <a:gd name="T5" fmla="*/ 95228 h 791462"/>
                      <a:gd name="T6" fmla="*/ 0 w 1348191"/>
                      <a:gd name="T7" fmla="*/ 73636 h 791462"/>
                      <a:gd name="T8" fmla="*/ 250660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393" name="Straight Connector 392">
                    <a:extLst>
                      <a:ext uri="{FF2B5EF4-FFF2-40B4-BE49-F238E27FC236}">
                        <a16:creationId xmlns:a16="http://schemas.microsoft.com/office/drawing/2014/main" id="{BE5A273A-2FEE-9545-BB88-87C7E505179F}"/>
                      </a:ext>
                    </a:extLst>
                  </p:cNvPr>
                  <p:cNvCxnSpPr>
                    <a:cxnSpLocks noChangeShapeType="1"/>
                    <a:endCxn id="388" idx="2"/>
                  </p:cNvCxnSpPr>
                  <p:nvPr/>
                </p:nvCxnSpPr>
                <p:spPr bwMode="auto">
                  <a:xfrm flipH="1" flipV="1">
                    <a:off x="2183302" y="1731764"/>
                    <a:ext cx="3530" cy="122209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394" name="Straight Connector 393">
                    <a:extLst>
                      <a:ext uri="{FF2B5EF4-FFF2-40B4-BE49-F238E27FC236}">
                        <a16:creationId xmlns:a16="http://schemas.microsoft.com/office/drawing/2014/main" id="{3C46EAE7-509B-4E45-A6E7-9A33E4F0FC70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825" y="1728590"/>
                    <a:ext cx="3530" cy="122209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294" name="Group 18">
                <a:extLst>
                  <a:ext uri="{FF2B5EF4-FFF2-40B4-BE49-F238E27FC236}">
                    <a16:creationId xmlns:a16="http://schemas.microsoft.com/office/drawing/2014/main" id="{482172DC-CB77-9547-9B55-AA80104E7E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00438" y="3174091"/>
                <a:ext cx="522287" cy="1831297"/>
                <a:chOff x="3500438" y="3174091"/>
                <a:chExt cx="522287" cy="1831297"/>
              </a:xfrm>
            </p:grpSpPr>
            <p:sp>
              <p:nvSpPr>
                <p:cNvPr id="359" name="Rectangle 358">
                  <a:extLst>
                    <a:ext uri="{FF2B5EF4-FFF2-40B4-BE49-F238E27FC236}">
                      <a16:creationId xmlns:a16="http://schemas.microsoft.com/office/drawing/2014/main" id="{62075464-1A4E-BF45-A532-01A9C76E55CE}"/>
                    </a:ext>
                  </a:extLst>
                </p:cNvPr>
                <p:cNvSpPr/>
                <p:nvPr/>
              </p:nvSpPr>
              <p:spPr bwMode="auto">
                <a:xfrm rot="10800000">
                  <a:off x="3507320" y="3287221"/>
                  <a:ext cx="498349" cy="30662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60" name="Straight Connector 359">
                  <a:extLst>
                    <a:ext uri="{FF2B5EF4-FFF2-40B4-BE49-F238E27FC236}">
                      <a16:creationId xmlns:a16="http://schemas.microsoft.com/office/drawing/2014/main" id="{E6476089-4E8D-9748-8A20-B65AB809DCB0}"/>
                    </a:ext>
                  </a:extLst>
                </p:cNvPr>
                <p:cNvCxnSpPr/>
                <p:nvPr/>
              </p:nvCxnSpPr>
              <p:spPr bwMode="auto">
                <a:xfrm flipH="1">
                  <a:off x="4019802" y="3321497"/>
                  <a:ext cx="1588" cy="153645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pic>
              <p:nvPicPr>
                <p:cNvPr id="361" name="Picture 86" descr="router_top.png">
                  <a:extLst>
                    <a:ext uri="{FF2B5EF4-FFF2-40B4-BE49-F238E27FC236}">
                      <a16:creationId xmlns:a16="http://schemas.microsoft.com/office/drawing/2014/main" id="{903307E4-A9C2-9644-824F-D336213F44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500438" y="3194292"/>
                  <a:ext cx="522287" cy="2204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362" name="Group 82">
                  <a:extLst>
                    <a:ext uri="{FF2B5EF4-FFF2-40B4-BE49-F238E27FC236}">
                      <a16:creationId xmlns:a16="http://schemas.microsoft.com/office/drawing/2014/main" id="{F71CE2FF-B936-C547-A3CE-97AE0CF5BB6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11442" y="4783543"/>
                  <a:ext cx="507858" cy="221845"/>
                  <a:chOff x="4128636" y="3606589"/>
                  <a:chExt cx="568145" cy="338667"/>
                </a:xfrm>
              </p:grpSpPr>
              <p:sp>
                <p:nvSpPr>
                  <p:cNvPr id="375" name="Oval 374">
                    <a:extLst>
                      <a:ext uri="{FF2B5EF4-FFF2-40B4-BE49-F238E27FC236}">
                        <a16:creationId xmlns:a16="http://schemas.microsoft.com/office/drawing/2014/main" id="{586404AE-C86C-2743-98EF-9CF4A95F4440}"/>
                      </a:ext>
                    </a:extLst>
                  </p:cNvPr>
                  <p:cNvSpPr/>
                  <p:nvPr/>
                </p:nvSpPr>
                <p:spPr>
                  <a:xfrm>
                    <a:off x="4129087" y="3720182"/>
                    <a:ext cx="568256" cy="225348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6" name="Rectangle 375">
                    <a:extLst>
                      <a:ext uri="{FF2B5EF4-FFF2-40B4-BE49-F238E27FC236}">
                        <a16:creationId xmlns:a16="http://schemas.microsoft.com/office/drawing/2014/main" id="{5396A314-1026-4E4E-A149-99672789B306}"/>
                      </a:ext>
                    </a:extLst>
                  </p:cNvPr>
                  <p:cNvSpPr/>
                  <p:nvPr/>
                </p:nvSpPr>
                <p:spPr>
                  <a:xfrm>
                    <a:off x="4129087" y="3720182"/>
                    <a:ext cx="568256" cy="111462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7" name="Oval 376">
                    <a:extLst>
                      <a:ext uri="{FF2B5EF4-FFF2-40B4-BE49-F238E27FC236}">
                        <a16:creationId xmlns:a16="http://schemas.microsoft.com/office/drawing/2014/main" id="{23054A25-C068-9244-9B31-DD0F45D202D9}"/>
                      </a:ext>
                    </a:extLst>
                  </p:cNvPr>
                  <p:cNvSpPr/>
                  <p:nvPr/>
                </p:nvSpPr>
                <p:spPr>
                  <a:xfrm>
                    <a:off x="4129087" y="3606297"/>
                    <a:ext cx="568256" cy="225346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78" name="Straight Connector 377">
                    <a:extLst>
                      <a:ext uri="{FF2B5EF4-FFF2-40B4-BE49-F238E27FC236}">
                        <a16:creationId xmlns:a16="http://schemas.microsoft.com/office/drawing/2014/main" id="{CD4A2AA1-5618-3140-9C21-11DC36124DCC}"/>
                      </a:ext>
                    </a:extLst>
                  </p:cNvPr>
                  <p:cNvCxnSpPr/>
                  <p:nvPr/>
                </p:nvCxnSpPr>
                <p:spPr>
                  <a:xfrm>
                    <a:off x="4697343" y="3720182"/>
                    <a:ext cx="0" cy="111462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79" name="Straight Connector 378">
                    <a:extLst>
                      <a:ext uri="{FF2B5EF4-FFF2-40B4-BE49-F238E27FC236}">
                        <a16:creationId xmlns:a16="http://schemas.microsoft.com/office/drawing/2014/main" id="{C0356843-B7EB-A343-9F3C-424592CF11BD}"/>
                      </a:ext>
                    </a:extLst>
                  </p:cNvPr>
                  <p:cNvCxnSpPr/>
                  <p:nvPr/>
                </p:nvCxnSpPr>
                <p:spPr>
                  <a:xfrm>
                    <a:off x="4129087" y="3720182"/>
                    <a:ext cx="0" cy="111462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363" name="Rectangle 362">
                  <a:extLst>
                    <a:ext uri="{FF2B5EF4-FFF2-40B4-BE49-F238E27FC236}">
                      <a16:creationId xmlns:a16="http://schemas.microsoft.com/office/drawing/2014/main" id="{AC6DBBE1-F8C8-7C49-A55E-1A360F9F0FF8}"/>
                    </a:ext>
                  </a:extLst>
                </p:cNvPr>
                <p:cNvSpPr/>
                <p:nvPr/>
              </p:nvSpPr>
              <p:spPr bwMode="auto">
                <a:xfrm>
                  <a:off x="3516608" y="3697675"/>
                  <a:ext cx="498433" cy="116345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64" name="Straight Connector 363">
                  <a:extLst>
                    <a:ext uri="{FF2B5EF4-FFF2-40B4-BE49-F238E27FC236}">
                      <a16:creationId xmlns:a16="http://schemas.microsoft.com/office/drawing/2014/main" id="{30264003-6422-A246-8128-339027C2EFE4}"/>
                    </a:ext>
                  </a:extLst>
                </p:cNvPr>
                <p:cNvCxnSpPr>
                  <a:stCxn id="368" idx="2"/>
                </p:cNvCxnSpPr>
                <p:nvPr/>
              </p:nvCxnSpPr>
              <p:spPr bwMode="auto">
                <a:xfrm flipH="1">
                  <a:off x="3507083" y="3262769"/>
                  <a:ext cx="4762" cy="1688832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365" name="Group 377">
                  <a:extLst>
                    <a:ext uri="{FF2B5EF4-FFF2-40B4-BE49-F238E27FC236}">
                      <a16:creationId xmlns:a16="http://schemas.microsoft.com/office/drawing/2014/main" id="{39ED4179-25C2-BD40-8CB0-2D2D19D3B89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11057" y="3174091"/>
                  <a:ext cx="504096" cy="242719"/>
                  <a:chOff x="2183302" y="1574638"/>
                  <a:chExt cx="1200154" cy="430218"/>
                </a:xfrm>
              </p:grpSpPr>
              <p:sp>
                <p:nvSpPr>
                  <p:cNvPr id="366" name="Oval 365">
                    <a:extLst>
                      <a:ext uri="{FF2B5EF4-FFF2-40B4-BE49-F238E27FC236}">
                        <a16:creationId xmlns:a16="http://schemas.microsoft.com/office/drawing/2014/main" id="{8E546C63-6051-664A-A3B3-09898899A0F6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8958" y="1689617"/>
                    <a:ext cx="1194231" cy="315099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7" name="Rectangle 366">
                    <a:extLst>
                      <a:ext uri="{FF2B5EF4-FFF2-40B4-BE49-F238E27FC236}">
                        <a16:creationId xmlns:a16="http://schemas.microsoft.com/office/drawing/2014/main" id="{F85D8891-4691-274F-8A4C-6EB421E1A62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5178" y="1734631"/>
                    <a:ext cx="1198011" cy="11253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8" name="Oval 367">
                    <a:extLst>
                      <a:ext uri="{FF2B5EF4-FFF2-40B4-BE49-F238E27FC236}">
                        <a16:creationId xmlns:a16="http://schemas.microsoft.com/office/drawing/2014/main" id="{F6D6309A-F621-8F43-966A-42EE2F5341A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5178" y="1574269"/>
                    <a:ext cx="1194231" cy="315099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69" name="Freeform 368">
                    <a:extLst>
                      <a:ext uri="{FF2B5EF4-FFF2-40B4-BE49-F238E27FC236}">
                        <a16:creationId xmlns:a16="http://schemas.microsoft.com/office/drawing/2014/main" id="{E0967AA3-A871-A446-BBBF-E652596BA5E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1295" y="1669924"/>
                    <a:ext cx="581999" cy="157549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0" name="Freeform 369">
                    <a:extLst>
                      <a:ext uri="{FF2B5EF4-FFF2-40B4-BE49-F238E27FC236}">
                        <a16:creationId xmlns:a16="http://schemas.microsoft.com/office/drawing/2014/main" id="{928F9198-71DD-1048-BF0F-138BFE3045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30828" y="1630537"/>
                    <a:ext cx="702933" cy="109721"/>
                  </a:xfrm>
                  <a:custGeom>
                    <a:avLst/>
                    <a:gdLst>
                      <a:gd name="T0" fmla="*/ 0 w 3723451"/>
                      <a:gd name="T1" fmla="*/ 26843 h 932950"/>
                      <a:gd name="T2" fmla="*/ 123686 w 3723451"/>
                      <a:gd name="T3" fmla="*/ 316 h 932950"/>
                      <a:gd name="T4" fmla="*/ 350344 w 3723451"/>
                      <a:gd name="T5" fmla="*/ 61221 h 932950"/>
                      <a:gd name="T6" fmla="*/ 566578 w 3723451"/>
                      <a:gd name="T7" fmla="*/ 0 h 932950"/>
                      <a:gd name="T8" fmla="*/ 702933 w 3723451"/>
                      <a:gd name="T9" fmla="*/ 24362 h 932950"/>
                      <a:gd name="T10" fmla="*/ 601485 w 3723451"/>
                      <a:gd name="T11" fmla="*/ 54319 h 932950"/>
                      <a:gd name="T12" fmla="*/ 568823 w 3723451"/>
                      <a:gd name="T13" fmla="*/ 46243 h 932950"/>
                      <a:gd name="T14" fmla="*/ 354326 w 3723451"/>
                      <a:gd name="T15" fmla="*/ 109721 h 932950"/>
                      <a:gd name="T16" fmla="*/ 134342 w 3723451"/>
                      <a:gd name="T17" fmla="*/ 48578 h 932950"/>
                      <a:gd name="T18" fmla="*/ 98775 w 3723451"/>
                      <a:gd name="T19" fmla="*/ 55177 h 932950"/>
                      <a:gd name="T20" fmla="*/ 0 w 3723451"/>
                      <a:gd name="T21" fmla="*/ 26843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71" name="Freeform 370">
                    <a:extLst>
                      <a:ext uri="{FF2B5EF4-FFF2-40B4-BE49-F238E27FC236}">
                        <a16:creationId xmlns:a16="http://schemas.microsoft.com/office/drawing/2014/main" id="{1C72F53E-6D8A-1247-85AD-4F6DFA9BC4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1892" y="1723378"/>
                    <a:ext cx="260764" cy="95655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60764 w 1366596"/>
                      <a:gd name="T3" fmla="*/ 73915 h 809868"/>
                      <a:gd name="T4" fmla="*/ 165063 w 1366596"/>
                      <a:gd name="T5" fmla="*/ 95655 h 809868"/>
                      <a:gd name="T6" fmla="*/ 878 w 1366596"/>
                      <a:gd name="T7" fmla="*/ 50545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72" name="Freeform 371">
                    <a:extLst>
                      <a:ext uri="{FF2B5EF4-FFF2-40B4-BE49-F238E27FC236}">
                        <a16:creationId xmlns:a16="http://schemas.microsoft.com/office/drawing/2014/main" id="{AC38375A-6308-3C42-8428-1BC8EF1E3E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9489" y="1726192"/>
                    <a:ext cx="253208" cy="92841"/>
                  </a:xfrm>
                  <a:custGeom>
                    <a:avLst/>
                    <a:gdLst>
                      <a:gd name="T0" fmla="*/ 249751 w 1348191"/>
                      <a:gd name="T1" fmla="*/ 0 h 791462"/>
                      <a:gd name="T2" fmla="*/ 253208 w 1348191"/>
                      <a:gd name="T3" fmla="*/ 44801 h 791462"/>
                      <a:gd name="T4" fmla="*/ 91604 w 1348191"/>
                      <a:gd name="T5" fmla="*/ 92841 h 791462"/>
                      <a:gd name="T6" fmla="*/ 0 w 1348191"/>
                      <a:gd name="T7" fmla="*/ 71790 h 791462"/>
                      <a:gd name="T8" fmla="*/ 249751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373" name="Straight Connector 372">
                    <a:extLst>
                      <a:ext uri="{FF2B5EF4-FFF2-40B4-BE49-F238E27FC236}">
                        <a16:creationId xmlns:a16="http://schemas.microsoft.com/office/drawing/2014/main" id="{2676B342-72B9-EC4E-BEB9-884A31061112}"/>
                      </a:ext>
                    </a:extLst>
                  </p:cNvPr>
                  <p:cNvCxnSpPr>
                    <a:cxnSpLocks noChangeShapeType="1"/>
                    <a:endCxn id="368" idx="2"/>
                  </p:cNvCxnSpPr>
                  <p:nvPr/>
                </p:nvCxnSpPr>
                <p:spPr bwMode="auto">
                  <a:xfrm flipH="1" flipV="1">
                    <a:off x="2185178" y="1731819"/>
                    <a:ext cx="3780" cy="120975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374" name="Straight Connector 373">
                    <a:extLst>
                      <a:ext uri="{FF2B5EF4-FFF2-40B4-BE49-F238E27FC236}">
                        <a16:creationId xmlns:a16="http://schemas.microsoft.com/office/drawing/2014/main" id="{C9E5ACD2-0571-394B-B54A-E4FD99B680A6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409" y="1729005"/>
                    <a:ext cx="3780" cy="120976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295" name="Group 19">
                <a:extLst>
                  <a:ext uri="{FF2B5EF4-FFF2-40B4-BE49-F238E27FC236}">
                    <a16:creationId xmlns:a16="http://schemas.microsoft.com/office/drawing/2014/main" id="{3F4E53BA-5956-854C-B31F-6EC1D0D219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99212" y="2486508"/>
                <a:ext cx="528376" cy="2517292"/>
                <a:chOff x="4299212" y="2486508"/>
                <a:chExt cx="528376" cy="2517292"/>
              </a:xfrm>
            </p:grpSpPr>
            <p:sp>
              <p:nvSpPr>
                <p:cNvPr id="339" name="Rectangle 338">
                  <a:extLst>
                    <a:ext uri="{FF2B5EF4-FFF2-40B4-BE49-F238E27FC236}">
                      <a16:creationId xmlns:a16="http://schemas.microsoft.com/office/drawing/2014/main" id="{E47F6DBD-7B1F-E84E-80B1-B0007CEE2ECA}"/>
                    </a:ext>
                  </a:extLst>
                </p:cNvPr>
                <p:cNvSpPr/>
                <p:nvPr/>
              </p:nvSpPr>
              <p:spPr bwMode="auto">
                <a:xfrm rot="10800000">
                  <a:off x="4315358" y="2675960"/>
                  <a:ext cx="498350" cy="91657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40" name="Straight Connector 339">
                  <a:extLst>
                    <a:ext uri="{FF2B5EF4-FFF2-40B4-BE49-F238E27FC236}">
                      <a16:creationId xmlns:a16="http://schemas.microsoft.com/office/drawing/2014/main" id="{AD6BA39E-C72A-2B46-89AC-72BC6ECE8737}"/>
                    </a:ext>
                  </a:extLst>
                </p:cNvPr>
                <p:cNvCxnSpPr/>
                <p:nvPr/>
              </p:nvCxnSpPr>
              <p:spPr bwMode="auto">
                <a:xfrm>
                  <a:off x="4821424" y="2642154"/>
                  <a:ext cx="6349" cy="2214211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341" name="Group 442">
                  <a:extLst>
                    <a:ext uri="{FF2B5EF4-FFF2-40B4-BE49-F238E27FC236}">
                      <a16:creationId xmlns:a16="http://schemas.microsoft.com/office/drawing/2014/main" id="{3A2CD557-2097-8643-A2CC-2FC42E11568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19479" y="4781999"/>
                  <a:ext cx="507859" cy="221801"/>
                  <a:chOff x="4128636" y="3606589"/>
                  <a:chExt cx="568145" cy="338667"/>
                </a:xfrm>
              </p:grpSpPr>
              <p:sp>
                <p:nvSpPr>
                  <p:cNvPr id="354" name="Oval 353">
                    <a:extLst>
                      <a:ext uri="{FF2B5EF4-FFF2-40B4-BE49-F238E27FC236}">
                        <a16:creationId xmlns:a16="http://schemas.microsoft.com/office/drawing/2014/main" id="{B01BCE74-1665-8347-ABE7-7ED7C4611208}"/>
                      </a:ext>
                    </a:extLst>
                  </p:cNvPr>
                  <p:cNvSpPr/>
                  <p:nvPr/>
                </p:nvSpPr>
                <p:spPr>
                  <a:xfrm>
                    <a:off x="4129012" y="3720139"/>
                    <a:ext cx="568256" cy="225391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5" name="Rectangle 354">
                    <a:extLst>
                      <a:ext uri="{FF2B5EF4-FFF2-40B4-BE49-F238E27FC236}">
                        <a16:creationId xmlns:a16="http://schemas.microsoft.com/office/drawing/2014/main" id="{3E2DD078-496C-2B4E-9AB7-8E3ED7B0B010}"/>
                      </a:ext>
                    </a:extLst>
                  </p:cNvPr>
                  <p:cNvSpPr/>
                  <p:nvPr/>
                </p:nvSpPr>
                <p:spPr>
                  <a:xfrm>
                    <a:off x="4129012" y="3720139"/>
                    <a:ext cx="568256" cy="111484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6" name="Oval 355">
                    <a:extLst>
                      <a:ext uri="{FF2B5EF4-FFF2-40B4-BE49-F238E27FC236}">
                        <a16:creationId xmlns:a16="http://schemas.microsoft.com/office/drawing/2014/main" id="{0589AD59-3F91-674B-AB1F-9687AE0A7155}"/>
                      </a:ext>
                    </a:extLst>
                  </p:cNvPr>
                  <p:cNvSpPr/>
                  <p:nvPr/>
                </p:nvSpPr>
                <p:spPr>
                  <a:xfrm>
                    <a:off x="4129012" y="3606230"/>
                    <a:ext cx="568256" cy="225392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57" name="Straight Connector 356">
                    <a:extLst>
                      <a:ext uri="{FF2B5EF4-FFF2-40B4-BE49-F238E27FC236}">
                        <a16:creationId xmlns:a16="http://schemas.microsoft.com/office/drawing/2014/main" id="{D7DF9909-4629-2B41-A097-0EE5060D231F}"/>
                      </a:ext>
                    </a:extLst>
                  </p:cNvPr>
                  <p:cNvCxnSpPr/>
                  <p:nvPr/>
                </p:nvCxnSpPr>
                <p:spPr>
                  <a:xfrm>
                    <a:off x="4697268" y="3720139"/>
                    <a:ext cx="0" cy="11148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58" name="Straight Connector 357">
                    <a:extLst>
                      <a:ext uri="{FF2B5EF4-FFF2-40B4-BE49-F238E27FC236}">
                        <a16:creationId xmlns:a16="http://schemas.microsoft.com/office/drawing/2014/main" id="{E00A7AA3-4A7D-5A4A-923D-8190368DDD2A}"/>
                      </a:ext>
                    </a:extLst>
                  </p:cNvPr>
                  <p:cNvCxnSpPr/>
                  <p:nvPr/>
                </p:nvCxnSpPr>
                <p:spPr>
                  <a:xfrm>
                    <a:off x="4129012" y="3720139"/>
                    <a:ext cx="0" cy="11148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342" name="Rectangle 341">
                  <a:extLst>
                    <a:ext uri="{FF2B5EF4-FFF2-40B4-BE49-F238E27FC236}">
                      <a16:creationId xmlns:a16="http://schemas.microsoft.com/office/drawing/2014/main" id="{BC350F5D-A217-434B-B0AD-B82598901D58}"/>
                    </a:ext>
                  </a:extLst>
                </p:cNvPr>
                <p:cNvSpPr/>
                <p:nvPr/>
              </p:nvSpPr>
              <p:spPr bwMode="auto">
                <a:xfrm>
                  <a:off x="4324577" y="3696087"/>
                  <a:ext cx="498433" cy="116345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43" name="Straight Connector 342">
                  <a:extLst>
                    <a:ext uri="{FF2B5EF4-FFF2-40B4-BE49-F238E27FC236}">
                      <a16:creationId xmlns:a16="http://schemas.microsoft.com/office/drawing/2014/main" id="{59C23D10-C5AD-324E-A998-0B2D8811551A}"/>
                    </a:ext>
                  </a:extLst>
                </p:cNvPr>
                <p:cNvCxnSpPr>
                  <a:stCxn id="345" idx="2"/>
                </p:cNvCxnSpPr>
                <p:nvPr/>
              </p:nvCxnSpPr>
              <p:spPr bwMode="auto">
                <a:xfrm>
                  <a:off x="4300767" y="2640568"/>
                  <a:ext cx="14286" cy="2309445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344" name="Group 456">
                  <a:extLst>
                    <a:ext uri="{FF2B5EF4-FFF2-40B4-BE49-F238E27FC236}">
                      <a16:creationId xmlns:a16="http://schemas.microsoft.com/office/drawing/2014/main" id="{3D4ED6A7-656E-564B-9724-777A0E00F8C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299212" y="2486508"/>
                  <a:ext cx="504825" cy="242888"/>
                  <a:chOff x="2183302" y="1574638"/>
                  <a:chExt cx="1200154" cy="430218"/>
                </a:xfrm>
              </p:grpSpPr>
              <p:sp>
                <p:nvSpPr>
                  <p:cNvPr id="345" name="Oval 344">
                    <a:extLst>
                      <a:ext uri="{FF2B5EF4-FFF2-40B4-BE49-F238E27FC236}">
                        <a16:creationId xmlns:a16="http://schemas.microsoft.com/office/drawing/2014/main" id="{5CA9CA10-6CB9-8C4D-9798-DE3642585FBF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6998" y="1690077"/>
                    <a:ext cx="1196279" cy="31488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6" name="Rectangle 345">
                    <a:extLst>
                      <a:ext uri="{FF2B5EF4-FFF2-40B4-BE49-F238E27FC236}">
                        <a16:creationId xmlns:a16="http://schemas.microsoft.com/office/drawing/2014/main" id="{ED7DFE49-0AB2-5F4A-8804-D8EE2F5D805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3224" y="1735060"/>
                    <a:ext cx="1200054" cy="112457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7" name="Oval 346">
                    <a:extLst>
                      <a:ext uri="{FF2B5EF4-FFF2-40B4-BE49-F238E27FC236}">
                        <a16:creationId xmlns:a16="http://schemas.microsoft.com/office/drawing/2014/main" id="{D9CC071E-9384-A844-AEDF-4D3D5A3D01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3224" y="1574808"/>
                    <a:ext cx="1196282" cy="314880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48" name="Freeform 347">
                    <a:extLst>
                      <a:ext uri="{FF2B5EF4-FFF2-40B4-BE49-F238E27FC236}">
                        <a16:creationId xmlns:a16="http://schemas.microsoft.com/office/drawing/2014/main" id="{9221CFD6-F2B1-BC4A-8685-E97AB592CAE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88899" y="1670396"/>
                    <a:ext cx="584931" cy="157440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9" name="Freeform 348">
                    <a:extLst>
                      <a:ext uri="{FF2B5EF4-FFF2-40B4-BE49-F238E27FC236}">
                        <a16:creationId xmlns:a16="http://schemas.microsoft.com/office/drawing/2014/main" id="{E1EB2301-9912-744E-B205-5948ED836C1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28519" y="1631037"/>
                    <a:ext cx="705691" cy="109646"/>
                  </a:xfrm>
                  <a:custGeom>
                    <a:avLst/>
                    <a:gdLst>
                      <a:gd name="T0" fmla="*/ 0 w 3723451"/>
                      <a:gd name="T1" fmla="*/ 26825 h 932950"/>
                      <a:gd name="T2" fmla="*/ 124171 w 3723451"/>
                      <a:gd name="T3" fmla="*/ 316 h 932950"/>
                      <a:gd name="T4" fmla="*/ 351718 w 3723451"/>
                      <a:gd name="T5" fmla="*/ 61180 h 932950"/>
                      <a:gd name="T6" fmla="*/ 568801 w 3723451"/>
                      <a:gd name="T7" fmla="*/ 0 h 932950"/>
                      <a:gd name="T8" fmla="*/ 705691 w 3723451"/>
                      <a:gd name="T9" fmla="*/ 24345 h 932950"/>
                      <a:gd name="T10" fmla="*/ 603845 w 3723451"/>
                      <a:gd name="T11" fmla="*/ 54282 h 932950"/>
                      <a:gd name="T12" fmla="*/ 571055 w 3723451"/>
                      <a:gd name="T13" fmla="*/ 46211 h 932950"/>
                      <a:gd name="T14" fmla="*/ 355716 w 3723451"/>
                      <a:gd name="T15" fmla="*/ 109646 h 932950"/>
                      <a:gd name="T16" fmla="*/ 134869 w 3723451"/>
                      <a:gd name="T17" fmla="*/ 48545 h 932950"/>
                      <a:gd name="T18" fmla="*/ 99163 w 3723451"/>
                      <a:gd name="T19" fmla="*/ 55139 h 932950"/>
                      <a:gd name="T20" fmla="*/ 0 w 3723451"/>
                      <a:gd name="T21" fmla="*/ 26825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50" name="Freeform 349">
                    <a:extLst>
                      <a:ext uri="{FF2B5EF4-FFF2-40B4-BE49-F238E27FC236}">
                        <a16:creationId xmlns:a16="http://schemas.microsoft.com/office/drawing/2014/main" id="{274D27B5-7E68-5C4D-964B-A01609731F2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690" y="1723814"/>
                    <a:ext cx="256615" cy="95588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56615 w 1366596"/>
                      <a:gd name="T3" fmla="*/ 73863 h 809868"/>
                      <a:gd name="T4" fmla="*/ 162436 w 1366596"/>
                      <a:gd name="T5" fmla="*/ 95588 h 809868"/>
                      <a:gd name="T6" fmla="*/ 864 w 1366596"/>
                      <a:gd name="T7" fmla="*/ 50510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51" name="Freeform 350">
                    <a:extLst>
                      <a:ext uri="{FF2B5EF4-FFF2-40B4-BE49-F238E27FC236}">
                        <a16:creationId xmlns:a16="http://schemas.microsoft.com/office/drawing/2014/main" id="{CCCB88EE-5244-8644-B451-9B5D239AEB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7196" y="1726625"/>
                    <a:ext cx="252843" cy="92778"/>
                  </a:xfrm>
                  <a:custGeom>
                    <a:avLst/>
                    <a:gdLst>
                      <a:gd name="T0" fmla="*/ 249391 w 1348191"/>
                      <a:gd name="T1" fmla="*/ 0 h 791462"/>
                      <a:gd name="T2" fmla="*/ 252843 w 1348191"/>
                      <a:gd name="T3" fmla="*/ 44771 h 791462"/>
                      <a:gd name="T4" fmla="*/ 91472 w 1348191"/>
                      <a:gd name="T5" fmla="*/ 92778 h 791462"/>
                      <a:gd name="T6" fmla="*/ 0 w 1348191"/>
                      <a:gd name="T7" fmla="*/ 71741 h 791462"/>
                      <a:gd name="T8" fmla="*/ 249391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352" name="Straight Connector 351">
                    <a:extLst>
                      <a:ext uri="{FF2B5EF4-FFF2-40B4-BE49-F238E27FC236}">
                        <a16:creationId xmlns:a16="http://schemas.microsoft.com/office/drawing/2014/main" id="{4DFA4F03-E97A-1E4E-8C06-5FCF8ACB1D15}"/>
                      </a:ext>
                    </a:extLst>
                  </p:cNvPr>
                  <p:cNvCxnSpPr>
                    <a:cxnSpLocks noChangeShapeType="1"/>
                    <a:endCxn id="347" idx="2"/>
                  </p:cNvCxnSpPr>
                  <p:nvPr/>
                </p:nvCxnSpPr>
                <p:spPr bwMode="auto">
                  <a:xfrm flipH="1" flipV="1">
                    <a:off x="2183224" y="1732248"/>
                    <a:ext cx="3775" cy="120892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353" name="Straight Connector 352">
                    <a:extLst>
                      <a:ext uri="{FF2B5EF4-FFF2-40B4-BE49-F238E27FC236}">
                        <a16:creationId xmlns:a16="http://schemas.microsoft.com/office/drawing/2014/main" id="{8A9EDB0B-D51F-9C4D-A606-035EEB4B8D26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505" y="1729437"/>
                    <a:ext cx="3773" cy="120890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296" name="Group 20">
                <a:extLst>
                  <a:ext uri="{FF2B5EF4-FFF2-40B4-BE49-F238E27FC236}">
                    <a16:creationId xmlns:a16="http://schemas.microsoft.com/office/drawing/2014/main" id="{7B3927DE-D2D4-0549-B6FC-DB36E97AF6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91163" y="3179295"/>
                <a:ext cx="522287" cy="1824505"/>
                <a:chOff x="5491163" y="3179295"/>
                <a:chExt cx="522287" cy="1824505"/>
              </a:xfrm>
            </p:grpSpPr>
            <p:sp>
              <p:nvSpPr>
                <p:cNvPr id="318" name="Rectangle 317">
                  <a:extLst>
                    <a:ext uri="{FF2B5EF4-FFF2-40B4-BE49-F238E27FC236}">
                      <a16:creationId xmlns:a16="http://schemas.microsoft.com/office/drawing/2014/main" id="{94693F99-2D5B-7E44-B2D3-365FDA0CFBDB}"/>
                    </a:ext>
                  </a:extLst>
                </p:cNvPr>
                <p:cNvSpPr/>
                <p:nvPr/>
              </p:nvSpPr>
              <p:spPr bwMode="auto">
                <a:xfrm rot="10800000">
                  <a:off x="5498044" y="3266845"/>
                  <a:ext cx="498349" cy="325689"/>
                </a:xfrm>
                <a:prstGeom prst="rect">
                  <a:avLst/>
                </a:prstGeom>
                <a:gradFill rotWithShape="1">
                  <a:gsLst>
                    <a:gs pos="1000">
                      <a:srgbClr val="3333CC">
                        <a:lumMod val="75000"/>
                        <a:alpha val="62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19" name="Straight Connector 318">
                  <a:extLst>
                    <a:ext uri="{FF2B5EF4-FFF2-40B4-BE49-F238E27FC236}">
                      <a16:creationId xmlns:a16="http://schemas.microsoft.com/office/drawing/2014/main" id="{0BE62149-301B-CD40-877F-421A14409479}"/>
                    </a:ext>
                  </a:extLst>
                </p:cNvPr>
                <p:cNvCxnSpPr>
                  <a:stCxn id="327" idx="6"/>
                </p:cNvCxnSpPr>
                <p:nvPr/>
              </p:nvCxnSpPr>
              <p:spPr bwMode="auto">
                <a:xfrm>
                  <a:off x="6004011" y="3267530"/>
                  <a:ext cx="6349" cy="158248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pic>
              <p:nvPicPr>
                <p:cNvPr id="320" name="Picture 469" descr="router_top.png">
                  <a:extLst>
                    <a:ext uri="{FF2B5EF4-FFF2-40B4-BE49-F238E27FC236}">
                      <a16:creationId xmlns:a16="http://schemas.microsoft.com/office/drawing/2014/main" id="{DD59AE55-8859-5841-B6AC-641E9B1FF7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91163" y="3206725"/>
                  <a:ext cx="522287" cy="2204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321" name="Group 471">
                  <a:extLst>
                    <a:ext uri="{FF2B5EF4-FFF2-40B4-BE49-F238E27FC236}">
                      <a16:creationId xmlns:a16="http://schemas.microsoft.com/office/drawing/2014/main" id="{387A8315-A9E2-CD41-9540-BE22EB26471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02167" y="4781999"/>
                  <a:ext cx="507858" cy="221801"/>
                  <a:chOff x="4128636" y="3606589"/>
                  <a:chExt cx="568145" cy="338667"/>
                </a:xfrm>
              </p:grpSpPr>
              <p:sp>
                <p:nvSpPr>
                  <p:cNvPr id="334" name="Oval 333">
                    <a:extLst>
                      <a:ext uri="{FF2B5EF4-FFF2-40B4-BE49-F238E27FC236}">
                        <a16:creationId xmlns:a16="http://schemas.microsoft.com/office/drawing/2014/main" id="{5439A4FE-DB6E-D74D-95B5-D1F4AE9642E7}"/>
                      </a:ext>
                    </a:extLst>
                  </p:cNvPr>
                  <p:cNvSpPr/>
                  <p:nvPr/>
                </p:nvSpPr>
                <p:spPr>
                  <a:xfrm>
                    <a:off x="4128900" y="3720139"/>
                    <a:ext cx="568256" cy="225391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5" name="Rectangle 334">
                    <a:extLst>
                      <a:ext uri="{FF2B5EF4-FFF2-40B4-BE49-F238E27FC236}">
                        <a16:creationId xmlns:a16="http://schemas.microsoft.com/office/drawing/2014/main" id="{FA27B6FA-AB40-0D4B-BBE7-6000E55B03D1}"/>
                      </a:ext>
                    </a:extLst>
                  </p:cNvPr>
                  <p:cNvSpPr/>
                  <p:nvPr/>
                </p:nvSpPr>
                <p:spPr>
                  <a:xfrm>
                    <a:off x="4128900" y="3720139"/>
                    <a:ext cx="568256" cy="111484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6" name="Oval 335">
                    <a:extLst>
                      <a:ext uri="{FF2B5EF4-FFF2-40B4-BE49-F238E27FC236}">
                        <a16:creationId xmlns:a16="http://schemas.microsoft.com/office/drawing/2014/main" id="{C6FD79C0-1B1A-AB4A-A3BD-6514A1F64FCB}"/>
                      </a:ext>
                    </a:extLst>
                  </p:cNvPr>
                  <p:cNvSpPr/>
                  <p:nvPr/>
                </p:nvSpPr>
                <p:spPr>
                  <a:xfrm>
                    <a:off x="4128900" y="3606230"/>
                    <a:ext cx="568256" cy="225392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37" name="Straight Connector 336">
                    <a:extLst>
                      <a:ext uri="{FF2B5EF4-FFF2-40B4-BE49-F238E27FC236}">
                        <a16:creationId xmlns:a16="http://schemas.microsoft.com/office/drawing/2014/main" id="{C730D6A9-51D0-864D-9F88-3CA108609D03}"/>
                      </a:ext>
                    </a:extLst>
                  </p:cNvPr>
                  <p:cNvCxnSpPr/>
                  <p:nvPr/>
                </p:nvCxnSpPr>
                <p:spPr>
                  <a:xfrm>
                    <a:off x="4697156" y="3720139"/>
                    <a:ext cx="0" cy="11148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38" name="Straight Connector 337">
                    <a:extLst>
                      <a:ext uri="{FF2B5EF4-FFF2-40B4-BE49-F238E27FC236}">
                        <a16:creationId xmlns:a16="http://schemas.microsoft.com/office/drawing/2014/main" id="{41EA4558-0D04-634B-A8B0-CAB6FB1D2028}"/>
                      </a:ext>
                    </a:extLst>
                  </p:cNvPr>
                  <p:cNvCxnSpPr/>
                  <p:nvPr/>
                </p:nvCxnSpPr>
                <p:spPr>
                  <a:xfrm>
                    <a:off x="4128900" y="3720139"/>
                    <a:ext cx="0" cy="11148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322" name="Rectangle 321">
                  <a:extLst>
                    <a:ext uri="{FF2B5EF4-FFF2-40B4-BE49-F238E27FC236}">
                      <a16:creationId xmlns:a16="http://schemas.microsoft.com/office/drawing/2014/main" id="{3670DAE7-C167-BA4B-9FB3-842EEBB6E0BC}"/>
                    </a:ext>
                  </a:extLst>
                </p:cNvPr>
                <p:cNvSpPr/>
                <p:nvPr/>
              </p:nvSpPr>
              <p:spPr bwMode="auto">
                <a:xfrm>
                  <a:off x="5507166" y="3694500"/>
                  <a:ext cx="498433" cy="116504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23" name="Straight Connector 322">
                  <a:extLst>
                    <a:ext uri="{FF2B5EF4-FFF2-40B4-BE49-F238E27FC236}">
                      <a16:creationId xmlns:a16="http://schemas.microsoft.com/office/drawing/2014/main" id="{FDAD1200-F8CD-4C4C-B862-839CDCE380A4}"/>
                    </a:ext>
                  </a:extLst>
                </p:cNvPr>
                <p:cNvCxnSpPr>
                  <a:stCxn id="320" idx="1"/>
                </p:cNvCxnSpPr>
                <p:nvPr/>
              </p:nvCxnSpPr>
              <p:spPr bwMode="auto">
                <a:xfrm>
                  <a:off x="5491292" y="3316735"/>
                  <a:ext cx="6349" cy="163327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324" name="Group 485">
                  <a:extLst>
                    <a:ext uri="{FF2B5EF4-FFF2-40B4-BE49-F238E27FC236}">
                      <a16:creationId xmlns:a16="http://schemas.microsoft.com/office/drawing/2014/main" id="{A6200FD6-2FAC-504D-AC15-41C2E0E5FE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00688" y="3179295"/>
                  <a:ext cx="504825" cy="242888"/>
                  <a:chOff x="2183302" y="1574638"/>
                  <a:chExt cx="1200154" cy="430218"/>
                </a:xfrm>
              </p:grpSpPr>
              <p:sp>
                <p:nvSpPr>
                  <p:cNvPr id="325" name="Oval 324">
                    <a:extLst>
                      <a:ext uri="{FF2B5EF4-FFF2-40B4-BE49-F238E27FC236}">
                        <a16:creationId xmlns:a16="http://schemas.microsoft.com/office/drawing/2014/main" id="{ECDA45FA-C7C9-1D42-AD17-0A94B356D9C2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7379" y="1688754"/>
                    <a:ext cx="1196279" cy="31488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6" name="Rectangle 325">
                    <a:extLst>
                      <a:ext uri="{FF2B5EF4-FFF2-40B4-BE49-F238E27FC236}">
                        <a16:creationId xmlns:a16="http://schemas.microsoft.com/office/drawing/2014/main" id="{66DEE6E1-40E6-CC4A-9BD2-12B0FC5617F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3606" y="1733737"/>
                    <a:ext cx="1200052" cy="112457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7" name="Oval 326">
                    <a:extLst>
                      <a:ext uri="{FF2B5EF4-FFF2-40B4-BE49-F238E27FC236}">
                        <a16:creationId xmlns:a16="http://schemas.microsoft.com/office/drawing/2014/main" id="{3B2579C2-CFB4-C243-A571-87CC477670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3606" y="1573485"/>
                    <a:ext cx="1196277" cy="314880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28" name="Freeform 327">
                    <a:extLst>
                      <a:ext uri="{FF2B5EF4-FFF2-40B4-BE49-F238E27FC236}">
                        <a16:creationId xmlns:a16="http://schemas.microsoft.com/office/drawing/2014/main" id="{8C20CAF5-F7F2-8C4F-BF4C-8061B2C174B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89279" y="1669074"/>
                    <a:ext cx="584932" cy="157440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9" name="Freeform 328">
                    <a:extLst>
                      <a:ext uri="{FF2B5EF4-FFF2-40B4-BE49-F238E27FC236}">
                        <a16:creationId xmlns:a16="http://schemas.microsoft.com/office/drawing/2014/main" id="{751DAB4D-7078-0843-8893-ECF4AEBB83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28899" y="1629714"/>
                    <a:ext cx="705692" cy="109646"/>
                  </a:xfrm>
                  <a:custGeom>
                    <a:avLst/>
                    <a:gdLst>
                      <a:gd name="T0" fmla="*/ 0 w 3723451"/>
                      <a:gd name="T1" fmla="*/ 26825 h 932950"/>
                      <a:gd name="T2" fmla="*/ 124172 w 3723451"/>
                      <a:gd name="T3" fmla="*/ 316 h 932950"/>
                      <a:gd name="T4" fmla="*/ 351719 w 3723451"/>
                      <a:gd name="T5" fmla="*/ 61180 h 932950"/>
                      <a:gd name="T6" fmla="*/ 568801 w 3723451"/>
                      <a:gd name="T7" fmla="*/ 0 h 932950"/>
                      <a:gd name="T8" fmla="*/ 705692 w 3723451"/>
                      <a:gd name="T9" fmla="*/ 24345 h 932950"/>
                      <a:gd name="T10" fmla="*/ 603846 w 3723451"/>
                      <a:gd name="T11" fmla="*/ 54282 h 932950"/>
                      <a:gd name="T12" fmla="*/ 571056 w 3723451"/>
                      <a:gd name="T13" fmla="*/ 46211 h 932950"/>
                      <a:gd name="T14" fmla="*/ 355717 w 3723451"/>
                      <a:gd name="T15" fmla="*/ 109646 h 932950"/>
                      <a:gd name="T16" fmla="*/ 134869 w 3723451"/>
                      <a:gd name="T17" fmla="*/ 48545 h 932950"/>
                      <a:gd name="T18" fmla="*/ 99163 w 3723451"/>
                      <a:gd name="T19" fmla="*/ 55139 h 932950"/>
                      <a:gd name="T20" fmla="*/ 0 w 3723451"/>
                      <a:gd name="T21" fmla="*/ 26825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30" name="Freeform 329">
                    <a:extLst>
                      <a:ext uri="{FF2B5EF4-FFF2-40B4-BE49-F238E27FC236}">
                        <a16:creationId xmlns:a16="http://schemas.microsoft.com/office/drawing/2014/main" id="{49F08601-D11A-7246-97C4-4796E28716C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3071" y="1722492"/>
                    <a:ext cx="256615" cy="95588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56615 w 1366596"/>
                      <a:gd name="T3" fmla="*/ 73863 h 809868"/>
                      <a:gd name="T4" fmla="*/ 162436 w 1366596"/>
                      <a:gd name="T5" fmla="*/ 95588 h 809868"/>
                      <a:gd name="T6" fmla="*/ 864 w 1366596"/>
                      <a:gd name="T7" fmla="*/ 50510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31" name="Freeform 330">
                    <a:extLst>
                      <a:ext uri="{FF2B5EF4-FFF2-40B4-BE49-F238E27FC236}">
                        <a16:creationId xmlns:a16="http://schemas.microsoft.com/office/drawing/2014/main" id="{0F35FC16-0782-6242-8A31-B2C90A57D83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7579" y="1725302"/>
                    <a:ext cx="252840" cy="92778"/>
                  </a:xfrm>
                  <a:custGeom>
                    <a:avLst/>
                    <a:gdLst>
                      <a:gd name="T0" fmla="*/ 249388 w 1348191"/>
                      <a:gd name="T1" fmla="*/ 0 h 791462"/>
                      <a:gd name="T2" fmla="*/ 252840 w 1348191"/>
                      <a:gd name="T3" fmla="*/ 44771 h 791462"/>
                      <a:gd name="T4" fmla="*/ 91471 w 1348191"/>
                      <a:gd name="T5" fmla="*/ 92778 h 791462"/>
                      <a:gd name="T6" fmla="*/ 0 w 1348191"/>
                      <a:gd name="T7" fmla="*/ 71741 h 791462"/>
                      <a:gd name="T8" fmla="*/ 249388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332" name="Straight Connector 331">
                    <a:extLst>
                      <a:ext uri="{FF2B5EF4-FFF2-40B4-BE49-F238E27FC236}">
                        <a16:creationId xmlns:a16="http://schemas.microsoft.com/office/drawing/2014/main" id="{28B38805-D14D-6F4E-9C2D-85288858DC4A}"/>
                      </a:ext>
                    </a:extLst>
                  </p:cNvPr>
                  <p:cNvCxnSpPr>
                    <a:cxnSpLocks noChangeShapeType="1"/>
                    <a:endCxn id="327" idx="2"/>
                  </p:cNvCxnSpPr>
                  <p:nvPr/>
                </p:nvCxnSpPr>
                <p:spPr bwMode="auto">
                  <a:xfrm flipH="1" flipV="1">
                    <a:off x="2183606" y="1730925"/>
                    <a:ext cx="3773" cy="120892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333" name="Straight Connector 332">
                    <a:extLst>
                      <a:ext uri="{FF2B5EF4-FFF2-40B4-BE49-F238E27FC236}">
                        <a16:creationId xmlns:a16="http://schemas.microsoft.com/office/drawing/2014/main" id="{839A4B18-24F7-8748-BABF-156684EACDA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883" y="1728114"/>
                    <a:ext cx="3775" cy="120890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297" name="Group 21">
                <a:extLst>
                  <a:ext uri="{FF2B5EF4-FFF2-40B4-BE49-F238E27FC236}">
                    <a16:creationId xmlns:a16="http://schemas.microsoft.com/office/drawing/2014/main" id="{9CDA8888-DE9C-FA48-880D-EF852C6370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72366" y="2647932"/>
                <a:ext cx="522159" cy="2354282"/>
                <a:chOff x="6472366" y="2647932"/>
                <a:chExt cx="522159" cy="2354282"/>
              </a:xfrm>
            </p:grpSpPr>
            <p:sp>
              <p:nvSpPr>
                <p:cNvPr id="298" name="Rectangle 297">
                  <a:extLst>
                    <a:ext uri="{FF2B5EF4-FFF2-40B4-BE49-F238E27FC236}">
                      <a16:creationId xmlns:a16="http://schemas.microsoft.com/office/drawing/2014/main" id="{995D8FCE-884F-0F40-A676-D4D29F8E694C}"/>
                    </a:ext>
                  </a:extLst>
                </p:cNvPr>
                <p:cNvSpPr/>
                <p:nvPr/>
              </p:nvSpPr>
              <p:spPr bwMode="auto">
                <a:xfrm rot="10800000">
                  <a:off x="6482296" y="2777838"/>
                  <a:ext cx="498349" cy="72203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99" name="Straight Connector 298">
                  <a:extLst>
                    <a:ext uri="{FF2B5EF4-FFF2-40B4-BE49-F238E27FC236}">
                      <a16:creationId xmlns:a16="http://schemas.microsoft.com/office/drawing/2014/main" id="{316D5606-0146-DC48-97E2-18F369EDE031}"/>
                    </a:ext>
                  </a:extLst>
                </p:cNvPr>
                <p:cNvCxnSpPr/>
                <p:nvPr/>
              </p:nvCxnSpPr>
              <p:spPr bwMode="auto">
                <a:xfrm>
                  <a:off x="6994528" y="2846910"/>
                  <a:ext cx="0" cy="1998345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300" name="Group 500">
                  <a:extLst>
                    <a:ext uri="{FF2B5EF4-FFF2-40B4-BE49-F238E27FC236}">
                      <a16:creationId xmlns:a16="http://schemas.microsoft.com/office/drawing/2014/main" id="{AA425C1A-E91E-6E4A-A356-24012E64277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486417" y="4766099"/>
                  <a:ext cx="507858" cy="236115"/>
                  <a:chOff x="4128636" y="3606589"/>
                  <a:chExt cx="568145" cy="338667"/>
                </a:xfrm>
              </p:grpSpPr>
              <p:sp>
                <p:nvSpPr>
                  <p:cNvPr id="313" name="Oval 312">
                    <a:extLst>
                      <a:ext uri="{FF2B5EF4-FFF2-40B4-BE49-F238E27FC236}">
                        <a16:creationId xmlns:a16="http://schemas.microsoft.com/office/drawing/2014/main" id="{16CAB2BE-001A-5849-8EFC-BF1C74D20DA6}"/>
                      </a:ext>
                    </a:extLst>
                  </p:cNvPr>
                  <p:cNvSpPr/>
                  <p:nvPr/>
                </p:nvSpPr>
                <p:spPr>
                  <a:xfrm>
                    <a:off x="4128808" y="3720125"/>
                    <a:ext cx="568256" cy="225387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4" name="Rectangle 313">
                    <a:extLst>
                      <a:ext uri="{FF2B5EF4-FFF2-40B4-BE49-F238E27FC236}">
                        <a16:creationId xmlns:a16="http://schemas.microsoft.com/office/drawing/2014/main" id="{ED3C727A-F086-5345-9D90-47A10FCD45F2}"/>
                      </a:ext>
                    </a:extLst>
                  </p:cNvPr>
                  <p:cNvSpPr/>
                  <p:nvPr/>
                </p:nvSpPr>
                <p:spPr>
                  <a:xfrm>
                    <a:off x="4128808" y="3720125"/>
                    <a:ext cx="568256" cy="111556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5" name="Oval 314">
                    <a:extLst>
                      <a:ext uri="{FF2B5EF4-FFF2-40B4-BE49-F238E27FC236}">
                        <a16:creationId xmlns:a16="http://schemas.microsoft.com/office/drawing/2014/main" id="{49C1B443-F565-5F4C-B75C-09F669AC3DE7}"/>
                      </a:ext>
                    </a:extLst>
                  </p:cNvPr>
                  <p:cNvSpPr/>
                  <p:nvPr/>
                </p:nvSpPr>
                <p:spPr>
                  <a:xfrm>
                    <a:off x="4128808" y="3606294"/>
                    <a:ext cx="568256" cy="225387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16" name="Straight Connector 315">
                    <a:extLst>
                      <a:ext uri="{FF2B5EF4-FFF2-40B4-BE49-F238E27FC236}">
                        <a16:creationId xmlns:a16="http://schemas.microsoft.com/office/drawing/2014/main" id="{FBA53D70-9A4D-7E4E-AC09-D42784DF8272}"/>
                      </a:ext>
                    </a:extLst>
                  </p:cNvPr>
                  <p:cNvCxnSpPr/>
                  <p:nvPr/>
                </p:nvCxnSpPr>
                <p:spPr>
                  <a:xfrm>
                    <a:off x="4697064" y="3720125"/>
                    <a:ext cx="0" cy="111556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17" name="Straight Connector 316">
                    <a:extLst>
                      <a:ext uri="{FF2B5EF4-FFF2-40B4-BE49-F238E27FC236}">
                        <a16:creationId xmlns:a16="http://schemas.microsoft.com/office/drawing/2014/main" id="{A5C3BEC2-90B0-8B41-88A4-351B428CAFB4}"/>
                      </a:ext>
                    </a:extLst>
                  </p:cNvPr>
                  <p:cNvCxnSpPr/>
                  <p:nvPr/>
                </p:nvCxnSpPr>
                <p:spPr>
                  <a:xfrm>
                    <a:off x="4128808" y="3720125"/>
                    <a:ext cx="0" cy="111556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301" name="Rectangle 300">
                  <a:extLst>
                    <a:ext uri="{FF2B5EF4-FFF2-40B4-BE49-F238E27FC236}">
                      <a16:creationId xmlns:a16="http://schemas.microsoft.com/office/drawing/2014/main" id="{2309F1E7-7D26-E941-9221-C8DF0612EE28}"/>
                    </a:ext>
                  </a:extLst>
                </p:cNvPr>
                <p:cNvSpPr/>
                <p:nvPr/>
              </p:nvSpPr>
              <p:spPr bwMode="auto">
                <a:xfrm>
                  <a:off x="6491333" y="3610376"/>
                  <a:ext cx="498433" cy="123805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02" name="Straight Connector 301">
                  <a:extLst>
                    <a:ext uri="{FF2B5EF4-FFF2-40B4-BE49-F238E27FC236}">
                      <a16:creationId xmlns:a16="http://schemas.microsoft.com/office/drawing/2014/main" id="{9C251E47-5FE5-B64D-8E6E-2491993604B5}"/>
                    </a:ext>
                  </a:extLst>
                </p:cNvPr>
                <p:cNvCxnSpPr/>
                <p:nvPr/>
              </p:nvCxnSpPr>
              <p:spPr bwMode="auto">
                <a:xfrm>
                  <a:off x="6472285" y="2818340"/>
                  <a:ext cx="9524" cy="2126912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303" name="Group 514">
                  <a:extLst>
                    <a:ext uri="{FF2B5EF4-FFF2-40B4-BE49-F238E27FC236}">
                      <a16:creationId xmlns:a16="http://schemas.microsoft.com/office/drawing/2014/main" id="{9B7D3C6F-466A-3143-9B8E-F60B2AAFD7B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478146" y="2647932"/>
                  <a:ext cx="504825" cy="242887"/>
                  <a:chOff x="2183302" y="1574638"/>
                  <a:chExt cx="1200154" cy="430218"/>
                </a:xfrm>
              </p:grpSpPr>
              <p:sp>
                <p:nvSpPr>
                  <p:cNvPr id="304" name="Oval 303">
                    <a:extLst>
                      <a:ext uri="{FF2B5EF4-FFF2-40B4-BE49-F238E27FC236}">
                        <a16:creationId xmlns:a16="http://schemas.microsoft.com/office/drawing/2014/main" id="{12A307F7-5B73-2445-A2F4-C0FA1266E373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8237" y="1690921"/>
                    <a:ext cx="1196279" cy="314881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5" name="Rectangle 304">
                    <a:extLst>
                      <a:ext uri="{FF2B5EF4-FFF2-40B4-BE49-F238E27FC236}">
                        <a16:creationId xmlns:a16="http://schemas.microsoft.com/office/drawing/2014/main" id="{33E19D46-3715-614C-AAF4-02290435589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4464" y="1735904"/>
                    <a:ext cx="1200052" cy="112457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6" name="Oval 305">
                    <a:extLst>
                      <a:ext uri="{FF2B5EF4-FFF2-40B4-BE49-F238E27FC236}">
                        <a16:creationId xmlns:a16="http://schemas.microsoft.com/office/drawing/2014/main" id="{E55709E7-7775-884D-A34A-45191B84AF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4464" y="1575651"/>
                    <a:ext cx="1196277" cy="314881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07" name="Freeform 306">
                    <a:extLst>
                      <a:ext uri="{FF2B5EF4-FFF2-40B4-BE49-F238E27FC236}">
                        <a16:creationId xmlns:a16="http://schemas.microsoft.com/office/drawing/2014/main" id="{53C2A2DA-53F1-794E-A987-B42C0AC0022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0137" y="1671240"/>
                    <a:ext cx="584932" cy="157440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8" name="Freeform 307">
                    <a:extLst>
                      <a:ext uri="{FF2B5EF4-FFF2-40B4-BE49-F238E27FC236}">
                        <a16:creationId xmlns:a16="http://schemas.microsoft.com/office/drawing/2014/main" id="{9EECC5D2-5F03-5B4A-A066-DEC9954D66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29757" y="1631880"/>
                    <a:ext cx="705692" cy="109647"/>
                  </a:xfrm>
                  <a:custGeom>
                    <a:avLst/>
                    <a:gdLst>
                      <a:gd name="T0" fmla="*/ 0 w 3723451"/>
                      <a:gd name="T1" fmla="*/ 26825 h 932950"/>
                      <a:gd name="T2" fmla="*/ 124172 w 3723451"/>
                      <a:gd name="T3" fmla="*/ 316 h 932950"/>
                      <a:gd name="T4" fmla="*/ 351719 w 3723451"/>
                      <a:gd name="T5" fmla="*/ 61180 h 932950"/>
                      <a:gd name="T6" fmla="*/ 568801 w 3723451"/>
                      <a:gd name="T7" fmla="*/ 0 h 932950"/>
                      <a:gd name="T8" fmla="*/ 705692 w 3723451"/>
                      <a:gd name="T9" fmla="*/ 24346 h 932950"/>
                      <a:gd name="T10" fmla="*/ 603846 w 3723451"/>
                      <a:gd name="T11" fmla="*/ 54283 h 932950"/>
                      <a:gd name="T12" fmla="*/ 571056 w 3723451"/>
                      <a:gd name="T13" fmla="*/ 46212 h 932950"/>
                      <a:gd name="T14" fmla="*/ 355717 w 3723451"/>
                      <a:gd name="T15" fmla="*/ 109647 h 932950"/>
                      <a:gd name="T16" fmla="*/ 134869 w 3723451"/>
                      <a:gd name="T17" fmla="*/ 48545 h 932950"/>
                      <a:gd name="T18" fmla="*/ 99163 w 3723451"/>
                      <a:gd name="T19" fmla="*/ 55140 h 932950"/>
                      <a:gd name="T20" fmla="*/ 0 w 3723451"/>
                      <a:gd name="T21" fmla="*/ 26825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09" name="Freeform 308">
                    <a:extLst>
                      <a:ext uri="{FF2B5EF4-FFF2-40B4-BE49-F238E27FC236}">
                        <a16:creationId xmlns:a16="http://schemas.microsoft.com/office/drawing/2014/main" id="{8388544E-A2CB-0640-A29C-1662E6885FE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3929" y="1724658"/>
                    <a:ext cx="256615" cy="95589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56615 w 1366596"/>
                      <a:gd name="T3" fmla="*/ 73864 h 809868"/>
                      <a:gd name="T4" fmla="*/ 162436 w 1366596"/>
                      <a:gd name="T5" fmla="*/ 95589 h 809868"/>
                      <a:gd name="T6" fmla="*/ 864 w 1366596"/>
                      <a:gd name="T7" fmla="*/ 50510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10" name="Freeform 309">
                    <a:extLst>
                      <a:ext uri="{FF2B5EF4-FFF2-40B4-BE49-F238E27FC236}">
                        <a16:creationId xmlns:a16="http://schemas.microsoft.com/office/drawing/2014/main" id="{0DDF3C4E-5F2E-864E-88A4-D785A5D6EE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8437" y="1727469"/>
                    <a:ext cx="252840" cy="92778"/>
                  </a:xfrm>
                  <a:custGeom>
                    <a:avLst/>
                    <a:gdLst>
                      <a:gd name="T0" fmla="*/ 249388 w 1348191"/>
                      <a:gd name="T1" fmla="*/ 0 h 791462"/>
                      <a:gd name="T2" fmla="*/ 252840 w 1348191"/>
                      <a:gd name="T3" fmla="*/ 44771 h 791462"/>
                      <a:gd name="T4" fmla="*/ 91471 w 1348191"/>
                      <a:gd name="T5" fmla="*/ 92778 h 791462"/>
                      <a:gd name="T6" fmla="*/ 0 w 1348191"/>
                      <a:gd name="T7" fmla="*/ 71741 h 791462"/>
                      <a:gd name="T8" fmla="*/ 249388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311" name="Straight Connector 310">
                    <a:extLst>
                      <a:ext uri="{FF2B5EF4-FFF2-40B4-BE49-F238E27FC236}">
                        <a16:creationId xmlns:a16="http://schemas.microsoft.com/office/drawing/2014/main" id="{5A28B5B0-5BAC-8C46-B4B8-9BCB18DCD1DD}"/>
                      </a:ext>
                    </a:extLst>
                  </p:cNvPr>
                  <p:cNvCxnSpPr>
                    <a:cxnSpLocks noChangeShapeType="1"/>
                    <a:endCxn id="306" idx="2"/>
                  </p:cNvCxnSpPr>
                  <p:nvPr/>
                </p:nvCxnSpPr>
                <p:spPr bwMode="auto">
                  <a:xfrm flipH="1" flipV="1">
                    <a:off x="2184464" y="1733091"/>
                    <a:ext cx="3773" cy="120893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312" name="Straight Connector 311">
                    <a:extLst>
                      <a:ext uri="{FF2B5EF4-FFF2-40B4-BE49-F238E27FC236}">
                        <a16:creationId xmlns:a16="http://schemas.microsoft.com/office/drawing/2014/main" id="{3A010796-660C-4C4D-865E-8D108EDA01B6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80741" y="1730281"/>
                    <a:ext cx="3775" cy="120891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</p:grp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094E25C2-45E6-0C43-ADA4-684E51DC70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9060" y="2725807"/>
              <a:ext cx="5111750" cy="879475"/>
              <a:chOff x="1866825" y="707349"/>
              <a:chExt cx="5112820" cy="879389"/>
            </a:xfrm>
          </p:grpSpPr>
          <p:sp>
            <p:nvSpPr>
              <p:cNvPr id="401" name="Oval 400">
                <a:extLst>
                  <a:ext uri="{FF2B5EF4-FFF2-40B4-BE49-F238E27FC236}">
                    <a16:creationId xmlns:a16="http://schemas.microsoft.com/office/drawing/2014/main" id="{C759FDA4-4088-0A4C-9E92-BD72D7D52B56}"/>
                  </a:ext>
                </a:extLst>
              </p:cNvPr>
              <p:cNvSpPr/>
              <p:nvPr/>
            </p:nvSpPr>
            <p:spPr>
              <a:xfrm>
                <a:off x="1866825" y="785129"/>
                <a:ext cx="954288" cy="492077"/>
              </a:xfrm>
              <a:prstGeom prst="ellipse">
                <a:avLst/>
              </a:prstGeom>
              <a:solidFill>
                <a:srgbClr val="CC0000">
                  <a:alpha val="28000"/>
                </a:srgbClr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02" name="TextBox 233">
                <a:extLst>
                  <a:ext uri="{FF2B5EF4-FFF2-40B4-BE49-F238E27FC236}">
                    <a16:creationId xmlns:a16="http://schemas.microsoft.com/office/drawing/2014/main" id="{91B4E7D9-6C4B-6C4B-86F5-8BB66F936B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91781" y="783191"/>
                <a:ext cx="910613" cy="476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Routing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Algorithm</a:t>
                </a:r>
              </a:p>
            </p:txBody>
          </p:sp>
          <p:cxnSp>
            <p:nvCxnSpPr>
              <p:cNvPr id="403" name="Straight Arrow Connector 402">
                <a:extLst>
                  <a:ext uri="{FF2B5EF4-FFF2-40B4-BE49-F238E27FC236}">
                    <a16:creationId xmlns:a16="http://schemas.microsoft.com/office/drawing/2014/main" id="{86DA61DF-3320-724E-9861-CF654B1F47AF}"/>
                  </a:ext>
                </a:extLst>
              </p:cNvPr>
              <p:cNvCxnSpPr/>
              <p:nvPr/>
            </p:nvCxnSpPr>
            <p:spPr>
              <a:xfrm flipV="1">
                <a:off x="2833815" y="807352"/>
                <a:ext cx="1517968" cy="214291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404" name="Straight Arrow Connector 403">
                <a:extLst>
                  <a:ext uri="{FF2B5EF4-FFF2-40B4-BE49-F238E27FC236}">
                    <a16:creationId xmlns:a16="http://schemas.microsoft.com/office/drawing/2014/main" id="{FA99C173-8DEF-3940-BC9B-72CA3FA99281}"/>
                  </a:ext>
                </a:extLst>
              </p:cNvPr>
              <p:cNvCxnSpPr/>
              <p:nvPr/>
            </p:nvCxnSpPr>
            <p:spPr>
              <a:xfrm>
                <a:off x="2751248" y="1201014"/>
                <a:ext cx="797092" cy="279373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405" name="Straight Arrow Connector 404">
                <a:extLst>
                  <a:ext uri="{FF2B5EF4-FFF2-40B4-BE49-F238E27FC236}">
                    <a16:creationId xmlns:a16="http://schemas.microsoft.com/office/drawing/2014/main" id="{57AAE988-13E3-6642-B8CC-252C9113ABCC}"/>
                  </a:ext>
                </a:extLst>
              </p:cNvPr>
              <p:cNvCxnSpPr/>
              <p:nvPr/>
            </p:nvCxnSpPr>
            <p:spPr>
              <a:xfrm>
                <a:off x="4685228" y="894656"/>
                <a:ext cx="892362" cy="509538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406" name="Straight Arrow Connector 405">
                <a:extLst>
                  <a:ext uri="{FF2B5EF4-FFF2-40B4-BE49-F238E27FC236}">
                    <a16:creationId xmlns:a16="http://schemas.microsoft.com/office/drawing/2014/main" id="{286126FC-663F-E140-85FF-EA643857EAAB}"/>
                  </a:ext>
                </a:extLst>
              </p:cNvPr>
              <p:cNvCxnSpPr/>
              <p:nvPr/>
            </p:nvCxnSpPr>
            <p:spPr>
              <a:xfrm>
                <a:off x="4801139" y="801003"/>
                <a:ext cx="1695805" cy="130162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sp>
            <p:nvSpPr>
              <p:cNvPr id="407" name="Oval 406">
                <a:extLst>
                  <a:ext uri="{FF2B5EF4-FFF2-40B4-BE49-F238E27FC236}">
                    <a16:creationId xmlns:a16="http://schemas.microsoft.com/office/drawing/2014/main" id="{4DA7DE45-D335-D548-B5FE-488518B7B2B7}"/>
                  </a:ext>
                </a:extLst>
              </p:cNvPr>
              <p:cNvSpPr/>
              <p:nvPr/>
            </p:nvSpPr>
            <p:spPr>
              <a:xfrm>
                <a:off x="6558870" y="894656"/>
                <a:ext cx="420775" cy="180957"/>
              </a:xfrm>
              <a:prstGeom prst="ellipse">
                <a:avLst/>
              </a:prstGeom>
              <a:solidFill>
                <a:srgbClr val="CC0000">
                  <a:alpha val="28000"/>
                </a:srgbClr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08" name="Oval 407">
                <a:extLst>
                  <a:ext uri="{FF2B5EF4-FFF2-40B4-BE49-F238E27FC236}">
                    <a16:creationId xmlns:a16="http://schemas.microsoft.com/office/drawing/2014/main" id="{E0F6C35C-914C-3B41-9CC4-D8179FFB699E}"/>
                  </a:ext>
                </a:extLst>
              </p:cNvPr>
              <p:cNvSpPr/>
              <p:nvPr/>
            </p:nvSpPr>
            <p:spPr>
              <a:xfrm>
                <a:off x="5572826" y="1404194"/>
                <a:ext cx="420776" cy="182544"/>
              </a:xfrm>
              <a:prstGeom prst="ellipse">
                <a:avLst/>
              </a:prstGeom>
              <a:solidFill>
                <a:srgbClr val="CC0000">
                  <a:alpha val="28000"/>
                </a:srgbClr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09" name="Oval 408">
                <a:extLst>
                  <a:ext uri="{FF2B5EF4-FFF2-40B4-BE49-F238E27FC236}">
                    <a16:creationId xmlns:a16="http://schemas.microsoft.com/office/drawing/2014/main" id="{F2328B0F-766B-A544-ACA3-A1877D849A35}"/>
                  </a:ext>
                </a:extLst>
              </p:cNvPr>
              <p:cNvSpPr/>
              <p:nvPr/>
            </p:nvSpPr>
            <p:spPr>
              <a:xfrm>
                <a:off x="4367661" y="707349"/>
                <a:ext cx="420775" cy="182545"/>
              </a:xfrm>
              <a:prstGeom prst="ellipse">
                <a:avLst/>
              </a:prstGeom>
              <a:solidFill>
                <a:srgbClr val="CC0000">
                  <a:alpha val="28000"/>
                </a:srgbClr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10" name="Oval 409">
                <a:extLst>
                  <a:ext uri="{FF2B5EF4-FFF2-40B4-BE49-F238E27FC236}">
                    <a16:creationId xmlns:a16="http://schemas.microsoft.com/office/drawing/2014/main" id="{4E049E95-C6A9-FE4D-937B-C134ECB1D9AB}"/>
                  </a:ext>
                </a:extLst>
              </p:cNvPr>
              <p:cNvSpPr/>
              <p:nvPr/>
            </p:nvSpPr>
            <p:spPr>
              <a:xfrm>
                <a:off x="3572157" y="1402606"/>
                <a:ext cx="420776" cy="180957"/>
              </a:xfrm>
              <a:prstGeom prst="ellipse">
                <a:avLst/>
              </a:prstGeom>
              <a:solidFill>
                <a:srgbClr val="CC0000">
                  <a:alpha val="28000"/>
                </a:srgbClr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411" name="Straight Arrow Connector 410">
                <a:extLst>
                  <a:ext uri="{FF2B5EF4-FFF2-40B4-BE49-F238E27FC236}">
                    <a16:creationId xmlns:a16="http://schemas.microsoft.com/office/drawing/2014/main" id="{C5FBB1F6-0839-A343-AE4E-8487D7B4403B}"/>
                  </a:ext>
                </a:extLst>
              </p:cNvPr>
              <p:cNvCxnSpPr/>
              <p:nvPr/>
            </p:nvCxnSpPr>
            <p:spPr>
              <a:xfrm>
                <a:off x="2821113" y="1105773"/>
                <a:ext cx="2739010" cy="339692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412" name="Straight Arrow Connector 411">
                <a:extLst>
                  <a:ext uri="{FF2B5EF4-FFF2-40B4-BE49-F238E27FC236}">
                    <a16:creationId xmlns:a16="http://schemas.microsoft.com/office/drawing/2014/main" id="{01507C1D-D7CC-314D-9BC2-599E67963164}"/>
                  </a:ext>
                </a:extLst>
              </p:cNvPr>
              <p:cNvCxnSpPr>
                <a:endCxn id="407" idx="2"/>
              </p:cNvCxnSpPr>
              <p:nvPr/>
            </p:nvCxnSpPr>
            <p:spPr>
              <a:xfrm flipV="1">
                <a:off x="3997696" y="985135"/>
                <a:ext cx="2561174" cy="469854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413" name="Straight Arrow Connector 412">
                <a:extLst>
                  <a:ext uri="{FF2B5EF4-FFF2-40B4-BE49-F238E27FC236}">
                    <a16:creationId xmlns:a16="http://schemas.microsoft.com/office/drawing/2014/main" id="{0D0AA51C-C88C-DA40-BB5F-C90D75401B35}"/>
                  </a:ext>
                </a:extLst>
              </p:cNvPr>
              <p:cNvCxnSpPr/>
              <p:nvPr/>
            </p:nvCxnSpPr>
            <p:spPr>
              <a:xfrm flipV="1">
                <a:off x="3991345" y="1508959"/>
                <a:ext cx="1581481" cy="0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414" name="Straight Arrow Connector 413">
                <a:extLst>
                  <a:ext uri="{FF2B5EF4-FFF2-40B4-BE49-F238E27FC236}">
                    <a16:creationId xmlns:a16="http://schemas.microsoft.com/office/drawing/2014/main" id="{B8B513D7-9162-0648-BC71-8BEBCC27917A}"/>
                  </a:ext>
                </a:extLst>
              </p:cNvPr>
              <p:cNvCxnSpPr/>
              <p:nvPr/>
            </p:nvCxnSpPr>
            <p:spPr>
              <a:xfrm flipV="1">
                <a:off x="5996777" y="1083550"/>
                <a:ext cx="751044" cy="396836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</p:grp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C4AAA334-C4B2-DD48-A566-2EA2C1AA11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47598" y="3114745"/>
              <a:ext cx="6375400" cy="1047750"/>
              <a:chOff x="1557338" y="3074988"/>
              <a:chExt cx="6375400" cy="1047750"/>
            </a:xfrm>
          </p:grpSpPr>
          <p:sp>
            <p:nvSpPr>
              <p:cNvPr id="416" name="TextBox 232">
                <a:extLst>
                  <a:ext uri="{FF2B5EF4-FFF2-40B4-BE49-F238E27FC236}">
                    <a16:creationId xmlns:a16="http://schemas.microsoft.com/office/drawing/2014/main" id="{97D7EB84-BAC0-D448-A55F-A56C30BB6A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92975" y="3651250"/>
                <a:ext cx="595313" cy="4714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data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plane</a:t>
                </a:r>
              </a:p>
            </p:txBody>
          </p:sp>
          <p:sp>
            <p:nvSpPr>
              <p:cNvPr id="417" name="TextBox 233">
                <a:extLst>
                  <a:ext uri="{FF2B5EF4-FFF2-40B4-BE49-F238E27FC236}">
                    <a16:creationId xmlns:a16="http://schemas.microsoft.com/office/drawing/2014/main" id="{24A4F1C7-4BF4-EB42-A291-47BAC2502C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24713" y="3074988"/>
                <a:ext cx="708025" cy="4714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control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plane</a:t>
                </a:r>
              </a:p>
            </p:txBody>
          </p:sp>
          <p:cxnSp>
            <p:nvCxnSpPr>
              <p:cNvPr id="418" name="Straight Connector 417">
                <a:extLst>
                  <a:ext uri="{FF2B5EF4-FFF2-40B4-BE49-F238E27FC236}">
                    <a16:creationId xmlns:a16="http://schemas.microsoft.com/office/drawing/2014/main" id="{61FEE5A3-FA87-164D-B072-015586DE3B9B}"/>
                  </a:ext>
                </a:extLst>
              </p:cNvPr>
              <p:cNvCxnSpPr/>
              <p:nvPr/>
            </p:nvCxnSpPr>
            <p:spPr>
              <a:xfrm>
                <a:off x="1557338" y="3613150"/>
                <a:ext cx="6207125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dash"/>
              </a:ln>
              <a:effectLst/>
            </p:spPr>
          </p:cxnSp>
        </p:grpSp>
        <p:grpSp>
          <p:nvGrpSpPr>
            <p:cNvPr id="419" name="Group 418">
              <a:extLst>
                <a:ext uri="{FF2B5EF4-FFF2-40B4-BE49-F238E27FC236}">
                  <a16:creationId xmlns:a16="http://schemas.microsoft.com/office/drawing/2014/main" id="{DB2133B7-0204-944D-9F85-D90FA61B1A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9060" y="3741807"/>
              <a:ext cx="5126038" cy="1120775"/>
              <a:chOff x="-4746102" y="4471477"/>
              <a:chExt cx="5126173" cy="1120753"/>
            </a:xfrm>
          </p:grpSpPr>
          <p:pic>
            <p:nvPicPr>
              <p:cNvPr id="420" name="Picture 10" descr="fig42_table.pdf">
                <a:extLst>
                  <a:ext uri="{FF2B5EF4-FFF2-40B4-BE49-F238E27FC236}">
                    <a16:creationId xmlns:a16="http://schemas.microsoft.com/office/drawing/2014/main" id="{B9B148BF-D420-D548-A8E4-2E44EE4354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746102" y="4471477"/>
                <a:ext cx="966463" cy="966962"/>
              </a:xfrm>
              <a:prstGeom prst="rect">
                <a:avLst/>
              </a:prstGeom>
              <a:noFill/>
              <a:ln w="9525">
                <a:solidFill>
                  <a:srgbClr val="CC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421" name="Group 25">
                <a:extLst>
                  <a:ext uri="{FF2B5EF4-FFF2-40B4-BE49-F238E27FC236}">
                    <a16:creationId xmlns:a16="http://schemas.microsoft.com/office/drawing/2014/main" id="{6DCB3611-5B47-554A-AF9F-B20E8866BE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025264" y="5228984"/>
                <a:ext cx="3405335" cy="363246"/>
                <a:chOff x="-3025264" y="5228984"/>
                <a:chExt cx="3405335" cy="363246"/>
              </a:xfrm>
            </p:grpSpPr>
            <p:grpSp>
              <p:nvGrpSpPr>
                <p:cNvPr id="422" name="Group 241">
                  <a:extLst>
                    <a:ext uri="{FF2B5EF4-FFF2-40B4-BE49-F238E27FC236}">
                      <a16:creationId xmlns:a16="http://schemas.microsoft.com/office/drawing/2014/main" id="{18B65E09-A0C2-A34F-9844-081D03E2EEE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025264" y="5262858"/>
                  <a:ext cx="430360" cy="329372"/>
                  <a:chOff x="2931664" y="3912603"/>
                  <a:chExt cx="430450" cy="329314"/>
                </a:xfrm>
              </p:grpSpPr>
              <p:sp>
                <p:nvSpPr>
                  <p:cNvPr id="438" name="Rectangle 437">
                    <a:extLst>
                      <a:ext uri="{FF2B5EF4-FFF2-40B4-BE49-F238E27FC236}">
                        <a16:creationId xmlns:a16="http://schemas.microsoft.com/office/drawing/2014/main" id="{510D7726-2281-144B-B722-F9A0F8992620}"/>
                      </a:ext>
                    </a:extLst>
                  </p:cNvPr>
                  <p:cNvSpPr/>
                  <p:nvPr/>
                </p:nvSpPr>
                <p:spPr>
                  <a:xfrm>
                    <a:off x="2936485" y="3908607"/>
                    <a:ext cx="425550" cy="333310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39" name="Straight Connector 438">
                    <a:extLst>
                      <a:ext uri="{FF2B5EF4-FFF2-40B4-BE49-F238E27FC236}">
                        <a16:creationId xmlns:a16="http://schemas.microsoft.com/office/drawing/2014/main" id="{B663A8A6-A483-9C45-9694-3F60B5B96577}"/>
                      </a:ext>
                    </a:extLst>
                  </p:cNvPr>
                  <p:cNvCxnSpPr/>
                  <p:nvPr/>
                </p:nvCxnSpPr>
                <p:spPr>
                  <a:xfrm>
                    <a:off x="2931721" y="4003838"/>
                    <a:ext cx="425550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40" name="Straight Connector 439">
                    <a:extLst>
                      <a:ext uri="{FF2B5EF4-FFF2-40B4-BE49-F238E27FC236}">
                        <a16:creationId xmlns:a16="http://schemas.microsoft.com/office/drawing/2014/main" id="{50FC0E77-85DF-A44F-A7EA-DB2E7EDC7F79}"/>
                      </a:ext>
                    </a:extLst>
                  </p:cNvPr>
                  <p:cNvCxnSpPr/>
                  <p:nvPr/>
                </p:nvCxnSpPr>
                <p:spPr>
                  <a:xfrm>
                    <a:off x="2931721" y="4067326"/>
                    <a:ext cx="425550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41" name="Straight Connector 440">
                    <a:extLst>
                      <a:ext uri="{FF2B5EF4-FFF2-40B4-BE49-F238E27FC236}">
                        <a16:creationId xmlns:a16="http://schemas.microsoft.com/office/drawing/2014/main" id="{6DCCCE94-F2A7-3D41-B0D1-67C30138A31B}"/>
                      </a:ext>
                    </a:extLst>
                  </p:cNvPr>
                  <p:cNvCxnSpPr>
                    <a:stCxn id="438" idx="2"/>
                  </p:cNvCxnSpPr>
                  <p:nvPr/>
                </p:nvCxnSpPr>
                <p:spPr>
                  <a:xfrm flipH="1" flipV="1">
                    <a:off x="3147672" y="4003838"/>
                    <a:ext cx="1588" cy="238079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grpSp>
              <p:nvGrpSpPr>
                <p:cNvPr id="423" name="Group 444">
                  <a:extLst>
                    <a:ext uri="{FF2B5EF4-FFF2-40B4-BE49-F238E27FC236}">
                      <a16:creationId xmlns:a16="http://schemas.microsoft.com/office/drawing/2014/main" id="{80000B7B-1868-0545-96E2-2F3AE96E33E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2217227" y="5261364"/>
                  <a:ext cx="430361" cy="329307"/>
                  <a:chOff x="2931664" y="3912603"/>
                  <a:chExt cx="430450" cy="329314"/>
                </a:xfrm>
              </p:grpSpPr>
              <p:sp>
                <p:nvSpPr>
                  <p:cNvPr id="434" name="Rectangle 433">
                    <a:extLst>
                      <a:ext uri="{FF2B5EF4-FFF2-40B4-BE49-F238E27FC236}">
                        <a16:creationId xmlns:a16="http://schemas.microsoft.com/office/drawing/2014/main" id="{152E459E-7CA1-E445-B3BA-7DCA2E4A2C56}"/>
                      </a:ext>
                    </a:extLst>
                  </p:cNvPr>
                  <p:cNvSpPr/>
                  <p:nvPr/>
                </p:nvSpPr>
                <p:spPr>
                  <a:xfrm>
                    <a:off x="2936506" y="3908513"/>
                    <a:ext cx="425549" cy="333376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35" name="Straight Connector 434">
                    <a:extLst>
                      <a:ext uri="{FF2B5EF4-FFF2-40B4-BE49-F238E27FC236}">
                        <a16:creationId xmlns:a16="http://schemas.microsoft.com/office/drawing/2014/main" id="{89A2E2E8-DA8D-6D49-B2DC-12FC2FC6D3C4}"/>
                      </a:ext>
                    </a:extLst>
                  </p:cNvPr>
                  <p:cNvCxnSpPr/>
                  <p:nvPr/>
                </p:nvCxnSpPr>
                <p:spPr>
                  <a:xfrm>
                    <a:off x="2931743" y="4003763"/>
                    <a:ext cx="425549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36" name="Straight Connector 435">
                    <a:extLst>
                      <a:ext uri="{FF2B5EF4-FFF2-40B4-BE49-F238E27FC236}">
                        <a16:creationId xmlns:a16="http://schemas.microsoft.com/office/drawing/2014/main" id="{D4FBE92F-02C8-4244-A63E-618F5A912844}"/>
                      </a:ext>
                    </a:extLst>
                  </p:cNvPr>
                  <p:cNvCxnSpPr/>
                  <p:nvPr/>
                </p:nvCxnSpPr>
                <p:spPr>
                  <a:xfrm>
                    <a:off x="2931743" y="4067263"/>
                    <a:ext cx="425549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37" name="Straight Connector 436">
                    <a:extLst>
                      <a:ext uri="{FF2B5EF4-FFF2-40B4-BE49-F238E27FC236}">
                        <a16:creationId xmlns:a16="http://schemas.microsoft.com/office/drawing/2014/main" id="{760EDE61-1AAF-D848-91CB-39C5F318690E}"/>
                      </a:ext>
                    </a:extLst>
                  </p:cNvPr>
                  <p:cNvCxnSpPr>
                    <a:stCxn id="434" idx="2"/>
                  </p:cNvCxnSpPr>
                  <p:nvPr/>
                </p:nvCxnSpPr>
                <p:spPr>
                  <a:xfrm flipH="1" flipV="1">
                    <a:off x="3147693" y="4003763"/>
                    <a:ext cx="1587" cy="238126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grpSp>
              <p:nvGrpSpPr>
                <p:cNvPr id="424" name="Group 473">
                  <a:extLst>
                    <a:ext uri="{FF2B5EF4-FFF2-40B4-BE49-F238E27FC236}">
                      <a16:creationId xmlns:a16="http://schemas.microsoft.com/office/drawing/2014/main" id="{80D1C087-9836-C245-B670-1284428A4A6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034539" y="5261364"/>
                  <a:ext cx="430360" cy="329307"/>
                  <a:chOff x="2931664" y="3912603"/>
                  <a:chExt cx="430450" cy="329314"/>
                </a:xfrm>
              </p:grpSpPr>
              <p:sp>
                <p:nvSpPr>
                  <p:cNvPr id="430" name="Rectangle 429">
                    <a:extLst>
                      <a:ext uri="{FF2B5EF4-FFF2-40B4-BE49-F238E27FC236}">
                        <a16:creationId xmlns:a16="http://schemas.microsoft.com/office/drawing/2014/main" id="{C9A7D412-65DC-9649-A008-5ED26335CCA7}"/>
                      </a:ext>
                    </a:extLst>
                  </p:cNvPr>
                  <p:cNvSpPr/>
                  <p:nvPr/>
                </p:nvSpPr>
                <p:spPr>
                  <a:xfrm>
                    <a:off x="2936538" y="3908513"/>
                    <a:ext cx="425550" cy="333376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31" name="Straight Connector 430">
                    <a:extLst>
                      <a:ext uri="{FF2B5EF4-FFF2-40B4-BE49-F238E27FC236}">
                        <a16:creationId xmlns:a16="http://schemas.microsoft.com/office/drawing/2014/main" id="{2F282FB7-7000-B945-8F5A-E39A5A12E34F}"/>
                      </a:ext>
                    </a:extLst>
                  </p:cNvPr>
                  <p:cNvCxnSpPr/>
                  <p:nvPr/>
                </p:nvCxnSpPr>
                <p:spPr>
                  <a:xfrm>
                    <a:off x="2931774" y="4003763"/>
                    <a:ext cx="425550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32" name="Straight Connector 431">
                    <a:extLst>
                      <a:ext uri="{FF2B5EF4-FFF2-40B4-BE49-F238E27FC236}">
                        <a16:creationId xmlns:a16="http://schemas.microsoft.com/office/drawing/2014/main" id="{6613E38A-F502-9F4F-9071-21665BB1F3DD}"/>
                      </a:ext>
                    </a:extLst>
                  </p:cNvPr>
                  <p:cNvCxnSpPr/>
                  <p:nvPr/>
                </p:nvCxnSpPr>
                <p:spPr>
                  <a:xfrm>
                    <a:off x="2931774" y="4067263"/>
                    <a:ext cx="425550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33" name="Straight Connector 432">
                    <a:extLst>
                      <a:ext uri="{FF2B5EF4-FFF2-40B4-BE49-F238E27FC236}">
                        <a16:creationId xmlns:a16="http://schemas.microsoft.com/office/drawing/2014/main" id="{29B42128-C51A-6040-824E-C554F8EE3D12}"/>
                      </a:ext>
                    </a:extLst>
                  </p:cNvPr>
                  <p:cNvCxnSpPr>
                    <a:stCxn id="430" idx="2"/>
                  </p:cNvCxnSpPr>
                  <p:nvPr/>
                </p:nvCxnSpPr>
                <p:spPr>
                  <a:xfrm flipH="1" flipV="1">
                    <a:off x="3147725" y="4003763"/>
                    <a:ext cx="1588" cy="238126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grpSp>
              <p:nvGrpSpPr>
                <p:cNvPr id="425" name="Group 502">
                  <a:extLst>
                    <a:ext uri="{FF2B5EF4-FFF2-40B4-BE49-F238E27FC236}">
                      <a16:creationId xmlns:a16="http://schemas.microsoft.com/office/drawing/2014/main" id="{C30D5DDC-A13E-034A-A1BA-1E146390EA7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50289" y="5228984"/>
                  <a:ext cx="430360" cy="350559"/>
                  <a:chOff x="2931664" y="3912603"/>
                  <a:chExt cx="430450" cy="329314"/>
                </a:xfrm>
              </p:grpSpPr>
              <p:sp>
                <p:nvSpPr>
                  <p:cNvPr id="426" name="Rectangle 425">
                    <a:extLst>
                      <a:ext uri="{FF2B5EF4-FFF2-40B4-BE49-F238E27FC236}">
                        <a16:creationId xmlns:a16="http://schemas.microsoft.com/office/drawing/2014/main" id="{63A91007-6182-8647-9879-8292A71EAFEF}"/>
                      </a:ext>
                    </a:extLst>
                  </p:cNvPr>
                  <p:cNvSpPr/>
                  <p:nvPr/>
                </p:nvSpPr>
                <p:spPr>
                  <a:xfrm>
                    <a:off x="2936564" y="3912336"/>
                    <a:ext cx="425550" cy="329569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27" name="Straight Connector 426">
                    <a:extLst>
                      <a:ext uri="{FF2B5EF4-FFF2-40B4-BE49-F238E27FC236}">
                        <a16:creationId xmlns:a16="http://schemas.microsoft.com/office/drawing/2014/main" id="{0674F85B-15F4-F446-AD9E-DD534F9C342D}"/>
                      </a:ext>
                    </a:extLst>
                  </p:cNvPr>
                  <p:cNvCxnSpPr/>
                  <p:nvPr/>
                </p:nvCxnSpPr>
                <p:spPr>
                  <a:xfrm>
                    <a:off x="2931800" y="4003303"/>
                    <a:ext cx="425550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28" name="Straight Connector 427">
                    <a:extLst>
                      <a:ext uri="{FF2B5EF4-FFF2-40B4-BE49-F238E27FC236}">
                        <a16:creationId xmlns:a16="http://schemas.microsoft.com/office/drawing/2014/main" id="{60409E77-E63A-824F-A704-D7AE94C9BA5F}"/>
                      </a:ext>
                    </a:extLst>
                  </p:cNvPr>
                  <p:cNvCxnSpPr/>
                  <p:nvPr/>
                </p:nvCxnSpPr>
                <p:spPr>
                  <a:xfrm>
                    <a:off x="2931800" y="4067428"/>
                    <a:ext cx="425550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29" name="Straight Connector 428">
                    <a:extLst>
                      <a:ext uri="{FF2B5EF4-FFF2-40B4-BE49-F238E27FC236}">
                        <a16:creationId xmlns:a16="http://schemas.microsoft.com/office/drawing/2014/main" id="{76DF7BD3-201B-AE4F-909F-AB196C0CDB0D}"/>
                      </a:ext>
                    </a:extLst>
                  </p:cNvPr>
                  <p:cNvCxnSpPr>
                    <a:stCxn id="426" idx="2"/>
                  </p:cNvCxnSpPr>
                  <p:nvPr/>
                </p:nvCxnSpPr>
                <p:spPr>
                  <a:xfrm flipH="1" flipV="1">
                    <a:off x="3147751" y="4003303"/>
                    <a:ext cx="1588" cy="238602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</p:grpSp>
        </p:grpSp>
        <p:grpSp>
          <p:nvGrpSpPr>
            <p:cNvPr id="442" name="Group 441">
              <a:extLst>
                <a:ext uri="{FF2B5EF4-FFF2-40B4-BE49-F238E27FC236}">
                  <a16:creationId xmlns:a16="http://schemas.microsoft.com/office/drawing/2014/main" id="{DC317182-2E9B-354F-9E6B-904AD53D96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3085" y="2922657"/>
              <a:ext cx="4437063" cy="1577975"/>
              <a:chOff x="-4267279" y="3655204"/>
              <a:chExt cx="4437063" cy="1578510"/>
            </a:xfrm>
          </p:grpSpPr>
          <p:cxnSp>
            <p:nvCxnSpPr>
              <p:cNvPr id="443" name="Straight Arrow Connector 442">
                <a:extLst>
                  <a:ext uri="{FF2B5EF4-FFF2-40B4-BE49-F238E27FC236}">
                    <a16:creationId xmlns:a16="http://schemas.microsoft.com/office/drawing/2014/main" id="{AEBEBCEA-9DEC-FC46-95E5-83FE63BD526A}"/>
                  </a:ext>
                </a:extLst>
              </p:cNvPr>
              <p:cNvCxnSpPr/>
              <p:nvPr/>
            </p:nvCxnSpPr>
            <p:spPr bwMode="auto">
              <a:xfrm>
                <a:off x="-4267279" y="4047450"/>
                <a:ext cx="0" cy="422418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CC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444" name="Straight Arrow Connector 443">
                <a:extLst>
                  <a:ext uri="{FF2B5EF4-FFF2-40B4-BE49-F238E27FC236}">
                    <a16:creationId xmlns:a16="http://schemas.microsoft.com/office/drawing/2014/main" id="{8ADE9CEC-EEA0-A54D-AC1A-85CC293083F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-2808366" y="4361882"/>
                <a:ext cx="0" cy="871832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45" name="Straight Arrow Connector 444">
                <a:extLst>
                  <a:ext uri="{FF2B5EF4-FFF2-40B4-BE49-F238E27FC236}">
                    <a16:creationId xmlns:a16="http://schemas.microsoft.com/office/drawing/2014/main" id="{6391DEC8-23F8-A847-ACF3-AD06E6E59A6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2006679" y="3655204"/>
                <a:ext cx="6350" cy="1576922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46" name="Straight Arrow Connector 445">
                <a:extLst>
                  <a:ext uri="{FF2B5EF4-FFF2-40B4-BE49-F238E27FC236}">
                    <a16:creationId xmlns:a16="http://schemas.microsoft.com/office/drawing/2014/main" id="{C40B4987-DD61-E544-9ED1-243F1836BF7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823991" y="4326945"/>
                <a:ext cx="6350" cy="905182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47" name="Straight Arrow Connector 446">
                <a:extLst>
                  <a:ext uri="{FF2B5EF4-FFF2-40B4-BE49-F238E27FC236}">
                    <a16:creationId xmlns:a16="http://schemas.microsoft.com/office/drawing/2014/main" id="{B6FD6F72-9B1A-9E49-BC03-FF4EB3F432F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66609" y="3798127"/>
                <a:ext cx="3175" cy="1399062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EBF459C0-AF75-AC4B-82FD-7B57E1803EDC}"/>
                </a:ext>
              </a:extLst>
            </p:cNvPr>
            <p:cNvCxnSpPr/>
            <p:nvPr/>
          </p:nvCxnSpPr>
          <p:spPr>
            <a:xfrm flipH="1">
              <a:off x="2872960" y="5842070"/>
              <a:ext cx="1508125" cy="1587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449" name="TextBox 265">
              <a:extLst>
                <a:ext uri="{FF2B5EF4-FFF2-40B4-BE49-F238E27FC236}">
                  <a16:creationId xmlns:a16="http://schemas.microsoft.com/office/drawing/2014/main" id="{8D6CC213-50D8-D143-AB2E-8A70AD0BD3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073" y="5513457"/>
              <a:ext cx="2635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450" name="TextBox 281">
              <a:extLst>
                <a:ext uri="{FF2B5EF4-FFF2-40B4-BE49-F238E27FC236}">
                  <a16:creationId xmlns:a16="http://schemas.microsoft.com/office/drawing/2014/main" id="{FD871173-63C8-004A-B893-95B0B94D0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3698" y="5800795"/>
              <a:ext cx="2635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</a:p>
          </p:txBody>
        </p:sp>
        <p:grpSp>
          <p:nvGrpSpPr>
            <p:cNvPr id="451" name="Group 5">
              <a:extLst>
                <a:ext uri="{FF2B5EF4-FFF2-40B4-BE49-F238E27FC236}">
                  <a16:creationId xmlns:a16="http://schemas.microsoft.com/office/drawing/2014/main" id="{57C14B28-467E-9240-8CC3-03FBD986B6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28473" y="5276920"/>
              <a:ext cx="1616075" cy="487362"/>
              <a:chOff x="-4079003" y="2717403"/>
              <a:chExt cx="1616718" cy="488475"/>
            </a:xfrm>
          </p:grpSpPr>
          <p:sp>
            <p:nvSpPr>
              <p:cNvPr id="453" name="Rectangle 98">
                <a:extLst>
                  <a:ext uri="{FF2B5EF4-FFF2-40B4-BE49-F238E27FC236}">
                    <a16:creationId xmlns:a16="http://schemas.microsoft.com/office/drawing/2014/main" id="{693A8054-41EF-F147-A07F-2F6F49925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4" name="Line 99">
                <a:extLst>
                  <a:ext uri="{FF2B5EF4-FFF2-40B4-BE49-F238E27FC236}">
                    <a16:creationId xmlns:a16="http://schemas.microsoft.com/office/drawing/2014/main" id="{F72989E1-2AE2-724E-BB5A-C3EDBBB6AF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2933828" y="3101502"/>
                <a:ext cx="471543" cy="0"/>
              </a:xfrm>
              <a:prstGeom prst="line">
                <a:avLst/>
              </a:prstGeom>
              <a:noFill/>
              <a:ln w="9525">
                <a:solidFill>
                  <a:srgbClr val="3333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5" name="Rectangle 104">
                <a:extLst>
                  <a:ext uri="{FF2B5EF4-FFF2-40B4-BE49-F238E27FC236}">
                    <a16:creationId xmlns:a16="http://schemas.microsoft.com/office/drawing/2014/main" id="{5AC95A09-8057-7147-9F57-6EFF2A5E53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6" name="Text Box 105">
                <a:extLst>
                  <a:ext uri="{FF2B5EF4-FFF2-40B4-BE49-F238E27FC236}">
                    <a16:creationId xmlns:a16="http://schemas.microsoft.com/office/drawing/2014/main" id="{47FDF11B-1F9E-D148-996F-69ECC9F11F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430189" y="2965119"/>
                <a:ext cx="581451" cy="2407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0111</a:t>
                </a:r>
              </a:p>
            </p:txBody>
          </p:sp>
          <p:sp>
            <p:nvSpPr>
              <p:cNvPr id="457" name="Line 119">
                <a:extLst>
                  <a:ext uri="{FF2B5EF4-FFF2-40B4-BE49-F238E27FC236}">
                    <a16:creationId xmlns:a16="http://schemas.microsoft.com/office/drawing/2014/main" id="{CD73CAA3-C367-7049-8128-3C09B270BB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3621642" y="2717403"/>
                <a:ext cx="405953" cy="3006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58" name="Freeform 120">
              <a:extLst>
                <a:ext uri="{FF2B5EF4-FFF2-40B4-BE49-F238E27FC236}">
                  <a16:creationId xmlns:a16="http://schemas.microsoft.com/office/drawing/2014/main" id="{9B17F469-9813-DD46-ADCC-A6A37DCBE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223" y="5708720"/>
              <a:ext cx="982662" cy="233362"/>
            </a:xfrm>
            <a:custGeom>
              <a:avLst/>
              <a:gdLst>
                <a:gd name="T0" fmla="*/ 0 w 554"/>
                <a:gd name="T1" fmla="*/ 2147483647 h 167"/>
                <a:gd name="T2" fmla="*/ 2147483647 w 554"/>
                <a:gd name="T3" fmla="*/ 2147483647 h 167"/>
                <a:gd name="T4" fmla="*/ 2147483647 w 554"/>
                <a:gd name="T5" fmla="*/ 2147483647 h 167"/>
                <a:gd name="T6" fmla="*/ 0 60000 65536"/>
                <a:gd name="T7" fmla="*/ 0 60000 65536"/>
                <a:gd name="T8" fmla="*/ 0 60000 65536"/>
                <a:gd name="T9" fmla="*/ 0 w 554"/>
                <a:gd name="T10" fmla="*/ 0 h 167"/>
                <a:gd name="T11" fmla="*/ 554 w 554"/>
                <a:gd name="T12" fmla="*/ 167 h 1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4" h="167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w="57150" cmpd="sng">
              <a:solidFill>
                <a:srgbClr val="FF33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59" name="Group 357">
              <a:extLst>
                <a:ext uri="{FF2B5EF4-FFF2-40B4-BE49-F238E27FC236}">
                  <a16:creationId xmlns:a16="http://schemas.microsoft.com/office/drawing/2014/main" id="{F5E5FC5C-1765-2446-9583-0A67B91900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4885" y="5699195"/>
              <a:ext cx="565150" cy="293687"/>
              <a:chOff x="1871277" y="1576300"/>
              <a:chExt cx="1128371" cy="437861"/>
            </a:xfrm>
          </p:grpSpPr>
          <p:sp>
            <p:nvSpPr>
              <p:cNvPr id="460" name="Oval 459">
                <a:extLst>
                  <a:ext uri="{FF2B5EF4-FFF2-40B4-BE49-F238E27FC236}">
                    <a16:creationId xmlns:a16="http://schemas.microsoft.com/office/drawing/2014/main" id="{BE27647C-3DCE-C848-8559-90456AA1A4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8" y="1694641"/>
                <a:ext cx="1125200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1" name="Rectangle 460">
                <a:extLst>
                  <a:ext uri="{FF2B5EF4-FFF2-40B4-BE49-F238E27FC236}">
                    <a16:creationId xmlns:a16="http://schemas.microsoft.com/office/drawing/2014/main" id="{59B28033-FF2E-0D49-AE8B-150A3DAC870E}"/>
                  </a:ext>
                </a:extLst>
              </p:cNvPr>
              <p:cNvSpPr/>
              <p:nvPr/>
            </p:nvSpPr>
            <p:spPr bwMode="auto">
              <a:xfrm>
                <a:off x="1871277" y="1739610"/>
                <a:ext cx="1128371" cy="11597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62" name="Oval 461">
                <a:extLst>
                  <a:ext uri="{FF2B5EF4-FFF2-40B4-BE49-F238E27FC236}">
                    <a16:creationId xmlns:a16="http://schemas.microsoft.com/office/drawing/2014/main" id="{90E87BE2-8DD5-F949-9609-CEE42558EC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2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E67E4AB2-89E6-9547-93D2-34CED5D46ECE}"/>
                  </a:ext>
                </a:extLst>
              </p:cNvPr>
              <p:cNvSpPr/>
              <p:nvPr/>
            </p:nvSpPr>
            <p:spPr bwMode="auto">
              <a:xfrm>
                <a:off x="2159710" y="1673339"/>
                <a:ext cx="548337" cy="160944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E0013E89-2E09-C94F-888A-0764BFC4C3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7" y="1633104"/>
                <a:ext cx="662442" cy="111240"/>
              </a:xfrm>
              <a:custGeom>
                <a:avLst/>
                <a:gdLst>
                  <a:gd name="T0" fmla="*/ 0 w 3723451"/>
                  <a:gd name="T1" fmla="*/ 27215 h 932950"/>
                  <a:gd name="T2" fmla="*/ 116561 w 3723451"/>
                  <a:gd name="T3" fmla="*/ 321 h 932950"/>
                  <a:gd name="T4" fmla="*/ 330163 w 3723451"/>
                  <a:gd name="T5" fmla="*/ 62069 h 932950"/>
                  <a:gd name="T6" fmla="*/ 533941 w 3723451"/>
                  <a:gd name="T7" fmla="*/ 0 h 932950"/>
                  <a:gd name="T8" fmla="*/ 662442 w 3723451"/>
                  <a:gd name="T9" fmla="*/ 24699 h 932950"/>
                  <a:gd name="T10" fmla="*/ 566838 w 3723451"/>
                  <a:gd name="T11" fmla="*/ 55071 h 932950"/>
                  <a:gd name="T12" fmla="*/ 536057 w 3723451"/>
                  <a:gd name="T13" fmla="*/ 46883 h 932950"/>
                  <a:gd name="T14" fmla="*/ 333916 w 3723451"/>
                  <a:gd name="T15" fmla="*/ 111240 h 932950"/>
                  <a:gd name="T16" fmla="*/ 126604 w 3723451"/>
                  <a:gd name="T17" fmla="*/ 49250 h 932950"/>
                  <a:gd name="T18" fmla="*/ 93085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5" name="Freeform 464">
                <a:extLst>
                  <a:ext uri="{FF2B5EF4-FFF2-40B4-BE49-F238E27FC236}">
                    <a16:creationId xmlns:a16="http://schemas.microsoft.com/office/drawing/2014/main" id="{D4D31051-3F76-8D4A-A94B-F0DCA0AFF2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9" cy="97039"/>
              </a:xfrm>
              <a:custGeom>
                <a:avLst/>
                <a:gdLst>
                  <a:gd name="T0" fmla="*/ 0 w 1366596"/>
                  <a:gd name="T1" fmla="*/ 0 h 809868"/>
                  <a:gd name="T2" fmla="*/ 244059 w 1366596"/>
                  <a:gd name="T3" fmla="*/ 74985 h 809868"/>
                  <a:gd name="T4" fmla="*/ 154488 w 1366596"/>
                  <a:gd name="T5" fmla="*/ 97039 h 809868"/>
                  <a:gd name="T6" fmla="*/ 822 w 1366596"/>
                  <a:gd name="T7" fmla="*/ 51276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6" name="Freeform 465">
                <a:extLst>
                  <a:ext uri="{FF2B5EF4-FFF2-40B4-BE49-F238E27FC236}">
                    <a16:creationId xmlns:a16="http://schemas.microsoft.com/office/drawing/2014/main" id="{DFC93EA6-DE5D-3E40-831C-1084B477EA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9" y="1730143"/>
                <a:ext cx="240888" cy="97040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40 h 791462"/>
                  <a:gd name="T6" fmla="*/ 0 w 1348191"/>
                  <a:gd name="T7" fmla="*/ 75037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467" name="Straight Connector 466">
                <a:extLst>
                  <a:ext uri="{FF2B5EF4-FFF2-40B4-BE49-F238E27FC236}">
                    <a16:creationId xmlns:a16="http://schemas.microsoft.com/office/drawing/2014/main" id="{4C149BB2-DFC7-984A-98E9-3C4AA2DDC501}"/>
                  </a:ext>
                </a:extLst>
              </p:cNvPr>
              <p:cNvCxnSpPr>
                <a:cxnSpLocks noChangeShapeType="1"/>
                <a:endCxn id="462" idx="2"/>
              </p:cNvCxnSpPr>
              <p:nvPr/>
            </p:nvCxnSpPr>
            <p:spPr bwMode="auto">
              <a:xfrm flipH="1" flipV="1">
                <a:off x="1871277" y="1737244"/>
                <a:ext cx="3171" cy="1230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68" name="Straight Connector 467">
                <a:extLst>
                  <a:ext uri="{FF2B5EF4-FFF2-40B4-BE49-F238E27FC236}">
                    <a16:creationId xmlns:a16="http://schemas.microsoft.com/office/drawing/2014/main" id="{7AD8C9C3-3ED3-FC4C-9678-8E0AF3B5400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9" y="1734876"/>
                <a:ext cx="3169" cy="1230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69" name="TextBox 6">
              <a:extLst>
                <a:ext uri="{FF2B5EF4-FFF2-40B4-BE49-F238E27FC236}">
                  <a16:creationId xmlns:a16="http://schemas.microsoft.com/office/drawing/2014/main" id="{EED866B1-9598-C54F-A0E0-D641030E17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7110" y="4943545"/>
              <a:ext cx="1992313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values in arriving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packet header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0" name="TextBox 282">
              <a:extLst>
                <a:ext uri="{FF2B5EF4-FFF2-40B4-BE49-F238E27FC236}">
                  <a16:creationId xmlns:a16="http://schemas.microsoft.com/office/drawing/2014/main" id="{CE2B3699-263C-CA42-8354-6E8A61868F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8898" y="5902395"/>
              <a:ext cx="261937" cy="277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8948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B46D7-DEDF-364B-99E9-3FB1F889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76" y="261255"/>
            <a:ext cx="11213592" cy="894622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Software-Defined Networking (SDN) control plane</a:t>
            </a:r>
          </a:p>
        </p:txBody>
      </p:sp>
      <p:sp>
        <p:nvSpPr>
          <p:cNvPr id="4" name="TextBox 257">
            <a:extLst>
              <a:ext uri="{FF2B5EF4-FFF2-40B4-BE49-F238E27FC236}">
                <a16:creationId xmlns:a16="http://schemas.microsoft.com/office/drawing/2014/main" id="{8EB40520-A927-A94E-975A-4093319F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83" y="1080571"/>
            <a:ext cx="1131073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Remote controller computes, installs forwarding tables in routers</a:t>
            </a:r>
          </a:p>
        </p:txBody>
      </p:sp>
      <p:grpSp>
        <p:nvGrpSpPr>
          <p:cNvPr id="5" name="Group 4" descr="SDN controlled routers, control and data plane">
            <a:extLst>
              <a:ext uri="{FF2B5EF4-FFF2-40B4-BE49-F238E27FC236}">
                <a16:creationId xmlns:a16="http://schemas.microsoft.com/office/drawing/2014/main" id="{7087C260-0740-8823-EFD3-4F505DC21369}"/>
              </a:ext>
            </a:extLst>
          </p:cNvPr>
          <p:cNvGrpSpPr/>
          <p:nvPr/>
        </p:nvGrpSpPr>
        <p:grpSpPr>
          <a:xfrm>
            <a:off x="1946130" y="1967880"/>
            <a:ext cx="8307388" cy="4668837"/>
            <a:chOff x="1946130" y="1967880"/>
            <a:chExt cx="8307388" cy="4668837"/>
          </a:xfrm>
        </p:grpSpPr>
        <p:grpSp>
          <p:nvGrpSpPr>
            <p:cNvPr id="817" name="Group 816">
              <a:extLst>
                <a:ext uri="{FF2B5EF4-FFF2-40B4-BE49-F238E27FC236}">
                  <a16:creationId xmlns:a16="http://schemas.microsoft.com/office/drawing/2014/main" id="{0035B262-335A-2042-8F0A-4D25C5CCAA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3430" y="1967880"/>
              <a:ext cx="6027738" cy="1439862"/>
              <a:chOff x="1492879" y="2061336"/>
              <a:chExt cx="6027737" cy="1440135"/>
            </a:xfrm>
          </p:grpSpPr>
          <p:sp>
            <p:nvSpPr>
              <p:cNvPr id="818" name="Rectangle 817">
                <a:extLst>
                  <a:ext uri="{FF2B5EF4-FFF2-40B4-BE49-F238E27FC236}">
                    <a16:creationId xmlns:a16="http://schemas.microsoft.com/office/drawing/2014/main" id="{2911F90D-6E6D-8D44-A029-2BB47782B47E}"/>
                  </a:ext>
                </a:extLst>
              </p:cNvPr>
              <p:cNvSpPr/>
              <p:nvPr/>
            </p:nvSpPr>
            <p:spPr bwMode="auto">
              <a:xfrm>
                <a:off x="1929442" y="2064512"/>
                <a:ext cx="5043486" cy="1017780"/>
              </a:xfrm>
              <a:prstGeom prst="rect">
                <a:avLst/>
              </a:prstGeom>
              <a:solidFill>
                <a:srgbClr val="2D2DB9">
                  <a:lumMod val="20000"/>
                  <a:lumOff val="80000"/>
                </a:srgbClr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819" name="Freeform 818">
                <a:extLst>
                  <a:ext uri="{FF2B5EF4-FFF2-40B4-BE49-F238E27FC236}">
                    <a16:creationId xmlns:a16="http://schemas.microsoft.com/office/drawing/2014/main" id="{24B8DF14-13D1-7B4D-AA8E-6D4B866768A6}"/>
                  </a:ext>
                </a:extLst>
              </p:cNvPr>
              <p:cNvSpPr/>
              <p:nvPr/>
            </p:nvSpPr>
            <p:spPr bwMode="auto">
              <a:xfrm>
                <a:off x="1740529" y="2067687"/>
                <a:ext cx="198438" cy="1386150"/>
              </a:xfrm>
              <a:custGeom>
                <a:avLst/>
                <a:gdLst>
                  <a:gd name="connsiteX0" fmla="*/ 0 w 312616"/>
                  <a:gd name="connsiteY0" fmla="*/ 644770 h 1367693"/>
                  <a:gd name="connsiteX1" fmla="*/ 312616 w 312616"/>
                  <a:gd name="connsiteY1" fmla="*/ 0 h 1367693"/>
                  <a:gd name="connsiteX2" fmla="*/ 312616 w 312616"/>
                  <a:gd name="connsiteY2" fmla="*/ 1016000 h 1367693"/>
                  <a:gd name="connsiteX3" fmla="*/ 117231 w 312616"/>
                  <a:gd name="connsiteY3" fmla="*/ 1367693 h 1367693"/>
                  <a:gd name="connsiteX4" fmla="*/ 0 w 312616"/>
                  <a:gd name="connsiteY4" fmla="*/ 644770 h 1367693"/>
                  <a:gd name="connsiteX0" fmla="*/ 0 w 199855"/>
                  <a:gd name="connsiteY0" fmla="*/ 733787 h 1367693"/>
                  <a:gd name="connsiteX1" fmla="*/ 199855 w 199855"/>
                  <a:gd name="connsiteY1" fmla="*/ 0 h 1367693"/>
                  <a:gd name="connsiteX2" fmla="*/ 199855 w 199855"/>
                  <a:gd name="connsiteY2" fmla="*/ 1016000 h 1367693"/>
                  <a:gd name="connsiteX3" fmla="*/ 4470 w 199855"/>
                  <a:gd name="connsiteY3" fmla="*/ 1367693 h 1367693"/>
                  <a:gd name="connsiteX4" fmla="*/ 0 w 199855"/>
                  <a:gd name="connsiteY4" fmla="*/ 733787 h 1367693"/>
                  <a:gd name="connsiteX0" fmla="*/ 25203 w 225058"/>
                  <a:gd name="connsiteY0" fmla="*/ 733787 h 1361758"/>
                  <a:gd name="connsiteX1" fmla="*/ 225058 w 225058"/>
                  <a:gd name="connsiteY1" fmla="*/ 0 h 1361758"/>
                  <a:gd name="connsiteX2" fmla="*/ 225058 w 225058"/>
                  <a:gd name="connsiteY2" fmla="*/ 1016000 h 1361758"/>
                  <a:gd name="connsiteX3" fmla="*/ 0 w 225058"/>
                  <a:gd name="connsiteY3" fmla="*/ 1361758 h 1361758"/>
                  <a:gd name="connsiteX4" fmla="*/ 25203 w 225058"/>
                  <a:gd name="connsiteY4" fmla="*/ 733787 h 1361758"/>
                  <a:gd name="connsiteX0" fmla="*/ 25203 w 230992"/>
                  <a:gd name="connsiteY0" fmla="*/ 787197 h 1415168"/>
                  <a:gd name="connsiteX1" fmla="*/ 230992 w 230992"/>
                  <a:gd name="connsiteY1" fmla="*/ 0 h 1415168"/>
                  <a:gd name="connsiteX2" fmla="*/ 225058 w 230992"/>
                  <a:gd name="connsiteY2" fmla="*/ 1069410 h 1415168"/>
                  <a:gd name="connsiteX3" fmla="*/ 0 w 230992"/>
                  <a:gd name="connsiteY3" fmla="*/ 1415168 h 1415168"/>
                  <a:gd name="connsiteX4" fmla="*/ 25203 w 230992"/>
                  <a:gd name="connsiteY4" fmla="*/ 787197 h 1415168"/>
                  <a:gd name="connsiteX0" fmla="*/ 0 w 205789"/>
                  <a:gd name="connsiteY0" fmla="*/ 787197 h 1427037"/>
                  <a:gd name="connsiteX1" fmla="*/ 205789 w 205789"/>
                  <a:gd name="connsiteY1" fmla="*/ 0 h 1427037"/>
                  <a:gd name="connsiteX2" fmla="*/ 199855 w 205789"/>
                  <a:gd name="connsiteY2" fmla="*/ 1069410 h 1427037"/>
                  <a:gd name="connsiteX3" fmla="*/ 4471 w 205789"/>
                  <a:gd name="connsiteY3" fmla="*/ 1427037 h 1427037"/>
                  <a:gd name="connsiteX4" fmla="*/ 0 w 205789"/>
                  <a:gd name="connsiteY4" fmla="*/ 787197 h 1427037"/>
                  <a:gd name="connsiteX0" fmla="*/ 0 w 199855"/>
                  <a:gd name="connsiteY0" fmla="*/ 745656 h 1385496"/>
                  <a:gd name="connsiteX1" fmla="*/ 193920 w 199855"/>
                  <a:gd name="connsiteY1" fmla="*/ 0 h 1385496"/>
                  <a:gd name="connsiteX2" fmla="*/ 199855 w 199855"/>
                  <a:gd name="connsiteY2" fmla="*/ 1027869 h 1385496"/>
                  <a:gd name="connsiteX3" fmla="*/ 4471 w 199855"/>
                  <a:gd name="connsiteY3" fmla="*/ 1385496 h 1385496"/>
                  <a:gd name="connsiteX4" fmla="*/ 0 w 199855"/>
                  <a:gd name="connsiteY4" fmla="*/ 745656 h 1385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9855" h="1385496">
                    <a:moveTo>
                      <a:pt x="0" y="745656"/>
                    </a:moveTo>
                    <a:lnTo>
                      <a:pt x="193920" y="0"/>
                    </a:lnTo>
                    <a:cubicBezTo>
                      <a:pt x="195898" y="342623"/>
                      <a:pt x="197877" y="685246"/>
                      <a:pt x="199855" y="1027869"/>
                    </a:cubicBezTo>
                    <a:lnTo>
                      <a:pt x="4471" y="1385496"/>
                    </a:lnTo>
                    <a:cubicBezTo>
                      <a:pt x="2981" y="1172216"/>
                      <a:pt x="1490" y="958936"/>
                      <a:pt x="0" y="745656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</a:srgbClr>
                  </a:gs>
                  <a:gs pos="100000">
                    <a:srgbClr val="2D2DB9">
                      <a:lumMod val="20000"/>
                      <a:lumOff val="80000"/>
                    </a:srgbClr>
                  </a:gs>
                </a:gsLst>
                <a:lin ang="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820" name="Freeform 819">
                <a:extLst>
                  <a:ext uri="{FF2B5EF4-FFF2-40B4-BE49-F238E27FC236}">
                    <a16:creationId xmlns:a16="http://schemas.microsoft.com/office/drawing/2014/main" id="{B3477997-2171-D144-8F62-1363F13885FD}"/>
                  </a:ext>
                </a:extLst>
              </p:cNvPr>
              <p:cNvSpPr/>
              <p:nvPr/>
            </p:nvSpPr>
            <p:spPr bwMode="auto">
              <a:xfrm flipH="1">
                <a:off x="6969753" y="2061336"/>
                <a:ext cx="219075" cy="1370272"/>
              </a:xfrm>
              <a:custGeom>
                <a:avLst/>
                <a:gdLst>
                  <a:gd name="connsiteX0" fmla="*/ 0 w 312616"/>
                  <a:gd name="connsiteY0" fmla="*/ 644770 h 1367693"/>
                  <a:gd name="connsiteX1" fmla="*/ 312616 w 312616"/>
                  <a:gd name="connsiteY1" fmla="*/ 0 h 1367693"/>
                  <a:gd name="connsiteX2" fmla="*/ 312616 w 312616"/>
                  <a:gd name="connsiteY2" fmla="*/ 1016000 h 1367693"/>
                  <a:gd name="connsiteX3" fmla="*/ 117231 w 312616"/>
                  <a:gd name="connsiteY3" fmla="*/ 1367693 h 1367693"/>
                  <a:gd name="connsiteX4" fmla="*/ 0 w 312616"/>
                  <a:gd name="connsiteY4" fmla="*/ 644770 h 1367693"/>
                  <a:gd name="connsiteX0" fmla="*/ 0 w 199855"/>
                  <a:gd name="connsiteY0" fmla="*/ 733787 h 1367693"/>
                  <a:gd name="connsiteX1" fmla="*/ 199855 w 199855"/>
                  <a:gd name="connsiteY1" fmla="*/ 0 h 1367693"/>
                  <a:gd name="connsiteX2" fmla="*/ 199855 w 199855"/>
                  <a:gd name="connsiteY2" fmla="*/ 1016000 h 1367693"/>
                  <a:gd name="connsiteX3" fmla="*/ 4470 w 199855"/>
                  <a:gd name="connsiteY3" fmla="*/ 1367693 h 1367693"/>
                  <a:gd name="connsiteX4" fmla="*/ 0 w 199855"/>
                  <a:gd name="connsiteY4" fmla="*/ 733787 h 1367693"/>
                  <a:gd name="connsiteX0" fmla="*/ 25203 w 225058"/>
                  <a:gd name="connsiteY0" fmla="*/ 733787 h 1361758"/>
                  <a:gd name="connsiteX1" fmla="*/ 225058 w 225058"/>
                  <a:gd name="connsiteY1" fmla="*/ 0 h 1361758"/>
                  <a:gd name="connsiteX2" fmla="*/ 225058 w 225058"/>
                  <a:gd name="connsiteY2" fmla="*/ 1016000 h 1361758"/>
                  <a:gd name="connsiteX3" fmla="*/ 0 w 225058"/>
                  <a:gd name="connsiteY3" fmla="*/ 1361758 h 1361758"/>
                  <a:gd name="connsiteX4" fmla="*/ 25203 w 225058"/>
                  <a:gd name="connsiteY4" fmla="*/ 733787 h 1361758"/>
                  <a:gd name="connsiteX0" fmla="*/ 25203 w 230992"/>
                  <a:gd name="connsiteY0" fmla="*/ 787197 h 1415168"/>
                  <a:gd name="connsiteX1" fmla="*/ 230992 w 230992"/>
                  <a:gd name="connsiteY1" fmla="*/ 0 h 1415168"/>
                  <a:gd name="connsiteX2" fmla="*/ 225058 w 230992"/>
                  <a:gd name="connsiteY2" fmla="*/ 1069410 h 1415168"/>
                  <a:gd name="connsiteX3" fmla="*/ 0 w 230992"/>
                  <a:gd name="connsiteY3" fmla="*/ 1415168 h 1415168"/>
                  <a:gd name="connsiteX4" fmla="*/ 25203 w 230992"/>
                  <a:gd name="connsiteY4" fmla="*/ 787197 h 1415168"/>
                  <a:gd name="connsiteX0" fmla="*/ 0 w 205789"/>
                  <a:gd name="connsiteY0" fmla="*/ 787197 h 1427037"/>
                  <a:gd name="connsiteX1" fmla="*/ 205789 w 205789"/>
                  <a:gd name="connsiteY1" fmla="*/ 0 h 1427037"/>
                  <a:gd name="connsiteX2" fmla="*/ 199855 w 205789"/>
                  <a:gd name="connsiteY2" fmla="*/ 1069410 h 1427037"/>
                  <a:gd name="connsiteX3" fmla="*/ 4471 w 205789"/>
                  <a:gd name="connsiteY3" fmla="*/ 1427037 h 1427037"/>
                  <a:gd name="connsiteX4" fmla="*/ 0 w 205789"/>
                  <a:gd name="connsiteY4" fmla="*/ 787197 h 1427037"/>
                  <a:gd name="connsiteX0" fmla="*/ 0 w 199855"/>
                  <a:gd name="connsiteY0" fmla="*/ 745656 h 1385496"/>
                  <a:gd name="connsiteX1" fmla="*/ 193920 w 199855"/>
                  <a:gd name="connsiteY1" fmla="*/ 0 h 1385496"/>
                  <a:gd name="connsiteX2" fmla="*/ 199855 w 199855"/>
                  <a:gd name="connsiteY2" fmla="*/ 1027869 h 1385496"/>
                  <a:gd name="connsiteX3" fmla="*/ 4471 w 199855"/>
                  <a:gd name="connsiteY3" fmla="*/ 1385496 h 1385496"/>
                  <a:gd name="connsiteX4" fmla="*/ 0 w 199855"/>
                  <a:gd name="connsiteY4" fmla="*/ 745656 h 1385496"/>
                  <a:gd name="connsiteX0" fmla="*/ 0 w 219519"/>
                  <a:gd name="connsiteY0" fmla="*/ 730359 h 1370199"/>
                  <a:gd name="connsiteX1" fmla="*/ 219401 w 219519"/>
                  <a:gd name="connsiteY1" fmla="*/ 0 h 1370199"/>
                  <a:gd name="connsiteX2" fmla="*/ 199855 w 219519"/>
                  <a:gd name="connsiteY2" fmla="*/ 1012572 h 1370199"/>
                  <a:gd name="connsiteX3" fmla="*/ 4471 w 219519"/>
                  <a:gd name="connsiteY3" fmla="*/ 1370199 h 1370199"/>
                  <a:gd name="connsiteX4" fmla="*/ 0 w 219519"/>
                  <a:gd name="connsiteY4" fmla="*/ 730359 h 1370199"/>
                  <a:gd name="connsiteX0" fmla="*/ 0 w 219602"/>
                  <a:gd name="connsiteY0" fmla="*/ 730359 h 1370199"/>
                  <a:gd name="connsiteX1" fmla="*/ 219401 w 219602"/>
                  <a:gd name="connsiteY1" fmla="*/ 0 h 1370199"/>
                  <a:gd name="connsiteX2" fmla="*/ 210047 w 219602"/>
                  <a:gd name="connsiteY2" fmla="*/ 1007473 h 1370199"/>
                  <a:gd name="connsiteX3" fmla="*/ 4471 w 219602"/>
                  <a:gd name="connsiteY3" fmla="*/ 1370199 h 1370199"/>
                  <a:gd name="connsiteX4" fmla="*/ 0 w 219602"/>
                  <a:gd name="connsiteY4" fmla="*/ 730359 h 1370199"/>
                  <a:gd name="connsiteX0" fmla="*/ 0 w 220239"/>
                  <a:gd name="connsiteY0" fmla="*/ 730359 h 1370199"/>
                  <a:gd name="connsiteX1" fmla="*/ 219401 w 220239"/>
                  <a:gd name="connsiteY1" fmla="*/ 0 h 1370199"/>
                  <a:gd name="connsiteX2" fmla="*/ 220239 w 220239"/>
                  <a:gd name="connsiteY2" fmla="*/ 1007473 h 1370199"/>
                  <a:gd name="connsiteX3" fmla="*/ 4471 w 220239"/>
                  <a:gd name="connsiteY3" fmla="*/ 1370199 h 1370199"/>
                  <a:gd name="connsiteX4" fmla="*/ 0 w 220239"/>
                  <a:gd name="connsiteY4" fmla="*/ 730359 h 137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239" h="1370199">
                    <a:moveTo>
                      <a:pt x="0" y="730359"/>
                    </a:moveTo>
                    <a:cubicBezTo>
                      <a:pt x="64640" y="481807"/>
                      <a:pt x="154761" y="248552"/>
                      <a:pt x="219401" y="0"/>
                    </a:cubicBezTo>
                    <a:cubicBezTo>
                      <a:pt x="221379" y="342623"/>
                      <a:pt x="218261" y="664850"/>
                      <a:pt x="220239" y="1007473"/>
                    </a:cubicBezTo>
                    <a:lnTo>
                      <a:pt x="4471" y="1370199"/>
                    </a:lnTo>
                    <a:cubicBezTo>
                      <a:pt x="2981" y="1156919"/>
                      <a:pt x="1490" y="943639"/>
                      <a:pt x="0" y="73035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D2DB9">
                      <a:lumMod val="20000"/>
                      <a:lumOff val="80000"/>
                    </a:srgbClr>
                  </a:gs>
                  <a:gs pos="100000">
                    <a:srgbClr val="FFFFFF"/>
                  </a:gs>
                </a:gsLst>
                <a:lin ang="108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821" name="Group 950">
                <a:extLst>
                  <a:ext uri="{FF2B5EF4-FFF2-40B4-BE49-F238E27FC236}">
                    <a16:creationId xmlns:a16="http://schemas.microsoft.com/office/drawing/2014/main" id="{DB6AE1A4-24E9-664C-A51D-C17F6021B3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879" y="2820676"/>
                <a:ext cx="338137" cy="653816"/>
                <a:chOff x="4140" y="429"/>
                <a:chExt cx="1425" cy="2396"/>
              </a:xfrm>
            </p:grpSpPr>
            <p:sp>
              <p:nvSpPr>
                <p:cNvPr id="855" name="Freeform 951">
                  <a:extLst>
                    <a:ext uri="{FF2B5EF4-FFF2-40B4-BE49-F238E27FC236}">
                      <a16:creationId xmlns:a16="http://schemas.microsoft.com/office/drawing/2014/main" id="{BFB37BD8-4427-2A47-AE85-B992137B4E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8 w 354"/>
                    <a:gd name="T3" fmla="*/ 16 h 2742"/>
                    <a:gd name="T4" fmla="*/ 8 w 354"/>
                    <a:gd name="T5" fmla="*/ 119 h 2742"/>
                    <a:gd name="T6" fmla="*/ 0 w 354"/>
                    <a:gd name="T7" fmla="*/ 124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6" name="Rectangle 952">
                  <a:extLst>
                    <a:ext uri="{FF2B5EF4-FFF2-40B4-BE49-F238E27FC236}">
                      <a16:creationId xmlns:a16="http://schemas.microsoft.com/office/drawing/2014/main" id="{D33ED3AE-893B-0641-B3D0-6332B98270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7" name="Freeform 953">
                  <a:extLst>
                    <a:ext uri="{FF2B5EF4-FFF2-40B4-BE49-F238E27FC236}">
                      <a16:creationId xmlns:a16="http://schemas.microsoft.com/office/drawing/2014/main" id="{7F8B5734-537E-2D40-ABC5-1153CA76F0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5 w 211"/>
                    <a:gd name="T3" fmla="*/ 11 h 2537"/>
                    <a:gd name="T4" fmla="*/ 2 w 211"/>
                    <a:gd name="T5" fmla="*/ 11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8" name="Freeform 954">
                  <a:extLst>
                    <a:ext uri="{FF2B5EF4-FFF2-40B4-BE49-F238E27FC236}">
                      <a16:creationId xmlns:a16="http://schemas.microsoft.com/office/drawing/2014/main" id="{A27CC3E2-8472-FE49-B22C-8BAD36D3F1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7 w 328"/>
                    <a:gd name="T3" fmla="*/ 7 h 226"/>
                    <a:gd name="T4" fmla="*/ 7 w 328"/>
                    <a:gd name="T5" fmla="*/ 11 h 226"/>
                    <a:gd name="T6" fmla="*/ 0 w 328"/>
                    <a:gd name="T7" fmla="*/ 5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9" name="Rectangle 955">
                  <a:extLst>
                    <a:ext uri="{FF2B5EF4-FFF2-40B4-BE49-F238E27FC236}">
                      <a16:creationId xmlns:a16="http://schemas.microsoft.com/office/drawing/2014/main" id="{11CD015D-401B-EC42-A713-37F4F58064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860" name="Group 956">
                  <a:extLst>
                    <a:ext uri="{FF2B5EF4-FFF2-40B4-BE49-F238E27FC236}">
                      <a16:creationId xmlns:a16="http://schemas.microsoft.com/office/drawing/2014/main" id="{A208DF6A-EF9F-044D-8302-1B9476D184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885" name="AutoShape 957">
                    <a:extLst>
                      <a:ext uri="{FF2B5EF4-FFF2-40B4-BE49-F238E27FC236}">
                        <a16:creationId xmlns:a16="http://schemas.microsoft.com/office/drawing/2014/main" id="{FCC50AD6-31B9-FD4A-9D12-E293AC79E3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886" name="AutoShape 958">
                    <a:extLst>
                      <a:ext uri="{FF2B5EF4-FFF2-40B4-BE49-F238E27FC236}">
                        <a16:creationId xmlns:a16="http://schemas.microsoft.com/office/drawing/2014/main" id="{9515A907-A38B-AC46-9351-9821F9262FD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861" name="Rectangle 959">
                  <a:extLst>
                    <a:ext uri="{FF2B5EF4-FFF2-40B4-BE49-F238E27FC236}">
                      <a16:creationId xmlns:a16="http://schemas.microsoft.com/office/drawing/2014/main" id="{DA74175D-E323-954D-B321-A525406F9D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862" name="Group 960">
                  <a:extLst>
                    <a:ext uri="{FF2B5EF4-FFF2-40B4-BE49-F238E27FC236}">
                      <a16:creationId xmlns:a16="http://schemas.microsoft.com/office/drawing/2014/main" id="{28DE356C-C6F7-BA40-87C6-C5B5BE6C2BF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883" name="AutoShape 961">
                    <a:extLst>
                      <a:ext uri="{FF2B5EF4-FFF2-40B4-BE49-F238E27FC236}">
                        <a16:creationId xmlns:a16="http://schemas.microsoft.com/office/drawing/2014/main" id="{9643844A-45E6-7443-A468-4BC3D1762A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884" name="AutoShape 962">
                    <a:extLst>
                      <a:ext uri="{FF2B5EF4-FFF2-40B4-BE49-F238E27FC236}">
                        <a16:creationId xmlns:a16="http://schemas.microsoft.com/office/drawing/2014/main" id="{60C84F35-0A59-8349-91F6-D5FECFED74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863" name="Rectangle 963">
                  <a:extLst>
                    <a:ext uri="{FF2B5EF4-FFF2-40B4-BE49-F238E27FC236}">
                      <a16:creationId xmlns:a16="http://schemas.microsoft.com/office/drawing/2014/main" id="{92014399-9751-FC4F-9035-A395245BCD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64" name="Rectangle 964">
                  <a:extLst>
                    <a:ext uri="{FF2B5EF4-FFF2-40B4-BE49-F238E27FC236}">
                      <a16:creationId xmlns:a16="http://schemas.microsoft.com/office/drawing/2014/main" id="{9B818A3E-FD1D-F04D-8158-62E78EE4B0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865" name="Group 965">
                  <a:extLst>
                    <a:ext uri="{FF2B5EF4-FFF2-40B4-BE49-F238E27FC236}">
                      <a16:creationId xmlns:a16="http://schemas.microsoft.com/office/drawing/2014/main" id="{4CE95AA0-C88F-3D48-98E7-F3E038739D8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881" name="AutoShape 966">
                    <a:extLst>
                      <a:ext uri="{FF2B5EF4-FFF2-40B4-BE49-F238E27FC236}">
                        <a16:creationId xmlns:a16="http://schemas.microsoft.com/office/drawing/2014/main" id="{5B978760-D630-664D-941B-E0517C2034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882" name="AutoShape 967">
                    <a:extLst>
                      <a:ext uri="{FF2B5EF4-FFF2-40B4-BE49-F238E27FC236}">
                        <a16:creationId xmlns:a16="http://schemas.microsoft.com/office/drawing/2014/main" id="{66581CC6-E163-4349-98BB-7B8F11B584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866" name="Freeform 968">
                  <a:extLst>
                    <a:ext uri="{FF2B5EF4-FFF2-40B4-BE49-F238E27FC236}">
                      <a16:creationId xmlns:a16="http://schemas.microsoft.com/office/drawing/2014/main" id="{0C578B43-7341-984A-8E2E-758C1FE627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7 w 328"/>
                    <a:gd name="T3" fmla="*/ 6 h 226"/>
                    <a:gd name="T4" fmla="*/ 7 w 328"/>
                    <a:gd name="T5" fmla="*/ 10 h 226"/>
                    <a:gd name="T6" fmla="*/ 0 w 328"/>
                    <a:gd name="T7" fmla="*/ 4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867" name="Group 969">
                  <a:extLst>
                    <a:ext uri="{FF2B5EF4-FFF2-40B4-BE49-F238E27FC236}">
                      <a16:creationId xmlns:a16="http://schemas.microsoft.com/office/drawing/2014/main" id="{00F4A952-5D56-894B-BE04-57FD8D9A8FC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879" name="AutoShape 970">
                    <a:extLst>
                      <a:ext uri="{FF2B5EF4-FFF2-40B4-BE49-F238E27FC236}">
                        <a16:creationId xmlns:a16="http://schemas.microsoft.com/office/drawing/2014/main" id="{C6D2E1F8-9BE6-1340-A97F-25C96F4EA3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880" name="AutoShape 971">
                    <a:extLst>
                      <a:ext uri="{FF2B5EF4-FFF2-40B4-BE49-F238E27FC236}">
                        <a16:creationId xmlns:a16="http://schemas.microsoft.com/office/drawing/2014/main" id="{076B7F4B-58FD-394A-A7D1-825421A0DD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868" name="Rectangle 972">
                  <a:extLst>
                    <a:ext uri="{FF2B5EF4-FFF2-40B4-BE49-F238E27FC236}">
                      <a16:creationId xmlns:a16="http://schemas.microsoft.com/office/drawing/2014/main" id="{9CF6079F-A485-B34F-BAE1-E461B27BC0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69" name="Freeform 973">
                  <a:extLst>
                    <a:ext uri="{FF2B5EF4-FFF2-40B4-BE49-F238E27FC236}">
                      <a16:creationId xmlns:a16="http://schemas.microsoft.com/office/drawing/2014/main" id="{4D22F667-50F0-554D-A2A3-06E318F920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7 w 296"/>
                    <a:gd name="T3" fmla="*/ 6 h 256"/>
                    <a:gd name="T4" fmla="*/ 7 w 296"/>
                    <a:gd name="T5" fmla="*/ 11 h 256"/>
                    <a:gd name="T6" fmla="*/ 0 w 296"/>
                    <a:gd name="T7" fmla="*/ 4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70" name="Freeform 974">
                  <a:extLst>
                    <a:ext uri="{FF2B5EF4-FFF2-40B4-BE49-F238E27FC236}">
                      <a16:creationId xmlns:a16="http://schemas.microsoft.com/office/drawing/2014/main" id="{FEA6AA77-7341-EC44-9A1C-8FF6D3429B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7 w 304"/>
                    <a:gd name="T3" fmla="*/ 8 h 288"/>
                    <a:gd name="T4" fmla="*/ 6 w 304"/>
                    <a:gd name="T5" fmla="*/ 13 h 288"/>
                    <a:gd name="T6" fmla="*/ 2 w 304"/>
                    <a:gd name="T7" fmla="*/ 6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71" name="Oval 975">
                  <a:extLst>
                    <a:ext uri="{FF2B5EF4-FFF2-40B4-BE49-F238E27FC236}">
                      <a16:creationId xmlns:a16="http://schemas.microsoft.com/office/drawing/2014/main" id="{A02843C6-28FA-9945-9CEB-7717E68BC3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72" name="Freeform 976">
                  <a:extLst>
                    <a:ext uri="{FF2B5EF4-FFF2-40B4-BE49-F238E27FC236}">
                      <a16:creationId xmlns:a16="http://schemas.microsoft.com/office/drawing/2014/main" id="{B41467ED-71ED-774D-B5B1-0E498264B3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6 h 240"/>
                    <a:gd name="T2" fmla="*/ 2 w 306"/>
                    <a:gd name="T3" fmla="*/ 11 h 240"/>
                    <a:gd name="T4" fmla="*/ 7 w 306"/>
                    <a:gd name="T5" fmla="*/ 6 h 240"/>
                    <a:gd name="T6" fmla="*/ 7 w 306"/>
                    <a:gd name="T7" fmla="*/ 0 h 240"/>
                    <a:gd name="T8" fmla="*/ 0 w 306"/>
                    <a:gd name="T9" fmla="*/ 6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73" name="AutoShape 977">
                  <a:extLst>
                    <a:ext uri="{FF2B5EF4-FFF2-40B4-BE49-F238E27FC236}">
                      <a16:creationId xmlns:a16="http://schemas.microsoft.com/office/drawing/2014/main" id="{9B5749F0-C743-D247-9288-DD5C4B670C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74" name="AutoShape 978">
                  <a:extLst>
                    <a:ext uri="{FF2B5EF4-FFF2-40B4-BE49-F238E27FC236}">
                      <a16:creationId xmlns:a16="http://schemas.microsoft.com/office/drawing/2014/main" id="{990B835A-E601-8B4A-913C-86C2C6F75D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75" name="Oval 979">
                  <a:extLst>
                    <a:ext uri="{FF2B5EF4-FFF2-40B4-BE49-F238E27FC236}">
                      <a16:creationId xmlns:a16="http://schemas.microsoft.com/office/drawing/2014/main" id="{54D6634C-D1A9-6142-9854-19C444BA4C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76" name="Oval 980">
                  <a:extLst>
                    <a:ext uri="{FF2B5EF4-FFF2-40B4-BE49-F238E27FC236}">
                      <a16:creationId xmlns:a16="http://schemas.microsoft.com/office/drawing/2014/main" id="{4B663C71-DBAC-684F-AC10-C3062136DE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77" name="Oval 981">
                  <a:extLst>
                    <a:ext uri="{FF2B5EF4-FFF2-40B4-BE49-F238E27FC236}">
                      <a16:creationId xmlns:a16="http://schemas.microsoft.com/office/drawing/2014/main" id="{89DA651A-7990-3046-B6A9-BDF3A76B18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78" name="Rectangle 982">
                  <a:extLst>
                    <a:ext uri="{FF2B5EF4-FFF2-40B4-BE49-F238E27FC236}">
                      <a16:creationId xmlns:a16="http://schemas.microsoft.com/office/drawing/2014/main" id="{97BCC976-FD19-5C44-A0F3-970A14677F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822" name="Group 950">
                <a:extLst>
                  <a:ext uri="{FF2B5EF4-FFF2-40B4-BE49-F238E27FC236}">
                    <a16:creationId xmlns:a16="http://schemas.microsoft.com/office/drawing/2014/main" id="{408FB985-1A5F-F147-891F-C6EE203F17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82479" y="2847655"/>
                <a:ext cx="338137" cy="653816"/>
                <a:chOff x="4140" y="429"/>
                <a:chExt cx="1425" cy="2396"/>
              </a:xfrm>
            </p:grpSpPr>
            <p:sp>
              <p:nvSpPr>
                <p:cNvPr id="823" name="Freeform 951">
                  <a:extLst>
                    <a:ext uri="{FF2B5EF4-FFF2-40B4-BE49-F238E27FC236}">
                      <a16:creationId xmlns:a16="http://schemas.microsoft.com/office/drawing/2014/main" id="{E5433180-28F2-BE4A-AA7C-A7B21A6324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8 w 354"/>
                    <a:gd name="T3" fmla="*/ 16 h 2742"/>
                    <a:gd name="T4" fmla="*/ 8 w 354"/>
                    <a:gd name="T5" fmla="*/ 119 h 2742"/>
                    <a:gd name="T6" fmla="*/ 0 w 354"/>
                    <a:gd name="T7" fmla="*/ 124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24" name="Rectangle 952">
                  <a:extLst>
                    <a:ext uri="{FF2B5EF4-FFF2-40B4-BE49-F238E27FC236}">
                      <a16:creationId xmlns:a16="http://schemas.microsoft.com/office/drawing/2014/main" id="{8C5BD778-66FD-3945-B836-91E6ED4A0B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25" name="Freeform 953">
                  <a:extLst>
                    <a:ext uri="{FF2B5EF4-FFF2-40B4-BE49-F238E27FC236}">
                      <a16:creationId xmlns:a16="http://schemas.microsoft.com/office/drawing/2014/main" id="{2A91ACBD-8D41-DD4C-A2B1-048B348B9E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5 w 211"/>
                    <a:gd name="T3" fmla="*/ 11 h 2537"/>
                    <a:gd name="T4" fmla="*/ 2 w 211"/>
                    <a:gd name="T5" fmla="*/ 11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26" name="Freeform 954">
                  <a:extLst>
                    <a:ext uri="{FF2B5EF4-FFF2-40B4-BE49-F238E27FC236}">
                      <a16:creationId xmlns:a16="http://schemas.microsoft.com/office/drawing/2014/main" id="{FD9AFB84-DB6D-6046-8467-AD372F4138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7 w 328"/>
                    <a:gd name="T3" fmla="*/ 7 h 226"/>
                    <a:gd name="T4" fmla="*/ 7 w 328"/>
                    <a:gd name="T5" fmla="*/ 11 h 226"/>
                    <a:gd name="T6" fmla="*/ 0 w 328"/>
                    <a:gd name="T7" fmla="*/ 5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27" name="Rectangle 955">
                  <a:extLst>
                    <a:ext uri="{FF2B5EF4-FFF2-40B4-BE49-F238E27FC236}">
                      <a16:creationId xmlns:a16="http://schemas.microsoft.com/office/drawing/2014/main" id="{77DBE4BA-8D67-5B43-8297-B9D264FE9B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828" name="Group 956">
                  <a:extLst>
                    <a:ext uri="{FF2B5EF4-FFF2-40B4-BE49-F238E27FC236}">
                      <a16:creationId xmlns:a16="http://schemas.microsoft.com/office/drawing/2014/main" id="{F3DA3736-9C54-FD40-9182-376547A2AE8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853" name="AutoShape 957">
                    <a:extLst>
                      <a:ext uri="{FF2B5EF4-FFF2-40B4-BE49-F238E27FC236}">
                        <a16:creationId xmlns:a16="http://schemas.microsoft.com/office/drawing/2014/main" id="{AF6DA2C1-3BA8-9F42-8082-1828FAC4ED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854" name="AutoShape 958">
                    <a:extLst>
                      <a:ext uri="{FF2B5EF4-FFF2-40B4-BE49-F238E27FC236}">
                        <a16:creationId xmlns:a16="http://schemas.microsoft.com/office/drawing/2014/main" id="{7E65A1C9-4BD5-C648-BDA4-FE7A4B1268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829" name="Rectangle 959">
                  <a:extLst>
                    <a:ext uri="{FF2B5EF4-FFF2-40B4-BE49-F238E27FC236}">
                      <a16:creationId xmlns:a16="http://schemas.microsoft.com/office/drawing/2014/main" id="{EC0E4CD1-FF46-4441-8D14-832711884C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830" name="Group 960">
                  <a:extLst>
                    <a:ext uri="{FF2B5EF4-FFF2-40B4-BE49-F238E27FC236}">
                      <a16:creationId xmlns:a16="http://schemas.microsoft.com/office/drawing/2014/main" id="{E64F3582-6063-6041-8631-63DD7426A47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851" name="AutoShape 961">
                    <a:extLst>
                      <a:ext uri="{FF2B5EF4-FFF2-40B4-BE49-F238E27FC236}">
                        <a16:creationId xmlns:a16="http://schemas.microsoft.com/office/drawing/2014/main" id="{C34EAECD-E1EF-8646-9F61-922B7F0EA0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852" name="AutoShape 962">
                    <a:extLst>
                      <a:ext uri="{FF2B5EF4-FFF2-40B4-BE49-F238E27FC236}">
                        <a16:creationId xmlns:a16="http://schemas.microsoft.com/office/drawing/2014/main" id="{9D855FB6-3F8B-4F48-BB63-40E93ACB20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831" name="Rectangle 963">
                  <a:extLst>
                    <a:ext uri="{FF2B5EF4-FFF2-40B4-BE49-F238E27FC236}">
                      <a16:creationId xmlns:a16="http://schemas.microsoft.com/office/drawing/2014/main" id="{F062D5F9-755C-724B-955A-7A2BDC06D5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32" name="Rectangle 964">
                  <a:extLst>
                    <a:ext uri="{FF2B5EF4-FFF2-40B4-BE49-F238E27FC236}">
                      <a16:creationId xmlns:a16="http://schemas.microsoft.com/office/drawing/2014/main" id="{177A8ED0-5EFF-1249-9487-CD3CEB431A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833" name="Group 965">
                  <a:extLst>
                    <a:ext uri="{FF2B5EF4-FFF2-40B4-BE49-F238E27FC236}">
                      <a16:creationId xmlns:a16="http://schemas.microsoft.com/office/drawing/2014/main" id="{A1DF88D1-CA38-D94A-B614-BF080EB3891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849" name="AutoShape 966">
                    <a:extLst>
                      <a:ext uri="{FF2B5EF4-FFF2-40B4-BE49-F238E27FC236}">
                        <a16:creationId xmlns:a16="http://schemas.microsoft.com/office/drawing/2014/main" id="{F38F11ED-A8CE-5249-99B7-BC200E46CA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850" name="AutoShape 967">
                    <a:extLst>
                      <a:ext uri="{FF2B5EF4-FFF2-40B4-BE49-F238E27FC236}">
                        <a16:creationId xmlns:a16="http://schemas.microsoft.com/office/drawing/2014/main" id="{BE8854EE-7F90-844A-B45E-E7DD53A00DD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834" name="Freeform 968">
                  <a:extLst>
                    <a:ext uri="{FF2B5EF4-FFF2-40B4-BE49-F238E27FC236}">
                      <a16:creationId xmlns:a16="http://schemas.microsoft.com/office/drawing/2014/main" id="{C685DB2D-2CAC-9042-82A0-DF8A8A5C76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7 w 328"/>
                    <a:gd name="T3" fmla="*/ 6 h 226"/>
                    <a:gd name="T4" fmla="*/ 7 w 328"/>
                    <a:gd name="T5" fmla="*/ 10 h 226"/>
                    <a:gd name="T6" fmla="*/ 0 w 328"/>
                    <a:gd name="T7" fmla="*/ 4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835" name="Group 969">
                  <a:extLst>
                    <a:ext uri="{FF2B5EF4-FFF2-40B4-BE49-F238E27FC236}">
                      <a16:creationId xmlns:a16="http://schemas.microsoft.com/office/drawing/2014/main" id="{17E8E7C0-53DA-9845-A7EC-5C2E647C987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847" name="AutoShape 970">
                    <a:extLst>
                      <a:ext uri="{FF2B5EF4-FFF2-40B4-BE49-F238E27FC236}">
                        <a16:creationId xmlns:a16="http://schemas.microsoft.com/office/drawing/2014/main" id="{B5CA9A5E-F11C-004B-9937-AD191292AE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848" name="AutoShape 971">
                    <a:extLst>
                      <a:ext uri="{FF2B5EF4-FFF2-40B4-BE49-F238E27FC236}">
                        <a16:creationId xmlns:a16="http://schemas.microsoft.com/office/drawing/2014/main" id="{96386543-71E7-1D42-9624-7949180883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836" name="Rectangle 972">
                  <a:extLst>
                    <a:ext uri="{FF2B5EF4-FFF2-40B4-BE49-F238E27FC236}">
                      <a16:creationId xmlns:a16="http://schemas.microsoft.com/office/drawing/2014/main" id="{C1AF9949-5911-9240-A6AD-91975A73F0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37" name="Freeform 973">
                  <a:extLst>
                    <a:ext uri="{FF2B5EF4-FFF2-40B4-BE49-F238E27FC236}">
                      <a16:creationId xmlns:a16="http://schemas.microsoft.com/office/drawing/2014/main" id="{27BBB8ED-9D76-4E4F-BF4D-5A7FF56435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7 w 296"/>
                    <a:gd name="T3" fmla="*/ 6 h 256"/>
                    <a:gd name="T4" fmla="*/ 7 w 296"/>
                    <a:gd name="T5" fmla="*/ 11 h 256"/>
                    <a:gd name="T6" fmla="*/ 0 w 296"/>
                    <a:gd name="T7" fmla="*/ 4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38" name="Freeform 974">
                  <a:extLst>
                    <a:ext uri="{FF2B5EF4-FFF2-40B4-BE49-F238E27FC236}">
                      <a16:creationId xmlns:a16="http://schemas.microsoft.com/office/drawing/2014/main" id="{02E9A54F-05AA-404E-91E8-11085F7EBD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7 w 304"/>
                    <a:gd name="T3" fmla="*/ 8 h 288"/>
                    <a:gd name="T4" fmla="*/ 6 w 304"/>
                    <a:gd name="T5" fmla="*/ 13 h 288"/>
                    <a:gd name="T6" fmla="*/ 2 w 304"/>
                    <a:gd name="T7" fmla="*/ 6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39" name="Oval 975">
                  <a:extLst>
                    <a:ext uri="{FF2B5EF4-FFF2-40B4-BE49-F238E27FC236}">
                      <a16:creationId xmlns:a16="http://schemas.microsoft.com/office/drawing/2014/main" id="{9AC3BA29-CFE0-7A41-866E-F884B95B87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40" name="Freeform 976">
                  <a:extLst>
                    <a:ext uri="{FF2B5EF4-FFF2-40B4-BE49-F238E27FC236}">
                      <a16:creationId xmlns:a16="http://schemas.microsoft.com/office/drawing/2014/main" id="{E7FFF245-8A0A-2749-A793-25B6F30E96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6 h 240"/>
                    <a:gd name="T2" fmla="*/ 2 w 306"/>
                    <a:gd name="T3" fmla="*/ 11 h 240"/>
                    <a:gd name="T4" fmla="*/ 7 w 306"/>
                    <a:gd name="T5" fmla="*/ 6 h 240"/>
                    <a:gd name="T6" fmla="*/ 7 w 306"/>
                    <a:gd name="T7" fmla="*/ 0 h 240"/>
                    <a:gd name="T8" fmla="*/ 0 w 306"/>
                    <a:gd name="T9" fmla="*/ 6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41" name="AutoShape 977">
                  <a:extLst>
                    <a:ext uri="{FF2B5EF4-FFF2-40B4-BE49-F238E27FC236}">
                      <a16:creationId xmlns:a16="http://schemas.microsoft.com/office/drawing/2014/main" id="{774C1F7E-EF61-9041-A67B-B2D38BDB14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42" name="AutoShape 978">
                  <a:extLst>
                    <a:ext uri="{FF2B5EF4-FFF2-40B4-BE49-F238E27FC236}">
                      <a16:creationId xmlns:a16="http://schemas.microsoft.com/office/drawing/2014/main" id="{8321AD11-FD38-2140-803F-0861F460D9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43" name="Oval 979">
                  <a:extLst>
                    <a:ext uri="{FF2B5EF4-FFF2-40B4-BE49-F238E27FC236}">
                      <a16:creationId xmlns:a16="http://schemas.microsoft.com/office/drawing/2014/main" id="{3B03DD16-3989-194B-BD6E-9FAE3F6CDA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44" name="Oval 980">
                  <a:extLst>
                    <a:ext uri="{FF2B5EF4-FFF2-40B4-BE49-F238E27FC236}">
                      <a16:creationId xmlns:a16="http://schemas.microsoft.com/office/drawing/2014/main" id="{FB43C4D6-3355-2049-A335-F477077CE1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45" name="Oval 981">
                  <a:extLst>
                    <a:ext uri="{FF2B5EF4-FFF2-40B4-BE49-F238E27FC236}">
                      <a16:creationId xmlns:a16="http://schemas.microsoft.com/office/drawing/2014/main" id="{8045FE53-47F3-754E-922B-AF14C03606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46" name="Rectangle 982">
                  <a:extLst>
                    <a:ext uri="{FF2B5EF4-FFF2-40B4-BE49-F238E27FC236}">
                      <a16:creationId xmlns:a16="http://schemas.microsoft.com/office/drawing/2014/main" id="{970F4A74-CE34-AE4C-A565-ABAC41470B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887" name="Freeform 2">
              <a:extLst>
                <a:ext uri="{FF2B5EF4-FFF2-40B4-BE49-F238E27FC236}">
                  <a16:creationId xmlns:a16="http://schemas.microsoft.com/office/drawing/2014/main" id="{73B896A4-C009-EC47-9EB3-507C0C7CC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1668" y="5696917"/>
              <a:ext cx="4027487" cy="939800"/>
            </a:xfrm>
            <a:custGeom>
              <a:avLst/>
              <a:gdLst>
                <a:gd name="T0" fmla="*/ 2147483647 w 10001"/>
                <a:gd name="T1" fmla="*/ 2147483647 h 10125"/>
                <a:gd name="T2" fmla="*/ 2147483647 w 10001"/>
                <a:gd name="T3" fmla="*/ 2147483647 h 10125"/>
                <a:gd name="T4" fmla="*/ 2147483647 w 10001"/>
                <a:gd name="T5" fmla="*/ 2147483647 h 10125"/>
                <a:gd name="T6" fmla="*/ 2147483647 w 10001"/>
                <a:gd name="T7" fmla="*/ 0 h 10125"/>
                <a:gd name="T8" fmla="*/ 2147483647 w 10001"/>
                <a:gd name="T9" fmla="*/ 2147483647 h 10125"/>
                <a:gd name="T10" fmla="*/ 2147483647 w 10001"/>
                <a:gd name="T11" fmla="*/ 2147483647 h 10125"/>
                <a:gd name="T12" fmla="*/ 2147483647 w 10001"/>
                <a:gd name="T13" fmla="*/ 2147483647 h 10125"/>
                <a:gd name="T14" fmla="*/ 2147483647 w 10001"/>
                <a:gd name="T15" fmla="*/ 2147483647 h 10125"/>
                <a:gd name="T16" fmla="*/ 2147483647 w 10001"/>
                <a:gd name="T17" fmla="*/ 2147483647 h 10125"/>
                <a:gd name="T18" fmla="*/ 2147483647 w 10001"/>
                <a:gd name="T19" fmla="*/ 2147483647 h 10125"/>
                <a:gd name="T20" fmla="*/ 2147483647 w 10001"/>
                <a:gd name="T21" fmla="*/ 2147483647 h 10125"/>
                <a:gd name="T22" fmla="*/ 2147483647 w 10001"/>
                <a:gd name="T23" fmla="*/ 2147483647 h 10125"/>
                <a:gd name="T24" fmla="*/ 2147483647 w 10001"/>
                <a:gd name="T25" fmla="*/ 2147483647 h 10125"/>
                <a:gd name="T26" fmla="*/ 2147483647 w 10001"/>
                <a:gd name="T27" fmla="*/ 2147483647 h 10125"/>
                <a:gd name="T28" fmla="*/ 2147483647 w 10001"/>
                <a:gd name="T29" fmla="*/ 2147483647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001" h="10125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888" name="Straight Connector 887">
              <a:extLst>
                <a:ext uri="{FF2B5EF4-FFF2-40B4-BE49-F238E27FC236}">
                  <a16:creationId xmlns:a16="http://schemas.microsoft.com/office/drawing/2014/main" id="{BFDE916B-AF97-DB4F-88E3-3211F74E07F5}"/>
                </a:ext>
              </a:extLst>
            </p:cNvPr>
            <p:cNvCxnSpPr/>
            <p:nvPr/>
          </p:nvCxnSpPr>
          <p:spPr>
            <a:xfrm flipV="1">
              <a:off x="5011593" y="5847730"/>
              <a:ext cx="1316037" cy="1317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89" name="Straight Connector 888">
              <a:extLst>
                <a:ext uri="{FF2B5EF4-FFF2-40B4-BE49-F238E27FC236}">
                  <a16:creationId xmlns:a16="http://schemas.microsoft.com/office/drawing/2014/main" id="{11A6A20F-5B1F-E34C-A889-7D7216BC52A6}"/>
                </a:ext>
              </a:extLst>
            </p:cNvPr>
            <p:cNvCxnSpPr/>
            <p:nvPr/>
          </p:nvCxnSpPr>
          <p:spPr>
            <a:xfrm>
              <a:off x="4900468" y="6035055"/>
              <a:ext cx="2259012" cy="29845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90" name="Straight Connector 889">
              <a:extLst>
                <a:ext uri="{FF2B5EF4-FFF2-40B4-BE49-F238E27FC236}">
                  <a16:creationId xmlns:a16="http://schemas.microsoft.com/office/drawing/2014/main" id="{EC3A188E-9403-584D-9DE4-BD063B6A9984}"/>
                </a:ext>
              </a:extLst>
            </p:cNvPr>
            <p:cNvCxnSpPr/>
            <p:nvPr/>
          </p:nvCxnSpPr>
          <p:spPr>
            <a:xfrm>
              <a:off x="4913168" y="6139830"/>
              <a:ext cx="714375" cy="276225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91" name="Straight Connector 890">
              <a:extLst>
                <a:ext uri="{FF2B5EF4-FFF2-40B4-BE49-F238E27FC236}">
                  <a16:creationId xmlns:a16="http://schemas.microsoft.com/office/drawing/2014/main" id="{CA8EFEA7-A8AA-F945-BA1D-4ACB721622E5}"/>
                </a:ext>
              </a:extLst>
            </p:cNvPr>
            <p:cNvCxnSpPr/>
            <p:nvPr/>
          </p:nvCxnSpPr>
          <p:spPr>
            <a:xfrm flipV="1">
              <a:off x="5930755" y="6333505"/>
              <a:ext cx="1247775" cy="8255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92" name="Straight Connector 891">
              <a:extLst>
                <a:ext uri="{FF2B5EF4-FFF2-40B4-BE49-F238E27FC236}">
                  <a16:creationId xmlns:a16="http://schemas.microsoft.com/office/drawing/2014/main" id="{B2D0340F-062D-4B43-ADB5-74954D542D1B}"/>
                </a:ext>
              </a:extLst>
            </p:cNvPr>
            <p:cNvCxnSpPr/>
            <p:nvPr/>
          </p:nvCxnSpPr>
          <p:spPr>
            <a:xfrm>
              <a:off x="6591155" y="5881067"/>
              <a:ext cx="1057275" cy="123825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93" name="Straight Connector 892">
              <a:extLst>
                <a:ext uri="{FF2B5EF4-FFF2-40B4-BE49-F238E27FC236}">
                  <a16:creationId xmlns:a16="http://schemas.microsoft.com/office/drawing/2014/main" id="{694966F7-E79E-AC42-A981-710223649ACC}"/>
                </a:ext>
              </a:extLst>
            </p:cNvPr>
            <p:cNvCxnSpPr/>
            <p:nvPr/>
          </p:nvCxnSpPr>
          <p:spPr>
            <a:xfrm flipV="1">
              <a:off x="5875193" y="6035055"/>
              <a:ext cx="1790700" cy="29845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E084439A-562F-9047-916D-8BFA8D983C78}"/>
                </a:ext>
              </a:extLst>
            </p:cNvPr>
            <p:cNvCxnSpPr/>
            <p:nvPr/>
          </p:nvCxnSpPr>
          <p:spPr>
            <a:xfrm flipV="1">
              <a:off x="7202343" y="6063630"/>
              <a:ext cx="588962" cy="269875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B834EF84-01CE-DB43-AA3A-31C4F6601F10}"/>
                </a:ext>
              </a:extLst>
            </p:cNvPr>
            <p:cNvCxnSpPr/>
            <p:nvPr/>
          </p:nvCxnSpPr>
          <p:spPr>
            <a:xfrm>
              <a:off x="6345093" y="5847730"/>
              <a:ext cx="814387" cy="401637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grpSp>
          <p:nvGrpSpPr>
            <p:cNvPr id="896" name="Group 895">
              <a:extLst>
                <a:ext uri="{FF2B5EF4-FFF2-40B4-BE49-F238E27FC236}">
                  <a16:creationId xmlns:a16="http://schemas.microsoft.com/office/drawing/2014/main" id="{711F93EB-336F-294F-9B30-EC65C9DC0F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4868" y="2950542"/>
              <a:ext cx="6978650" cy="1096963"/>
              <a:chOff x="1526216" y="3003498"/>
              <a:chExt cx="6978041" cy="1096962"/>
            </a:xfrm>
          </p:grpSpPr>
          <p:sp>
            <p:nvSpPr>
              <p:cNvPr id="897" name="TextBox 399">
                <a:extLst>
                  <a:ext uri="{FF2B5EF4-FFF2-40B4-BE49-F238E27FC236}">
                    <a16:creationId xmlns:a16="http://schemas.microsoft.com/office/drawing/2014/main" id="{02C371D3-2C1E-5244-9747-22984982BA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14291" y="3628973"/>
                <a:ext cx="595313" cy="4714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data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plane</a:t>
                </a:r>
              </a:p>
            </p:txBody>
          </p:sp>
          <p:sp>
            <p:nvSpPr>
              <p:cNvPr id="898" name="TextBox 400">
                <a:extLst>
                  <a:ext uri="{FF2B5EF4-FFF2-40B4-BE49-F238E27FC236}">
                    <a16:creationId xmlns:a16="http://schemas.microsoft.com/office/drawing/2014/main" id="{E9FCEA42-739D-C647-B0B2-29DF679917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28579" y="3003498"/>
                <a:ext cx="709612" cy="4714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control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plane</a:t>
                </a:r>
              </a:p>
            </p:txBody>
          </p:sp>
          <p:cxnSp>
            <p:nvCxnSpPr>
              <p:cNvPr id="899" name="Straight Connector 898">
                <a:extLst>
                  <a:ext uri="{FF2B5EF4-FFF2-40B4-BE49-F238E27FC236}">
                    <a16:creationId xmlns:a16="http://schemas.microsoft.com/office/drawing/2014/main" id="{B4D02647-EB69-3549-8B8C-C214B4362D0C}"/>
                  </a:ext>
                </a:extLst>
              </p:cNvPr>
              <p:cNvCxnSpPr/>
              <p:nvPr/>
            </p:nvCxnSpPr>
            <p:spPr bwMode="auto">
              <a:xfrm flipV="1">
                <a:off x="1526216" y="3579760"/>
                <a:ext cx="6978041" cy="11112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dash"/>
              </a:ln>
              <a:effectLst/>
            </p:spPr>
          </p:cxnSp>
        </p:grpSp>
        <p:grpSp>
          <p:nvGrpSpPr>
            <p:cNvPr id="900" name="Group 899">
              <a:extLst>
                <a:ext uri="{FF2B5EF4-FFF2-40B4-BE49-F238E27FC236}">
                  <a16:creationId xmlns:a16="http://schemas.microsoft.com/office/drawing/2014/main" id="{D1C980A1-7A81-E64E-86E7-AE4ADB468E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86093" y="2682255"/>
              <a:ext cx="4295775" cy="320675"/>
              <a:chOff x="2433511" y="2792111"/>
              <a:chExt cx="4296530" cy="320561"/>
            </a:xfrm>
          </p:grpSpPr>
          <p:grpSp>
            <p:nvGrpSpPr>
              <p:cNvPr id="901" name="Group 401">
                <a:extLst>
                  <a:ext uri="{FF2B5EF4-FFF2-40B4-BE49-F238E27FC236}">
                    <a16:creationId xmlns:a16="http://schemas.microsoft.com/office/drawing/2014/main" id="{0C7ACA51-7903-9B4D-A9BA-79FE11C0D1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33511" y="2794083"/>
                <a:ext cx="349250" cy="317387"/>
                <a:chOff x="2931664" y="3912603"/>
                <a:chExt cx="430450" cy="329314"/>
              </a:xfrm>
            </p:grpSpPr>
            <p:sp>
              <p:nvSpPr>
                <p:cNvPr id="922" name="Rectangle 921">
                  <a:extLst>
                    <a:ext uri="{FF2B5EF4-FFF2-40B4-BE49-F238E27FC236}">
                      <a16:creationId xmlns:a16="http://schemas.microsoft.com/office/drawing/2014/main" id="{4D33FA09-AAF7-044A-A5A8-F3F23C68AF3C}"/>
                    </a:ext>
                  </a:extLst>
                </p:cNvPr>
                <p:cNvSpPr/>
                <p:nvPr/>
              </p:nvSpPr>
              <p:spPr>
                <a:xfrm>
                  <a:off x="2937534" y="3912203"/>
                  <a:ext cx="424655" cy="329314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23" name="Straight Connector 922">
                  <a:extLst>
                    <a:ext uri="{FF2B5EF4-FFF2-40B4-BE49-F238E27FC236}">
                      <a16:creationId xmlns:a16="http://schemas.microsoft.com/office/drawing/2014/main" id="{C201AD05-8A56-4949-B304-A2A9AB5DD587}"/>
                    </a:ext>
                  </a:extLst>
                </p:cNvPr>
                <p:cNvCxnSpPr/>
                <p:nvPr/>
              </p:nvCxnSpPr>
              <p:spPr>
                <a:xfrm>
                  <a:off x="2931664" y="4004411"/>
                  <a:ext cx="424654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924" name="Straight Connector 923">
                  <a:extLst>
                    <a:ext uri="{FF2B5EF4-FFF2-40B4-BE49-F238E27FC236}">
                      <a16:creationId xmlns:a16="http://schemas.microsoft.com/office/drawing/2014/main" id="{ED7C9AD7-08A8-D942-BF3A-F53E94AF4B95}"/>
                    </a:ext>
                  </a:extLst>
                </p:cNvPr>
                <p:cNvCxnSpPr/>
                <p:nvPr/>
              </p:nvCxnSpPr>
              <p:spPr>
                <a:xfrm>
                  <a:off x="2931664" y="4066980"/>
                  <a:ext cx="424654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925" name="Straight Connector 924">
                  <a:extLst>
                    <a:ext uri="{FF2B5EF4-FFF2-40B4-BE49-F238E27FC236}">
                      <a16:creationId xmlns:a16="http://schemas.microsoft.com/office/drawing/2014/main" id="{143A10B8-06CC-D647-AEF7-2670CD772003}"/>
                    </a:ext>
                  </a:extLst>
                </p:cNvPr>
                <p:cNvCxnSpPr>
                  <a:stCxn id="922" idx="2"/>
                </p:cNvCxnSpPr>
                <p:nvPr/>
              </p:nvCxnSpPr>
              <p:spPr>
                <a:xfrm flipH="1" flipV="1">
                  <a:off x="3148883" y="4004411"/>
                  <a:ext cx="0" cy="23710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902" name="Group 406">
                <a:extLst>
                  <a:ext uri="{FF2B5EF4-FFF2-40B4-BE49-F238E27FC236}">
                    <a16:creationId xmlns:a16="http://schemas.microsoft.com/office/drawing/2014/main" id="{508A07A5-EEA9-904C-A972-4C4DADB526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8666" y="2792111"/>
                <a:ext cx="350838" cy="317387"/>
                <a:chOff x="2931664" y="3912603"/>
                <a:chExt cx="430450" cy="329314"/>
              </a:xfrm>
            </p:grpSpPr>
            <p:sp>
              <p:nvSpPr>
                <p:cNvPr id="918" name="Rectangle 917">
                  <a:extLst>
                    <a:ext uri="{FF2B5EF4-FFF2-40B4-BE49-F238E27FC236}">
                      <a16:creationId xmlns:a16="http://schemas.microsoft.com/office/drawing/2014/main" id="{3F286581-2453-1F47-8CC7-5657614015DB}"/>
                    </a:ext>
                  </a:extLst>
                </p:cNvPr>
                <p:cNvSpPr/>
                <p:nvPr/>
              </p:nvSpPr>
              <p:spPr>
                <a:xfrm>
                  <a:off x="2936779" y="3912603"/>
                  <a:ext cx="424681" cy="329314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19" name="Straight Connector 918">
                  <a:extLst>
                    <a:ext uri="{FF2B5EF4-FFF2-40B4-BE49-F238E27FC236}">
                      <a16:creationId xmlns:a16="http://schemas.microsoft.com/office/drawing/2014/main" id="{30F55D65-689B-184E-A7EE-17D45743B000}"/>
                    </a:ext>
                  </a:extLst>
                </p:cNvPr>
                <p:cNvCxnSpPr/>
                <p:nvPr/>
              </p:nvCxnSpPr>
              <p:spPr>
                <a:xfrm>
                  <a:off x="2930935" y="4004811"/>
                  <a:ext cx="424681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920" name="Straight Connector 919">
                  <a:extLst>
                    <a:ext uri="{FF2B5EF4-FFF2-40B4-BE49-F238E27FC236}">
                      <a16:creationId xmlns:a16="http://schemas.microsoft.com/office/drawing/2014/main" id="{076ADE22-2AEF-5040-9FA3-121B2C370E3A}"/>
                    </a:ext>
                  </a:extLst>
                </p:cNvPr>
                <p:cNvCxnSpPr/>
                <p:nvPr/>
              </p:nvCxnSpPr>
              <p:spPr>
                <a:xfrm>
                  <a:off x="2930935" y="4067381"/>
                  <a:ext cx="424681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921" name="Straight Connector 920">
                  <a:extLst>
                    <a:ext uri="{FF2B5EF4-FFF2-40B4-BE49-F238E27FC236}">
                      <a16:creationId xmlns:a16="http://schemas.microsoft.com/office/drawing/2014/main" id="{F2B6C973-6DE4-2349-9A6A-64B1F7541845}"/>
                    </a:ext>
                  </a:extLst>
                </p:cNvPr>
                <p:cNvCxnSpPr>
                  <a:stCxn id="918" idx="2"/>
                </p:cNvCxnSpPr>
                <p:nvPr/>
              </p:nvCxnSpPr>
              <p:spPr>
                <a:xfrm flipH="1" flipV="1">
                  <a:off x="3147171" y="4004811"/>
                  <a:ext cx="1949" cy="23710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903" name="Group 411">
                <a:extLst>
                  <a:ext uri="{FF2B5EF4-FFF2-40B4-BE49-F238E27FC236}">
                    <a16:creationId xmlns:a16="http://schemas.microsoft.com/office/drawing/2014/main" id="{AB449866-D0BC-6B4F-801B-0FA210DD83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82104" y="2792111"/>
                <a:ext cx="350837" cy="317387"/>
                <a:chOff x="2931664" y="3912603"/>
                <a:chExt cx="430450" cy="329314"/>
              </a:xfrm>
            </p:grpSpPr>
            <p:sp>
              <p:nvSpPr>
                <p:cNvPr id="914" name="Rectangle 913">
                  <a:extLst>
                    <a:ext uri="{FF2B5EF4-FFF2-40B4-BE49-F238E27FC236}">
                      <a16:creationId xmlns:a16="http://schemas.microsoft.com/office/drawing/2014/main" id="{4E4F9BC1-F5BE-B344-A249-E838C680C739}"/>
                    </a:ext>
                  </a:extLst>
                </p:cNvPr>
                <p:cNvSpPr/>
                <p:nvPr/>
              </p:nvSpPr>
              <p:spPr>
                <a:xfrm>
                  <a:off x="2936958" y="3912603"/>
                  <a:ext cx="424682" cy="329314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15" name="Straight Connector 914">
                  <a:extLst>
                    <a:ext uri="{FF2B5EF4-FFF2-40B4-BE49-F238E27FC236}">
                      <a16:creationId xmlns:a16="http://schemas.microsoft.com/office/drawing/2014/main" id="{DB20F410-274B-C043-A0B4-75FDB2F514FF}"/>
                    </a:ext>
                  </a:extLst>
                </p:cNvPr>
                <p:cNvCxnSpPr/>
                <p:nvPr/>
              </p:nvCxnSpPr>
              <p:spPr>
                <a:xfrm>
                  <a:off x="2931113" y="4004811"/>
                  <a:ext cx="424682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916" name="Straight Connector 915">
                  <a:extLst>
                    <a:ext uri="{FF2B5EF4-FFF2-40B4-BE49-F238E27FC236}">
                      <a16:creationId xmlns:a16="http://schemas.microsoft.com/office/drawing/2014/main" id="{7E028785-0101-4B45-BBD3-8308680B4792}"/>
                    </a:ext>
                  </a:extLst>
                </p:cNvPr>
                <p:cNvCxnSpPr/>
                <p:nvPr/>
              </p:nvCxnSpPr>
              <p:spPr>
                <a:xfrm>
                  <a:off x="2931113" y="4067381"/>
                  <a:ext cx="424682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917" name="Straight Connector 916">
                  <a:extLst>
                    <a:ext uri="{FF2B5EF4-FFF2-40B4-BE49-F238E27FC236}">
                      <a16:creationId xmlns:a16="http://schemas.microsoft.com/office/drawing/2014/main" id="{A47B9AA0-7155-B643-A937-D99E939A959D}"/>
                    </a:ext>
                  </a:extLst>
                </p:cNvPr>
                <p:cNvCxnSpPr>
                  <a:stCxn id="914" idx="2"/>
                </p:cNvCxnSpPr>
                <p:nvPr/>
              </p:nvCxnSpPr>
              <p:spPr>
                <a:xfrm flipH="1" flipV="1">
                  <a:off x="3147351" y="4004811"/>
                  <a:ext cx="1947" cy="23710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904" name="Group 416">
                <a:extLst>
                  <a:ext uri="{FF2B5EF4-FFF2-40B4-BE49-F238E27FC236}">
                    <a16:creationId xmlns:a16="http://schemas.microsoft.com/office/drawing/2014/main" id="{6CFC219B-7363-534F-BBB9-2940C18F6D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74316" y="2795285"/>
                <a:ext cx="349250" cy="317387"/>
                <a:chOff x="2931664" y="3912603"/>
                <a:chExt cx="430450" cy="329314"/>
              </a:xfrm>
            </p:grpSpPr>
            <p:sp>
              <p:nvSpPr>
                <p:cNvPr id="910" name="Rectangle 909">
                  <a:extLst>
                    <a:ext uri="{FF2B5EF4-FFF2-40B4-BE49-F238E27FC236}">
                      <a16:creationId xmlns:a16="http://schemas.microsoft.com/office/drawing/2014/main" id="{A90F17FE-7DC7-C744-AC85-74012E165AB3}"/>
                    </a:ext>
                  </a:extLst>
                </p:cNvPr>
                <p:cNvSpPr/>
                <p:nvPr/>
              </p:nvSpPr>
              <p:spPr>
                <a:xfrm>
                  <a:off x="2937241" y="3912603"/>
                  <a:ext cx="424655" cy="329314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11" name="Straight Connector 910">
                  <a:extLst>
                    <a:ext uri="{FF2B5EF4-FFF2-40B4-BE49-F238E27FC236}">
                      <a16:creationId xmlns:a16="http://schemas.microsoft.com/office/drawing/2014/main" id="{493DE14E-A2F1-A249-AD60-B96754D395E1}"/>
                    </a:ext>
                  </a:extLst>
                </p:cNvPr>
                <p:cNvCxnSpPr/>
                <p:nvPr/>
              </p:nvCxnSpPr>
              <p:spPr>
                <a:xfrm>
                  <a:off x="2931371" y="4004811"/>
                  <a:ext cx="424654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912" name="Straight Connector 911">
                  <a:extLst>
                    <a:ext uri="{FF2B5EF4-FFF2-40B4-BE49-F238E27FC236}">
                      <a16:creationId xmlns:a16="http://schemas.microsoft.com/office/drawing/2014/main" id="{8DFE02DA-2A86-4844-B164-F4DC02A4123A}"/>
                    </a:ext>
                  </a:extLst>
                </p:cNvPr>
                <p:cNvCxnSpPr/>
                <p:nvPr/>
              </p:nvCxnSpPr>
              <p:spPr>
                <a:xfrm>
                  <a:off x="2931371" y="4067381"/>
                  <a:ext cx="424654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913" name="Straight Connector 912">
                  <a:extLst>
                    <a:ext uri="{FF2B5EF4-FFF2-40B4-BE49-F238E27FC236}">
                      <a16:creationId xmlns:a16="http://schemas.microsoft.com/office/drawing/2014/main" id="{C4AA7EE7-5C2E-8D48-989F-F7194666A353}"/>
                    </a:ext>
                  </a:extLst>
                </p:cNvPr>
                <p:cNvCxnSpPr>
                  <a:stCxn id="910" idx="2"/>
                </p:cNvCxnSpPr>
                <p:nvPr/>
              </p:nvCxnSpPr>
              <p:spPr>
                <a:xfrm flipH="1" flipV="1">
                  <a:off x="3148590" y="4004811"/>
                  <a:ext cx="0" cy="23710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905" name="Group 421">
                <a:extLst>
                  <a:ext uri="{FF2B5EF4-FFF2-40B4-BE49-F238E27FC236}">
                    <a16:creationId xmlns:a16="http://schemas.microsoft.com/office/drawing/2014/main" id="{1FA36B18-95B0-CB4E-95BE-59E9718161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79204" y="2792111"/>
                <a:ext cx="350837" cy="317387"/>
                <a:chOff x="2931664" y="3912603"/>
                <a:chExt cx="430450" cy="329314"/>
              </a:xfrm>
            </p:grpSpPr>
            <p:sp>
              <p:nvSpPr>
                <p:cNvPr id="906" name="Rectangle 905">
                  <a:extLst>
                    <a:ext uri="{FF2B5EF4-FFF2-40B4-BE49-F238E27FC236}">
                      <a16:creationId xmlns:a16="http://schemas.microsoft.com/office/drawing/2014/main" id="{EE684161-8E76-E041-95F6-E692F09DB739}"/>
                    </a:ext>
                  </a:extLst>
                </p:cNvPr>
                <p:cNvSpPr/>
                <p:nvPr/>
              </p:nvSpPr>
              <p:spPr>
                <a:xfrm>
                  <a:off x="2937432" y="3912603"/>
                  <a:ext cx="424682" cy="329314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07" name="Straight Connector 906">
                  <a:extLst>
                    <a:ext uri="{FF2B5EF4-FFF2-40B4-BE49-F238E27FC236}">
                      <a16:creationId xmlns:a16="http://schemas.microsoft.com/office/drawing/2014/main" id="{7927B3EE-2CC2-B44C-94F1-B69CA0A815A2}"/>
                    </a:ext>
                  </a:extLst>
                </p:cNvPr>
                <p:cNvCxnSpPr/>
                <p:nvPr/>
              </p:nvCxnSpPr>
              <p:spPr>
                <a:xfrm>
                  <a:off x="2931587" y="4004811"/>
                  <a:ext cx="424682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908" name="Straight Connector 907">
                  <a:extLst>
                    <a:ext uri="{FF2B5EF4-FFF2-40B4-BE49-F238E27FC236}">
                      <a16:creationId xmlns:a16="http://schemas.microsoft.com/office/drawing/2014/main" id="{89B6595F-CFF0-3B40-B47C-ADB86E974281}"/>
                    </a:ext>
                  </a:extLst>
                </p:cNvPr>
                <p:cNvCxnSpPr/>
                <p:nvPr/>
              </p:nvCxnSpPr>
              <p:spPr>
                <a:xfrm>
                  <a:off x="2931587" y="4067381"/>
                  <a:ext cx="424682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909" name="Straight Connector 908">
                  <a:extLst>
                    <a:ext uri="{FF2B5EF4-FFF2-40B4-BE49-F238E27FC236}">
                      <a16:creationId xmlns:a16="http://schemas.microsoft.com/office/drawing/2014/main" id="{C551D2B6-035F-CE4D-A43A-5FFB5AFCEED5}"/>
                    </a:ext>
                  </a:extLst>
                </p:cNvPr>
                <p:cNvCxnSpPr>
                  <a:stCxn id="906" idx="2"/>
                </p:cNvCxnSpPr>
                <p:nvPr/>
              </p:nvCxnSpPr>
              <p:spPr>
                <a:xfrm flipH="1" flipV="1">
                  <a:off x="3147825" y="4004811"/>
                  <a:ext cx="1947" cy="23710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</p:grpSp>
        <p:grpSp>
          <p:nvGrpSpPr>
            <p:cNvPr id="926" name="Group 925">
              <a:extLst>
                <a:ext uri="{FF2B5EF4-FFF2-40B4-BE49-F238E27FC236}">
                  <a16:creationId xmlns:a16="http://schemas.microsoft.com/office/drawing/2014/main" id="{A988FEAF-222E-2C4B-8C38-8B6C17D4D6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5068" y="3656980"/>
              <a:ext cx="5211762" cy="2740025"/>
              <a:chOff x="1856416" y="3709935"/>
              <a:chExt cx="5211763" cy="2739614"/>
            </a:xfrm>
          </p:grpSpPr>
          <p:sp>
            <p:nvSpPr>
              <p:cNvPr id="927" name="Freeform 926">
                <a:extLst>
                  <a:ext uri="{FF2B5EF4-FFF2-40B4-BE49-F238E27FC236}">
                    <a16:creationId xmlns:a16="http://schemas.microsoft.com/office/drawing/2014/main" id="{875BCAC4-B573-D54B-BF32-094096F89D98}"/>
                  </a:ext>
                </a:extLst>
              </p:cNvPr>
              <p:cNvSpPr/>
              <p:nvPr/>
            </p:nvSpPr>
            <p:spPr>
              <a:xfrm>
                <a:off x="1877053" y="5330529"/>
                <a:ext cx="1281113" cy="758711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325315"/>
                  <a:gd name="connsiteY0" fmla="*/ 1160935 h 1160935"/>
                  <a:gd name="connsiteX1" fmla="*/ 0 w 1325315"/>
                  <a:gd name="connsiteY1" fmla="*/ 0 h 1160935"/>
                  <a:gd name="connsiteX2" fmla="*/ 1040633 w 1325315"/>
                  <a:gd name="connsiteY2" fmla="*/ 16785 h 1160935"/>
                  <a:gd name="connsiteX3" fmla="*/ 1214315 w 1325315"/>
                  <a:gd name="connsiteY3" fmla="*/ 1064597 h 1160935"/>
                  <a:gd name="connsiteX4" fmla="*/ 448507 w 1325315"/>
                  <a:gd name="connsiteY4" fmla="*/ 1160935 h 1160935"/>
                  <a:gd name="connsiteX0" fmla="*/ 448507 w 1214315"/>
                  <a:gd name="connsiteY0" fmla="*/ 1160935 h 1160935"/>
                  <a:gd name="connsiteX1" fmla="*/ 0 w 1214315"/>
                  <a:gd name="connsiteY1" fmla="*/ 0 h 1160935"/>
                  <a:gd name="connsiteX2" fmla="*/ 1040633 w 1214315"/>
                  <a:gd name="connsiteY2" fmla="*/ 16785 h 1160935"/>
                  <a:gd name="connsiteX3" fmla="*/ 1214315 w 1214315"/>
                  <a:gd name="connsiteY3" fmla="*/ 1064597 h 1160935"/>
                  <a:gd name="connsiteX4" fmla="*/ 448507 w 1214315"/>
                  <a:gd name="connsiteY4" fmla="*/ 1160935 h 1160935"/>
                  <a:gd name="connsiteX0" fmla="*/ 448507 w 1214315"/>
                  <a:gd name="connsiteY0" fmla="*/ 1160935 h 1160935"/>
                  <a:gd name="connsiteX1" fmla="*/ 0 w 1214315"/>
                  <a:gd name="connsiteY1" fmla="*/ 0 h 1160935"/>
                  <a:gd name="connsiteX2" fmla="*/ 1040633 w 1214315"/>
                  <a:gd name="connsiteY2" fmla="*/ 16785 h 1160935"/>
                  <a:gd name="connsiteX3" fmla="*/ 1214315 w 1214315"/>
                  <a:gd name="connsiteY3" fmla="*/ 1064597 h 1160935"/>
                  <a:gd name="connsiteX4" fmla="*/ 448507 w 1214315"/>
                  <a:gd name="connsiteY4" fmla="*/ 1160935 h 1160935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340486"/>
                  <a:gd name="connsiteY0" fmla="*/ 921649 h 921649"/>
                  <a:gd name="connsiteX1" fmla="*/ 0 w 1340486"/>
                  <a:gd name="connsiteY1" fmla="*/ 51716 h 921649"/>
                  <a:gd name="connsiteX2" fmla="*/ 1059218 w 1340486"/>
                  <a:gd name="connsiteY2" fmla="*/ 355 h 921649"/>
                  <a:gd name="connsiteX3" fmla="*/ 1340486 w 1340486"/>
                  <a:gd name="connsiteY3" fmla="*/ 709789 h 921649"/>
                  <a:gd name="connsiteX4" fmla="*/ 1060159 w 1340486"/>
                  <a:gd name="connsiteY4" fmla="*/ 921649 h 921649"/>
                  <a:gd name="connsiteX0" fmla="*/ 1060159 w 1340486"/>
                  <a:gd name="connsiteY0" fmla="*/ 921649 h 921649"/>
                  <a:gd name="connsiteX1" fmla="*/ 0 w 1340486"/>
                  <a:gd name="connsiteY1" fmla="*/ 51716 h 921649"/>
                  <a:gd name="connsiteX2" fmla="*/ 1059218 w 1340486"/>
                  <a:gd name="connsiteY2" fmla="*/ 355 h 921649"/>
                  <a:gd name="connsiteX3" fmla="*/ 1340486 w 1340486"/>
                  <a:gd name="connsiteY3" fmla="*/ 709789 h 921649"/>
                  <a:gd name="connsiteX4" fmla="*/ 1060159 w 1340486"/>
                  <a:gd name="connsiteY4" fmla="*/ 921649 h 921649"/>
                  <a:gd name="connsiteX0" fmla="*/ 1060159 w 1340486"/>
                  <a:gd name="connsiteY0" fmla="*/ 921649 h 921649"/>
                  <a:gd name="connsiteX1" fmla="*/ 0 w 1340486"/>
                  <a:gd name="connsiteY1" fmla="*/ 51716 h 921649"/>
                  <a:gd name="connsiteX2" fmla="*/ 1059218 w 1340486"/>
                  <a:gd name="connsiteY2" fmla="*/ 355 h 921649"/>
                  <a:gd name="connsiteX3" fmla="*/ 1340486 w 1340486"/>
                  <a:gd name="connsiteY3" fmla="*/ 709789 h 921649"/>
                  <a:gd name="connsiteX4" fmla="*/ 1060159 w 1340486"/>
                  <a:gd name="connsiteY4" fmla="*/ 921649 h 921649"/>
                  <a:gd name="connsiteX0" fmla="*/ 1025166 w 1340486"/>
                  <a:gd name="connsiteY0" fmla="*/ 746482 h 746482"/>
                  <a:gd name="connsiteX1" fmla="*/ 0 w 1340486"/>
                  <a:gd name="connsiteY1" fmla="*/ 51716 h 746482"/>
                  <a:gd name="connsiteX2" fmla="*/ 1059218 w 1340486"/>
                  <a:gd name="connsiteY2" fmla="*/ 355 h 746482"/>
                  <a:gd name="connsiteX3" fmla="*/ 1340486 w 1340486"/>
                  <a:gd name="connsiteY3" fmla="*/ 709789 h 746482"/>
                  <a:gd name="connsiteX4" fmla="*/ 1025166 w 1340486"/>
                  <a:gd name="connsiteY4" fmla="*/ 746482 h 746482"/>
                  <a:gd name="connsiteX0" fmla="*/ 1025166 w 1340486"/>
                  <a:gd name="connsiteY0" fmla="*/ 746482 h 746482"/>
                  <a:gd name="connsiteX1" fmla="*/ 0 w 1340486"/>
                  <a:gd name="connsiteY1" fmla="*/ 51716 h 746482"/>
                  <a:gd name="connsiteX2" fmla="*/ 1059218 w 1340486"/>
                  <a:gd name="connsiteY2" fmla="*/ 355 h 746482"/>
                  <a:gd name="connsiteX3" fmla="*/ 1340486 w 1340486"/>
                  <a:gd name="connsiteY3" fmla="*/ 709789 h 746482"/>
                  <a:gd name="connsiteX4" fmla="*/ 1025166 w 1340486"/>
                  <a:gd name="connsiteY4" fmla="*/ 746482 h 746482"/>
                  <a:gd name="connsiteX0" fmla="*/ 965179 w 1280499"/>
                  <a:gd name="connsiteY0" fmla="*/ 759828 h 759828"/>
                  <a:gd name="connsiteX1" fmla="*/ 0 w 1280499"/>
                  <a:gd name="connsiteY1" fmla="*/ 0 h 759828"/>
                  <a:gd name="connsiteX2" fmla="*/ 999231 w 1280499"/>
                  <a:gd name="connsiteY2" fmla="*/ 13701 h 759828"/>
                  <a:gd name="connsiteX3" fmla="*/ 1280499 w 1280499"/>
                  <a:gd name="connsiteY3" fmla="*/ 723135 h 759828"/>
                  <a:gd name="connsiteX4" fmla="*/ 965179 w 1280499"/>
                  <a:gd name="connsiteY4" fmla="*/ 759828 h 759828"/>
                  <a:gd name="connsiteX0" fmla="*/ 965179 w 1280499"/>
                  <a:gd name="connsiteY0" fmla="*/ 759828 h 759828"/>
                  <a:gd name="connsiteX1" fmla="*/ 0 w 1280499"/>
                  <a:gd name="connsiteY1" fmla="*/ 0 h 759828"/>
                  <a:gd name="connsiteX2" fmla="*/ 999231 w 1280499"/>
                  <a:gd name="connsiteY2" fmla="*/ 13701 h 759828"/>
                  <a:gd name="connsiteX3" fmla="*/ 1280499 w 1280499"/>
                  <a:gd name="connsiteY3" fmla="*/ 723135 h 759828"/>
                  <a:gd name="connsiteX4" fmla="*/ 965179 w 1280499"/>
                  <a:gd name="connsiteY4" fmla="*/ 759828 h 759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0499" h="759828">
                    <a:moveTo>
                      <a:pt x="965179" y="759828"/>
                    </a:moveTo>
                    <a:cubicBezTo>
                      <a:pt x="301565" y="231725"/>
                      <a:pt x="628999" y="498939"/>
                      <a:pt x="0" y="0"/>
                    </a:cubicBezTo>
                    <a:lnTo>
                      <a:pt x="999231" y="13701"/>
                    </a:lnTo>
                    <a:cubicBezTo>
                      <a:pt x="1112985" y="379881"/>
                      <a:pt x="1055867" y="236107"/>
                      <a:pt x="1280499" y="723135"/>
                    </a:cubicBezTo>
                    <a:cubicBezTo>
                      <a:pt x="1186079" y="728668"/>
                      <a:pt x="1127207" y="701414"/>
                      <a:pt x="965179" y="75982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928" name="Freeform 927">
                <a:extLst>
                  <a:ext uri="{FF2B5EF4-FFF2-40B4-BE49-F238E27FC236}">
                    <a16:creationId xmlns:a16="http://schemas.microsoft.com/office/drawing/2014/main" id="{0D857BEA-FC6F-1449-A5C0-C21CC8BC5CED}"/>
                  </a:ext>
                </a:extLst>
              </p:cNvPr>
              <p:cNvSpPr/>
              <p:nvPr/>
            </p:nvSpPr>
            <p:spPr>
              <a:xfrm>
                <a:off x="6202992" y="5428939"/>
                <a:ext cx="865187" cy="553955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23004 w 954755"/>
                  <a:gd name="connsiteY0" fmla="*/ 943771 h 976186"/>
                  <a:gd name="connsiteX1" fmla="*/ 455145 w 954755"/>
                  <a:gd name="connsiteY1" fmla="*/ 11688 h 976186"/>
                  <a:gd name="connsiteX2" fmla="*/ 954755 w 954755"/>
                  <a:gd name="connsiteY2" fmla="*/ 0 h 976186"/>
                  <a:gd name="connsiteX3" fmla="*/ 728484 w 954755"/>
                  <a:gd name="connsiteY3" fmla="*/ 976186 h 976186"/>
                  <a:gd name="connsiteX4" fmla="*/ 23004 w 954755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56363"/>
                  <a:gd name="connsiteY0" fmla="*/ 932083 h 954654"/>
                  <a:gd name="connsiteX1" fmla="*/ 432141 w 956363"/>
                  <a:gd name="connsiteY1" fmla="*/ 0 h 954654"/>
                  <a:gd name="connsiteX2" fmla="*/ 956363 w 956363"/>
                  <a:gd name="connsiteY2" fmla="*/ 12924 h 954654"/>
                  <a:gd name="connsiteX3" fmla="*/ 183705 w 956363"/>
                  <a:gd name="connsiteY3" fmla="*/ 954654 h 954654"/>
                  <a:gd name="connsiteX4" fmla="*/ 0 w 956363"/>
                  <a:gd name="connsiteY4" fmla="*/ 932083 h 954654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1011379"/>
                  <a:gd name="connsiteY0" fmla="*/ 605727 h 758185"/>
                  <a:gd name="connsiteX1" fmla="*/ 490915 w 1011379"/>
                  <a:gd name="connsiteY1" fmla="*/ 13939 h 758185"/>
                  <a:gd name="connsiteX2" fmla="*/ 1011379 w 1011379"/>
                  <a:gd name="connsiteY2" fmla="*/ 563 h 758185"/>
                  <a:gd name="connsiteX3" fmla="*/ 268780 w 1011379"/>
                  <a:gd name="connsiteY3" fmla="*/ 758185 h 758185"/>
                  <a:gd name="connsiteX4" fmla="*/ 0 w 1011379"/>
                  <a:gd name="connsiteY4" fmla="*/ 605727 h 758185"/>
                  <a:gd name="connsiteX0" fmla="*/ 0 w 1011379"/>
                  <a:gd name="connsiteY0" fmla="*/ 605727 h 648280"/>
                  <a:gd name="connsiteX1" fmla="*/ 490915 w 1011379"/>
                  <a:gd name="connsiteY1" fmla="*/ 13939 h 648280"/>
                  <a:gd name="connsiteX2" fmla="*/ 1011379 w 1011379"/>
                  <a:gd name="connsiteY2" fmla="*/ 563 h 648280"/>
                  <a:gd name="connsiteX3" fmla="*/ 198718 w 1011379"/>
                  <a:gd name="connsiteY3" fmla="*/ 648280 h 648280"/>
                  <a:gd name="connsiteX4" fmla="*/ 0 w 1011379"/>
                  <a:gd name="connsiteY4" fmla="*/ 605727 h 648280"/>
                  <a:gd name="connsiteX0" fmla="*/ 0 w 1011379"/>
                  <a:gd name="connsiteY0" fmla="*/ 605727 h 648280"/>
                  <a:gd name="connsiteX1" fmla="*/ 490915 w 1011379"/>
                  <a:gd name="connsiteY1" fmla="*/ 13939 h 648280"/>
                  <a:gd name="connsiteX2" fmla="*/ 1011379 w 1011379"/>
                  <a:gd name="connsiteY2" fmla="*/ 563 h 648280"/>
                  <a:gd name="connsiteX3" fmla="*/ 198718 w 1011379"/>
                  <a:gd name="connsiteY3" fmla="*/ 648280 h 648280"/>
                  <a:gd name="connsiteX4" fmla="*/ 0 w 1011379"/>
                  <a:gd name="connsiteY4" fmla="*/ 605727 h 648280"/>
                  <a:gd name="connsiteX0" fmla="*/ 0 w 1011379"/>
                  <a:gd name="connsiteY0" fmla="*/ 605727 h 648280"/>
                  <a:gd name="connsiteX1" fmla="*/ 490915 w 1011379"/>
                  <a:gd name="connsiteY1" fmla="*/ 13939 h 648280"/>
                  <a:gd name="connsiteX2" fmla="*/ 1011379 w 1011379"/>
                  <a:gd name="connsiteY2" fmla="*/ 563 h 648280"/>
                  <a:gd name="connsiteX3" fmla="*/ 198718 w 1011379"/>
                  <a:gd name="connsiteY3" fmla="*/ 648280 h 648280"/>
                  <a:gd name="connsiteX4" fmla="*/ 0 w 1011379"/>
                  <a:gd name="connsiteY4" fmla="*/ 605727 h 648280"/>
                  <a:gd name="connsiteX0" fmla="*/ 0 w 1011379"/>
                  <a:gd name="connsiteY0" fmla="*/ 605727 h 605727"/>
                  <a:gd name="connsiteX1" fmla="*/ 490915 w 1011379"/>
                  <a:gd name="connsiteY1" fmla="*/ 13939 h 605727"/>
                  <a:gd name="connsiteX2" fmla="*/ 1011379 w 1011379"/>
                  <a:gd name="connsiteY2" fmla="*/ 563 h 605727"/>
                  <a:gd name="connsiteX3" fmla="*/ 318823 w 1011379"/>
                  <a:gd name="connsiteY3" fmla="*/ 553361 h 605727"/>
                  <a:gd name="connsiteX4" fmla="*/ 0 w 1011379"/>
                  <a:gd name="connsiteY4" fmla="*/ 605727 h 605727"/>
                  <a:gd name="connsiteX0" fmla="*/ 0 w 866251"/>
                  <a:gd name="connsiteY0" fmla="*/ 540783 h 553361"/>
                  <a:gd name="connsiteX1" fmla="*/ 345787 w 866251"/>
                  <a:gd name="connsiteY1" fmla="*/ 13939 h 553361"/>
                  <a:gd name="connsiteX2" fmla="*/ 866251 w 866251"/>
                  <a:gd name="connsiteY2" fmla="*/ 563 h 553361"/>
                  <a:gd name="connsiteX3" fmla="*/ 173695 w 866251"/>
                  <a:gd name="connsiteY3" fmla="*/ 553361 h 553361"/>
                  <a:gd name="connsiteX4" fmla="*/ 0 w 866251"/>
                  <a:gd name="connsiteY4" fmla="*/ 540783 h 553361"/>
                  <a:gd name="connsiteX0" fmla="*/ 0 w 866251"/>
                  <a:gd name="connsiteY0" fmla="*/ 540783 h 553361"/>
                  <a:gd name="connsiteX1" fmla="*/ 345787 w 866251"/>
                  <a:gd name="connsiteY1" fmla="*/ 13939 h 553361"/>
                  <a:gd name="connsiteX2" fmla="*/ 866251 w 866251"/>
                  <a:gd name="connsiteY2" fmla="*/ 563 h 553361"/>
                  <a:gd name="connsiteX3" fmla="*/ 173695 w 866251"/>
                  <a:gd name="connsiteY3" fmla="*/ 553361 h 553361"/>
                  <a:gd name="connsiteX4" fmla="*/ 0 w 866251"/>
                  <a:gd name="connsiteY4" fmla="*/ 540783 h 553361"/>
                  <a:gd name="connsiteX0" fmla="*/ 0 w 866251"/>
                  <a:gd name="connsiteY0" fmla="*/ 540783 h 553361"/>
                  <a:gd name="connsiteX1" fmla="*/ 345787 w 866251"/>
                  <a:gd name="connsiteY1" fmla="*/ 13939 h 553361"/>
                  <a:gd name="connsiteX2" fmla="*/ 866251 w 866251"/>
                  <a:gd name="connsiteY2" fmla="*/ 563 h 553361"/>
                  <a:gd name="connsiteX3" fmla="*/ 173695 w 866251"/>
                  <a:gd name="connsiteY3" fmla="*/ 553361 h 553361"/>
                  <a:gd name="connsiteX4" fmla="*/ 0 w 866251"/>
                  <a:gd name="connsiteY4" fmla="*/ 540783 h 553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6251" h="553361">
                    <a:moveTo>
                      <a:pt x="0" y="540783"/>
                    </a:moveTo>
                    <a:cubicBezTo>
                      <a:pt x="274887" y="134762"/>
                      <a:pt x="159176" y="337938"/>
                      <a:pt x="345787" y="13939"/>
                    </a:cubicBezTo>
                    <a:cubicBezTo>
                      <a:pt x="520528" y="18247"/>
                      <a:pt x="691510" y="-3745"/>
                      <a:pt x="866251" y="563"/>
                    </a:cubicBezTo>
                    <a:cubicBezTo>
                      <a:pt x="252709" y="502795"/>
                      <a:pt x="640047" y="209256"/>
                      <a:pt x="173695" y="553361"/>
                    </a:cubicBezTo>
                    <a:cubicBezTo>
                      <a:pt x="39410" y="524725"/>
                      <a:pt x="196198" y="539317"/>
                      <a:pt x="0" y="540783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929" name="Freeform 928">
                <a:extLst>
                  <a:ext uri="{FF2B5EF4-FFF2-40B4-BE49-F238E27FC236}">
                    <a16:creationId xmlns:a16="http://schemas.microsoft.com/office/drawing/2014/main" id="{218DF382-E11C-A94A-ABF5-F93EB0534196}"/>
                  </a:ext>
                </a:extLst>
              </p:cNvPr>
              <p:cNvSpPr/>
              <p:nvPr/>
            </p:nvSpPr>
            <p:spPr>
              <a:xfrm>
                <a:off x="5377492" y="5449574"/>
                <a:ext cx="676275" cy="896802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27977 w 802211"/>
                  <a:gd name="connsiteY0" fmla="*/ 815791 h 976186"/>
                  <a:gd name="connsiteX1" fmla="*/ 302601 w 802211"/>
                  <a:gd name="connsiteY1" fmla="*/ 11688 h 976186"/>
                  <a:gd name="connsiteX2" fmla="*/ 802211 w 802211"/>
                  <a:gd name="connsiteY2" fmla="*/ 0 h 976186"/>
                  <a:gd name="connsiteX3" fmla="*/ 575940 w 802211"/>
                  <a:gd name="connsiteY3" fmla="*/ 976186 h 976186"/>
                  <a:gd name="connsiteX4" fmla="*/ 27977 w 802211"/>
                  <a:gd name="connsiteY4" fmla="*/ 815791 h 976186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28714 h 828714"/>
                  <a:gd name="connsiteX1" fmla="*/ 302601 w 802211"/>
                  <a:gd name="connsiteY1" fmla="*/ 0 h 828714"/>
                  <a:gd name="connsiteX2" fmla="*/ 802211 w 802211"/>
                  <a:gd name="connsiteY2" fmla="*/ 12923 h 828714"/>
                  <a:gd name="connsiteX3" fmla="*/ 236294 w 802211"/>
                  <a:gd name="connsiteY3" fmla="*/ 821751 h 828714"/>
                  <a:gd name="connsiteX4" fmla="*/ 27977 w 802211"/>
                  <a:gd name="connsiteY4" fmla="*/ 828714 h 828714"/>
                  <a:gd name="connsiteX0" fmla="*/ 56213 w 830447"/>
                  <a:gd name="connsiteY0" fmla="*/ 828714 h 828714"/>
                  <a:gd name="connsiteX1" fmla="*/ 330837 w 830447"/>
                  <a:gd name="connsiteY1" fmla="*/ 0 h 828714"/>
                  <a:gd name="connsiteX2" fmla="*/ 830447 w 830447"/>
                  <a:gd name="connsiteY2" fmla="*/ 12923 h 828714"/>
                  <a:gd name="connsiteX3" fmla="*/ 264530 w 830447"/>
                  <a:gd name="connsiteY3" fmla="*/ 821751 h 828714"/>
                  <a:gd name="connsiteX4" fmla="*/ 56213 w 830447"/>
                  <a:gd name="connsiteY4" fmla="*/ 828714 h 828714"/>
                  <a:gd name="connsiteX0" fmla="*/ 64130 w 789139"/>
                  <a:gd name="connsiteY0" fmla="*/ 794258 h 821751"/>
                  <a:gd name="connsiteX1" fmla="*/ 289529 w 789139"/>
                  <a:gd name="connsiteY1" fmla="*/ 0 h 821751"/>
                  <a:gd name="connsiteX2" fmla="*/ 789139 w 789139"/>
                  <a:gd name="connsiteY2" fmla="*/ 12923 h 821751"/>
                  <a:gd name="connsiteX3" fmla="*/ 223222 w 789139"/>
                  <a:gd name="connsiteY3" fmla="*/ 821751 h 821751"/>
                  <a:gd name="connsiteX4" fmla="*/ 64130 w 789139"/>
                  <a:gd name="connsiteY4" fmla="*/ 794258 h 821751"/>
                  <a:gd name="connsiteX0" fmla="*/ 0 w 725009"/>
                  <a:gd name="connsiteY0" fmla="*/ 794258 h 821751"/>
                  <a:gd name="connsiteX1" fmla="*/ 225399 w 725009"/>
                  <a:gd name="connsiteY1" fmla="*/ 0 h 821751"/>
                  <a:gd name="connsiteX2" fmla="*/ 725009 w 725009"/>
                  <a:gd name="connsiteY2" fmla="*/ 12923 h 821751"/>
                  <a:gd name="connsiteX3" fmla="*/ 159092 w 725009"/>
                  <a:gd name="connsiteY3" fmla="*/ 821751 h 821751"/>
                  <a:gd name="connsiteX4" fmla="*/ 0 w 725009"/>
                  <a:gd name="connsiteY4" fmla="*/ 794258 h 82175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422433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497"/>
                  <a:gd name="connsiteY0" fmla="*/ 1279028 h 1306521"/>
                  <a:gd name="connsiteX1" fmla="*/ 225399 w 725497"/>
                  <a:gd name="connsiteY1" fmla="*/ 75260 h 1306521"/>
                  <a:gd name="connsiteX2" fmla="*/ 396193 w 725497"/>
                  <a:gd name="connsiteY2" fmla="*/ 156799 h 1306521"/>
                  <a:gd name="connsiteX3" fmla="*/ 725009 w 725497"/>
                  <a:gd name="connsiteY3" fmla="*/ 205042 h 1306521"/>
                  <a:gd name="connsiteX4" fmla="*/ 159092 w 725497"/>
                  <a:gd name="connsiteY4" fmla="*/ 1306521 h 1306521"/>
                  <a:gd name="connsiteX5" fmla="*/ 0 w 725497"/>
                  <a:gd name="connsiteY5" fmla="*/ 1279028 h 1306521"/>
                  <a:gd name="connsiteX0" fmla="*/ 0 w 725239"/>
                  <a:gd name="connsiteY0" fmla="*/ 1295668 h 1323161"/>
                  <a:gd name="connsiteX1" fmla="*/ 225399 w 725239"/>
                  <a:gd name="connsiteY1" fmla="*/ 91900 h 1323161"/>
                  <a:gd name="connsiteX2" fmla="*/ 725009 w 725239"/>
                  <a:gd name="connsiteY2" fmla="*/ 221682 h 1323161"/>
                  <a:gd name="connsiteX3" fmla="*/ 159092 w 725239"/>
                  <a:gd name="connsiteY3" fmla="*/ 1323161 h 1323161"/>
                  <a:gd name="connsiteX4" fmla="*/ 0 w 725239"/>
                  <a:gd name="connsiteY4" fmla="*/ 1295668 h 1323161"/>
                  <a:gd name="connsiteX0" fmla="*/ 0 w 725221"/>
                  <a:gd name="connsiteY0" fmla="*/ 1210552 h 1238045"/>
                  <a:gd name="connsiteX1" fmla="*/ 191583 w 725221"/>
                  <a:gd name="connsiteY1" fmla="*/ 153319 h 1238045"/>
                  <a:gd name="connsiteX2" fmla="*/ 725009 w 725221"/>
                  <a:gd name="connsiteY2" fmla="*/ 136566 h 1238045"/>
                  <a:gd name="connsiteX3" fmla="*/ 159092 w 725221"/>
                  <a:gd name="connsiteY3" fmla="*/ 1238045 h 1238045"/>
                  <a:gd name="connsiteX4" fmla="*/ 0 w 725221"/>
                  <a:gd name="connsiteY4" fmla="*/ 1210552 h 1238045"/>
                  <a:gd name="connsiteX0" fmla="*/ 0 w 725305"/>
                  <a:gd name="connsiteY0" fmla="*/ 1158512 h 1186005"/>
                  <a:gd name="connsiteX1" fmla="*/ 191583 w 725305"/>
                  <a:gd name="connsiteY1" fmla="*/ 101279 h 1186005"/>
                  <a:gd name="connsiteX2" fmla="*/ 725009 w 725305"/>
                  <a:gd name="connsiteY2" fmla="*/ 84526 h 1186005"/>
                  <a:gd name="connsiteX3" fmla="*/ 159092 w 725305"/>
                  <a:gd name="connsiteY3" fmla="*/ 1186005 h 1186005"/>
                  <a:gd name="connsiteX4" fmla="*/ 0 w 725305"/>
                  <a:gd name="connsiteY4" fmla="*/ 1158512 h 1186005"/>
                  <a:gd name="connsiteX0" fmla="*/ 0 w 725009"/>
                  <a:gd name="connsiteY0" fmla="*/ 1073986 h 1101479"/>
                  <a:gd name="connsiteX1" fmla="*/ 191583 w 725009"/>
                  <a:gd name="connsiteY1" fmla="*/ 16753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074607"/>
                  <a:gd name="connsiteX1" fmla="*/ 206612 w 725009"/>
                  <a:gd name="connsiteY1" fmla="*/ 1724 h 1074607"/>
                  <a:gd name="connsiteX2" fmla="*/ 725009 w 725009"/>
                  <a:gd name="connsiteY2" fmla="*/ 0 h 1074607"/>
                  <a:gd name="connsiteX3" fmla="*/ 229048 w 725009"/>
                  <a:gd name="connsiteY3" fmla="*/ 886531 h 1074607"/>
                  <a:gd name="connsiteX4" fmla="*/ 0 w 725009"/>
                  <a:gd name="connsiteY4" fmla="*/ 1073986 h 1074607"/>
                  <a:gd name="connsiteX0" fmla="*/ 0 w 725009"/>
                  <a:gd name="connsiteY0" fmla="*/ 1073986 h 1074607"/>
                  <a:gd name="connsiteX1" fmla="*/ 206612 w 725009"/>
                  <a:gd name="connsiteY1" fmla="*/ 1724 h 1074607"/>
                  <a:gd name="connsiteX2" fmla="*/ 725009 w 725009"/>
                  <a:gd name="connsiteY2" fmla="*/ 0 h 1074607"/>
                  <a:gd name="connsiteX3" fmla="*/ 229048 w 725009"/>
                  <a:gd name="connsiteY3" fmla="*/ 886531 h 1074607"/>
                  <a:gd name="connsiteX4" fmla="*/ 0 w 725009"/>
                  <a:gd name="connsiteY4" fmla="*/ 1073986 h 1074607"/>
                  <a:gd name="connsiteX0" fmla="*/ 0 w 675040"/>
                  <a:gd name="connsiteY0" fmla="*/ 894029 h 896577"/>
                  <a:gd name="connsiteX1" fmla="*/ 156643 w 675040"/>
                  <a:gd name="connsiteY1" fmla="*/ 1724 h 896577"/>
                  <a:gd name="connsiteX2" fmla="*/ 675040 w 675040"/>
                  <a:gd name="connsiteY2" fmla="*/ 0 h 896577"/>
                  <a:gd name="connsiteX3" fmla="*/ 179079 w 675040"/>
                  <a:gd name="connsiteY3" fmla="*/ 886531 h 896577"/>
                  <a:gd name="connsiteX4" fmla="*/ 0 w 675040"/>
                  <a:gd name="connsiteY4" fmla="*/ 894029 h 896577"/>
                  <a:gd name="connsiteX0" fmla="*/ 0 w 675040"/>
                  <a:gd name="connsiteY0" fmla="*/ 894029 h 896577"/>
                  <a:gd name="connsiteX1" fmla="*/ 186623 w 675040"/>
                  <a:gd name="connsiteY1" fmla="*/ 1724 h 896577"/>
                  <a:gd name="connsiteX2" fmla="*/ 675040 w 675040"/>
                  <a:gd name="connsiteY2" fmla="*/ 0 h 896577"/>
                  <a:gd name="connsiteX3" fmla="*/ 179079 w 675040"/>
                  <a:gd name="connsiteY3" fmla="*/ 886531 h 896577"/>
                  <a:gd name="connsiteX4" fmla="*/ 0 w 675040"/>
                  <a:gd name="connsiteY4" fmla="*/ 894029 h 896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5040" h="896577">
                    <a:moveTo>
                      <a:pt x="0" y="894029"/>
                    </a:moveTo>
                    <a:cubicBezTo>
                      <a:pt x="95638" y="409857"/>
                      <a:pt x="76811" y="618448"/>
                      <a:pt x="186623" y="1724"/>
                    </a:cubicBezTo>
                    <a:cubicBezTo>
                      <a:pt x="431451" y="14348"/>
                      <a:pt x="449377" y="35256"/>
                      <a:pt x="675040" y="0"/>
                    </a:cubicBezTo>
                    <a:cubicBezTo>
                      <a:pt x="276172" y="749497"/>
                      <a:pt x="462801" y="344746"/>
                      <a:pt x="179079" y="886531"/>
                    </a:cubicBezTo>
                    <a:cubicBezTo>
                      <a:pt x="44794" y="857895"/>
                      <a:pt x="92525" y="908114"/>
                      <a:pt x="0" y="89402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930" name="Freeform 929">
                <a:extLst>
                  <a:ext uri="{FF2B5EF4-FFF2-40B4-BE49-F238E27FC236}">
                    <a16:creationId xmlns:a16="http://schemas.microsoft.com/office/drawing/2014/main" id="{BD4E8E8A-5281-2546-8825-0786245B15DA}"/>
                  </a:ext>
                </a:extLst>
              </p:cNvPr>
              <p:cNvSpPr/>
              <p:nvPr/>
            </p:nvSpPr>
            <p:spPr>
              <a:xfrm>
                <a:off x="4340853" y="5470208"/>
                <a:ext cx="514350" cy="401578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503138"/>
                  <a:gd name="connsiteY0" fmla="*/ 961687 h 964568"/>
                  <a:gd name="connsiteX1" fmla="*/ 0 w 503138"/>
                  <a:gd name="connsiteY1" fmla="*/ 70 h 964568"/>
                  <a:gd name="connsiteX2" fmla="*/ 503138 w 503138"/>
                  <a:gd name="connsiteY2" fmla="*/ 154187 h 964568"/>
                  <a:gd name="connsiteX3" fmla="*/ 273339 w 503138"/>
                  <a:gd name="connsiteY3" fmla="*/ 964568 h 964568"/>
                  <a:gd name="connsiteX4" fmla="*/ 197928 w 503138"/>
                  <a:gd name="connsiteY4" fmla="*/ 961687 h 964568"/>
                  <a:gd name="connsiteX0" fmla="*/ 201456 w 506666"/>
                  <a:gd name="connsiteY0" fmla="*/ 807500 h 810381"/>
                  <a:gd name="connsiteX1" fmla="*/ 0 w 506666"/>
                  <a:gd name="connsiteY1" fmla="*/ 15216 h 810381"/>
                  <a:gd name="connsiteX2" fmla="*/ 506666 w 506666"/>
                  <a:gd name="connsiteY2" fmla="*/ 0 h 810381"/>
                  <a:gd name="connsiteX3" fmla="*/ 276867 w 506666"/>
                  <a:gd name="connsiteY3" fmla="*/ 810381 h 810381"/>
                  <a:gd name="connsiteX4" fmla="*/ 201456 w 506666"/>
                  <a:gd name="connsiteY4" fmla="*/ 807500 h 810381"/>
                  <a:gd name="connsiteX0" fmla="*/ 201456 w 506666"/>
                  <a:gd name="connsiteY0" fmla="*/ 807500 h 811593"/>
                  <a:gd name="connsiteX1" fmla="*/ 0 w 506666"/>
                  <a:gd name="connsiteY1" fmla="*/ 15216 h 811593"/>
                  <a:gd name="connsiteX2" fmla="*/ 506666 w 506666"/>
                  <a:gd name="connsiteY2" fmla="*/ 0 h 811593"/>
                  <a:gd name="connsiteX3" fmla="*/ 276867 w 506666"/>
                  <a:gd name="connsiteY3" fmla="*/ 810381 h 811593"/>
                  <a:gd name="connsiteX4" fmla="*/ 201456 w 506666"/>
                  <a:gd name="connsiteY4" fmla="*/ 807500 h 811593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276867 w 506666"/>
                  <a:gd name="connsiteY3" fmla="*/ 81038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789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789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45472 w 559302"/>
                  <a:gd name="connsiteY0" fmla="*/ 807500 h 807500"/>
                  <a:gd name="connsiteX1" fmla="*/ 52636 w 559302"/>
                  <a:gd name="connsiteY1" fmla="*/ 7896 h 807500"/>
                  <a:gd name="connsiteX2" fmla="*/ 559302 w 559302"/>
                  <a:gd name="connsiteY2" fmla="*/ 0 h 807500"/>
                  <a:gd name="connsiteX3" fmla="*/ 384402 w 559302"/>
                  <a:gd name="connsiteY3" fmla="*/ 803061 h 807500"/>
                  <a:gd name="connsiteX4" fmla="*/ 45472 w 559302"/>
                  <a:gd name="connsiteY4" fmla="*/ 807500 h 807500"/>
                  <a:gd name="connsiteX0" fmla="*/ 21974 w 535804"/>
                  <a:gd name="connsiteY0" fmla="*/ 807500 h 807500"/>
                  <a:gd name="connsiteX1" fmla="*/ 29138 w 535804"/>
                  <a:gd name="connsiteY1" fmla="*/ 7896 h 807500"/>
                  <a:gd name="connsiteX2" fmla="*/ 535804 w 535804"/>
                  <a:gd name="connsiteY2" fmla="*/ 0 h 807500"/>
                  <a:gd name="connsiteX3" fmla="*/ 360904 w 535804"/>
                  <a:gd name="connsiteY3" fmla="*/ 803061 h 807500"/>
                  <a:gd name="connsiteX4" fmla="*/ 21974 w 535804"/>
                  <a:gd name="connsiteY4" fmla="*/ 807500 h 807500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30473"/>
                  <a:gd name="connsiteX1" fmla="*/ 0 w 506666"/>
                  <a:gd name="connsiteY1" fmla="*/ 7896 h 830473"/>
                  <a:gd name="connsiteX2" fmla="*/ 506666 w 506666"/>
                  <a:gd name="connsiteY2" fmla="*/ 0 h 830473"/>
                  <a:gd name="connsiteX3" fmla="*/ 331766 w 506666"/>
                  <a:gd name="connsiteY3" fmla="*/ 828681 h 830473"/>
                  <a:gd name="connsiteX4" fmla="*/ 128256 w 506666"/>
                  <a:gd name="connsiteY4" fmla="*/ 829461 h 830473"/>
                  <a:gd name="connsiteX0" fmla="*/ 128256 w 506666"/>
                  <a:gd name="connsiteY0" fmla="*/ 829461 h 830473"/>
                  <a:gd name="connsiteX1" fmla="*/ 0 w 506666"/>
                  <a:gd name="connsiteY1" fmla="*/ 7896 h 830473"/>
                  <a:gd name="connsiteX2" fmla="*/ 506666 w 506666"/>
                  <a:gd name="connsiteY2" fmla="*/ 0 h 830473"/>
                  <a:gd name="connsiteX3" fmla="*/ 331766 w 506666"/>
                  <a:gd name="connsiteY3" fmla="*/ 828681 h 830473"/>
                  <a:gd name="connsiteX4" fmla="*/ 128256 w 506666"/>
                  <a:gd name="connsiteY4" fmla="*/ 829461 h 830473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7341"/>
                  <a:gd name="connsiteX1" fmla="*/ 0 w 514180"/>
                  <a:gd name="connsiteY1" fmla="*/ 0 h 577341"/>
                  <a:gd name="connsiteX2" fmla="*/ 514180 w 514180"/>
                  <a:gd name="connsiteY2" fmla="*/ 10891 h 577341"/>
                  <a:gd name="connsiteX3" fmla="*/ 404259 w 514180"/>
                  <a:gd name="connsiteY3" fmla="*/ 386400 h 577341"/>
                  <a:gd name="connsiteX4" fmla="*/ 135770 w 514180"/>
                  <a:gd name="connsiteY4" fmla="*/ 577341 h 577341"/>
                  <a:gd name="connsiteX0" fmla="*/ 100781 w 514180"/>
                  <a:gd name="connsiteY0" fmla="*/ 432218 h 432218"/>
                  <a:gd name="connsiteX1" fmla="*/ 0 w 514180"/>
                  <a:gd name="connsiteY1" fmla="*/ 0 h 432218"/>
                  <a:gd name="connsiteX2" fmla="*/ 514180 w 514180"/>
                  <a:gd name="connsiteY2" fmla="*/ 10891 h 432218"/>
                  <a:gd name="connsiteX3" fmla="*/ 404259 w 514180"/>
                  <a:gd name="connsiteY3" fmla="*/ 386400 h 432218"/>
                  <a:gd name="connsiteX4" fmla="*/ 100781 w 514180"/>
                  <a:gd name="connsiteY4" fmla="*/ 432218 h 432218"/>
                  <a:gd name="connsiteX0" fmla="*/ 100781 w 514180"/>
                  <a:gd name="connsiteY0" fmla="*/ 432218 h 432218"/>
                  <a:gd name="connsiteX1" fmla="*/ 0 w 514180"/>
                  <a:gd name="connsiteY1" fmla="*/ 0 h 432218"/>
                  <a:gd name="connsiteX2" fmla="*/ 514180 w 514180"/>
                  <a:gd name="connsiteY2" fmla="*/ 10891 h 432218"/>
                  <a:gd name="connsiteX3" fmla="*/ 404259 w 514180"/>
                  <a:gd name="connsiteY3" fmla="*/ 386400 h 432218"/>
                  <a:gd name="connsiteX4" fmla="*/ 100781 w 514180"/>
                  <a:gd name="connsiteY4" fmla="*/ 432218 h 432218"/>
                  <a:gd name="connsiteX0" fmla="*/ 100781 w 514180"/>
                  <a:gd name="connsiteY0" fmla="*/ 402193 h 402193"/>
                  <a:gd name="connsiteX1" fmla="*/ 0 w 514180"/>
                  <a:gd name="connsiteY1" fmla="*/ 0 h 402193"/>
                  <a:gd name="connsiteX2" fmla="*/ 514180 w 514180"/>
                  <a:gd name="connsiteY2" fmla="*/ 10891 h 402193"/>
                  <a:gd name="connsiteX3" fmla="*/ 404259 w 514180"/>
                  <a:gd name="connsiteY3" fmla="*/ 386400 h 402193"/>
                  <a:gd name="connsiteX4" fmla="*/ 100781 w 514180"/>
                  <a:gd name="connsiteY4" fmla="*/ 402193 h 402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4180" h="402193">
                    <a:moveTo>
                      <a:pt x="100781" y="402193"/>
                    </a:moveTo>
                    <a:cubicBezTo>
                      <a:pt x="60584" y="194221"/>
                      <a:pt x="96631" y="442038"/>
                      <a:pt x="0" y="0"/>
                    </a:cubicBezTo>
                    <a:lnTo>
                      <a:pt x="514180" y="10891"/>
                    </a:lnTo>
                    <a:cubicBezTo>
                      <a:pt x="417353" y="348331"/>
                      <a:pt x="491637" y="89943"/>
                      <a:pt x="404259" y="386400"/>
                    </a:cubicBezTo>
                    <a:cubicBezTo>
                      <a:pt x="357814" y="390704"/>
                      <a:pt x="168880" y="400727"/>
                      <a:pt x="100781" y="402193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931" name="Freeform 930">
                <a:extLst>
                  <a:ext uri="{FF2B5EF4-FFF2-40B4-BE49-F238E27FC236}">
                    <a16:creationId xmlns:a16="http://schemas.microsoft.com/office/drawing/2014/main" id="{E78920D8-D684-1642-B41B-2CC538B9202E}"/>
                  </a:ext>
                </a:extLst>
              </p:cNvPr>
              <p:cNvSpPr/>
              <p:nvPr/>
            </p:nvSpPr>
            <p:spPr>
              <a:xfrm>
                <a:off x="3561391" y="5433701"/>
                <a:ext cx="573087" cy="1015848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621064"/>
                  <a:gd name="connsiteY0" fmla="*/ 973305 h 973305"/>
                  <a:gd name="connsiteX1" fmla="*/ 0 w 621064"/>
                  <a:gd name="connsiteY1" fmla="*/ 11688 h 973305"/>
                  <a:gd name="connsiteX2" fmla="*/ 499610 w 621064"/>
                  <a:gd name="connsiteY2" fmla="*/ 0 h 973305"/>
                  <a:gd name="connsiteX3" fmla="*/ 558839 w 621064"/>
                  <a:gd name="connsiteY3" fmla="*/ 754682 h 973305"/>
                  <a:gd name="connsiteX4" fmla="*/ 197928 w 621064"/>
                  <a:gd name="connsiteY4" fmla="*/ 973305 h 973305"/>
                  <a:gd name="connsiteX0" fmla="*/ 197928 w 558839"/>
                  <a:gd name="connsiteY0" fmla="*/ 973305 h 973305"/>
                  <a:gd name="connsiteX1" fmla="*/ 0 w 558839"/>
                  <a:gd name="connsiteY1" fmla="*/ 11688 h 973305"/>
                  <a:gd name="connsiteX2" fmla="*/ 499610 w 558839"/>
                  <a:gd name="connsiteY2" fmla="*/ 0 h 973305"/>
                  <a:gd name="connsiteX3" fmla="*/ 558839 w 558839"/>
                  <a:gd name="connsiteY3" fmla="*/ 754682 h 973305"/>
                  <a:gd name="connsiteX4" fmla="*/ 197928 w 558839"/>
                  <a:gd name="connsiteY4" fmla="*/ 973305 h 973305"/>
                  <a:gd name="connsiteX0" fmla="*/ 197928 w 558839"/>
                  <a:gd name="connsiteY0" fmla="*/ 973305 h 973305"/>
                  <a:gd name="connsiteX1" fmla="*/ 0 w 558839"/>
                  <a:gd name="connsiteY1" fmla="*/ 11688 h 973305"/>
                  <a:gd name="connsiteX2" fmla="*/ 499610 w 558839"/>
                  <a:gd name="connsiteY2" fmla="*/ 0 h 973305"/>
                  <a:gd name="connsiteX3" fmla="*/ 558839 w 558839"/>
                  <a:gd name="connsiteY3" fmla="*/ 754682 h 973305"/>
                  <a:gd name="connsiteX4" fmla="*/ 197928 w 558839"/>
                  <a:gd name="connsiteY4" fmla="*/ 973305 h 973305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1315828 h 1315828"/>
                  <a:gd name="connsiteX1" fmla="*/ 0 w 558839"/>
                  <a:gd name="connsiteY1" fmla="*/ 531414 h 1315828"/>
                  <a:gd name="connsiteX2" fmla="*/ 506930 w 558839"/>
                  <a:gd name="connsiteY2" fmla="*/ 0 h 1315828"/>
                  <a:gd name="connsiteX3" fmla="*/ 558839 w 558839"/>
                  <a:gd name="connsiteY3" fmla="*/ 1274408 h 1315828"/>
                  <a:gd name="connsiteX4" fmla="*/ 370213 w 558839"/>
                  <a:gd name="connsiteY4" fmla="*/ 1315828 h 1315828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88119"/>
                  <a:gd name="connsiteY0" fmla="*/ 1326654 h 1326654"/>
                  <a:gd name="connsiteX1" fmla="*/ 0 w 588119"/>
                  <a:gd name="connsiteY1" fmla="*/ 554 h 1326654"/>
                  <a:gd name="connsiteX2" fmla="*/ 521570 w 588119"/>
                  <a:gd name="connsiteY2" fmla="*/ 10826 h 1326654"/>
                  <a:gd name="connsiteX3" fmla="*/ 588119 w 588119"/>
                  <a:gd name="connsiteY3" fmla="*/ 1321835 h 1326654"/>
                  <a:gd name="connsiteX4" fmla="*/ 384853 w 588119"/>
                  <a:gd name="connsiteY4" fmla="*/ 1326654 h 1326654"/>
                  <a:gd name="connsiteX0" fmla="*/ 384853 w 588119"/>
                  <a:gd name="connsiteY0" fmla="*/ 1326654 h 1326654"/>
                  <a:gd name="connsiteX1" fmla="*/ 0 w 588119"/>
                  <a:gd name="connsiteY1" fmla="*/ 554 h 1326654"/>
                  <a:gd name="connsiteX2" fmla="*/ 521570 w 588119"/>
                  <a:gd name="connsiteY2" fmla="*/ 10826 h 1326654"/>
                  <a:gd name="connsiteX3" fmla="*/ 588119 w 588119"/>
                  <a:gd name="connsiteY3" fmla="*/ 1321835 h 1326654"/>
                  <a:gd name="connsiteX4" fmla="*/ 384853 w 588119"/>
                  <a:gd name="connsiteY4" fmla="*/ 1326654 h 1326654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94113"/>
                  <a:gd name="connsiteY0" fmla="*/ 1097905 h 1179971"/>
                  <a:gd name="connsiteX1" fmla="*/ 0 w 594113"/>
                  <a:gd name="connsiteY1" fmla="*/ 4757 h 1179971"/>
                  <a:gd name="connsiteX2" fmla="*/ 502783 w 594113"/>
                  <a:gd name="connsiteY2" fmla="*/ 0 h 1179971"/>
                  <a:gd name="connsiteX3" fmla="*/ 594113 w 594113"/>
                  <a:gd name="connsiteY3" fmla="*/ 1179818 h 1179971"/>
                  <a:gd name="connsiteX4" fmla="*/ 366066 w 594113"/>
                  <a:gd name="connsiteY4" fmla="*/ 1097905 h 1179971"/>
                  <a:gd name="connsiteX0" fmla="*/ 403236 w 594113"/>
                  <a:gd name="connsiteY0" fmla="*/ 1215612 h 1215612"/>
                  <a:gd name="connsiteX1" fmla="*/ 0 w 594113"/>
                  <a:gd name="connsiteY1" fmla="*/ 4757 h 1215612"/>
                  <a:gd name="connsiteX2" fmla="*/ 502783 w 594113"/>
                  <a:gd name="connsiteY2" fmla="*/ 0 h 1215612"/>
                  <a:gd name="connsiteX3" fmla="*/ 594113 w 594113"/>
                  <a:gd name="connsiteY3" fmla="*/ 1179818 h 1215612"/>
                  <a:gd name="connsiteX4" fmla="*/ 403236 w 594113"/>
                  <a:gd name="connsiteY4" fmla="*/ 1215612 h 1215612"/>
                  <a:gd name="connsiteX0" fmla="*/ 403236 w 574100"/>
                  <a:gd name="connsiteY0" fmla="*/ 1215612 h 1215612"/>
                  <a:gd name="connsiteX1" fmla="*/ 0 w 574100"/>
                  <a:gd name="connsiteY1" fmla="*/ 4757 h 1215612"/>
                  <a:gd name="connsiteX2" fmla="*/ 502783 w 574100"/>
                  <a:gd name="connsiteY2" fmla="*/ 0 h 1215612"/>
                  <a:gd name="connsiteX3" fmla="*/ 574100 w 574100"/>
                  <a:gd name="connsiteY3" fmla="*/ 1014877 h 1215612"/>
                  <a:gd name="connsiteX4" fmla="*/ 403236 w 574100"/>
                  <a:gd name="connsiteY4" fmla="*/ 1215612 h 1215612"/>
                  <a:gd name="connsiteX0" fmla="*/ 333190 w 574100"/>
                  <a:gd name="connsiteY0" fmla="*/ 985695 h 1015244"/>
                  <a:gd name="connsiteX1" fmla="*/ 0 w 574100"/>
                  <a:gd name="connsiteY1" fmla="*/ 4757 h 1015244"/>
                  <a:gd name="connsiteX2" fmla="*/ 502783 w 574100"/>
                  <a:gd name="connsiteY2" fmla="*/ 0 h 1015244"/>
                  <a:gd name="connsiteX3" fmla="*/ 574100 w 574100"/>
                  <a:gd name="connsiteY3" fmla="*/ 1014877 h 1015244"/>
                  <a:gd name="connsiteX4" fmla="*/ 333190 w 574100"/>
                  <a:gd name="connsiteY4" fmla="*/ 985695 h 1015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4100" h="1015244">
                    <a:moveTo>
                      <a:pt x="333190" y="985695"/>
                    </a:moveTo>
                    <a:cubicBezTo>
                      <a:pt x="153901" y="433090"/>
                      <a:pt x="295574" y="908506"/>
                      <a:pt x="0" y="4757"/>
                    </a:cubicBezTo>
                    <a:cubicBezTo>
                      <a:pt x="166537" y="861"/>
                      <a:pt x="336246" y="3896"/>
                      <a:pt x="502783" y="0"/>
                    </a:cubicBezTo>
                    <a:cubicBezTo>
                      <a:pt x="555943" y="995541"/>
                      <a:pt x="537473" y="350120"/>
                      <a:pt x="574100" y="1014877"/>
                    </a:cubicBezTo>
                    <a:cubicBezTo>
                      <a:pt x="476415" y="1019182"/>
                      <a:pt x="529388" y="984229"/>
                      <a:pt x="333190" y="985695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932" name="Group 28">
                <a:extLst>
                  <a:ext uri="{FF2B5EF4-FFF2-40B4-BE49-F238E27FC236}">
                    <a16:creationId xmlns:a16="http://schemas.microsoft.com/office/drawing/2014/main" id="{088ACE2A-7A5D-4F42-921C-CF157C2880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56416" y="3709935"/>
                <a:ext cx="1049338" cy="1739900"/>
                <a:chOff x="1856416" y="3709935"/>
                <a:chExt cx="1049338" cy="1739900"/>
              </a:xfrm>
            </p:grpSpPr>
            <p:sp>
              <p:nvSpPr>
                <p:cNvPr id="1017" name="Rectangle 1016">
                  <a:extLst>
                    <a:ext uri="{FF2B5EF4-FFF2-40B4-BE49-F238E27FC236}">
                      <a16:creationId xmlns:a16="http://schemas.microsoft.com/office/drawing/2014/main" id="{F031C840-E404-B943-9DD7-6487F36B8BC7}"/>
                    </a:ext>
                  </a:extLst>
                </p:cNvPr>
                <p:cNvSpPr/>
                <p:nvPr/>
              </p:nvSpPr>
              <p:spPr bwMode="auto">
                <a:xfrm rot="10800000">
                  <a:off x="1867528" y="3957548"/>
                  <a:ext cx="1027113" cy="61109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grpSp>
              <p:nvGrpSpPr>
                <p:cNvPr id="1018" name="Group 498">
                  <a:extLst>
                    <a:ext uri="{FF2B5EF4-FFF2-40B4-BE49-F238E27FC236}">
                      <a16:creationId xmlns:a16="http://schemas.microsoft.com/office/drawing/2014/main" id="{11E4B476-A94C-6141-A48C-F22AAD7C573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58805" y="5088863"/>
                  <a:ext cx="1035373" cy="360972"/>
                  <a:chOff x="4128636" y="3606589"/>
                  <a:chExt cx="568145" cy="338667"/>
                </a:xfrm>
              </p:grpSpPr>
              <p:sp>
                <p:nvSpPr>
                  <p:cNvPr id="1032" name="Oval 1031">
                    <a:extLst>
                      <a:ext uri="{FF2B5EF4-FFF2-40B4-BE49-F238E27FC236}">
                        <a16:creationId xmlns:a16="http://schemas.microsoft.com/office/drawing/2014/main" id="{6285E922-4389-6747-873A-ED742F93B7B8}"/>
                      </a:ext>
                    </a:extLst>
                  </p:cNvPr>
                  <p:cNvSpPr/>
                  <p:nvPr/>
                </p:nvSpPr>
                <p:spPr>
                  <a:xfrm>
                    <a:off x="4129067" y="3720144"/>
                    <a:ext cx="567968" cy="224867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33" name="Rectangle 1032">
                    <a:extLst>
                      <a:ext uri="{FF2B5EF4-FFF2-40B4-BE49-F238E27FC236}">
                        <a16:creationId xmlns:a16="http://schemas.microsoft.com/office/drawing/2014/main" id="{681399F7-9F7D-8247-A86B-B0C42C17B7BD}"/>
                      </a:ext>
                    </a:extLst>
                  </p:cNvPr>
                  <p:cNvSpPr/>
                  <p:nvPr/>
                </p:nvSpPr>
                <p:spPr>
                  <a:xfrm>
                    <a:off x="4129067" y="3720144"/>
                    <a:ext cx="567968" cy="111689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34" name="Oval 1033">
                    <a:extLst>
                      <a:ext uri="{FF2B5EF4-FFF2-40B4-BE49-F238E27FC236}">
                        <a16:creationId xmlns:a16="http://schemas.microsoft.com/office/drawing/2014/main" id="{22EC9AA8-544A-8B4A-88A6-2074F49F53D4}"/>
                      </a:ext>
                    </a:extLst>
                  </p:cNvPr>
                  <p:cNvSpPr/>
                  <p:nvPr/>
                </p:nvSpPr>
                <p:spPr>
                  <a:xfrm>
                    <a:off x="4129067" y="3606966"/>
                    <a:ext cx="567968" cy="224867"/>
                  </a:xfrm>
                  <a:prstGeom prst="ellipse">
                    <a:avLst/>
                  </a:prstGeom>
                  <a:solidFill>
                    <a:srgbClr val="3333CC">
                      <a:lumMod val="60000"/>
                      <a:lumOff val="40000"/>
                      <a:alpha val="7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035" name="Straight Connector 1034">
                    <a:extLst>
                      <a:ext uri="{FF2B5EF4-FFF2-40B4-BE49-F238E27FC236}">
                        <a16:creationId xmlns:a16="http://schemas.microsoft.com/office/drawing/2014/main" id="{C98CC5A1-6137-AD47-8DAD-1CE3995E4F4E}"/>
                      </a:ext>
                    </a:extLst>
                  </p:cNvPr>
                  <p:cNvCxnSpPr/>
                  <p:nvPr/>
                </p:nvCxnSpPr>
                <p:spPr>
                  <a:xfrm>
                    <a:off x="4697035" y="3720144"/>
                    <a:ext cx="0" cy="111689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36" name="Straight Connector 1035">
                    <a:extLst>
                      <a:ext uri="{FF2B5EF4-FFF2-40B4-BE49-F238E27FC236}">
                        <a16:creationId xmlns:a16="http://schemas.microsoft.com/office/drawing/2014/main" id="{D6DBD6DE-4277-6E43-8F0F-101EA88CC186}"/>
                      </a:ext>
                    </a:extLst>
                  </p:cNvPr>
                  <p:cNvCxnSpPr/>
                  <p:nvPr/>
                </p:nvCxnSpPr>
                <p:spPr>
                  <a:xfrm>
                    <a:off x="4129067" y="3720144"/>
                    <a:ext cx="0" cy="111689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019" name="Rectangle 1018">
                  <a:extLst>
                    <a:ext uri="{FF2B5EF4-FFF2-40B4-BE49-F238E27FC236}">
                      <a16:creationId xmlns:a16="http://schemas.microsoft.com/office/drawing/2014/main" id="{511198B5-F79E-C74D-B56E-01ADB1EAA4C1}"/>
                    </a:ext>
                  </a:extLst>
                </p:cNvPr>
                <p:cNvSpPr/>
                <p:nvPr/>
              </p:nvSpPr>
              <p:spPr bwMode="auto">
                <a:xfrm>
                  <a:off x="1877053" y="4705148"/>
                  <a:ext cx="1028700" cy="52221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20" name="Straight Connector 1019">
                  <a:extLst>
                    <a:ext uri="{FF2B5EF4-FFF2-40B4-BE49-F238E27FC236}">
                      <a16:creationId xmlns:a16="http://schemas.microsoft.com/office/drawing/2014/main" id="{D3ADC60A-D45A-1346-84AC-B4714AE1CB27}"/>
                    </a:ext>
                  </a:extLst>
                </p:cNvPr>
                <p:cNvCxnSpPr/>
                <p:nvPr/>
              </p:nvCxnSpPr>
              <p:spPr bwMode="auto">
                <a:xfrm>
                  <a:off x="1861178" y="3981356"/>
                  <a:ext cx="17463" cy="1301555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cxnSp>
              <p:nvCxnSpPr>
                <p:cNvPr id="1021" name="Straight Connector 1020">
                  <a:extLst>
                    <a:ext uri="{FF2B5EF4-FFF2-40B4-BE49-F238E27FC236}">
                      <a16:creationId xmlns:a16="http://schemas.microsoft.com/office/drawing/2014/main" id="{8C732665-0AF3-514A-8491-058D584AA66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894641" y="3971833"/>
                  <a:ext cx="6350" cy="126981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1022" name="Group 504">
                  <a:extLst>
                    <a:ext uri="{FF2B5EF4-FFF2-40B4-BE49-F238E27FC236}">
                      <a16:creationId xmlns:a16="http://schemas.microsoft.com/office/drawing/2014/main" id="{87E38306-3DC6-B044-991D-BEE6F6FD2E7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56416" y="3709935"/>
                  <a:ext cx="1044712" cy="399063"/>
                  <a:chOff x="2183302" y="1574638"/>
                  <a:chExt cx="1200154" cy="430218"/>
                </a:xfrm>
              </p:grpSpPr>
              <p:sp>
                <p:nvSpPr>
                  <p:cNvPr id="1023" name="Oval 1022">
                    <a:extLst>
                      <a:ext uri="{FF2B5EF4-FFF2-40B4-BE49-F238E27FC236}">
                        <a16:creationId xmlns:a16="http://schemas.microsoft.com/office/drawing/2014/main" id="{55E5FA1C-CAB4-8341-8DAA-EDAE9CFD84E2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5125" y="1689286"/>
                    <a:ext cx="1196349" cy="314857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20000"/>
                          <a:lumOff val="80000"/>
                        </a:srgbClr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24" name="Rectangle 1023">
                    <a:extLst>
                      <a:ext uri="{FF2B5EF4-FFF2-40B4-BE49-F238E27FC236}">
                        <a16:creationId xmlns:a16="http://schemas.microsoft.com/office/drawing/2014/main" id="{44108165-9E65-5F4A-BAAB-C6ACE38D3C6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3302" y="1735489"/>
                    <a:ext cx="1198172" cy="112938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25" name="Oval 1024">
                    <a:extLst>
                      <a:ext uri="{FF2B5EF4-FFF2-40B4-BE49-F238E27FC236}">
                        <a16:creationId xmlns:a16="http://schemas.microsoft.com/office/drawing/2014/main" id="{5220D9A0-FC71-C848-AA4B-AC3EAD73DB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3302" y="1574638"/>
                    <a:ext cx="1196349" cy="314857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026" name="Freeform 1025">
                    <a:extLst>
                      <a:ext uri="{FF2B5EF4-FFF2-40B4-BE49-F238E27FC236}">
                        <a16:creationId xmlns:a16="http://schemas.microsoft.com/office/drawing/2014/main" id="{0E8501FC-8102-1648-8958-E425AC1A0FB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89684" y="1670464"/>
                    <a:ext cx="581761" cy="157429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27" name="Freeform 1026">
                    <a:extLst>
                      <a:ext uri="{FF2B5EF4-FFF2-40B4-BE49-F238E27FC236}">
                        <a16:creationId xmlns:a16="http://schemas.microsoft.com/office/drawing/2014/main" id="{AF49A14A-FE33-EB4B-ADEA-BA7B348615C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29501" y="1629396"/>
                    <a:ext cx="703949" cy="111226"/>
                  </a:xfrm>
                  <a:custGeom>
                    <a:avLst/>
                    <a:gdLst>
                      <a:gd name="T0" fmla="*/ 0 w 3723451"/>
                      <a:gd name="T1" fmla="*/ 27211 h 932950"/>
                      <a:gd name="T2" fmla="*/ 123865 w 3723451"/>
                      <a:gd name="T3" fmla="*/ 321 h 932950"/>
                      <a:gd name="T4" fmla="*/ 350850 w 3723451"/>
                      <a:gd name="T5" fmla="*/ 62061 h 932950"/>
                      <a:gd name="T6" fmla="*/ 567397 w 3723451"/>
                      <a:gd name="T7" fmla="*/ 0 h 932950"/>
                      <a:gd name="T8" fmla="*/ 703949 w 3723451"/>
                      <a:gd name="T9" fmla="*/ 24696 h 932950"/>
                      <a:gd name="T10" fmla="*/ 602354 w 3723451"/>
                      <a:gd name="T11" fmla="*/ 55064 h 932950"/>
                      <a:gd name="T12" fmla="*/ 569645 w 3723451"/>
                      <a:gd name="T13" fmla="*/ 46877 h 932950"/>
                      <a:gd name="T14" fmla="*/ 354838 w 3723451"/>
                      <a:gd name="T15" fmla="*/ 111226 h 932950"/>
                      <a:gd name="T16" fmla="*/ 134536 w 3723451"/>
                      <a:gd name="T17" fmla="*/ 49244 h 932950"/>
                      <a:gd name="T18" fmla="*/ 98918 w 3723451"/>
                      <a:gd name="T19" fmla="*/ 55934 h 932950"/>
                      <a:gd name="T20" fmla="*/ 0 w 3723451"/>
                      <a:gd name="T21" fmla="*/ 27211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028" name="Freeform 1027">
                    <a:extLst>
                      <a:ext uri="{FF2B5EF4-FFF2-40B4-BE49-F238E27FC236}">
                        <a16:creationId xmlns:a16="http://schemas.microsoft.com/office/drawing/2014/main" id="{FEBE179E-02E9-C64E-89FC-F45503783F7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722" y="1723510"/>
                    <a:ext cx="257143" cy="95826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57143 w 1366596"/>
                      <a:gd name="T3" fmla="*/ 74047 h 809868"/>
                      <a:gd name="T4" fmla="*/ 162771 w 1366596"/>
                      <a:gd name="T5" fmla="*/ 95826 h 809868"/>
                      <a:gd name="T6" fmla="*/ 866 w 1366596"/>
                      <a:gd name="T7" fmla="*/ 50635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029" name="Freeform 1028">
                    <a:extLst>
                      <a:ext uri="{FF2B5EF4-FFF2-40B4-BE49-F238E27FC236}">
                        <a16:creationId xmlns:a16="http://schemas.microsoft.com/office/drawing/2014/main" id="{56DF1AAD-D538-1C44-A286-465AD81A046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6736" y="1725222"/>
                    <a:ext cx="255318" cy="94114"/>
                  </a:xfrm>
                  <a:custGeom>
                    <a:avLst/>
                    <a:gdLst>
                      <a:gd name="T0" fmla="*/ 251832 w 1348191"/>
                      <a:gd name="T1" fmla="*/ 0 h 791462"/>
                      <a:gd name="T2" fmla="*/ 255318 w 1348191"/>
                      <a:gd name="T3" fmla="*/ 45415 h 791462"/>
                      <a:gd name="T4" fmla="*/ 92368 w 1348191"/>
                      <a:gd name="T5" fmla="*/ 94114 h 791462"/>
                      <a:gd name="T6" fmla="*/ 0 w 1348191"/>
                      <a:gd name="T7" fmla="*/ 72774 h 791462"/>
                      <a:gd name="T8" fmla="*/ 251832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1030" name="Straight Connector 1029">
                    <a:extLst>
                      <a:ext uri="{FF2B5EF4-FFF2-40B4-BE49-F238E27FC236}">
                        <a16:creationId xmlns:a16="http://schemas.microsoft.com/office/drawing/2014/main" id="{60701F8E-3F5A-734C-A498-AA55BCD5CFE1}"/>
                      </a:ext>
                    </a:extLst>
                  </p:cNvPr>
                  <p:cNvCxnSpPr>
                    <a:cxnSpLocks noChangeShapeType="1"/>
                    <a:endCxn id="1025" idx="2"/>
                  </p:cNvCxnSpPr>
                  <p:nvPr/>
                </p:nvCxnSpPr>
                <p:spPr bwMode="auto">
                  <a:xfrm flipH="1" flipV="1">
                    <a:off x="2183302" y="1732067"/>
                    <a:ext cx="1823" cy="121493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031" name="Straight Connector 1030">
                    <a:extLst>
                      <a:ext uri="{FF2B5EF4-FFF2-40B4-BE49-F238E27FC236}">
                        <a16:creationId xmlns:a16="http://schemas.microsoft.com/office/drawing/2014/main" id="{299ED768-B7C5-C447-A0CA-015C1D4D47F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81474" y="1728644"/>
                    <a:ext cx="1824" cy="121493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933" name="Group 29">
                <a:extLst>
                  <a:ext uri="{FF2B5EF4-FFF2-40B4-BE49-F238E27FC236}">
                    <a16:creationId xmlns:a16="http://schemas.microsoft.com/office/drawing/2014/main" id="{BE1E7CEF-FBEC-2040-A3E0-0EBB60746A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66154" y="3862335"/>
                <a:ext cx="514350" cy="1670050"/>
                <a:chOff x="3566154" y="3862335"/>
                <a:chExt cx="514350" cy="1670050"/>
              </a:xfrm>
            </p:grpSpPr>
            <p:sp>
              <p:nvSpPr>
                <p:cNvPr id="997" name="Rectangle 996">
                  <a:extLst>
                    <a:ext uri="{FF2B5EF4-FFF2-40B4-BE49-F238E27FC236}">
                      <a16:creationId xmlns:a16="http://schemas.microsoft.com/office/drawing/2014/main" id="{7F242236-8B77-9144-8038-81B9BCAB1509}"/>
                    </a:ext>
                  </a:extLst>
                </p:cNvPr>
                <p:cNvSpPr/>
                <p:nvPr/>
              </p:nvSpPr>
              <p:spPr bwMode="auto">
                <a:xfrm rot="10800000">
                  <a:off x="3569201" y="3946092"/>
                  <a:ext cx="498084" cy="62864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98" name="Straight Connector 997">
                  <a:extLst>
                    <a:ext uri="{FF2B5EF4-FFF2-40B4-BE49-F238E27FC236}">
                      <a16:creationId xmlns:a16="http://schemas.microsoft.com/office/drawing/2014/main" id="{855E433C-9E28-D243-A7F8-5DC166631717}"/>
                    </a:ext>
                  </a:extLst>
                </p:cNvPr>
                <p:cNvCxnSpPr/>
                <p:nvPr/>
              </p:nvCxnSpPr>
              <p:spPr bwMode="auto">
                <a:xfrm flipH="1">
                  <a:off x="4078916" y="4019450"/>
                  <a:ext cx="1587" cy="1365045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999" name="Group 552">
                  <a:extLst>
                    <a:ext uri="{FF2B5EF4-FFF2-40B4-BE49-F238E27FC236}">
                      <a16:creationId xmlns:a16="http://schemas.microsoft.com/office/drawing/2014/main" id="{2095E3B0-B1DF-9747-A4B6-739AFCB17CA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71302" y="5310688"/>
                  <a:ext cx="507588" cy="221697"/>
                  <a:chOff x="4128636" y="3606589"/>
                  <a:chExt cx="568145" cy="338667"/>
                </a:xfrm>
              </p:grpSpPr>
              <p:sp>
                <p:nvSpPr>
                  <p:cNvPr id="1012" name="Oval 1011">
                    <a:extLst>
                      <a:ext uri="{FF2B5EF4-FFF2-40B4-BE49-F238E27FC236}">
                        <a16:creationId xmlns:a16="http://schemas.microsoft.com/office/drawing/2014/main" id="{77BE98D0-B8F8-0542-81BA-550DCDDBED58}"/>
                      </a:ext>
                    </a:extLst>
                  </p:cNvPr>
                  <p:cNvSpPr/>
                  <p:nvPr/>
                </p:nvSpPr>
                <p:spPr>
                  <a:xfrm>
                    <a:off x="4128204" y="3719337"/>
                    <a:ext cx="568606" cy="225500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13" name="Rectangle 1012">
                    <a:extLst>
                      <a:ext uri="{FF2B5EF4-FFF2-40B4-BE49-F238E27FC236}">
                        <a16:creationId xmlns:a16="http://schemas.microsoft.com/office/drawing/2014/main" id="{FF81DF11-B403-0242-9BBF-4028E5002511}"/>
                      </a:ext>
                    </a:extLst>
                  </p:cNvPr>
                  <p:cNvSpPr/>
                  <p:nvPr/>
                </p:nvSpPr>
                <p:spPr>
                  <a:xfrm>
                    <a:off x="4128204" y="3719337"/>
                    <a:ext cx="568606" cy="111537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14" name="Oval 1013">
                    <a:extLst>
                      <a:ext uri="{FF2B5EF4-FFF2-40B4-BE49-F238E27FC236}">
                        <a16:creationId xmlns:a16="http://schemas.microsoft.com/office/drawing/2014/main" id="{DA7CD07E-7BFA-EA40-A63C-19BD545F9FBB}"/>
                      </a:ext>
                    </a:extLst>
                  </p:cNvPr>
                  <p:cNvSpPr/>
                  <p:nvPr/>
                </p:nvSpPr>
                <p:spPr>
                  <a:xfrm>
                    <a:off x="4128204" y="3600527"/>
                    <a:ext cx="568606" cy="230348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015" name="Straight Connector 1014">
                    <a:extLst>
                      <a:ext uri="{FF2B5EF4-FFF2-40B4-BE49-F238E27FC236}">
                        <a16:creationId xmlns:a16="http://schemas.microsoft.com/office/drawing/2014/main" id="{B2F8B11B-A555-1F4E-A7E6-540E16F7A0A8}"/>
                      </a:ext>
                    </a:extLst>
                  </p:cNvPr>
                  <p:cNvCxnSpPr/>
                  <p:nvPr/>
                </p:nvCxnSpPr>
                <p:spPr>
                  <a:xfrm>
                    <a:off x="4696810" y="3719337"/>
                    <a:ext cx="0" cy="111537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16" name="Straight Connector 1015">
                    <a:extLst>
                      <a:ext uri="{FF2B5EF4-FFF2-40B4-BE49-F238E27FC236}">
                        <a16:creationId xmlns:a16="http://schemas.microsoft.com/office/drawing/2014/main" id="{DC5D2573-EDE8-D044-BD08-61DD678EC15B}"/>
                      </a:ext>
                    </a:extLst>
                  </p:cNvPr>
                  <p:cNvCxnSpPr/>
                  <p:nvPr/>
                </p:nvCxnSpPr>
                <p:spPr>
                  <a:xfrm>
                    <a:off x="4128204" y="3719337"/>
                    <a:ext cx="0" cy="111537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000" name="Rectangle 999">
                  <a:extLst>
                    <a:ext uri="{FF2B5EF4-FFF2-40B4-BE49-F238E27FC236}">
                      <a16:creationId xmlns:a16="http://schemas.microsoft.com/office/drawing/2014/main" id="{1CD2ADDF-DE6E-274D-9173-D493921DFE9F}"/>
                    </a:ext>
                  </a:extLst>
                </p:cNvPr>
                <p:cNvSpPr/>
                <p:nvPr/>
              </p:nvSpPr>
              <p:spPr bwMode="auto">
                <a:xfrm>
                  <a:off x="3572503" y="4574992"/>
                  <a:ext cx="496888" cy="812678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01" name="Straight Connector 1000">
                  <a:extLst>
                    <a:ext uri="{FF2B5EF4-FFF2-40B4-BE49-F238E27FC236}">
                      <a16:creationId xmlns:a16="http://schemas.microsoft.com/office/drawing/2014/main" id="{3926DE25-E9FB-D540-98B7-27C7DBB56A43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66153" y="4027387"/>
                  <a:ext cx="3175" cy="145075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1002" name="Group 538">
                  <a:extLst>
                    <a:ext uri="{FF2B5EF4-FFF2-40B4-BE49-F238E27FC236}">
                      <a16:creationId xmlns:a16="http://schemas.microsoft.com/office/drawing/2014/main" id="{FA32E138-3569-9943-8F38-8BFBBEE94E0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68667" y="3862335"/>
                  <a:ext cx="503828" cy="248249"/>
                  <a:chOff x="2183302" y="1564542"/>
                  <a:chExt cx="1200154" cy="440314"/>
                </a:xfrm>
              </p:grpSpPr>
              <p:sp>
                <p:nvSpPr>
                  <p:cNvPr id="1003" name="Oval 1002">
                    <a:extLst>
                      <a:ext uri="{FF2B5EF4-FFF2-40B4-BE49-F238E27FC236}">
                        <a16:creationId xmlns:a16="http://schemas.microsoft.com/office/drawing/2014/main" id="{172BF76E-3582-364D-ACA4-688518FFF091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8659" y="1691189"/>
                    <a:ext cx="1194966" cy="312499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04" name="Rectangle 1003">
                    <a:extLst>
                      <a:ext uri="{FF2B5EF4-FFF2-40B4-BE49-F238E27FC236}">
                        <a16:creationId xmlns:a16="http://schemas.microsoft.com/office/drawing/2014/main" id="{3A78A2F4-E393-6E42-BE3F-0FCA6714AEB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4877" y="1736233"/>
                    <a:ext cx="1198749" cy="112612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05" name="Oval 1004">
                    <a:extLst>
                      <a:ext uri="{FF2B5EF4-FFF2-40B4-BE49-F238E27FC236}">
                        <a16:creationId xmlns:a16="http://schemas.microsoft.com/office/drawing/2014/main" id="{940143FD-143D-914C-BE2C-37F2F665D24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4877" y="1564501"/>
                    <a:ext cx="1194966" cy="312497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006" name="Freeform 1005">
                    <a:extLst>
                      <a:ext uri="{FF2B5EF4-FFF2-40B4-BE49-F238E27FC236}">
                        <a16:creationId xmlns:a16="http://schemas.microsoft.com/office/drawing/2014/main" id="{E3E8B10C-6B82-EC4C-A959-82D1FA770D4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1182" y="1671482"/>
                    <a:ext cx="582357" cy="154840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07" name="Freeform 1006">
                    <a:extLst>
                      <a:ext uri="{FF2B5EF4-FFF2-40B4-BE49-F238E27FC236}">
                        <a16:creationId xmlns:a16="http://schemas.microsoft.com/office/drawing/2014/main" id="{0B23900C-40C2-5447-A8A5-DB9E4C1FBD2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30678" y="1629252"/>
                    <a:ext cx="703366" cy="109797"/>
                  </a:xfrm>
                  <a:custGeom>
                    <a:avLst/>
                    <a:gdLst>
                      <a:gd name="T0" fmla="*/ 0 w 3723451"/>
                      <a:gd name="T1" fmla="*/ 26862 h 932950"/>
                      <a:gd name="T2" fmla="*/ 123762 w 3723451"/>
                      <a:gd name="T3" fmla="*/ 317 h 932950"/>
                      <a:gd name="T4" fmla="*/ 350560 w 3723451"/>
                      <a:gd name="T5" fmla="*/ 61264 h 932950"/>
                      <a:gd name="T6" fmla="*/ 566927 w 3723451"/>
                      <a:gd name="T7" fmla="*/ 0 h 932950"/>
                      <a:gd name="T8" fmla="*/ 703366 w 3723451"/>
                      <a:gd name="T9" fmla="*/ 24379 h 932950"/>
                      <a:gd name="T10" fmla="*/ 601856 w 3723451"/>
                      <a:gd name="T11" fmla="*/ 54357 h 932950"/>
                      <a:gd name="T12" fmla="*/ 569173 w 3723451"/>
                      <a:gd name="T13" fmla="*/ 46275 h 932950"/>
                      <a:gd name="T14" fmla="*/ 354544 w 3723451"/>
                      <a:gd name="T15" fmla="*/ 109797 h 932950"/>
                      <a:gd name="T16" fmla="*/ 134425 w 3723451"/>
                      <a:gd name="T17" fmla="*/ 48612 h 932950"/>
                      <a:gd name="T18" fmla="*/ 98836 w 3723451"/>
                      <a:gd name="T19" fmla="*/ 55215 h 932950"/>
                      <a:gd name="T20" fmla="*/ 0 w 3723451"/>
                      <a:gd name="T21" fmla="*/ 26862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008" name="Freeform 1007">
                    <a:extLst>
                      <a:ext uri="{FF2B5EF4-FFF2-40B4-BE49-F238E27FC236}">
                        <a16:creationId xmlns:a16="http://schemas.microsoft.com/office/drawing/2014/main" id="{8EDB510B-0DD2-AE4F-82C5-7A7D8DC924A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025" y="1722158"/>
                    <a:ext cx="260925" cy="95720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60925 w 1366596"/>
                      <a:gd name="T3" fmla="*/ 73965 h 809868"/>
                      <a:gd name="T4" fmla="*/ 165165 w 1366596"/>
                      <a:gd name="T5" fmla="*/ 95720 h 809868"/>
                      <a:gd name="T6" fmla="*/ 878 w 1366596"/>
                      <a:gd name="T7" fmla="*/ 50579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009" name="Freeform 1008">
                    <a:extLst>
                      <a:ext uri="{FF2B5EF4-FFF2-40B4-BE49-F238E27FC236}">
                        <a16:creationId xmlns:a16="http://schemas.microsoft.com/office/drawing/2014/main" id="{8DBE17FA-57C2-EB4B-A9B7-514F4336E2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9332" y="1724972"/>
                    <a:ext cx="253364" cy="95720"/>
                  </a:xfrm>
                  <a:custGeom>
                    <a:avLst/>
                    <a:gdLst>
                      <a:gd name="T0" fmla="*/ 249905 w 1348191"/>
                      <a:gd name="T1" fmla="*/ 0 h 791462"/>
                      <a:gd name="T2" fmla="*/ 253364 w 1348191"/>
                      <a:gd name="T3" fmla="*/ 46190 h 791462"/>
                      <a:gd name="T4" fmla="*/ 91661 w 1348191"/>
                      <a:gd name="T5" fmla="*/ 95720 h 791462"/>
                      <a:gd name="T6" fmla="*/ 0 w 1348191"/>
                      <a:gd name="T7" fmla="*/ 74016 h 791462"/>
                      <a:gd name="T8" fmla="*/ 249905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1010" name="Straight Connector 1009">
                    <a:extLst>
                      <a:ext uri="{FF2B5EF4-FFF2-40B4-BE49-F238E27FC236}">
                        <a16:creationId xmlns:a16="http://schemas.microsoft.com/office/drawing/2014/main" id="{6D72BFF1-097B-E940-AAD0-E8A2E1D2A096}"/>
                      </a:ext>
                    </a:extLst>
                  </p:cNvPr>
                  <p:cNvCxnSpPr>
                    <a:cxnSpLocks noChangeShapeType="1"/>
                    <a:endCxn id="1005" idx="2"/>
                  </p:cNvCxnSpPr>
                  <p:nvPr/>
                </p:nvCxnSpPr>
                <p:spPr bwMode="auto">
                  <a:xfrm flipH="1" flipV="1">
                    <a:off x="2184877" y="1722158"/>
                    <a:ext cx="3783" cy="121057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011" name="Straight Connector 1010">
                    <a:extLst>
                      <a:ext uri="{FF2B5EF4-FFF2-40B4-BE49-F238E27FC236}">
                        <a16:creationId xmlns:a16="http://schemas.microsoft.com/office/drawing/2014/main" id="{088863E0-982B-8A4D-853F-851CE3F1F14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842" y="1727788"/>
                    <a:ext cx="3783" cy="121057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934" name="Group 30">
                <a:extLst>
                  <a:ext uri="{FF2B5EF4-FFF2-40B4-BE49-F238E27FC236}">
                    <a16:creationId xmlns:a16="http://schemas.microsoft.com/office/drawing/2014/main" id="{B108AACE-03DC-254D-AC34-727FF075B8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48791" y="3867098"/>
                <a:ext cx="514350" cy="1670050"/>
                <a:chOff x="4348791" y="3867098"/>
                <a:chExt cx="514350" cy="1670050"/>
              </a:xfrm>
            </p:grpSpPr>
            <p:sp>
              <p:nvSpPr>
                <p:cNvPr id="977" name="Rectangle 976">
                  <a:extLst>
                    <a:ext uri="{FF2B5EF4-FFF2-40B4-BE49-F238E27FC236}">
                      <a16:creationId xmlns:a16="http://schemas.microsoft.com/office/drawing/2014/main" id="{B0F9C3E9-A467-3F42-B81A-4399A9B977B8}"/>
                    </a:ext>
                  </a:extLst>
                </p:cNvPr>
                <p:cNvSpPr/>
                <p:nvPr/>
              </p:nvSpPr>
              <p:spPr bwMode="auto">
                <a:xfrm rot="10800000">
                  <a:off x="4351838" y="3950855"/>
                  <a:ext cx="498084" cy="62864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78" name="Straight Connector 977">
                  <a:extLst>
                    <a:ext uri="{FF2B5EF4-FFF2-40B4-BE49-F238E27FC236}">
                      <a16:creationId xmlns:a16="http://schemas.microsoft.com/office/drawing/2014/main" id="{20B4E373-A127-2049-BBD2-5D8AFBDD7F00}"/>
                    </a:ext>
                  </a:extLst>
                </p:cNvPr>
                <p:cNvCxnSpPr/>
                <p:nvPr/>
              </p:nvCxnSpPr>
              <p:spPr bwMode="auto">
                <a:xfrm flipH="1">
                  <a:off x="4861553" y="4024212"/>
                  <a:ext cx="1588" cy="1365045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979" name="Group 580">
                  <a:extLst>
                    <a:ext uri="{FF2B5EF4-FFF2-40B4-BE49-F238E27FC236}">
                      <a16:creationId xmlns:a16="http://schemas.microsoft.com/office/drawing/2014/main" id="{3A9D8F64-E0EA-B742-94C4-1BEB4135EA8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53939" y="5315451"/>
                  <a:ext cx="507588" cy="221697"/>
                  <a:chOff x="4128636" y="3606589"/>
                  <a:chExt cx="568145" cy="338667"/>
                </a:xfrm>
              </p:grpSpPr>
              <p:sp>
                <p:nvSpPr>
                  <p:cNvPr id="992" name="Oval 991">
                    <a:extLst>
                      <a:ext uri="{FF2B5EF4-FFF2-40B4-BE49-F238E27FC236}">
                        <a16:creationId xmlns:a16="http://schemas.microsoft.com/office/drawing/2014/main" id="{74425C53-433E-6F47-8B0C-9F4C8E916E2E}"/>
                      </a:ext>
                    </a:extLst>
                  </p:cNvPr>
                  <p:cNvSpPr/>
                  <p:nvPr/>
                </p:nvSpPr>
                <p:spPr>
                  <a:xfrm>
                    <a:off x="4128204" y="3719336"/>
                    <a:ext cx="568606" cy="225498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93" name="Rectangle 992">
                    <a:extLst>
                      <a:ext uri="{FF2B5EF4-FFF2-40B4-BE49-F238E27FC236}">
                        <a16:creationId xmlns:a16="http://schemas.microsoft.com/office/drawing/2014/main" id="{A0400564-35E9-0947-9C64-641EDF9EEAFA}"/>
                      </a:ext>
                    </a:extLst>
                  </p:cNvPr>
                  <p:cNvSpPr/>
                  <p:nvPr/>
                </p:nvSpPr>
                <p:spPr>
                  <a:xfrm>
                    <a:off x="4128204" y="3719336"/>
                    <a:ext cx="568606" cy="111537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94" name="Oval 993">
                    <a:extLst>
                      <a:ext uri="{FF2B5EF4-FFF2-40B4-BE49-F238E27FC236}">
                        <a16:creationId xmlns:a16="http://schemas.microsoft.com/office/drawing/2014/main" id="{56DE4CA9-0BD6-4744-AD30-73684267516E}"/>
                      </a:ext>
                    </a:extLst>
                  </p:cNvPr>
                  <p:cNvSpPr/>
                  <p:nvPr/>
                </p:nvSpPr>
                <p:spPr>
                  <a:xfrm>
                    <a:off x="4128204" y="3600524"/>
                    <a:ext cx="568606" cy="230349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95" name="Straight Connector 994">
                    <a:extLst>
                      <a:ext uri="{FF2B5EF4-FFF2-40B4-BE49-F238E27FC236}">
                        <a16:creationId xmlns:a16="http://schemas.microsoft.com/office/drawing/2014/main" id="{0A9628A0-82B0-154A-AC0C-91A2584C6F9D}"/>
                      </a:ext>
                    </a:extLst>
                  </p:cNvPr>
                  <p:cNvCxnSpPr/>
                  <p:nvPr/>
                </p:nvCxnSpPr>
                <p:spPr>
                  <a:xfrm>
                    <a:off x="4696810" y="3719336"/>
                    <a:ext cx="0" cy="111537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96" name="Straight Connector 995">
                    <a:extLst>
                      <a:ext uri="{FF2B5EF4-FFF2-40B4-BE49-F238E27FC236}">
                        <a16:creationId xmlns:a16="http://schemas.microsoft.com/office/drawing/2014/main" id="{88F83DD9-96B0-3640-BF70-6737E76C9760}"/>
                      </a:ext>
                    </a:extLst>
                  </p:cNvPr>
                  <p:cNvCxnSpPr/>
                  <p:nvPr/>
                </p:nvCxnSpPr>
                <p:spPr>
                  <a:xfrm>
                    <a:off x="4128204" y="3719336"/>
                    <a:ext cx="0" cy="111537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980" name="Rectangle 979">
                  <a:extLst>
                    <a:ext uri="{FF2B5EF4-FFF2-40B4-BE49-F238E27FC236}">
                      <a16:creationId xmlns:a16="http://schemas.microsoft.com/office/drawing/2014/main" id="{F00ED881-B944-FC48-9E88-0D81D2145925}"/>
                    </a:ext>
                  </a:extLst>
                </p:cNvPr>
                <p:cNvSpPr/>
                <p:nvPr/>
              </p:nvSpPr>
              <p:spPr bwMode="auto">
                <a:xfrm>
                  <a:off x="4355141" y="4579754"/>
                  <a:ext cx="496887" cy="812678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81" name="Straight Connector 980">
                  <a:extLst>
                    <a:ext uri="{FF2B5EF4-FFF2-40B4-BE49-F238E27FC236}">
                      <a16:creationId xmlns:a16="http://schemas.microsoft.com/office/drawing/2014/main" id="{7CCAB184-9AE2-7B4C-80D2-9640964D0371}"/>
                    </a:ext>
                  </a:extLst>
                </p:cNvPr>
                <p:cNvCxnSpPr/>
                <p:nvPr/>
              </p:nvCxnSpPr>
              <p:spPr bwMode="auto">
                <a:xfrm flipH="1">
                  <a:off x="4348791" y="4032148"/>
                  <a:ext cx="3175" cy="145075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982" name="Group 568">
                  <a:extLst>
                    <a:ext uri="{FF2B5EF4-FFF2-40B4-BE49-F238E27FC236}">
                      <a16:creationId xmlns:a16="http://schemas.microsoft.com/office/drawing/2014/main" id="{2939B129-2D0A-934E-82CE-DFAE38C58EB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51304" y="3867098"/>
                  <a:ext cx="503828" cy="248249"/>
                  <a:chOff x="2183302" y="1564542"/>
                  <a:chExt cx="1200154" cy="440314"/>
                </a:xfrm>
              </p:grpSpPr>
              <p:sp>
                <p:nvSpPr>
                  <p:cNvPr id="983" name="Oval 982">
                    <a:extLst>
                      <a:ext uri="{FF2B5EF4-FFF2-40B4-BE49-F238E27FC236}">
                        <a16:creationId xmlns:a16="http://schemas.microsoft.com/office/drawing/2014/main" id="{6A8F745B-1D4E-4F4F-BEFA-6144E5BDE2F6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8659" y="1691187"/>
                    <a:ext cx="1194966" cy="312497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84" name="Rectangle 983">
                    <a:extLst>
                      <a:ext uri="{FF2B5EF4-FFF2-40B4-BE49-F238E27FC236}">
                        <a16:creationId xmlns:a16="http://schemas.microsoft.com/office/drawing/2014/main" id="{9C90A1F3-B2A8-9548-8E8B-D7BD5730790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4879" y="1736232"/>
                    <a:ext cx="1198746" cy="112612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85" name="Oval 984">
                    <a:extLst>
                      <a:ext uri="{FF2B5EF4-FFF2-40B4-BE49-F238E27FC236}">
                        <a16:creationId xmlns:a16="http://schemas.microsoft.com/office/drawing/2014/main" id="{629F401F-84D1-3A47-827D-8D943652DA3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4879" y="1564498"/>
                    <a:ext cx="1194966" cy="312499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986" name="Freeform 985">
                    <a:extLst>
                      <a:ext uri="{FF2B5EF4-FFF2-40B4-BE49-F238E27FC236}">
                        <a16:creationId xmlns:a16="http://schemas.microsoft.com/office/drawing/2014/main" id="{FF593AC5-08BE-8844-905E-205731B1D7E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1182" y="1671479"/>
                    <a:ext cx="582357" cy="154842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87" name="Freeform 986">
                    <a:extLst>
                      <a:ext uri="{FF2B5EF4-FFF2-40B4-BE49-F238E27FC236}">
                        <a16:creationId xmlns:a16="http://schemas.microsoft.com/office/drawing/2014/main" id="{F0D77977-1A67-AA45-AB94-A8428B06120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30678" y="1629250"/>
                    <a:ext cx="703366" cy="109796"/>
                  </a:xfrm>
                  <a:custGeom>
                    <a:avLst/>
                    <a:gdLst>
                      <a:gd name="T0" fmla="*/ 0 w 3723451"/>
                      <a:gd name="T1" fmla="*/ 26862 h 932950"/>
                      <a:gd name="T2" fmla="*/ 123762 w 3723451"/>
                      <a:gd name="T3" fmla="*/ 317 h 932950"/>
                      <a:gd name="T4" fmla="*/ 350560 w 3723451"/>
                      <a:gd name="T5" fmla="*/ 61263 h 932950"/>
                      <a:gd name="T6" fmla="*/ 566927 w 3723451"/>
                      <a:gd name="T7" fmla="*/ 0 h 932950"/>
                      <a:gd name="T8" fmla="*/ 703366 w 3723451"/>
                      <a:gd name="T9" fmla="*/ 24379 h 932950"/>
                      <a:gd name="T10" fmla="*/ 601856 w 3723451"/>
                      <a:gd name="T11" fmla="*/ 54357 h 932950"/>
                      <a:gd name="T12" fmla="*/ 569173 w 3723451"/>
                      <a:gd name="T13" fmla="*/ 46274 h 932950"/>
                      <a:gd name="T14" fmla="*/ 354544 w 3723451"/>
                      <a:gd name="T15" fmla="*/ 109796 h 932950"/>
                      <a:gd name="T16" fmla="*/ 134425 w 3723451"/>
                      <a:gd name="T17" fmla="*/ 48611 h 932950"/>
                      <a:gd name="T18" fmla="*/ 98836 w 3723451"/>
                      <a:gd name="T19" fmla="*/ 55215 h 932950"/>
                      <a:gd name="T20" fmla="*/ 0 w 3723451"/>
                      <a:gd name="T21" fmla="*/ 26862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988" name="Freeform 987">
                    <a:extLst>
                      <a:ext uri="{FF2B5EF4-FFF2-40B4-BE49-F238E27FC236}">
                        <a16:creationId xmlns:a16="http://schemas.microsoft.com/office/drawing/2014/main" id="{4A24255A-B649-9D44-AB80-CACD0B0D1B3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025" y="1722154"/>
                    <a:ext cx="260927" cy="95720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60927 w 1366596"/>
                      <a:gd name="T3" fmla="*/ 73965 h 809868"/>
                      <a:gd name="T4" fmla="*/ 165166 w 1366596"/>
                      <a:gd name="T5" fmla="*/ 95720 h 809868"/>
                      <a:gd name="T6" fmla="*/ 878 w 1366596"/>
                      <a:gd name="T7" fmla="*/ 50579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989" name="Freeform 988">
                    <a:extLst>
                      <a:ext uri="{FF2B5EF4-FFF2-40B4-BE49-F238E27FC236}">
                        <a16:creationId xmlns:a16="http://schemas.microsoft.com/office/drawing/2014/main" id="{21311582-6B5F-4441-B6D0-5D1DEBA1CB8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9334" y="1724970"/>
                    <a:ext cx="253362" cy="95720"/>
                  </a:xfrm>
                  <a:custGeom>
                    <a:avLst/>
                    <a:gdLst>
                      <a:gd name="T0" fmla="*/ 249903 w 1348191"/>
                      <a:gd name="T1" fmla="*/ 0 h 791462"/>
                      <a:gd name="T2" fmla="*/ 253362 w 1348191"/>
                      <a:gd name="T3" fmla="*/ 46190 h 791462"/>
                      <a:gd name="T4" fmla="*/ 91660 w 1348191"/>
                      <a:gd name="T5" fmla="*/ 95720 h 791462"/>
                      <a:gd name="T6" fmla="*/ 0 w 1348191"/>
                      <a:gd name="T7" fmla="*/ 74016 h 791462"/>
                      <a:gd name="T8" fmla="*/ 249903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990" name="Straight Connector 989">
                    <a:extLst>
                      <a:ext uri="{FF2B5EF4-FFF2-40B4-BE49-F238E27FC236}">
                        <a16:creationId xmlns:a16="http://schemas.microsoft.com/office/drawing/2014/main" id="{C0FC5468-8C4C-AB42-AC33-6B20FED82305}"/>
                      </a:ext>
                    </a:extLst>
                  </p:cNvPr>
                  <p:cNvCxnSpPr>
                    <a:cxnSpLocks noChangeShapeType="1"/>
                    <a:endCxn id="985" idx="2"/>
                  </p:cNvCxnSpPr>
                  <p:nvPr/>
                </p:nvCxnSpPr>
                <p:spPr bwMode="auto">
                  <a:xfrm flipH="1" flipV="1">
                    <a:off x="2184879" y="1722154"/>
                    <a:ext cx="3780" cy="121059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91" name="Straight Connector 990">
                    <a:extLst>
                      <a:ext uri="{FF2B5EF4-FFF2-40B4-BE49-F238E27FC236}">
                        <a16:creationId xmlns:a16="http://schemas.microsoft.com/office/drawing/2014/main" id="{0641688B-D837-D241-8726-C138E7CF244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845" y="1727785"/>
                    <a:ext cx="3780" cy="121059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935" name="Group 48257">
                <a:extLst>
                  <a:ext uri="{FF2B5EF4-FFF2-40B4-BE49-F238E27FC236}">
                    <a16:creationId xmlns:a16="http://schemas.microsoft.com/office/drawing/2014/main" id="{DFD8AD38-F69C-AE4E-A7C6-58BC92264C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52116" y="3849635"/>
                <a:ext cx="514350" cy="1670050"/>
                <a:chOff x="5552116" y="3849635"/>
                <a:chExt cx="514350" cy="1670050"/>
              </a:xfrm>
            </p:grpSpPr>
            <p:sp>
              <p:nvSpPr>
                <p:cNvPr id="957" name="Rectangle 956">
                  <a:extLst>
                    <a:ext uri="{FF2B5EF4-FFF2-40B4-BE49-F238E27FC236}">
                      <a16:creationId xmlns:a16="http://schemas.microsoft.com/office/drawing/2014/main" id="{B13372F6-7422-A24B-A223-1174A9270D3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5163" y="3933392"/>
                  <a:ext cx="498084" cy="62864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58" name="Straight Connector 957">
                  <a:extLst>
                    <a:ext uri="{FF2B5EF4-FFF2-40B4-BE49-F238E27FC236}">
                      <a16:creationId xmlns:a16="http://schemas.microsoft.com/office/drawing/2014/main" id="{E33D11D1-8D4D-F14F-B9FC-6D2FB093890B}"/>
                    </a:ext>
                  </a:extLst>
                </p:cNvPr>
                <p:cNvCxnSpPr/>
                <p:nvPr/>
              </p:nvCxnSpPr>
              <p:spPr bwMode="auto">
                <a:xfrm flipH="1">
                  <a:off x="6064879" y="4006752"/>
                  <a:ext cx="1588" cy="1365045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959" name="Group 607">
                  <a:extLst>
                    <a:ext uri="{FF2B5EF4-FFF2-40B4-BE49-F238E27FC236}">
                      <a16:creationId xmlns:a16="http://schemas.microsoft.com/office/drawing/2014/main" id="{12AC3864-6986-E84A-85C7-6895574A880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57264" y="5297988"/>
                  <a:ext cx="507588" cy="221697"/>
                  <a:chOff x="4128636" y="3606589"/>
                  <a:chExt cx="568145" cy="338667"/>
                </a:xfrm>
              </p:grpSpPr>
              <p:sp>
                <p:nvSpPr>
                  <p:cNvPr id="972" name="Oval 971">
                    <a:extLst>
                      <a:ext uri="{FF2B5EF4-FFF2-40B4-BE49-F238E27FC236}">
                        <a16:creationId xmlns:a16="http://schemas.microsoft.com/office/drawing/2014/main" id="{1C323077-6C9C-1746-A411-C1B91269146D}"/>
                      </a:ext>
                    </a:extLst>
                  </p:cNvPr>
                  <p:cNvSpPr/>
                  <p:nvPr/>
                </p:nvSpPr>
                <p:spPr>
                  <a:xfrm>
                    <a:off x="4128205" y="3719341"/>
                    <a:ext cx="568606" cy="225500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73" name="Rectangle 972">
                    <a:extLst>
                      <a:ext uri="{FF2B5EF4-FFF2-40B4-BE49-F238E27FC236}">
                        <a16:creationId xmlns:a16="http://schemas.microsoft.com/office/drawing/2014/main" id="{EE440552-5BF2-324D-8F4B-CBBAD5E25F28}"/>
                      </a:ext>
                    </a:extLst>
                  </p:cNvPr>
                  <p:cNvSpPr/>
                  <p:nvPr/>
                </p:nvSpPr>
                <p:spPr>
                  <a:xfrm>
                    <a:off x="4128205" y="3719341"/>
                    <a:ext cx="568606" cy="111537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74" name="Oval 973">
                    <a:extLst>
                      <a:ext uri="{FF2B5EF4-FFF2-40B4-BE49-F238E27FC236}">
                        <a16:creationId xmlns:a16="http://schemas.microsoft.com/office/drawing/2014/main" id="{352AAEDD-5767-E14C-A897-289B1F7E9906}"/>
                      </a:ext>
                    </a:extLst>
                  </p:cNvPr>
                  <p:cNvSpPr/>
                  <p:nvPr/>
                </p:nvSpPr>
                <p:spPr>
                  <a:xfrm>
                    <a:off x="4128205" y="3600530"/>
                    <a:ext cx="568606" cy="230348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75" name="Straight Connector 974">
                    <a:extLst>
                      <a:ext uri="{FF2B5EF4-FFF2-40B4-BE49-F238E27FC236}">
                        <a16:creationId xmlns:a16="http://schemas.microsoft.com/office/drawing/2014/main" id="{703AA525-DABB-0145-AB73-1F4B2D918977}"/>
                      </a:ext>
                    </a:extLst>
                  </p:cNvPr>
                  <p:cNvCxnSpPr/>
                  <p:nvPr/>
                </p:nvCxnSpPr>
                <p:spPr>
                  <a:xfrm>
                    <a:off x="4696811" y="3719341"/>
                    <a:ext cx="0" cy="111537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76" name="Straight Connector 975">
                    <a:extLst>
                      <a:ext uri="{FF2B5EF4-FFF2-40B4-BE49-F238E27FC236}">
                        <a16:creationId xmlns:a16="http://schemas.microsoft.com/office/drawing/2014/main" id="{4325B995-3B4C-0C4D-A71A-517823605523}"/>
                      </a:ext>
                    </a:extLst>
                  </p:cNvPr>
                  <p:cNvCxnSpPr/>
                  <p:nvPr/>
                </p:nvCxnSpPr>
                <p:spPr>
                  <a:xfrm>
                    <a:off x="4128205" y="3719341"/>
                    <a:ext cx="0" cy="111537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960" name="Rectangle 959">
                  <a:extLst>
                    <a:ext uri="{FF2B5EF4-FFF2-40B4-BE49-F238E27FC236}">
                      <a16:creationId xmlns:a16="http://schemas.microsoft.com/office/drawing/2014/main" id="{67DB7B11-56CE-334A-ADC8-5DC41B2B2B31}"/>
                    </a:ext>
                  </a:extLst>
                </p:cNvPr>
                <p:cNvSpPr/>
                <p:nvPr/>
              </p:nvSpPr>
              <p:spPr bwMode="auto">
                <a:xfrm>
                  <a:off x="5558467" y="4562294"/>
                  <a:ext cx="496887" cy="812678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61" name="Straight Connector 960">
                  <a:extLst>
                    <a:ext uri="{FF2B5EF4-FFF2-40B4-BE49-F238E27FC236}">
                      <a16:creationId xmlns:a16="http://schemas.microsoft.com/office/drawing/2014/main" id="{A04F27FE-A553-BA4D-8784-D3F9D239406C}"/>
                    </a:ext>
                  </a:extLst>
                </p:cNvPr>
                <p:cNvCxnSpPr/>
                <p:nvPr/>
              </p:nvCxnSpPr>
              <p:spPr bwMode="auto">
                <a:xfrm flipH="1">
                  <a:off x="5552117" y="4014689"/>
                  <a:ext cx="3175" cy="145075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962" name="Group 595">
                  <a:extLst>
                    <a:ext uri="{FF2B5EF4-FFF2-40B4-BE49-F238E27FC236}">
                      <a16:creationId xmlns:a16="http://schemas.microsoft.com/office/drawing/2014/main" id="{7A9DFB75-AD21-E042-816D-12C833D0B1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54629" y="3849635"/>
                  <a:ext cx="503828" cy="248249"/>
                  <a:chOff x="2183302" y="1564542"/>
                  <a:chExt cx="1200154" cy="440314"/>
                </a:xfrm>
              </p:grpSpPr>
              <p:sp>
                <p:nvSpPr>
                  <p:cNvPr id="963" name="Oval 962">
                    <a:extLst>
                      <a:ext uri="{FF2B5EF4-FFF2-40B4-BE49-F238E27FC236}">
                        <a16:creationId xmlns:a16="http://schemas.microsoft.com/office/drawing/2014/main" id="{EBC1A268-4FE6-7C48-A7EB-5B88F961348E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8662" y="1691192"/>
                    <a:ext cx="1194966" cy="312499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4" name="Rectangle 963">
                    <a:extLst>
                      <a:ext uri="{FF2B5EF4-FFF2-40B4-BE49-F238E27FC236}">
                        <a16:creationId xmlns:a16="http://schemas.microsoft.com/office/drawing/2014/main" id="{7E5BFB83-4F66-5340-A6C8-AE2EA6969B5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4881" y="1736237"/>
                    <a:ext cx="1198746" cy="112612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5" name="Oval 964">
                    <a:extLst>
                      <a:ext uri="{FF2B5EF4-FFF2-40B4-BE49-F238E27FC236}">
                        <a16:creationId xmlns:a16="http://schemas.microsoft.com/office/drawing/2014/main" id="{835B3555-2BFA-4345-AEDE-3AFF012D16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4881" y="1564505"/>
                    <a:ext cx="1194966" cy="312497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966" name="Freeform 965">
                    <a:extLst>
                      <a:ext uri="{FF2B5EF4-FFF2-40B4-BE49-F238E27FC236}">
                        <a16:creationId xmlns:a16="http://schemas.microsoft.com/office/drawing/2014/main" id="{9C54B396-F12D-CD4B-97BD-8CD97DC9CB6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1185" y="1671486"/>
                    <a:ext cx="582357" cy="154840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7" name="Freeform 966">
                    <a:extLst>
                      <a:ext uri="{FF2B5EF4-FFF2-40B4-BE49-F238E27FC236}">
                        <a16:creationId xmlns:a16="http://schemas.microsoft.com/office/drawing/2014/main" id="{74A5A762-7F2A-7146-9F8E-38B680D0FA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30680" y="1629256"/>
                    <a:ext cx="703366" cy="109797"/>
                  </a:xfrm>
                  <a:custGeom>
                    <a:avLst/>
                    <a:gdLst>
                      <a:gd name="T0" fmla="*/ 0 w 3723451"/>
                      <a:gd name="T1" fmla="*/ 26862 h 932950"/>
                      <a:gd name="T2" fmla="*/ 123762 w 3723451"/>
                      <a:gd name="T3" fmla="*/ 317 h 932950"/>
                      <a:gd name="T4" fmla="*/ 350560 w 3723451"/>
                      <a:gd name="T5" fmla="*/ 61264 h 932950"/>
                      <a:gd name="T6" fmla="*/ 566927 w 3723451"/>
                      <a:gd name="T7" fmla="*/ 0 h 932950"/>
                      <a:gd name="T8" fmla="*/ 703366 w 3723451"/>
                      <a:gd name="T9" fmla="*/ 24379 h 932950"/>
                      <a:gd name="T10" fmla="*/ 601856 w 3723451"/>
                      <a:gd name="T11" fmla="*/ 54357 h 932950"/>
                      <a:gd name="T12" fmla="*/ 569173 w 3723451"/>
                      <a:gd name="T13" fmla="*/ 46275 h 932950"/>
                      <a:gd name="T14" fmla="*/ 354544 w 3723451"/>
                      <a:gd name="T15" fmla="*/ 109797 h 932950"/>
                      <a:gd name="T16" fmla="*/ 134425 w 3723451"/>
                      <a:gd name="T17" fmla="*/ 48612 h 932950"/>
                      <a:gd name="T18" fmla="*/ 98836 w 3723451"/>
                      <a:gd name="T19" fmla="*/ 55215 h 932950"/>
                      <a:gd name="T20" fmla="*/ 0 w 3723451"/>
                      <a:gd name="T21" fmla="*/ 26862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968" name="Freeform 967">
                    <a:extLst>
                      <a:ext uri="{FF2B5EF4-FFF2-40B4-BE49-F238E27FC236}">
                        <a16:creationId xmlns:a16="http://schemas.microsoft.com/office/drawing/2014/main" id="{2A01FA01-3AF8-6C49-B347-15EC8DD1FC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028" y="1722161"/>
                    <a:ext cx="260927" cy="95720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60927 w 1366596"/>
                      <a:gd name="T3" fmla="*/ 73965 h 809868"/>
                      <a:gd name="T4" fmla="*/ 165166 w 1366596"/>
                      <a:gd name="T5" fmla="*/ 95720 h 809868"/>
                      <a:gd name="T6" fmla="*/ 878 w 1366596"/>
                      <a:gd name="T7" fmla="*/ 50579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969" name="Freeform 968">
                    <a:extLst>
                      <a:ext uri="{FF2B5EF4-FFF2-40B4-BE49-F238E27FC236}">
                        <a16:creationId xmlns:a16="http://schemas.microsoft.com/office/drawing/2014/main" id="{45B074FE-A579-4E44-9C72-7EC6937937B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9337" y="1724976"/>
                    <a:ext cx="253362" cy="95720"/>
                  </a:xfrm>
                  <a:custGeom>
                    <a:avLst/>
                    <a:gdLst>
                      <a:gd name="T0" fmla="*/ 249903 w 1348191"/>
                      <a:gd name="T1" fmla="*/ 0 h 791462"/>
                      <a:gd name="T2" fmla="*/ 253362 w 1348191"/>
                      <a:gd name="T3" fmla="*/ 46190 h 791462"/>
                      <a:gd name="T4" fmla="*/ 91660 w 1348191"/>
                      <a:gd name="T5" fmla="*/ 95720 h 791462"/>
                      <a:gd name="T6" fmla="*/ 0 w 1348191"/>
                      <a:gd name="T7" fmla="*/ 74016 h 791462"/>
                      <a:gd name="T8" fmla="*/ 249903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970" name="Straight Connector 969">
                    <a:extLst>
                      <a:ext uri="{FF2B5EF4-FFF2-40B4-BE49-F238E27FC236}">
                        <a16:creationId xmlns:a16="http://schemas.microsoft.com/office/drawing/2014/main" id="{D7BA177F-687A-5349-B8D9-E812C7AD3962}"/>
                      </a:ext>
                    </a:extLst>
                  </p:cNvPr>
                  <p:cNvCxnSpPr>
                    <a:cxnSpLocks noChangeShapeType="1"/>
                    <a:endCxn id="965" idx="2"/>
                  </p:cNvCxnSpPr>
                  <p:nvPr/>
                </p:nvCxnSpPr>
                <p:spPr bwMode="auto">
                  <a:xfrm flipH="1" flipV="1">
                    <a:off x="2184881" y="1722161"/>
                    <a:ext cx="3780" cy="121057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71" name="Straight Connector 970">
                    <a:extLst>
                      <a:ext uri="{FF2B5EF4-FFF2-40B4-BE49-F238E27FC236}">
                        <a16:creationId xmlns:a16="http://schemas.microsoft.com/office/drawing/2014/main" id="{2708807E-0266-644C-A6E9-061ABB06D12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847" y="1727792"/>
                    <a:ext cx="3780" cy="121057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936" name="Group 48258">
                <a:extLst>
                  <a:ext uri="{FF2B5EF4-FFF2-40B4-BE49-F238E27FC236}">
                    <a16:creationId xmlns:a16="http://schemas.microsoft.com/office/drawing/2014/main" id="{47B32372-CF84-404F-9FD0-9ACFAC4EE6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47479" y="3836935"/>
                <a:ext cx="514350" cy="1671638"/>
                <a:chOff x="6547479" y="3836935"/>
                <a:chExt cx="514350" cy="1671638"/>
              </a:xfrm>
            </p:grpSpPr>
            <p:sp>
              <p:nvSpPr>
                <p:cNvPr id="937" name="Rectangle 936">
                  <a:extLst>
                    <a:ext uri="{FF2B5EF4-FFF2-40B4-BE49-F238E27FC236}">
                      <a16:creationId xmlns:a16="http://schemas.microsoft.com/office/drawing/2014/main" id="{73DDF967-9AF3-2A4F-AE8E-6BE3B9FF2E91}"/>
                    </a:ext>
                  </a:extLst>
                </p:cNvPr>
                <p:cNvSpPr/>
                <p:nvPr/>
              </p:nvSpPr>
              <p:spPr bwMode="auto">
                <a:xfrm rot="10800000">
                  <a:off x="6550526" y="3920772"/>
                  <a:ext cx="498084" cy="62924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38" name="Straight Connector 937">
                  <a:extLst>
                    <a:ext uri="{FF2B5EF4-FFF2-40B4-BE49-F238E27FC236}">
                      <a16:creationId xmlns:a16="http://schemas.microsoft.com/office/drawing/2014/main" id="{4E2A68FE-149D-DD45-B62C-268C2B480787}"/>
                    </a:ext>
                  </a:extLst>
                </p:cNvPr>
                <p:cNvCxnSpPr/>
                <p:nvPr/>
              </p:nvCxnSpPr>
              <p:spPr bwMode="auto">
                <a:xfrm flipH="1">
                  <a:off x="7060242" y="3994054"/>
                  <a:ext cx="1587" cy="1366633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939" name="Group 634">
                  <a:extLst>
                    <a:ext uri="{FF2B5EF4-FFF2-40B4-BE49-F238E27FC236}">
                      <a16:creationId xmlns:a16="http://schemas.microsoft.com/office/drawing/2014/main" id="{EA89FBDD-115D-B744-8C40-278D9ECECBF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552627" y="5286665"/>
                  <a:ext cx="507588" cy="221908"/>
                  <a:chOff x="4128636" y="3606589"/>
                  <a:chExt cx="568145" cy="338667"/>
                </a:xfrm>
              </p:grpSpPr>
              <p:sp>
                <p:nvSpPr>
                  <p:cNvPr id="952" name="Oval 951">
                    <a:extLst>
                      <a:ext uri="{FF2B5EF4-FFF2-40B4-BE49-F238E27FC236}">
                        <a16:creationId xmlns:a16="http://schemas.microsoft.com/office/drawing/2014/main" id="{ADD15AEA-0E06-3444-AA78-D1D680AED400}"/>
                      </a:ext>
                    </a:extLst>
                  </p:cNvPr>
                  <p:cNvSpPr/>
                  <p:nvPr/>
                </p:nvSpPr>
                <p:spPr>
                  <a:xfrm>
                    <a:off x="4128205" y="3719558"/>
                    <a:ext cx="568606" cy="225284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3" name="Rectangle 952">
                    <a:extLst>
                      <a:ext uri="{FF2B5EF4-FFF2-40B4-BE49-F238E27FC236}">
                        <a16:creationId xmlns:a16="http://schemas.microsoft.com/office/drawing/2014/main" id="{CBDCEDCB-60F4-7D47-8AE9-D843D17AF39C}"/>
                      </a:ext>
                    </a:extLst>
                  </p:cNvPr>
                  <p:cNvSpPr/>
                  <p:nvPr/>
                </p:nvSpPr>
                <p:spPr>
                  <a:xfrm>
                    <a:off x="4128205" y="3719558"/>
                    <a:ext cx="568606" cy="111431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4" name="Oval 953">
                    <a:extLst>
                      <a:ext uri="{FF2B5EF4-FFF2-40B4-BE49-F238E27FC236}">
                        <a16:creationId xmlns:a16="http://schemas.microsoft.com/office/drawing/2014/main" id="{96CC10B3-D82A-D340-B795-8505902BBB5B}"/>
                      </a:ext>
                    </a:extLst>
                  </p:cNvPr>
                  <p:cNvSpPr/>
                  <p:nvPr/>
                </p:nvSpPr>
                <p:spPr>
                  <a:xfrm>
                    <a:off x="4128205" y="3605704"/>
                    <a:ext cx="568606" cy="225286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55" name="Straight Connector 954">
                    <a:extLst>
                      <a:ext uri="{FF2B5EF4-FFF2-40B4-BE49-F238E27FC236}">
                        <a16:creationId xmlns:a16="http://schemas.microsoft.com/office/drawing/2014/main" id="{3B133DA9-A713-2849-A8D7-EDE46E681761}"/>
                      </a:ext>
                    </a:extLst>
                  </p:cNvPr>
                  <p:cNvCxnSpPr/>
                  <p:nvPr/>
                </p:nvCxnSpPr>
                <p:spPr>
                  <a:xfrm>
                    <a:off x="4696811" y="3719558"/>
                    <a:ext cx="0" cy="111431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56" name="Straight Connector 955">
                    <a:extLst>
                      <a:ext uri="{FF2B5EF4-FFF2-40B4-BE49-F238E27FC236}">
                        <a16:creationId xmlns:a16="http://schemas.microsoft.com/office/drawing/2014/main" id="{BC22357C-1B49-FD47-A8E1-4EE9363277E0}"/>
                      </a:ext>
                    </a:extLst>
                  </p:cNvPr>
                  <p:cNvCxnSpPr/>
                  <p:nvPr/>
                </p:nvCxnSpPr>
                <p:spPr>
                  <a:xfrm>
                    <a:off x="4128205" y="3719558"/>
                    <a:ext cx="0" cy="111431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940" name="Rectangle 939">
                  <a:extLst>
                    <a:ext uri="{FF2B5EF4-FFF2-40B4-BE49-F238E27FC236}">
                      <a16:creationId xmlns:a16="http://schemas.microsoft.com/office/drawing/2014/main" id="{8A75ED0D-201E-C349-9238-A2D94F02D3E1}"/>
                    </a:ext>
                  </a:extLst>
                </p:cNvPr>
                <p:cNvSpPr/>
                <p:nvPr/>
              </p:nvSpPr>
              <p:spPr bwMode="auto">
                <a:xfrm>
                  <a:off x="6553829" y="4551184"/>
                  <a:ext cx="496888" cy="812678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41" name="Straight Connector 940">
                  <a:extLst>
                    <a:ext uri="{FF2B5EF4-FFF2-40B4-BE49-F238E27FC236}">
                      <a16:creationId xmlns:a16="http://schemas.microsoft.com/office/drawing/2014/main" id="{690B7076-D7BF-A64B-A741-7A1AB99BC7BD}"/>
                    </a:ext>
                  </a:extLst>
                </p:cNvPr>
                <p:cNvCxnSpPr/>
                <p:nvPr/>
              </p:nvCxnSpPr>
              <p:spPr bwMode="auto">
                <a:xfrm flipH="1">
                  <a:off x="6547479" y="4001991"/>
                  <a:ext cx="3175" cy="145234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942" name="Group 622">
                  <a:extLst>
                    <a:ext uri="{FF2B5EF4-FFF2-40B4-BE49-F238E27FC236}">
                      <a16:creationId xmlns:a16="http://schemas.microsoft.com/office/drawing/2014/main" id="{536C1E87-C19D-B549-A398-BDAA53318FF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549992" y="3836935"/>
                  <a:ext cx="503828" cy="248485"/>
                  <a:chOff x="2183302" y="1564542"/>
                  <a:chExt cx="1200154" cy="440314"/>
                </a:xfrm>
              </p:grpSpPr>
              <p:sp>
                <p:nvSpPr>
                  <p:cNvPr id="943" name="Oval 942">
                    <a:extLst>
                      <a:ext uri="{FF2B5EF4-FFF2-40B4-BE49-F238E27FC236}">
                        <a16:creationId xmlns:a16="http://schemas.microsoft.com/office/drawing/2014/main" id="{2FA609ED-2E63-804A-8736-890A528B12F8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8662" y="1691075"/>
                    <a:ext cx="1194966" cy="315014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4" name="Rectangle 943">
                    <a:extLst>
                      <a:ext uri="{FF2B5EF4-FFF2-40B4-BE49-F238E27FC236}">
                        <a16:creationId xmlns:a16="http://schemas.microsoft.com/office/drawing/2014/main" id="{355D3E63-F907-0E45-8C46-4E02D5408E6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4879" y="1736077"/>
                    <a:ext cx="1198749" cy="11250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5" name="Oval 944">
                    <a:extLst>
                      <a:ext uri="{FF2B5EF4-FFF2-40B4-BE49-F238E27FC236}">
                        <a16:creationId xmlns:a16="http://schemas.microsoft.com/office/drawing/2014/main" id="{575934DF-B322-274A-92BC-3407CBF5947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4879" y="1564508"/>
                    <a:ext cx="1194966" cy="315014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946" name="Freeform 945">
                    <a:extLst>
                      <a:ext uri="{FF2B5EF4-FFF2-40B4-BE49-F238E27FC236}">
                        <a16:creationId xmlns:a16="http://schemas.microsoft.com/office/drawing/2014/main" id="{CBF18B9D-FBE2-C54E-A32D-C409E6C6291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1185" y="1671388"/>
                    <a:ext cx="582357" cy="157507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7" name="Freeform 946">
                    <a:extLst>
                      <a:ext uri="{FF2B5EF4-FFF2-40B4-BE49-F238E27FC236}">
                        <a16:creationId xmlns:a16="http://schemas.microsoft.com/office/drawing/2014/main" id="{E96DBFA6-2771-A54D-B845-79612A3939C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30680" y="1629198"/>
                    <a:ext cx="703366" cy="112505"/>
                  </a:xfrm>
                  <a:custGeom>
                    <a:avLst/>
                    <a:gdLst>
                      <a:gd name="T0" fmla="*/ 0 w 3723451"/>
                      <a:gd name="T1" fmla="*/ 27524 h 932950"/>
                      <a:gd name="T2" fmla="*/ 123762 w 3723451"/>
                      <a:gd name="T3" fmla="*/ 324 h 932950"/>
                      <a:gd name="T4" fmla="*/ 350560 w 3723451"/>
                      <a:gd name="T5" fmla="*/ 62775 h 932950"/>
                      <a:gd name="T6" fmla="*/ 566927 w 3723451"/>
                      <a:gd name="T7" fmla="*/ 0 h 932950"/>
                      <a:gd name="T8" fmla="*/ 703366 w 3723451"/>
                      <a:gd name="T9" fmla="*/ 24980 h 932950"/>
                      <a:gd name="T10" fmla="*/ 601856 w 3723451"/>
                      <a:gd name="T11" fmla="*/ 55698 h 932950"/>
                      <a:gd name="T12" fmla="*/ 569173 w 3723451"/>
                      <a:gd name="T13" fmla="*/ 47416 h 932950"/>
                      <a:gd name="T14" fmla="*/ 354544 w 3723451"/>
                      <a:gd name="T15" fmla="*/ 112505 h 932950"/>
                      <a:gd name="T16" fmla="*/ 134425 w 3723451"/>
                      <a:gd name="T17" fmla="*/ 49811 h 932950"/>
                      <a:gd name="T18" fmla="*/ 98836 w 3723451"/>
                      <a:gd name="T19" fmla="*/ 56577 h 932950"/>
                      <a:gd name="T20" fmla="*/ 0 w 3723451"/>
                      <a:gd name="T21" fmla="*/ 27524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948" name="Freeform 947">
                    <a:extLst>
                      <a:ext uri="{FF2B5EF4-FFF2-40B4-BE49-F238E27FC236}">
                        <a16:creationId xmlns:a16="http://schemas.microsoft.com/office/drawing/2014/main" id="{02B4EA66-7954-AA46-ABFF-843F0F91393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028" y="1724827"/>
                    <a:ext cx="260925" cy="95629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60925 w 1366596"/>
                      <a:gd name="T3" fmla="*/ 73895 h 809868"/>
                      <a:gd name="T4" fmla="*/ 165165 w 1366596"/>
                      <a:gd name="T5" fmla="*/ 95629 h 809868"/>
                      <a:gd name="T6" fmla="*/ 878 w 1366596"/>
                      <a:gd name="T7" fmla="*/ 50531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949" name="Freeform 948">
                    <a:extLst>
                      <a:ext uri="{FF2B5EF4-FFF2-40B4-BE49-F238E27FC236}">
                        <a16:creationId xmlns:a16="http://schemas.microsoft.com/office/drawing/2014/main" id="{F20F445F-471B-7448-AAA1-96643F81BE1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9334" y="1727640"/>
                    <a:ext cx="253364" cy="92816"/>
                  </a:xfrm>
                  <a:custGeom>
                    <a:avLst/>
                    <a:gdLst>
                      <a:gd name="T0" fmla="*/ 249905 w 1348191"/>
                      <a:gd name="T1" fmla="*/ 0 h 791462"/>
                      <a:gd name="T2" fmla="*/ 253364 w 1348191"/>
                      <a:gd name="T3" fmla="*/ 44789 h 791462"/>
                      <a:gd name="T4" fmla="*/ 91661 w 1348191"/>
                      <a:gd name="T5" fmla="*/ 92816 h 791462"/>
                      <a:gd name="T6" fmla="*/ 0 w 1348191"/>
                      <a:gd name="T7" fmla="*/ 71770 h 791462"/>
                      <a:gd name="T8" fmla="*/ 249905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950" name="Straight Connector 949">
                    <a:extLst>
                      <a:ext uri="{FF2B5EF4-FFF2-40B4-BE49-F238E27FC236}">
                        <a16:creationId xmlns:a16="http://schemas.microsoft.com/office/drawing/2014/main" id="{4BDF3FD2-413B-0D4C-9A59-50D44FBEA121}"/>
                      </a:ext>
                    </a:extLst>
                  </p:cNvPr>
                  <p:cNvCxnSpPr>
                    <a:cxnSpLocks noChangeShapeType="1"/>
                    <a:endCxn id="945" idx="2"/>
                  </p:cNvCxnSpPr>
                  <p:nvPr/>
                </p:nvCxnSpPr>
                <p:spPr bwMode="auto">
                  <a:xfrm flipH="1" flipV="1">
                    <a:off x="2184879" y="1722015"/>
                    <a:ext cx="3783" cy="120942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51" name="Straight Connector 950">
                    <a:extLst>
                      <a:ext uri="{FF2B5EF4-FFF2-40B4-BE49-F238E27FC236}">
                        <a16:creationId xmlns:a16="http://schemas.microsoft.com/office/drawing/2014/main" id="{71DA60AE-C589-FA44-94AB-B21A49C15239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845" y="1730452"/>
                    <a:ext cx="3783" cy="120944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</p:grpSp>
        <p:grpSp>
          <p:nvGrpSpPr>
            <p:cNvPr id="1037" name="Group 1036">
              <a:extLst>
                <a:ext uri="{FF2B5EF4-FFF2-40B4-BE49-F238E27FC236}">
                  <a16:creationId xmlns:a16="http://schemas.microsoft.com/office/drawing/2014/main" id="{B91F629B-CF25-F443-9115-62469DD7E5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0530" y="2423492"/>
              <a:ext cx="4416425" cy="2314575"/>
              <a:chOff x="2381956" y="2435173"/>
              <a:chExt cx="4415330" cy="2315048"/>
            </a:xfrm>
          </p:grpSpPr>
          <p:sp>
            <p:nvSpPr>
              <p:cNvPr id="1038" name="Freeform 1037">
                <a:extLst>
                  <a:ext uri="{FF2B5EF4-FFF2-40B4-BE49-F238E27FC236}">
                    <a16:creationId xmlns:a16="http://schemas.microsoft.com/office/drawing/2014/main" id="{9766E8B3-28C0-B742-8340-745064581E4E}"/>
                  </a:ext>
                </a:extLst>
              </p:cNvPr>
              <p:cNvSpPr/>
              <p:nvPr/>
            </p:nvSpPr>
            <p:spPr>
              <a:xfrm>
                <a:off x="2381956" y="2439937"/>
                <a:ext cx="296789" cy="1743431"/>
              </a:xfrm>
              <a:custGeom>
                <a:avLst/>
                <a:gdLst>
                  <a:gd name="connsiteX0" fmla="*/ 307275 w 307275"/>
                  <a:gd name="connsiteY0" fmla="*/ 0 h 1659441"/>
                  <a:gd name="connsiteX1" fmla="*/ 0 w 307275"/>
                  <a:gd name="connsiteY1" fmla="*/ 0 h 1659441"/>
                  <a:gd name="connsiteX2" fmla="*/ 0 w 307275"/>
                  <a:gd name="connsiteY2" fmla="*/ 1659441 h 1659441"/>
                  <a:gd name="connsiteX0" fmla="*/ 307275 w 307275"/>
                  <a:gd name="connsiteY0" fmla="*/ 0 h 2015941"/>
                  <a:gd name="connsiteX1" fmla="*/ 0 w 307275"/>
                  <a:gd name="connsiteY1" fmla="*/ 0 h 2015941"/>
                  <a:gd name="connsiteX2" fmla="*/ 0 w 307275"/>
                  <a:gd name="connsiteY2" fmla="*/ 2015941 h 2015941"/>
                  <a:gd name="connsiteX0" fmla="*/ 228538 w 228538"/>
                  <a:gd name="connsiteY0" fmla="*/ 0 h 2022548"/>
                  <a:gd name="connsiteX1" fmla="*/ 0 w 228538"/>
                  <a:gd name="connsiteY1" fmla="*/ 6607 h 2022548"/>
                  <a:gd name="connsiteX2" fmla="*/ 0 w 228538"/>
                  <a:gd name="connsiteY2" fmla="*/ 2022548 h 2022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538" h="2022548">
                    <a:moveTo>
                      <a:pt x="228538" y="0"/>
                    </a:moveTo>
                    <a:lnTo>
                      <a:pt x="0" y="6607"/>
                    </a:lnTo>
                    <a:lnTo>
                      <a:pt x="0" y="2022548"/>
                    </a:lnTo>
                  </a:path>
                </a:pathLst>
              </a:custGeom>
              <a:noFill/>
              <a:ln w="3175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039" name="Freeform 1038">
                <a:extLst>
                  <a:ext uri="{FF2B5EF4-FFF2-40B4-BE49-F238E27FC236}">
                    <a16:creationId xmlns:a16="http://schemas.microsoft.com/office/drawing/2014/main" id="{CDF62C6F-3C23-F349-9A9F-804273D0BA51}"/>
                  </a:ext>
                </a:extLst>
              </p:cNvPr>
              <p:cNvSpPr/>
              <p:nvPr/>
            </p:nvSpPr>
            <p:spPr>
              <a:xfrm flipH="1">
                <a:off x="6411620" y="2435173"/>
                <a:ext cx="385666" cy="2300758"/>
              </a:xfrm>
              <a:custGeom>
                <a:avLst/>
                <a:gdLst>
                  <a:gd name="connsiteX0" fmla="*/ 307275 w 307275"/>
                  <a:gd name="connsiteY0" fmla="*/ 0 h 1659441"/>
                  <a:gd name="connsiteX1" fmla="*/ 0 w 307275"/>
                  <a:gd name="connsiteY1" fmla="*/ 0 h 1659441"/>
                  <a:gd name="connsiteX2" fmla="*/ 0 w 307275"/>
                  <a:gd name="connsiteY2" fmla="*/ 1659441 h 1659441"/>
                  <a:gd name="connsiteX0" fmla="*/ 307275 w 307275"/>
                  <a:gd name="connsiteY0" fmla="*/ 0 h 2117725"/>
                  <a:gd name="connsiteX1" fmla="*/ 0 w 307275"/>
                  <a:gd name="connsiteY1" fmla="*/ 0 h 2117725"/>
                  <a:gd name="connsiteX2" fmla="*/ 0 w 307275"/>
                  <a:gd name="connsiteY2" fmla="*/ 2117725 h 211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7275" h="2117725">
                    <a:moveTo>
                      <a:pt x="307275" y="0"/>
                    </a:moveTo>
                    <a:lnTo>
                      <a:pt x="0" y="0"/>
                    </a:lnTo>
                    <a:lnTo>
                      <a:pt x="0" y="2117725"/>
                    </a:lnTo>
                  </a:path>
                </a:pathLst>
              </a:custGeom>
              <a:noFill/>
              <a:ln w="3175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40" name="Straight Arrow Connector 1039">
                <a:extLst>
                  <a:ext uri="{FF2B5EF4-FFF2-40B4-BE49-F238E27FC236}">
                    <a16:creationId xmlns:a16="http://schemas.microsoft.com/office/drawing/2014/main" id="{497E72DF-A12C-4044-A2D6-B881FE41D269}"/>
                  </a:ext>
                </a:extLst>
              </p:cNvPr>
              <p:cNvCxnSpPr/>
              <p:nvPr/>
            </p:nvCxnSpPr>
            <p:spPr>
              <a:xfrm flipV="1">
                <a:off x="5791061" y="2687638"/>
                <a:ext cx="7936" cy="2062583"/>
              </a:xfrm>
              <a:prstGeom prst="straightConnector1">
                <a:avLst/>
              </a:prstGeom>
              <a:noFill/>
              <a:ln w="3175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1041" name="Straight Arrow Connector 1040">
                <a:extLst>
                  <a:ext uri="{FF2B5EF4-FFF2-40B4-BE49-F238E27FC236}">
                    <a16:creationId xmlns:a16="http://schemas.microsoft.com/office/drawing/2014/main" id="{EF8C79E1-BE27-8F43-B34B-79F8C5338E4E}"/>
                  </a:ext>
                </a:extLst>
              </p:cNvPr>
              <p:cNvCxnSpPr/>
              <p:nvPr/>
            </p:nvCxnSpPr>
            <p:spPr>
              <a:xfrm flipV="1">
                <a:off x="4599144" y="2708279"/>
                <a:ext cx="17458" cy="2037179"/>
              </a:xfrm>
              <a:prstGeom prst="straightConnector1">
                <a:avLst/>
              </a:prstGeom>
              <a:noFill/>
              <a:ln w="3175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1042" name="Straight Arrow Connector 1041">
                <a:extLst>
                  <a:ext uri="{FF2B5EF4-FFF2-40B4-BE49-F238E27FC236}">
                    <a16:creationId xmlns:a16="http://schemas.microsoft.com/office/drawing/2014/main" id="{4B55563F-765E-CC4D-92B4-D17FBE1B08A6}"/>
                  </a:ext>
                </a:extLst>
              </p:cNvPr>
              <p:cNvCxnSpPr/>
              <p:nvPr/>
            </p:nvCxnSpPr>
            <p:spPr>
              <a:xfrm flipH="1" flipV="1">
                <a:off x="3807178" y="2762265"/>
                <a:ext cx="9523" cy="1983193"/>
              </a:xfrm>
              <a:prstGeom prst="straightConnector1">
                <a:avLst/>
              </a:prstGeom>
              <a:noFill/>
              <a:ln w="3175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</p:grpSp>
        <p:grpSp>
          <p:nvGrpSpPr>
            <p:cNvPr id="1043" name="Group 1042">
              <a:extLst>
                <a:ext uri="{FF2B5EF4-FFF2-40B4-BE49-F238E27FC236}">
                  <a16:creationId xmlns:a16="http://schemas.microsoft.com/office/drawing/2014/main" id="{B5756541-DE04-D343-ADA3-E578917497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5093" y="4634880"/>
              <a:ext cx="4957762" cy="693737"/>
              <a:chOff x="2055070" y="4690247"/>
              <a:chExt cx="4956877" cy="694339"/>
            </a:xfrm>
          </p:grpSpPr>
          <p:grpSp>
            <p:nvGrpSpPr>
              <p:cNvPr id="1044" name="Group 554">
                <a:extLst>
                  <a:ext uri="{FF2B5EF4-FFF2-40B4-BE49-F238E27FC236}">
                    <a16:creationId xmlns:a16="http://schemas.microsoft.com/office/drawing/2014/main" id="{368CBAA7-B3CD-B447-8953-FE800957AF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5320" y="5055434"/>
                <a:ext cx="430131" cy="329152"/>
                <a:chOff x="2931664" y="3912603"/>
                <a:chExt cx="430450" cy="329314"/>
              </a:xfrm>
            </p:grpSpPr>
            <p:sp>
              <p:nvSpPr>
                <p:cNvPr id="1065" name="Rectangle 1064">
                  <a:extLst>
                    <a:ext uri="{FF2B5EF4-FFF2-40B4-BE49-F238E27FC236}">
                      <a16:creationId xmlns:a16="http://schemas.microsoft.com/office/drawing/2014/main" id="{C71DD82B-ED54-9D40-848F-40B6802EC749}"/>
                    </a:ext>
                  </a:extLst>
                </p:cNvPr>
                <p:cNvSpPr/>
                <p:nvPr/>
              </p:nvSpPr>
              <p:spPr>
                <a:xfrm>
                  <a:off x="2936890" y="3912858"/>
                  <a:ext cx="425689" cy="329059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66" name="Straight Connector 1065">
                  <a:extLst>
                    <a:ext uri="{FF2B5EF4-FFF2-40B4-BE49-F238E27FC236}">
                      <a16:creationId xmlns:a16="http://schemas.microsoft.com/office/drawing/2014/main" id="{5A2CCD06-A52B-594C-895E-DE5616109835}"/>
                    </a:ext>
                  </a:extLst>
                </p:cNvPr>
                <p:cNvCxnSpPr/>
                <p:nvPr/>
              </p:nvCxnSpPr>
              <p:spPr>
                <a:xfrm>
                  <a:off x="2932124" y="4005058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1067" name="Straight Connector 1066">
                  <a:extLst>
                    <a:ext uri="{FF2B5EF4-FFF2-40B4-BE49-F238E27FC236}">
                      <a16:creationId xmlns:a16="http://schemas.microsoft.com/office/drawing/2014/main" id="{CAE78986-A47E-684D-AC0D-81B0C9B79A88}"/>
                    </a:ext>
                  </a:extLst>
                </p:cNvPr>
                <p:cNvCxnSpPr/>
                <p:nvPr/>
              </p:nvCxnSpPr>
              <p:spPr>
                <a:xfrm>
                  <a:off x="2932124" y="4068645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1068" name="Straight Connector 1067">
                  <a:extLst>
                    <a:ext uri="{FF2B5EF4-FFF2-40B4-BE49-F238E27FC236}">
                      <a16:creationId xmlns:a16="http://schemas.microsoft.com/office/drawing/2014/main" id="{CEA4CB24-3526-B94F-BDC2-D6FC123FF46E}"/>
                    </a:ext>
                  </a:extLst>
                </p:cNvPr>
                <p:cNvCxnSpPr>
                  <a:stCxn id="1065" idx="2"/>
                </p:cNvCxnSpPr>
                <p:nvPr/>
              </p:nvCxnSpPr>
              <p:spPr>
                <a:xfrm flipH="1" flipV="1">
                  <a:off x="3148146" y="4005058"/>
                  <a:ext cx="1589" cy="236859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1045" name="Group 582">
                <a:extLst>
                  <a:ext uri="{FF2B5EF4-FFF2-40B4-BE49-F238E27FC236}">
                    <a16:creationId xmlns:a16="http://schemas.microsoft.com/office/drawing/2014/main" id="{813A6CA3-90B1-754D-8C2A-B486DE6440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7957" y="5055368"/>
                <a:ext cx="430131" cy="329152"/>
                <a:chOff x="2931664" y="3912603"/>
                <a:chExt cx="430450" cy="329314"/>
              </a:xfrm>
            </p:grpSpPr>
            <p:sp>
              <p:nvSpPr>
                <p:cNvPr id="1061" name="Rectangle 1060">
                  <a:extLst>
                    <a:ext uri="{FF2B5EF4-FFF2-40B4-BE49-F238E27FC236}">
                      <a16:creationId xmlns:a16="http://schemas.microsoft.com/office/drawing/2014/main" id="{CDA497B5-1F53-4B4A-B52C-8AF25ACDEA7D}"/>
                    </a:ext>
                  </a:extLst>
                </p:cNvPr>
                <p:cNvSpPr/>
                <p:nvPr/>
              </p:nvSpPr>
              <p:spPr>
                <a:xfrm>
                  <a:off x="2936750" y="3912924"/>
                  <a:ext cx="425689" cy="329059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62" name="Straight Connector 1061">
                  <a:extLst>
                    <a:ext uri="{FF2B5EF4-FFF2-40B4-BE49-F238E27FC236}">
                      <a16:creationId xmlns:a16="http://schemas.microsoft.com/office/drawing/2014/main" id="{1FEFA7AF-47D6-9044-B6BA-FCC567BC9B9F}"/>
                    </a:ext>
                  </a:extLst>
                </p:cNvPr>
                <p:cNvCxnSpPr/>
                <p:nvPr/>
              </p:nvCxnSpPr>
              <p:spPr>
                <a:xfrm>
                  <a:off x="2931985" y="4005125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1063" name="Straight Connector 1062">
                  <a:extLst>
                    <a:ext uri="{FF2B5EF4-FFF2-40B4-BE49-F238E27FC236}">
                      <a16:creationId xmlns:a16="http://schemas.microsoft.com/office/drawing/2014/main" id="{F2F3585A-E53E-A040-84F7-9123881B9F28}"/>
                    </a:ext>
                  </a:extLst>
                </p:cNvPr>
                <p:cNvCxnSpPr/>
                <p:nvPr/>
              </p:nvCxnSpPr>
              <p:spPr>
                <a:xfrm>
                  <a:off x="2931985" y="4068711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1064" name="Straight Connector 1063">
                  <a:extLst>
                    <a:ext uri="{FF2B5EF4-FFF2-40B4-BE49-F238E27FC236}">
                      <a16:creationId xmlns:a16="http://schemas.microsoft.com/office/drawing/2014/main" id="{F72283CD-AFD3-8E4E-9857-F6D589080734}"/>
                    </a:ext>
                  </a:extLst>
                </p:cNvPr>
                <p:cNvCxnSpPr>
                  <a:stCxn id="1061" idx="2"/>
                </p:cNvCxnSpPr>
                <p:nvPr/>
              </p:nvCxnSpPr>
              <p:spPr>
                <a:xfrm flipH="1" flipV="1">
                  <a:off x="3148007" y="4005125"/>
                  <a:ext cx="1588" cy="236859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1046" name="Group 609">
                <a:extLst>
                  <a:ext uri="{FF2B5EF4-FFF2-40B4-BE49-F238E27FC236}">
                    <a16:creationId xmlns:a16="http://schemas.microsoft.com/office/drawing/2014/main" id="{89D38A41-C0E7-004E-889C-35371BDB49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91804" y="5053093"/>
                <a:ext cx="430212" cy="328614"/>
                <a:chOff x="2932186" y="3913304"/>
                <a:chExt cx="430531" cy="328775"/>
              </a:xfrm>
            </p:grpSpPr>
            <p:sp>
              <p:nvSpPr>
                <p:cNvPr id="1057" name="Rectangle 1056">
                  <a:extLst>
                    <a:ext uri="{FF2B5EF4-FFF2-40B4-BE49-F238E27FC236}">
                      <a16:creationId xmlns:a16="http://schemas.microsoft.com/office/drawing/2014/main" id="{7E038D77-DD73-D34F-AE34-D667F6E9B9F0}"/>
                    </a:ext>
                  </a:extLst>
                </p:cNvPr>
                <p:cNvSpPr/>
                <p:nvPr/>
              </p:nvSpPr>
              <p:spPr>
                <a:xfrm>
                  <a:off x="2936535" y="3912722"/>
                  <a:ext cx="425689" cy="329058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58" name="Straight Connector 1057">
                  <a:extLst>
                    <a:ext uri="{FF2B5EF4-FFF2-40B4-BE49-F238E27FC236}">
                      <a16:creationId xmlns:a16="http://schemas.microsoft.com/office/drawing/2014/main" id="{D2968903-9149-5948-9F49-8F05AE95D6F0}"/>
                    </a:ext>
                  </a:extLst>
                </p:cNvPr>
                <p:cNvCxnSpPr/>
                <p:nvPr/>
              </p:nvCxnSpPr>
              <p:spPr>
                <a:xfrm>
                  <a:off x="2931771" y="4004922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1059" name="Straight Connector 1058">
                  <a:extLst>
                    <a:ext uri="{FF2B5EF4-FFF2-40B4-BE49-F238E27FC236}">
                      <a16:creationId xmlns:a16="http://schemas.microsoft.com/office/drawing/2014/main" id="{6B45A1AF-6B67-DD42-AEDE-F73D064563E4}"/>
                    </a:ext>
                  </a:extLst>
                </p:cNvPr>
                <p:cNvCxnSpPr/>
                <p:nvPr/>
              </p:nvCxnSpPr>
              <p:spPr>
                <a:xfrm>
                  <a:off x="2931771" y="4068509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1060" name="Straight Connector 1059">
                  <a:extLst>
                    <a:ext uri="{FF2B5EF4-FFF2-40B4-BE49-F238E27FC236}">
                      <a16:creationId xmlns:a16="http://schemas.microsoft.com/office/drawing/2014/main" id="{0FF66FC3-DA6A-CB44-8117-4648AAEC93ED}"/>
                    </a:ext>
                  </a:extLst>
                </p:cNvPr>
                <p:cNvCxnSpPr>
                  <a:stCxn id="1057" idx="2"/>
                </p:cNvCxnSpPr>
                <p:nvPr/>
              </p:nvCxnSpPr>
              <p:spPr>
                <a:xfrm flipH="1" flipV="1">
                  <a:off x="3147792" y="4004922"/>
                  <a:ext cx="1588" cy="236858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1047" name="Group 636">
                <a:extLst>
                  <a:ext uri="{FF2B5EF4-FFF2-40B4-BE49-F238E27FC236}">
                    <a16:creationId xmlns:a16="http://schemas.microsoft.com/office/drawing/2014/main" id="{6DF58C37-21E3-AF4F-B080-530FD985E9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81816" y="5045656"/>
                <a:ext cx="430131" cy="329465"/>
                <a:chOff x="2931664" y="3912603"/>
                <a:chExt cx="430450" cy="329314"/>
              </a:xfrm>
            </p:grpSpPr>
            <p:sp>
              <p:nvSpPr>
                <p:cNvPr id="1053" name="Rectangle 1052">
                  <a:extLst>
                    <a:ext uri="{FF2B5EF4-FFF2-40B4-BE49-F238E27FC236}">
                      <a16:creationId xmlns:a16="http://schemas.microsoft.com/office/drawing/2014/main" id="{F4182402-0285-CD46-9828-6534BE97D257}"/>
                    </a:ext>
                  </a:extLst>
                </p:cNvPr>
                <p:cNvSpPr/>
                <p:nvPr/>
              </p:nvSpPr>
              <p:spPr>
                <a:xfrm>
                  <a:off x="2936425" y="3913102"/>
                  <a:ext cx="425689" cy="328747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54" name="Straight Connector 1053">
                  <a:extLst>
                    <a:ext uri="{FF2B5EF4-FFF2-40B4-BE49-F238E27FC236}">
                      <a16:creationId xmlns:a16="http://schemas.microsoft.com/office/drawing/2014/main" id="{D14A7BEB-C638-0A47-B8DE-352AFA82413E}"/>
                    </a:ext>
                  </a:extLst>
                </p:cNvPr>
                <p:cNvCxnSpPr/>
                <p:nvPr/>
              </p:nvCxnSpPr>
              <p:spPr>
                <a:xfrm>
                  <a:off x="2931660" y="4005215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1055" name="Straight Connector 1054">
                  <a:extLst>
                    <a:ext uri="{FF2B5EF4-FFF2-40B4-BE49-F238E27FC236}">
                      <a16:creationId xmlns:a16="http://schemas.microsoft.com/office/drawing/2014/main" id="{F02DD2C2-E65E-7E4C-B479-635D130D51D4}"/>
                    </a:ext>
                  </a:extLst>
                </p:cNvPr>
                <p:cNvCxnSpPr/>
                <p:nvPr/>
              </p:nvCxnSpPr>
              <p:spPr>
                <a:xfrm>
                  <a:off x="2931660" y="4067152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1056" name="Straight Connector 1055">
                  <a:extLst>
                    <a:ext uri="{FF2B5EF4-FFF2-40B4-BE49-F238E27FC236}">
                      <a16:creationId xmlns:a16="http://schemas.microsoft.com/office/drawing/2014/main" id="{01A054F6-D6ED-F249-8703-213FDF32A722}"/>
                    </a:ext>
                  </a:extLst>
                </p:cNvPr>
                <p:cNvCxnSpPr>
                  <a:stCxn id="1053" idx="2"/>
                </p:cNvCxnSpPr>
                <p:nvPr/>
              </p:nvCxnSpPr>
              <p:spPr>
                <a:xfrm flipH="1" flipV="1">
                  <a:off x="3147681" y="4005215"/>
                  <a:ext cx="1588" cy="23663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1048" name="Group 554">
                <a:extLst>
                  <a:ext uri="{FF2B5EF4-FFF2-40B4-BE49-F238E27FC236}">
                    <a16:creationId xmlns:a16="http://schemas.microsoft.com/office/drawing/2014/main" id="{BAA5C424-578C-0343-914E-B5BD57101F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55070" y="4690247"/>
                <a:ext cx="675320" cy="521222"/>
                <a:chOff x="2931664" y="3912603"/>
                <a:chExt cx="430450" cy="329314"/>
              </a:xfrm>
            </p:grpSpPr>
            <p:sp>
              <p:nvSpPr>
                <p:cNvPr id="1049" name="Rectangle 1048">
                  <a:extLst>
                    <a:ext uri="{FF2B5EF4-FFF2-40B4-BE49-F238E27FC236}">
                      <a16:creationId xmlns:a16="http://schemas.microsoft.com/office/drawing/2014/main" id="{A0CDA39B-A97A-7842-8A3D-C53D637AE12E}"/>
                    </a:ext>
                  </a:extLst>
                </p:cNvPr>
                <p:cNvSpPr/>
                <p:nvPr/>
              </p:nvSpPr>
              <p:spPr>
                <a:xfrm>
                  <a:off x="2936722" y="3913607"/>
                  <a:ext cx="425923" cy="328266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50" name="Straight Connector 1049">
                  <a:extLst>
                    <a:ext uri="{FF2B5EF4-FFF2-40B4-BE49-F238E27FC236}">
                      <a16:creationId xmlns:a16="http://schemas.microsoft.com/office/drawing/2014/main" id="{779BD574-9352-0A4A-AD81-3425C567CA59}"/>
                    </a:ext>
                  </a:extLst>
                </p:cNvPr>
                <p:cNvCxnSpPr/>
                <p:nvPr/>
              </p:nvCxnSpPr>
              <p:spPr>
                <a:xfrm>
                  <a:off x="2932675" y="4004959"/>
                  <a:ext cx="424911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1051" name="Straight Connector 1050">
                  <a:extLst>
                    <a:ext uri="{FF2B5EF4-FFF2-40B4-BE49-F238E27FC236}">
                      <a16:creationId xmlns:a16="http://schemas.microsoft.com/office/drawing/2014/main" id="{E4722BD0-017E-9C4D-9B3E-BB2C34567D80}"/>
                    </a:ext>
                  </a:extLst>
                </p:cNvPr>
                <p:cNvCxnSpPr/>
                <p:nvPr/>
              </p:nvCxnSpPr>
              <p:spPr>
                <a:xfrm>
                  <a:off x="2932675" y="4069207"/>
                  <a:ext cx="424911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1052" name="Straight Connector 1051">
                  <a:extLst>
                    <a:ext uri="{FF2B5EF4-FFF2-40B4-BE49-F238E27FC236}">
                      <a16:creationId xmlns:a16="http://schemas.microsoft.com/office/drawing/2014/main" id="{BA1C7D13-CACA-DE42-A4BD-9DF0691F3FA5}"/>
                    </a:ext>
                  </a:extLst>
                </p:cNvPr>
                <p:cNvCxnSpPr>
                  <a:stCxn id="1049" idx="2"/>
                </p:cNvCxnSpPr>
                <p:nvPr/>
              </p:nvCxnSpPr>
              <p:spPr>
                <a:xfrm flipH="1" flipV="1">
                  <a:off x="3148166" y="4004959"/>
                  <a:ext cx="1011" cy="23691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</p:grpSp>
        <p:grpSp>
          <p:nvGrpSpPr>
            <p:cNvPr id="1069" name="Group 347">
              <a:extLst>
                <a:ext uri="{FF2B5EF4-FFF2-40B4-BE49-F238E27FC236}">
                  <a16:creationId xmlns:a16="http://schemas.microsoft.com/office/drawing/2014/main" id="{4D6C1728-73DE-F748-A0E0-11321B8F75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05568" y="5890592"/>
              <a:ext cx="588962" cy="242888"/>
              <a:chOff x="1871277" y="1576300"/>
              <a:chExt cx="1128371" cy="437861"/>
            </a:xfrm>
          </p:grpSpPr>
          <p:sp>
            <p:nvSpPr>
              <p:cNvPr id="1070" name="Oval 1069">
                <a:extLst>
                  <a:ext uri="{FF2B5EF4-FFF2-40B4-BE49-F238E27FC236}">
                    <a16:creationId xmlns:a16="http://schemas.microsoft.com/office/drawing/2014/main" id="{BD0DE6BC-801F-2349-B339-2073DD002B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317" y="1693636"/>
                <a:ext cx="1125331" cy="320525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1" name="Rectangle 1070">
                <a:extLst>
                  <a:ext uri="{FF2B5EF4-FFF2-40B4-BE49-F238E27FC236}">
                    <a16:creationId xmlns:a16="http://schemas.microsoft.com/office/drawing/2014/main" id="{8006CA96-E3FA-9945-9B82-02259999272B}"/>
                  </a:ext>
                </a:extLst>
              </p:cNvPr>
              <p:cNvSpPr/>
              <p:nvPr/>
            </p:nvSpPr>
            <p:spPr bwMode="auto">
              <a:xfrm>
                <a:off x="1871277" y="1739425"/>
                <a:ext cx="1128371" cy="117334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072" name="Oval 1071">
                <a:extLst>
                  <a:ext uri="{FF2B5EF4-FFF2-40B4-BE49-F238E27FC236}">
                    <a16:creationId xmlns:a16="http://schemas.microsoft.com/office/drawing/2014/main" id="{AC968267-A70E-0B48-9B2B-F3F7549B2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331" cy="320525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3" name="Freeform 1072">
                <a:extLst>
                  <a:ext uri="{FF2B5EF4-FFF2-40B4-BE49-F238E27FC236}">
                    <a16:creationId xmlns:a16="http://schemas.microsoft.com/office/drawing/2014/main" id="{3543F393-921B-2544-AAF2-81DE265DCA01}"/>
                  </a:ext>
                </a:extLst>
              </p:cNvPr>
              <p:cNvSpPr/>
              <p:nvPr/>
            </p:nvSpPr>
            <p:spPr bwMode="auto">
              <a:xfrm>
                <a:off x="2160212" y="1673602"/>
                <a:ext cx="547458" cy="16026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074" name="Freeform 1073">
                <a:extLst>
                  <a:ext uri="{FF2B5EF4-FFF2-40B4-BE49-F238E27FC236}">
                    <a16:creationId xmlns:a16="http://schemas.microsoft.com/office/drawing/2014/main" id="{36A99124-4AE5-ED4F-A834-C0222885A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426" y="1633537"/>
                <a:ext cx="663033" cy="111612"/>
              </a:xfrm>
              <a:custGeom>
                <a:avLst/>
                <a:gdLst>
                  <a:gd name="T0" fmla="*/ 0 w 3723451"/>
                  <a:gd name="T1" fmla="*/ 27306 h 932950"/>
                  <a:gd name="T2" fmla="*/ 116665 w 3723451"/>
                  <a:gd name="T3" fmla="*/ 322 h 932950"/>
                  <a:gd name="T4" fmla="*/ 330457 w 3723451"/>
                  <a:gd name="T5" fmla="*/ 62277 h 932950"/>
                  <a:gd name="T6" fmla="*/ 534418 w 3723451"/>
                  <a:gd name="T7" fmla="*/ 0 h 932950"/>
                  <a:gd name="T8" fmla="*/ 663033 w 3723451"/>
                  <a:gd name="T9" fmla="*/ 24782 h 932950"/>
                  <a:gd name="T10" fmla="*/ 567343 w 3723451"/>
                  <a:gd name="T11" fmla="*/ 55256 h 932950"/>
                  <a:gd name="T12" fmla="*/ 536535 w 3723451"/>
                  <a:gd name="T13" fmla="*/ 47040 h 932950"/>
                  <a:gd name="T14" fmla="*/ 334214 w 3723451"/>
                  <a:gd name="T15" fmla="*/ 111612 h 932950"/>
                  <a:gd name="T16" fmla="*/ 126717 w 3723451"/>
                  <a:gd name="T17" fmla="*/ 49415 h 932950"/>
                  <a:gd name="T18" fmla="*/ 93168 w 3723451"/>
                  <a:gd name="T19" fmla="*/ 56128 h 932950"/>
                  <a:gd name="T20" fmla="*/ 0 w 3723451"/>
                  <a:gd name="T21" fmla="*/ 27306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5" name="Freeform 1074">
                <a:extLst>
                  <a:ext uri="{FF2B5EF4-FFF2-40B4-BE49-F238E27FC236}">
                    <a16:creationId xmlns:a16="http://schemas.microsoft.com/office/drawing/2014/main" id="{9CE3F7E2-B553-1E45-88FC-E2E1EC32F4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7350" y="1727978"/>
                <a:ext cx="243315" cy="97302"/>
              </a:xfrm>
              <a:custGeom>
                <a:avLst/>
                <a:gdLst>
                  <a:gd name="T0" fmla="*/ 0 w 1366596"/>
                  <a:gd name="T1" fmla="*/ 0 h 809868"/>
                  <a:gd name="T2" fmla="*/ 243315 w 1366596"/>
                  <a:gd name="T3" fmla="*/ 75188 h 809868"/>
                  <a:gd name="T4" fmla="*/ 154017 w 1366596"/>
                  <a:gd name="T5" fmla="*/ 97302 h 809868"/>
                  <a:gd name="T6" fmla="*/ 819 w 1366596"/>
                  <a:gd name="T7" fmla="*/ 51415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6" name="Freeform 1075">
                <a:extLst>
                  <a:ext uri="{FF2B5EF4-FFF2-40B4-BE49-F238E27FC236}">
                    <a16:creationId xmlns:a16="http://schemas.microsoft.com/office/drawing/2014/main" id="{D7BB9DED-4899-7649-AEBA-749DA45279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260" y="1730839"/>
                <a:ext cx="240272" cy="97302"/>
              </a:xfrm>
              <a:custGeom>
                <a:avLst/>
                <a:gdLst>
                  <a:gd name="T0" fmla="*/ 236992 w 1348191"/>
                  <a:gd name="T1" fmla="*/ 0 h 791462"/>
                  <a:gd name="T2" fmla="*/ 240272 w 1348191"/>
                  <a:gd name="T3" fmla="*/ 46954 h 791462"/>
                  <a:gd name="T4" fmla="*/ 86924 w 1348191"/>
                  <a:gd name="T5" fmla="*/ 97302 h 791462"/>
                  <a:gd name="T6" fmla="*/ 0 w 1348191"/>
                  <a:gd name="T7" fmla="*/ 75239 h 791462"/>
                  <a:gd name="T8" fmla="*/ 236992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E8965662-2E9A-0244-946F-4423CC691CFA}"/>
                  </a:ext>
                </a:extLst>
              </p:cNvPr>
              <p:cNvCxnSpPr>
                <a:cxnSpLocks noChangeShapeType="1"/>
                <a:endCxn id="1072" idx="2"/>
              </p:cNvCxnSpPr>
              <p:nvPr/>
            </p:nvCxnSpPr>
            <p:spPr bwMode="auto">
              <a:xfrm flipH="1" flipV="1">
                <a:off x="1871277" y="1736563"/>
                <a:ext cx="3040" cy="12306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78" name="Straight Connector 1077">
                <a:extLst>
                  <a:ext uri="{FF2B5EF4-FFF2-40B4-BE49-F238E27FC236}">
                    <a16:creationId xmlns:a16="http://schemas.microsoft.com/office/drawing/2014/main" id="{857BA7A2-209C-0B4F-9F2F-F5D9E12C579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608" y="1733702"/>
                <a:ext cx="3040" cy="123058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079" name="Group 347">
              <a:extLst>
                <a:ext uri="{FF2B5EF4-FFF2-40B4-BE49-F238E27FC236}">
                  <a16:creationId xmlns:a16="http://schemas.microsoft.com/office/drawing/2014/main" id="{23A5395A-73E4-9545-9CCB-0643AECEF7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4430" y="5749305"/>
              <a:ext cx="588963" cy="242887"/>
              <a:chOff x="1871277" y="1576300"/>
              <a:chExt cx="1128371" cy="437861"/>
            </a:xfrm>
          </p:grpSpPr>
          <p:sp>
            <p:nvSpPr>
              <p:cNvPr id="1080" name="Oval 1079">
                <a:extLst>
                  <a:ext uri="{FF2B5EF4-FFF2-40B4-BE49-F238E27FC236}">
                    <a16:creationId xmlns:a16="http://schemas.microsoft.com/office/drawing/2014/main" id="{DF4469B4-1A62-884E-B93E-2088628FC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319" y="1693635"/>
                <a:ext cx="1125329" cy="320526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81" name="Rectangle 1080">
                <a:extLst>
                  <a:ext uri="{FF2B5EF4-FFF2-40B4-BE49-F238E27FC236}">
                    <a16:creationId xmlns:a16="http://schemas.microsoft.com/office/drawing/2014/main" id="{CEED749C-6638-6040-A523-CBE05E8011F2}"/>
                  </a:ext>
                </a:extLst>
              </p:cNvPr>
              <p:cNvSpPr/>
              <p:nvPr/>
            </p:nvSpPr>
            <p:spPr bwMode="auto">
              <a:xfrm>
                <a:off x="1871277" y="1739424"/>
                <a:ext cx="1128371" cy="117336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082" name="Oval 1081">
                <a:extLst>
                  <a:ext uri="{FF2B5EF4-FFF2-40B4-BE49-F238E27FC236}">
                    <a16:creationId xmlns:a16="http://schemas.microsoft.com/office/drawing/2014/main" id="{E82E8A3A-0CDF-0142-A8D4-2A7F88E46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329" cy="320526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83" name="Freeform 1082">
                <a:extLst>
                  <a:ext uri="{FF2B5EF4-FFF2-40B4-BE49-F238E27FC236}">
                    <a16:creationId xmlns:a16="http://schemas.microsoft.com/office/drawing/2014/main" id="{20B0C69D-2EFF-CC4C-91E3-DE028EA90E90}"/>
                  </a:ext>
                </a:extLst>
              </p:cNvPr>
              <p:cNvSpPr/>
              <p:nvPr/>
            </p:nvSpPr>
            <p:spPr bwMode="auto">
              <a:xfrm>
                <a:off x="2160214" y="1673603"/>
                <a:ext cx="547457" cy="16026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084" name="Freeform 1083">
                <a:extLst>
                  <a:ext uri="{FF2B5EF4-FFF2-40B4-BE49-F238E27FC236}">
                    <a16:creationId xmlns:a16="http://schemas.microsoft.com/office/drawing/2014/main" id="{8F166C83-2DE4-AA4C-934F-358B1ABBD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426" y="1633537"/>
                <a:ext cx="663031" cy="111611"/>
              </a:xfrm>
              <a:custGeom>
                <a:avLst/>
                <a:gdLst>
                  <a:gd name="T0" fmla="*/ 0 w 3723451"/>
                  <a:gd name="T1" fmla="*/ 27306 h 932950"/>
                  <a:gd name="T2" fmla="*/ 116665 w 3723451"/>
                  <a:gd name="T3" fmla="*/ 322 h 932950"/>
                  <a:gd name="T4" fmla="*/ 330456 w 3723451"/>
                  <a:gd name="T5" fmla="*/ 62276 h 932950"/>
                  <a:gd name="T6" fmla="*/ 534416 w 3723451"/>
                  <a:gd name="T7" fmla="*/ 0 h 932950"/>
                  <a:gd name="T8" fmla="*/ 663031 w 3723451"/>
                  <a:gd name="T9" fmla="*/ 24782 h 932950"/>
                  <a:gd name="T10" fmla="*/ 567342 w 3723451"/>
                  <a:gd name="T11" fmla="*/ 55255 h 932950"/>
                  <a:gd name="T12" fmla="*/ 536534 w 3723451"/>
                  <a:gd name="T13" fmla="*/ 47039 h 932950"/>
                  <a:gd name="T14" fmla="*/ 334213 w 3723451"/>
                  <a:gd name="T15" fmla="*/ 111611 h 932950"/>
                  <a:gd name="T16" fmla="*/ 126716 w 3723451"/>
                  <a:gd name="T17" fmla="*/ 49415 h 932950"/>
                  <a:gd name="T18" fmla="*/ 93168 w 3723451"/>
                  <a:gd name="T19" fmla="*/ 56127 h 932950"/>
                  <a:gd name="T20" fmla="*/ 0 w 3723451"/>
                  <a:gd name="T21" fmla="*/ 27306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85" name="Freeform 1084">
                <a:extLst>
                  <a:ext uri="{FF2B5EF4-FFF2-40B4-BE49-F238E27FC236}">
                    <a16:creationId xmlns:a16="http://schemas.microsoft.com/office/drawing/2014/main" id="{64120D6F-CF36-7A4B-868D-9522C1F794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7351" y="1727977"/>
                <a:ext cx="243314" cy="97303"/>
              </a:xfrm>
              <a:custGeom>
                <a:avLst/>
                <a:gdLst>
                  <a:gd name="T0" fmla="*/ 0 w 1366596"/>
                  <a:gd name="T1" fmla="*/ 0 h 809868"/>
                  <a:gd name="T2" fmla="*/ 243314 w 1366596"/>
                  <a:gd name="T3" fmla="*/ 75189 h 809868"/>
                  <a:gd name="T4" fmla="*/ 154017 w 1366596"/>
                  <a:gd name="T5" fmla="*/ 97303 h 809868"/>
                  <a:gd name="T6" fmla="*/ 819 w 1366596"/>
                  <a:gd name="T7" fmla="*/ 51416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86" name="Freeform 1085">
                <a:extLst>
                  <a:ext uri="{FF2B5EF4-FFF2-40B4-BE49-F238E27FC236}">
                    <a16:creationId xmlns:a16="http://schemas.microsoft.com/office/drawing/2014/main" id="{8477E0BD-F61A-594C-8419-6BA64D7DFC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260" y="1730839"/>
                <a:ext cx="240274" cy="97303"/>
              </a:xfrm>
              <a:custGeom>
                <a:avLst/>
                <a:gdLst>
                  <a:gd name="T0" fmla="*/ 236994 w 1348191"/>
                  <a:gd name="T1" fmla="*/ 0 h 791462"/>
                  <a:gd name="T2" fmla="*/ 240274 w 1348191"/>
                  <a:gd name="T3" fmla="*/ 46954 h 791462"/>
                  <a:gd name="T4" fmla="*/ 86925 w 1348191"/>
                  <a:gd name="T5" fmla="*/ 97303 h 791462"/>
                  <a:gd name="T6" fmla="*/ 0 w 1348191"/>
                  <a:gd name="T7" fmla="*/ 75240 h 791462"/>
                  <a:gd name="T8" fmla="*/ 236994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087" name="Straight Connector 1086">
                <a:extLst>
                  <a:ext uri="{FF2B5EF4-FFF2-40B4-BE49-F238E27FC236}">
                    <a16:creationId xmlns:a16="http://schemas.microsoft.com/office/drawing/2014/main" id="{53F7848D-82FC-7641-AC58-517C9B2FB854}"/>
                  </a:ext>
                </a:extLst>
              </p:cNvPr>
              <p:cNvCxnSpPr>
                <a:cxnSpLocks noChangeShapeType="1"/>
                <a:endCxn id="1082" idx="2"/>
              </p:cNvCxnSpPr>
              <p:nvPr/>
            </p:nvCxnSpPr>
            <p:spPr bwMode="auto">
              <a:xfrm flipH="1" flipV="1">
                <a:off x="1871277" y="1736563"/>
                <a:ext cx="3042" cy="123058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88" name="Straight Connector 1087">
                <a:extLst>
                  <a:ext uri="{FF2B5EF4-FFF2-40B4-BE49-F238E27FC236}">
                    <a16:creationId xmlns:a16="http://schemas.microsoft.com/office/drawing/2014/main" id="{EA830BBF-D185-DB42-96F5-34C5273F4B6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606" y="1733700"/>
                <a:ext cx="3042" cy="12306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089" name="Group 347">
              <a:extLst>
                <a:ext uri="{FF2B5EF4-FFF2-40B4-BE49-F238E27FC236}">
                  <a16:creationId xmlns:a16="http://schemas.microsoft.com/office/drawing/2014/main" id="{B6A937C7-17A9-A648-A780-A8D67F2249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6593" y="6209680"/>
              <a:ext cx="588962" cy="242887"/>
              <a:chOff x="1871277" y="1576300"/>
              <a:chExt cx="1128371" cy="437861"/>
            </a:xfrm>
          </p:grpSpPr>
          <p:sp>
            <p:nvSpPr>
              <p:cNvPr id="1090" name="Oval 1089">
                <a:extLst>
                  <a:ext uri="{FF2B5EF4-FFF2-40B4-BE49-F238E27FC236}">
                    <a16:creationId xmlns:a16="http://schemas.microsoft.com/office/drawing/2014/main" id="{21A30E2F-9F7B-DC47-908B-38849C8FE1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317" y="1693635"/>
                <a:ext cx="1125331" cy="320526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91" name="Rectangle 1090">
                <a:extLst>
                  <a:ext uri="{FF2B5EF4-FFF2-40B4-BE49-F238E27FC236}">
                    <a16:creationId xmlns:a16="http://schemas.microsoft.com/office/drawing/2014/main" id="{368E56E7-1038-F843-8824-9F2406D135DC}"/>
                  </a:ext>
                </a:extLst>
              </p:cNvPr>
              <p:cNvSpPr/>
              <p:nvPr/>
            </p:nvSpPr>
            <p:spPr bwMode="auto">
              <a:xfrm>
                <a:off x="1871277" y="1739424"/>
                <a:ext cx="1128371" cy="117336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092" name="Oval 1091">
                <a:extLst>
                  <a:ext uri="{FF2B5EF4-FFF2-40B4-BE49-F238E27FC236}">
                    <a16:creationId xmlns:a16="http://schemas.microsoft.com/office/drawing/2014/main" id="{5E09C5D1-4489-9245-906B-AB737B65B9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331" cy="320526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93" name="Freeform 1092">
                <a:extLst>
                  <a:ext uri="{FF2B5EF4-FFF2-40B4-BE49-F238E27FC236}">
                    <a16:creationId xmlns:a16="http://schemas.microsoft.com/office/drawing/2014/main" id="{60675A58-4EA5-F645-8293-8D562D37C4A7}"/>
                  </a:ext>
                </a:extLst>
              </p:cNvPr>
              <p:cNvSpPr/>
              <p:nvPr/>
            </p:nvSpPr>
            <p:spPr bwMode="auto">
              <a:xfrm>
                <a:off x="2160212" y="1673603"/>
                <a:ext cx="547458" cy="16026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094" name="Freeform 1093">
                <a:extLst>
                  <a:ext uri="{FF2B5EF4-FFF2-40B4-BE49-F238E27FC236}">
                    <a16:creationId xmlns:a16="http://schemas.microsoft.com/office/drawing/2014/main" id="{936A0061-F839-A048-9329-4BA74387A8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426" y="1633537"/>
                <a:ext cx="663033" cy="111611"/>
              </a:xfrm>
              <a:custGeom>
                <a:avLst/>
                <a:gdLst>
                  <a:gd name="T0" fmla="*/ 0 w 3723451"/>
                  <a:gd name="T1" fmla="*/ 27306 h 932950"/>
                  <a:gd name="T2" fmla="*/ 116665 w 3723451"/>
                  <a:gd name="T3" fmla="*/ 322 h 932950"/>
                  <a:gd name="T4" fmla="*/ 330457 w 3723451"/>
                  <a:gd name="T5" fmla="*/ 62276 h 932950"/>
                  <a:gd name="T6" fmla="*/ 534418 w 3723451"/>
                  <a:gd name="T7" fmla="*/ 0 h 932950"/>
                  <a:gd name="T8" fmla="*/ 663033 w 3723451"/>
                  <a:gd name="T9" fmla="*/ 24782 h 932950"/>
                  <a:gd name="T10" fmla="*/ 567343 w 3723451"/>
                  <a:gd name="T11" fmla="*/ 55255 h 932950"/>
                  <a:gd name="T12" fmla="*/ 536535 w 3723451"/>
                  <a:gd name="T13" fmla="*/ 47039 h 932950"/>
                  <a:gd name="T14" fmla="*/ 334214 w 3723451"/>
                  <a:gd name="T15" fmla="*/ 111611 h 932950"/>
                  <a:gd name="T16" fmla="*/ 126717 w 3723451"/>
                  <a:gd name="T17" fmla="*/ 49415 h 932950"/>
                  <a:gd name="T18" fmla="*/ 93168 w 3723451"/>
                  <a:gd name="T19" fmla="*/ 56127 h 932950"/>
                  <a:gd name="T20" fmla="*/ 0 w 3723451"/>
                  <a:gd name="T21" fmla="*/ 27306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95" name="Freeform 1094">
                <a:extLst>
                  <a:ext uri="{FF2B5EF4-FFF2-40B4-BE49-F238E27FC236}">
                    <a16:creationId xmlns:a16="http://schemas.microsoft.com/office/drawing/2014/main" id="{5010EAA9-D9FE-B348-B497-E58DC4A702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7350" y="1727977"/>
                <a:ext cx="243315" cy="97303"/>
              </a:xfrm>
              <a:custGeom>
                <a:avLst/>
                <a:gdLst>
                  <a:gd name="T0" fmla="*/ 0 w 1366596"/>
                  <a:gd name="T1" fmla="*/ 0 h 809868"/>
                  <a:gd name="T2" fmla="*/ 243315 w 1366596"/>
                  <a:gd name="T3" fmla="*/ 75189 h 809868"/>
                  <a:gd name="T4" fmla="*/ 154017 w 1366596"/>
                  <a:gd name="T5" fmla="*/ 97303 h 809868"/>
                  <a:gd name="T6" fmla="*/ 819 w 1366596"/>
                  <a:gd name="T7" fmla="*/ 51416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96" name="Freeform 1095">
                <a:extLst>
                  <a:ext uri="{FF2B5EF4-FFF2-40B4-BE49-F238E27FC236}">
                    <a16:creationId xmlns:a16="http://schemas.microsoft.com/office/drawing/2014/main" id="{E2301F16-3352-1848-BBB4-2365D15D0F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260" y="1730839"/>
                <a:ext cx="240272" cy="97303"/>
              </a:xfrm>
              <a:custGeom>
                <a:avLst/>
                <a:gdLst>
                  <a:gd name="T0" fmla="*/ 236992 w 1348191"/>
                  <a:gd name="T1" fmla="*/ 0 h 791462"/>
                  <a:gd name="T2" fmla="*/ 240272 w 1348191"/>
                  <a:gd name="T3" fmla="*/ 46954 h 791462"/>
                  <a:gd name="T4" fmla="*/ 86924 w 1348191"/>
                  <a:gd name="T5" fmla="*/ 97303 h 791462"/>
                  <a:gd name="T6" fmla="*/ 0 w 1348191"/>
                  <a:gd name="T7" fmla="*/ 75240 h 791462"/>
                  <a:gd name="T8" fmla="*/ 236992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097" name="Straight Connector 1096">
                <a:extLst>
                  <a:ext uri="{FF2B5EF4-FFF2-40B4-BE49-F238E27FC236}">
                    <a16:creationId xmlns:a16="http://schemas.microsoft.com/office/drawing/2014/main" id="{D853D2D6-514A-9847-BBC3-2AE928C8DAFB}"/>
                  </a:ext>
                </a:extLst>
              </p:cNvPr>
              <p:cNvCxnSpPr>
                <a:cxnSpLocks noChangeShapeType="1"/>
                <a:endCxn id="1092" idx="2"/>
              </p:cNvCxnSpPr>
              <p:nvPr/>
            </p:nvCxnSpPr>
            <p:spPr bwMode="auto">
              <a:xfrm flipH="1" flipV="1">
                <a:off x="1871277" y="1736563"/>
                <a:ext cx="3040" cy="123058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98" name="Straight Connector 1097">
                <a:extLst>
                  <a:ext uri="{FF2B5EF4-FFF2-40B4-BE49-F238E27FC236}">
                    <a16:creationId xmlns:a16="http://schemas.microsoft.com/office/drawing/2014/main" id="{0F7465E9-0BFE-964B-AB98-F93DD82101C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608" y="1733700"/>
                <a:ext cx="3040" cy="12306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099" name="Group 347">
              <a:extLst>
                <a:ext uri="{FF2B5EF4-FFF2-40B4-BE49-F238E27FC236}">
                  <a16:creationId xmlns:a16="http://schemas.microsoft.com/office/drawing/2014/main" id="{B1B48B52-0F33-0442-B024-9A681DC9E1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52918" y="6301755"/>
              <a:ext cx="588962" cy="242887"/>
              <a:chOff x="1871277" y="1576300"/>
              <a:chExt cx="1128371" cy="437861"/>
            </a:xfrm>
          </p:grpSpPr>
          <p:sp>
            <p:nvSpPr>
              <p:cNvPr id="1100" name="Oval 1099">
                <a:extLst>
                  <a:ext uri="{FF2B5EF4-FFF2-40B4-BE49-F238E27FC236}">
                    <a16:creationId xmlns:a16="http://schemas.microsoft.com/office/drawing/2014/main" id="{B2DB57CB-08BD-2F4D-A7ED-38936BBFA3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317" y="1693635"/>
                <a:ext cx="1125331" cy="320526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01" name="Rectangle 1100">
                <a:extLst>
                  <a:ext uri="{FF2B5EF4-FFF2-40B4-BE49-F238E27FC236}">
                    <a16:creationId xmlns:a16="http://schemas.microsoft.com/office/drawing/2014/main" id="{C5A9C96D-A2BA-754F-A882-52122EB391BC}"/>
                  </a:ext>
                </a:extLst>
              </p:cNvPr>
              <p:cNvSpPr/>
              <p:nvPr/>
            </p:nvSpPr>
            <p:spPr bwMode="auto">
              <a:xfrm>
                <a:off x="1871277" y="1739424"/>
                <a:ext cx="1128371" cy="117336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02" name="Oval 1101">
                <a:extLst>
                  <a:ext uri="{FF2B5EF4-FFF2-40B4-BE49-F238E27FC236}">
                    <a16:creationId xmlns:a16="http://schemas.microsoft.com/office/drawing/2014/main" id="{83C4800F-B303-9446-B339-EF2E78D32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331" cy="320526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03" name="Freeform 1102">
                <a:extLst>
                  <a:ext uri="{FF2B5EF4-FFF2-40B4-BE49-F238E27FC236}">
                    <a16:creationId xmlns:a16="http://schemas.microsoft.com/office/drawing/2014/main" id="{8248D620-997C-1B4D-A023-5CD8220FC4D0}"/>
                  </a:ext>
                </a:extLst>
              </p:cNvPr>
              <p:cNvSpPr/>
              <p:nvPr/>
            </p:nvSpPr>
            <p:spPr bwMode="auto">
              <a:xfrm>
                <a:off x="2160212" y="1673603"/>
                <a:ext cx="547458" cy="16026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04" name="Freeform 1103">
                <a:extLst>
                  <a:ext uri="{FF2B5EF4-FFF2-40B4-BE49-F238E27FC236}">
                    <a16:creationId xmlns:a16="http://schemas.microsoft.com/office/drawing/2014/main" id="{906FE13D-AC05-AA42-853B-9FAC9CA250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426" y="1633537"/>
                <a:ext cx="663033" cy="111611"/>
              </a:xfrm>
              <a:custGeom>
                <a:avLst/>
                <a:gdLst>
                  <a:gd name="T0" fmla="*/ 0 w 3723451"/>
                  <a:gd name="T1" fmla="*/ 27306 h 932950"/>
                  <a:gd name="T2" fmla="*/ 116665 w 3723451"/>
                  <a:gd name="T3" fmla="*/ 322 h 932950"/>
                  <a:gd name="T4" fmla="*/ 330457 w 3723451"/>
                  <a:gd name="T5" fmla="*/ 62276 h 932950"/>
                  <a:gd name="T6" fmla="*/ 534418 w 3723451"/>
                  <a:gd name="T7" fmla="*/ 0 h 932950"/>
                  <a:gd name="T8" fmla="*/ 663033 w 3723451"/>
                  <a:gd name="T9" fmla="*/ 24782 h 932950"/>
                  <a:gd name="T10" fmla="*/ 567343 w 3723451"/>
                  <a:gd name="T11" fmla="*/ 55255 h 932950"/>
                  <a:gd name="T12" fmla="*/ 536535 w 3723451"/>
                  <a:gd name="T13" fmla="*/ 47039 h 932950"/>
                  <a:gd name="T14" fmla="*/ 334214 w 3723451"/>
                  <a:gd name="T15" fmla="*/ 111611 h 932950"/>
                  <a:gd name="T16" fmla="*/ 126717 w 3723451"/>
                  <a:gd name="T17" fmla="*/ 49415 h 932950"/>
                  <a:gd name="T18" fmla="*/ 93168 w 3723451"/>
                  <a:gd name="T19" fmla="*/ 56127 h 932950"/>
                  <a:gd name="T20" fmla="*/ 0 w 3723451"/>
                  <a:gd name="T21" fmla="*/ 27306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05" name="Freeform 1104">
                <a:extLst>
                  <a:ext uri="{FF2B5EF4-FFF2-40B4-BE49-F238E27FC236}">
                    <a16:creationId xmlns:a16="http://schemas.microsoft.com/office/drawing/2014/main" id="{DE4AB67E-E389-E747-AA8A-F557E3BDBA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7350" y="1727977"/>
                <a:ext cx="243315" cy="97303"/>
              </a:xfrm>
              <a:custGeom>
                <a:avLst/>
                <a:gdLst>
                  <a:gd name="T0" fmla="*/ 0 w 1366596"/>
                  <a:gd name="T1" fmla="*/ 0 h 809868"/>
                  <a:gd name="T2" fmla="*/ 243315 w 1366596"/>
                  <a:gd name="T3" fmla="*/ 75189 h 809868"/>
                  <a:gd name="T4" fmla="*/ 154017 w 1366596"/>
                  <a:gd name="T5" fmla="*/ 97303 h 809868"/>
                  <a:gd name="T6" fmla="*/ 819 w 1366596"/>
                  <a:gd name="T7" fmla="*/ 51416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06" name="Freeform 1105">
                <a:extLst>
                  <a:ext uri="{FF2B5EF4-FFF2-40B4-BE49-F238E27FC236}">
                    <a16:creationId xmlns:a16="http://schemas.microsoft.com/office/drawing/2014/main" id="{A18C8CAC-63E9-E248-8397-1346071AD6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260" y="1730839"/>
                <a:ext cx="240272" cy="97303"/>
              </a:xfrm>
              <a:custGeom>
                <a:avLst/>
                <a:gdLst>
                  <a:gd name="T0" fmla="*/ 236992 w 1348191"/>
                  <a:gd name="T1" fmla="*/ 0 h 791462"/>
                  <a:gd name="T2" fmla="*/ 240272 w 1348191"/>
                  <a:gd name="T3" fmla="*/ 46954 h 791462"/>
                  <a:gd name="T4" fmla="*/ 86924 w 1348191"/>
                  <a:gd name="T5" fmla="*/ 97303 h 791462"/>
                  <a:gd name="T6" fmla="*/ 0 w 1348191"/>
                  <a:gd name="T7" fmla="*/ 75240 h 791462"/>
                  <a:gd name="T8" fmla="*/ 236992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107" name="Straight Connector 1106">
                <a:extLst>
                  <a:ext uri="{FF2B5EF4-FFF2-40B4-BE49-F238E27FC236}">
                    <a16:creationId xmlns:a16="http://schemas.microsoft.com/office/drawing/2014/main" id="{73BEE8CD-92EF-AB4A-9223-19BD5734C8CF}"/>
                  </a:ext>
                </a:extLst>
              </p:cNvPr>
              <p:cNvCxnSpPr>
                <a:cxnSpLocks noChangeShapeType="1"/>
                <a:endCxn id="1102" idx="2"/>
              </p:cNvCxnSpPr>
              <p:nvPr/>
            </p:nvCxnSpPr>
            <p:spPr bwMode="auto">
              <a:xfrm flipH="1" flipV="1">
                <a:off x="1871277" y="1736563"/>
                <a:ext cx="3040" cy="123058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08" name="Straight Connector 1107">
                <a:extLst>
                  <a:ext uri="{FF2B5EF4-FFF2-40B4-BE49-F238E27FC236}">
                    <a16:creationId xmlns:a16="http://schemas.microsoft.com/office/drawing/2014/main" id="{5BC61A72-737C-4F4F-802A-7DAAF663B43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608" y="1733700"/>
                <a:ext cx="3040" cy="12306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110" name="Group 11">
              <a:extLst>
                <a:ext uri="{FF2B5EF4-FFF2-40B4-BE49-F238E27FC236}">
                  <a16:creationId xmlns:a16="http://schemas.microsoft.com/office/drawing/2014/main" id="{E5217315-CB03-2542-94D5-3FA12A4076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4536" y="2167905"/>
              <a:ext cx="3597875" cy="493470"/>
              <a:chOff x="2705100" y="2011398"/>
              <a:chExt cx="3597533" cy="493677"/>
            </a:xfrm>
          </p:grpSpPr>
          <p:sp>
            <p:nvSpPr>
              <p:cNvPr id="1135" name="Oval 1134">
                <a:extLst>
                  <a:ext uri="{FF2B5EF4-FFF2-40B4-BE49-F238E27FC236}">
                    <a16:creationId xmlns:a16="http://schemas.microsoft.com/office/drawing/2014/main" id="{57A6E143-0094-5D49-8A05-004EA3A97A71}"/>
                  </a:ext>
                </a:extLst>
              </p:cNvPr>
              <p:cNvSpPr/>
              <p:nvPr/>
            </p:nvSpPr>
            <p:spPr bwMode="auto">
              <a:xfrm>
                <a:off x="2722092" y="2011398"/>
                <a:ext cx="3581060" cy="492331"/>
              </a:xfrm>
              <a:prstGeom prst="ellipse">
                <a:avLst/>
              </a:prstGeom>
              <a:solidFill>
                <a:srgbClr val="FFFFFF">
                  <a:alpha val="42000"/>
                </a:srgbClr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36" name="Oval 1135">
                <a:extLst>
                  <a:ext uri="{FF2B5EF4-FFF2-40B4-BE49-F238E27FC236}">
                    <a16:creationId xmlns:a16="http://schemas.microsoft.com/office/drawing/2014/main" id="{431997AA-2888-D042-A558-B6DE0F737D3F}"/>
                  </a:ext>
                </a:extLst>
              </p:cNvPr>
              <p:cNvSpPr/>
              <p:nvPr/>
            </p:nvSpPr>
            <p:spPr bwMode="auto">
              <a:xfrm>
                <a:off x="2704632" y="2012986"/>
                <a:ext cx="3581060" cy="492331"/>
              </a:xfrm>
              <a:prstGeom prst="ellipse">
                <a:avLst/>
              </a:prstGeom>
              <a:solidFill>
                <a:srgbClr val="CC0000">
                  <a:alpha val="42000"/>
                </a:srgbClr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37" name="TextBox 389">
                <a:extLst>
                  <a:ext uri="{FF2B5EF4-FFF2-40B4-BE49-F238E27FC236}">
                    <a16:creationId xmlns:a16="http://schemas.microsoft.com/office/drawing/2014/main" id="{D0AF8FB3-4D5B-7B4A-8B82-CF15E8A6F1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2664" y="2127167"/>
                <a:ext cx="2057700" cy="296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Remote Controller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70F660B-2991-C94D-80D9-F1429AC36768}"/>
                </a:ext>
              </a:extLst>
            </p:cNvPr>
            <p:cNvGrpSpPr/>
            <p:nvPr/>
          </p:nvGrpSpPr>
          <p:grpSpPr>
            <a:xfrm>
              <a:off x="3674918" y="4177613"/>
              <a:ext cx="5095875" cy="822392"/>
              <a:chOff x="3674918" y="4177613"/>
              <a:chExt cx="5095875" cy="822392"/>
            </a:xfrm>
          </p:grpSpPr>
          <p:grpSp>
            <p:nvGrpSpPr>
              <p:cNvPr id="1111" name="Group 441">
                <a:extLst>
                  <a:ext uri="{FF2B5EF4-FFF2-40B4-BE49-F238E27FC236}">
                    <a16:creationId xmlns:a16="http://schemas.microsoft.com/office/drawing/2014/main" id="{0C03A32C-FA65-214B-B936-B6E1B2C384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74918" y="4177613"/>
                <a:ext cx="923628" cy="405783"/>
                <a:chOff x="2705100" y="2011398"/>
                <a:chExt cx="3597533" cy="493677"/>
              </a:xfrm>
            </p:grpSpPr>
            <p:sp>
              <p:nvSpPr>
                <p:cNvPr id="1132" name="Oval 1131">
                  <a:extLst>
                    <a:ext uri="{FF2B5EF4-FFF2-40B4-BE49-F238E27FC236}">
                      <a16:creationId xmlns:a16="http://schemas.microsoft.com/office/drawing/2014/main" id="{F74AE388-0960-CF47-B1A1-1ABEEB3A9CAF}"/>
                    </a:ext>
                  </a:extLst>
                </p:cNvPr>
                <p:cNvSpPr/>
                <p:nvPr/>
              </p:nvSpPr>
              <p:spPr bwMode="auto">
                <a:xfrm>
                  <a:off x="2723648" y="2011480"/>
                  <a:ext cx="3580142" cy="492496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33" name="Oval 1132">
                  <a:extLst>
                    <a:ext uri="{FF2B5EF4-FFF2-40B4-BE49-F238E27FC236}">
                      <a16:creationId xmlns:a16="http://schemas.microsoft.com/office/drawing/2014/main" id="{1181AFDF-673F-BE48-B342-3AE78D0EFECC}"/>
                    </a:ext>
                  </a:extLst>
                </p:cNvPr>
                <p:cNvSpPr/>
                <p:nvPr/>
              </p:nvSpPr>
              <p:spPr bwMode="auto">
                <a:xfrm>
                  <a:off x="2705100" y="2013410"/>
                  <a:ext cx="3580138" cy="492497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34" name="TextBox 389">
                  <a:extLst>
                    <a:ext uri="{FF2B5EF4-FFF2-40B4-BE49-F238E27FC236}">
                      <a16:creationId xmlns:a16="http://schemas.microsoft.com/office/drawing/2014/main" id="{F3932BCA-D430-FC40-B54E-015140A71EF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01810" y="2127167"/>
                  <a:ext cx="1159411" cy="296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ts val="1475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CA</a:t>
                  </a:r>
                </a:p>
              </p:txBody>
            </p:sp>
          </p:grpSp>
          <p:grpSp>
            <p:nvGrpSpPr>
              <p:cNvPr id="1112" name="Group 16">
                <a:extLst>
                  <a:ext uri="{FF2B5EF4-FFF2-40B4-BE49-F238E27FC236}">
                    <a16:creationId xmlns:a16="http://schemas.microsoft.com/office/drawing/2014/main" id="{C3F9499B-4024-2B4E-8994-25AA993B23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8708" y="4714256"/>
                <a:ext cx="463612" cy="285749"/>
                <a:chOff x="3558850" y="4573304"/>
                <a:chExt cx="463568" cy="285869"/>
              </a:xfrm>
            </p:grpSpPr>
            <p:grpSp>
              <p:nvGrpSpPr>
                <p:cNvPr id="1128" name="Group 12">
                  <a:extLst>
                    <a:ext uri="{FF2B5EF4-FFF2-40B4-BE49-F238E27FC236}">
                      <a16:creationId xmlns:a16="http://schemas.microsoft.com/office/drawing/2014/main" id="{643660C7-BD5F-8243-BB52-5E41566520B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1130" name="Oval 1129">
                    <a:extLst>
                      <a:ext uri="{FF2B5EF4-FFF2-40B4-BE49-F238E27FC236}">
                        <a16:creationId xmlns:a16="http://schemas.microsoft.com/office/drawing/2014/main" id="{EB6F94A5-07EA-824D-BCE4-E412F1D275A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73046" y="4578067"/>
                    <a:ext cx="439696" cy="260459"/>
                  </a:xfrm>
                  <a:prstGeom prst="ellipse">
                    <a:avLst/>
                  </a:prstGeom>
                  <a:solidFill>
                    <a:srgbClr val="FFFFFF">
                      <a:alpha val="42000"/>
                    </a:srgbClr>
                  </a:solidFill>
                  <a:ln w="317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31" name="Oval 1130">
                    <a:extLst>
                      <a:ext uri="{FF2B5EF4-FFF2-40B4-BE49-F238E27FC236}">
                        <a16:creationId xmlns:a16="http://schemas.microsoft.com/office/drawing/2014/main" id="{3AFA8449-4699-DE4E-AD4F-2F50FF91F47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58760" y="4587596"/>
                    <a:ext cx="463506" cy="252519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129" name="TextBox 389">
                  <a:extLst>
                    <a:ext uri="{FF2B5EF4-FFF2-40B4-BE49-F238E27FC236}">
                      <a16:creationId xmlns:a16="http://schemas.microsoft.com/office/drawing/2014/main" id="{64D840F2-5A70-9E44-A243-26989818507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ts val="1475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CA</a:t>
                  </a: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113" name="Group 450">
                <a:extLst>
                  <a:ext uri="{FF2B5EF4-FFF2-40B4-BE49-F238E27FC236}">
                    <a16:creationId xmlns:a16="http://schemas.microsoft.com/office/drawing/2014/main" id="{AADDBF22-BF75-E042-B015-F1D30A1937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18930" y="4712138"/>
                <a:ext cx="463612" cy="285749"/>
                <a:chOff x="3558850" y="4573304"/>
                <a:chExt cx="463568" cy="285869"/>
              </a:xfrm>
            </p:grpSpPr>
            <p:grpSp>
              <p:nvGrpSpPr>
                <p:cNvPr id="1124" name="Group 451">
                  <a:extLst>
                    <a:ext uri="{FF2B5EF4-FFF2-40B4-BE49-F238E27FC236}">
                      <a16:creationId xmlns:a16="http://schemas.microsoft.com/office/drawing/2014/main" id="{BD64AF44-6F7F-1747-8E26-3E6D0EDDA01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1126" name="Oval 1125">
                    <a:extLst>
                      <a:ext uri="{FF2B5EF4-FFF2-40B4-BE49-F238E27FC236}">
                        <a16:creationId xmlns:a16="http://schemas.microsoft.com/office/drawing/2014/main" id="{B13E6B0A-9B22-874D-A5BB-CAB7052B0E5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73874" y="4581775"/>
                    <a:ext cx="439696" cy="257283"/>
                  </a:xfrm>
                  <a:prstGeom prst="ellipse">
                    <a:avLst/>
                  </a:prstGeom>
                  <a:solidFill>
                    <a:srgbClr val="FFFFFF">
                      <a:alpha val="42000"/>
                    </a:srgbClr>
                  </a:solidFill>
                  <a:ln w="317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27" name="Oval 1126">
                    <a:extLst>
                      <a:ext uri="{FF2B5EF4-FFF2-40B4-BE49-F238E27FC236}">
                        <a16:creationId xmlns:a16="http://schemas.microsoft.com/office/drawing/2014/main" id="{88C69275-D6D4-D64E-9433-86A12EE44DC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59588" y="4591304"/>
                    <a:ext cx="463506" cy="249341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125" name="TextBox 389">
                  <a:extLst>
                    <a:ext uri="{FF2B5EF4-FFF2-40B4-BE49-F238E27FC236}">
                      <a16:creationId xmlns:a16="http://schemas.microsoft.com/office/drawing/2014/main" id="{137E9DC6-E808-9244-BE10-49D98EA5A17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ts val="1475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CA</a:t>
                  </a: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114" name="Group 455">
                <a:extLst>
                  <a:ext uri="{FF2B5EF4-FFF2-40B4-BE49-F238E27FC236}">
                    <a16:creationId xmlns:a16="http://schemas.microsoft.com/office/drawing/2014/main" id="{F9EC1EDD-92AD-2245-AE89-053A0D1F0A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319300" y="4710021"/>
                <a:ext cx="463612" cy="285749"/>
                <a:chOff x="3558850" y="4573304"/>
                <a:chExt cx="463568" cy="285869"/>
              </a:xfrm>
            </p:grpSpPr>
            <p:grpSp>
              <p:nvGrpSpPr>
                <p:cNvPr id="1120" name="Group 456">
                  <a:extLst>
                    <a:ext uri="{FF2B5EF4-FFF2-40B4-BE49-F238E27FC236}">
                      <a16:creationId xmlns:a16="http://schemas.microsoft.com/office/drawing/2014/main" id="{CB1EA6B7-79F6-7C4E-B31B-F6338BD15A2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1122" name="Oval 1121">
                    <a:extLst>
                      <a:ext uri="{FF2B5EF4-FFF2-40B4-BE49-F238E27FC236}">
                        <a16:creationId xmlns:a16="http://schemas.microsoft.com/office/drawing/2014/main" id="{9BF9A7D0-3676-5B44-9F92-551F82BA815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73654" y="4577540"/>
                    <a:ext cx="439696" cy="260459"/>
                  </a:xfrm>
                  <a:prstGeom prst="ellipse">
                    <a:avLst/>
                  </a:prstGeom>
                  <a:solidFill>
                    <a:srgbClr val="FFFFFF">
                      <a:alpha val="42000"/>
                    </a:srgbClr>
                  </a:solidFill>
                  <a:ln w="317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23" name="Oval 1122">
                    <a:extLst>
                      <a:ext uri="{FF2B5EF4-FFF2-40B4-BE49-F238E27FC236}">
                        <a16:creationId xmlns:a16="http://schemas.microsoft.com/office/drawing/2014/main" id="{F3145DFC-AFCD-7043-8580-05CA0BB4CB0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59368" y="4587069"/>
                    <a:ext cx="463506" cy="252518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121" name="TextBox 389">
                  <a:extLst>
                    <a:ext uri="{FF2B5EF4-FFF2-40B4-BE49-F238E27FC236}">
                      <a16:creationId xmlns:a16="http://schemas.microsoft.com/office/drawing/2014/main" id="{F248CEB0-87E6-A44A-A50F-5C3EC5372B5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ts val="1475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CA</a:t>
                  </a: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115" name="Group 460">
                <a:extLst>
                  <a:ext uri="{FF2B5EF4-FFF2-40B4-BE49-F238E27FC236}">
                    <a16:creationId xmlns:a16="http://schemas.microsoft.com/office/drawing/2014/main" id="{4F7BA808-3479-484C-BAF0-5CC1FD0331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07181" y="4707904"/>
                <a:ext cx="463612" cy="285749"/>
                <a:chOff x="3558850" y="4573304"/>
                <a:chExt cx="463568" cy="285869"/>
              </a:xfrm>
            </p:grpSpPr>
            <p:grpSp>
              <p:nvGrpSpPr>
                <p:cNvPr id="1116" name="Group 461">
                  <a:extLst>
                    <a:ext uri="{FF2B5EF4-FFF2-40B4-BE49-F238E27FC236}">
                      <a16:creationId xmlns:a16="http://schemas.microsoft.com/office/drawing/2014/main" id="{933FA7BC-47D5-ED48-85E7-B486D7CBCA9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1118" name="Oval 1117">
                    <a:extLst>
                      <a:ext uri="{FF2B5EF4-FFF2-40B4-BE49-F238E27FC236}">
                        <a16:creationId xmlns:a16="http://schemas.microsoft.com/office/drawing/2014/main" id="{BFFF1AA5-D313-234B-BDA6-40E287FD081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73198" y="4578069"/>
                    <a:ext cx="439696" cy="260459"/>
                  </a:xfrm>
                  <a:prstGeom prst="ellipse">
                    <a:avLst/>
                  </a:prstGeom>
                  <a:solidFill>
                    <a:srgbClr val="FFFFFF">
                      <a:alpha val="42000"/>
                    </a:srgbClr>
                  </a:solidFill>
                  <a:ln w="317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9" name="Oval 1118">
                    <a:extLst>
                      <a:ext uri="{FF2B5EF4-FFF2-40B4-BE49-F238E27FC236}">
                        <a16:creationId xmlns:a16="http://schemas.microsoft.com/office/drawing/2014/main" id="{08D261B5-FBF3-B541-B8CA-B63F648BEF5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58912" y="4587598"/>
                    <a:ext cx="463506" cy="252519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117" name="TextBox 389">
                  <a:extLst>
                    <a:ext uri="{FF2B5EF4-FFF2-40B4-BE49-F238E27FC236}">
                      <a16:creationId xmlns:a16="http://schemas.microsoft.com/office/drawing/2014/main" id="{8386C9B3-5C0B-0443-98EF-8CDB1312E9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ts val="1475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CA</a:t>
                  </a: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1139" name="Group 1">
              <a:extLst>
                <a:ext uri="{FF2B5EF4-FFF2-40B4-BE49-F238E27FC236}">
                  <a16:creationId xmlns:a16="http://schemas.microsoft.com/office/drawing/2014/main" id="{A228ACC2-6157-BF41-88C3-0A08641726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7493" y="5474667"/>
              <a:ext cx="2698750" cy="903288"/>
              <a:chOff x="938213" y="5237163"/>
              <a:chExt cx="2698750" cy="903287"/>
            </a:xfrm>
          </p:grpSpPr>
          <p:cxnSp>
            <p:nvCxnSpPr>
              <p:cNvPr id="1140" name="Straight Connector 1139">
                <a:extLst>
                  <a:ext uri="{FF2B5EF4-FFF2-40B4-BE49-F238E27FC236}">
                    <a16:creationId xmlns:a16="http://schemas.microsoft.com/office/drawing/2014/main" id="{CB924182-B4D8-0F43-97E1-646C4E72A083}"/>
                  </a:ext>
                </a:extLst>
              </p:cNvPr>
              <p:cNvCxnSpPr/>
              <p:nvPr/>
            </p:nvCxnSpPr>
            <p:spPr>
              <a:xfrm flipH="1">
                <a:off x="1282700" y="5802312"/>
                <a:ext cx="1508125" cy="1588"/>
              </a:xfrm>
              <a:prstGeom prst="line">
                <a:avLst/>
              </a:prstGeom>
              <a:noFill/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sp>
            <p:nvSpPr>
              <p:cNvPr id="1141" name="TextBox 265">
                <a:extLst>
                  <a:ext uri="{FF2B5EF4-FFF2-40B4-BE49-F238E27FC236}">
                    <a16:creationId xmlns:a16="http://schemas.microsoft.com/office/drawing/2014/main" id="{CFD0B0F1-D70C-5245-B37A-C9A4ABCBEF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813" y="5473700"/>
                <a:ext cx="263525" cy="276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1</a:t>
                </a:r>
              </a:p>
            </p:txBody>
          </p:sp>
          <p:sp>
            <p:nvSpPr>
              <p:cNvPr id="1142" name="TextBox 281">
                <a:extLst>
                  <a:ext uri="{FF2B5EF4-FFF2-40B4-BE49-F238E27FC236}">
                    <a16:creationId xmlns:a16="http://schemas.microsoft.com/office/drawing/2014/main" id="{6C507E5B-C87D-FA46-A331-4ABAB6B8A2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3438" y="5761038"/>
                <a:ext cx="263525" cy="276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</a:t>
                </a:r>
              </a:p>
            </p:txBody>
          </p:sp>
          <p:grpSp>
            <p:nvGrpSpPr>
              <p:cNvPr id="1143" name="Group 5">
                <a:extLst>
                  <a:ext uri="{FF2B5EF4-FFF2-40B4-BE49-F238E27FC236}">
                    <a16:creationId xmlns:a16="http://schemas.microsoft.com/office/drawing/2014/main" id="{1A707F03-E0B2-FF48-9597-B751067AD9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8213" y="5237163"/>
                <a:ext cx="1616075" cy="487362"/>
                <a:chOff x="-4079003" y="2717403"/>
                <a:chExt cx="1616718" cy="488475"/>
              </a:xfrm>
            </p:grpSpPr>
            <p:sp>
              <p:nvSpPr>
                <p:cNvPr id="1157" name="Rectangle 98">
                  <a:extLst>
                    <a:ext uri="{FF2B5EF4-FFF2-40B4-BE49-F238E27FC236}">
                      <a16:creationId xmlns:a16="http://schemas.microsoft.com/office/drawing/2014/main" id="{CA6EA6FC-3469-1A42-8A1A-7ABEC47FF2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079003" y="2985994"/>
                  <a:ext cx="1281675" cy="208750"/>
                </a:xfrm>
                <a:prstGeom prst="rect">
                  <a:avLst/>
                </a:prstGeom>
                <a:solidFill>
                  <a:srgbClr val="3333CC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58" name="Line 99">
                  <a:extLst>
                    <a:ext uri="{FF2B5EF4-FFF2-40B4-BE49-F238E27FC236}">
                      <a16:creationId xmlns:a16="http://schemas.microsoft.com/office/drawing/2014/main" id="{8B52FDA0-6129-4D4D-AB34-6E31B5746E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2933828" y="3101502"/>
                  <a:ext cx="471543" cy="0"/>
                </a:xfrm>
                <a:prstGeom prst="line">
                  <a:avLst/>
                </a:prstGeom>
                <a:noFill/>
                <a:ln w="9525">
                  <a:solidFill>
                    <a:srgbClr val="3333CC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59" name="Rectangle 104">
                  <a:extLst>
                    <a:ext uri="{FF2B5EF4-FFF2-40B4-BE49-F238E27FC236}">
                      <a16:creationId xmlns:a16="http://schemas.microsoft.com/office/drawing/2014/main" id="{EF6D77F4-B510-3541-9758-82FBBD8239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3377007" y="2988777"/>
                  <a:ext cx="476861" cy="21014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60" name="Text Box 105">
                  <a:extLst>
                    <a:ext uri="{FF2B5EF4-FFF2-40B4-BE49-F238E27FC236}">
                      <a16:creationId xmlns:a16="http://schemas.microsoft.com/office/drawing/2014/main" id="{2AE0900E-8A8F-4A4D-BB87-414DFE5E1C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3430189" y="2965119"/>
                  <a:ext cx="581451" cy="2407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0111</a:t>
                  </a:r>
                </a:p>
              </p:txBody>
            </p:sp>
            <p:sp>
              <p:nvSpPr>
                <p:cNvPr id="1161" name="Line 119">
                  <a:extLst>
                    <a:ext uri="{FF2B5EF4-FFF2-40B4-BE49-F238E27FC236}">
                      <a16:creationId xmlns:a16="http://schemas.microsoft.com/office/drawing/2014/main" id="{5B21AE9C-8AC8-434E-B3D3-DDFB36C485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3621642" y="2717403"/>
                  <a:ext cx="405953" cy="30060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144" name="Freeform 120">
                <a:extLst>
                  <a:ext uri="{FF2B5EF4-FFF2-40B4-BE49-F238E27FC236}">
                    <a16:creationId xmlns:a16="http://schemas.microsoft.com/office/drawing/2014/main" id="{7959F5AF-96CF-CD42-95A7-B320D466F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3963" y="5668963"/>
                <a:ext cx="982662" cy="233362"/>
              </a:xfrm>
              <a:custGeom>
                <a:avLst/>
                <a:gdLst>
                  <a:gd name="T0" fmla="*/ 0 w 554"/>
                  <a:gd name="T1" fmla="*/ 2147483647 h 167"/>
                  <a:gd name="T2" fmla="*/ 2147483647 w 554"/>
                  <a:gd name="T3" fmla="*/ 2147483647 h 167"/>
                  <a:gd name="T4" fmla="*/ 2147483647 w 554"/>
                  <a:gd name="T5" fmla="*/ 2147483647 h 167"/>
                  <a:gd name="T6" fmla="*/ 0 60000 65536"/>
                  <a:gd name="T7" fmla="*/ 0 60000 65536"/>
                  <a:gd name="T8" fmla="*/ 0 60000 65536"/>
                  <a:gd name="T9" fmla="*/ 0 w 554"/>
                  <a:gd name="T10" fmla="*/ 0 h 167"/>
                  <a:gd name="T11" fmla="*/ 554 w 554"/>
                  <a:gd name="T12" fmla="*/ 167 h 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54" h="167">
                    <a:moveTo>
                      <a:pt x="0" y="10"/>
                    </a:moveTo>
                    <a:cubicBezTo>
                      <a:pt x="102" y="0"/>
                      <a:pt x="240" y="5"/>
                      <a:pt x="324" y="26"/>
                    </a:cubicBezTo>
                    <a:cubicBezTo>
                      <a:pt x="416" y="52"/>
                      <a:pt x="502" y="120"/>
                      <a:pt x="554" y="167"/>
                    </a:cubicBezTo>
                  </a:path>
                </a:pathLst>
              </a:custGeom>
              <a:noFill/>
              <a:ln w="57150" cmpd="sng">
                <a:solidFill>
                  <a:srgbClr val="FF3300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145" name="Group 357">
                <a:extLst>
                  <a:ext uri="{FF2B5EF4-FFF2-40B4-BE49-F238E27FC236}">
                    <a16:creationId xmlns:a16="http://schemas.microsoft.com/office/drawing/2014/main" id="{4D59E87F-CE51-5F46-B516-9F402F5585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14625" y="5659438"/>
                <a:ext cx="565150" cy="293687"/>
                <a:chOff x="1871277" y="1576300"/>
                <a:chExt cx="1128371" cy="437861"/>
              </a:xfrm>
            </p:grpSpPr>
            <p:sp>
              <p:nvSpPr>
                <p:cNvPr id="1147" name="Oval 1146">
                  <a:extLst>
                    <a:ext uri="{FF2B5EF4-FFF2-40B4-BE49-F238E27FC236}">
                      <a16:creationId xmlns:a16="http://schemas.microsoft.com/office/drawing/2014/main" id="{47BEE802-D705-FB42-955E-D825A1B513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4448" y="1694641"/>
                  <a:ext cx="1125200" cy="3195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48" name="Rectangle 1147">
                  <a:extLst>
                    <a:ext uri="{FF2B5EF4-FFF2-40B4-BE49-F238E27FC236}">
                      <a16:creationId xmlns:a16="http://schemas.microsoft.com/office/drawing/2014/main" id="{A0A9F0A0-D85B-BC44-809E-0D44746B1886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49" name="Oval 1148">
                  <a:extLst>
                    <a:ext uri="{FF2B5EF4-FFF2-40B4-BE49-F238E27FC236}">
                      <a16:creationId xmlns:a16="http://schemas.microsoft.com/office/drawing/2014/main" id="{E6E2E4DB-C182-5947-9544-5CA42AF8D0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1277" y="1576300"/>
                  <a:ext cx="1125202" cy="319521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50" name="Freeform 1149">
                  <a:extLst>
                    <a:ext uri="{FF2B5EF4-FFF2-40B4-BE49-F238E27FC236}">
                      <a16:creationId xmlns:a16="http://schemas.microsoft.com/office/drawing/2014/main" id="{826516FA-D90F-FF4F-86C3-EABFADEC3BBB}"/>
                    </a:ext>
                  </a:extLst>
                </p:cNvPr>
                <p:cNvSpPr/>
                <p:nvPr/>
              </p:nvSpPr>
              <p:spPr bwMode="auto">
                <a:xfrm>
                  <a:off x="2159710" y="1673340"/>
                  <a:ext cx="548337" cy="160944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51" name="Freeform 1150">
                  <a:extLst>
                    <a:ext uri="{FF2B5EF4-FFF2-40B4-BE49-F238E27FC236}">
                      <a16:creationId xmlns:a16="http://schemas.microsoft.com/office/drawing/2014/main" id="{8B23C2D3-E371-5547-9057-B35E626ABD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2657" y="1633104"/>
                  <a:ext cx="662442" cy="111241"/>
                </a:xfrm>
                <a:custGeom>
                  <a:avLst/>
                  <a:gdLst>
                    <a:gd name="T0" fmla="*/ 0 w 3723451"/>
                    <a:gd name="T1" fmla="*/ 27215 h 932950"/>
                    <a:gd name="T2" fmla="*/ 116561 w 3723451"/>
                    <a:gd name="T3" fmla="*/ 321 h 932950"/>
                    <a:gd name="T4" fmla="*/ 330163 w 3723451"/>
                    <a:gd name="T5" fmla="*/ 62070 h 932950"/>
                    <a:gd name="T6" fmla="*/ 533941 w 3723451"/>
                    <a:gd name="T7" fmla="*/ 0 h 932950"/>
                    <a:gd name="T8" fmla="*/ 662442 w 3723451"/>
                    <a:gd name="T9" fmla="*/ 24700 h 932950"/>
                    <a:gd name="T10" fmla="*/ 566838 w 3723451"/>
                    <a:gd name="T11" fmla="*/ 55072 h 932950"/>
                    <a:gd name="T12" fmla="*/ 536057 w 3723451"/>
                    <a:gd name="T13" fmla="*/ 46883 h 932950"/>
                    <a:gd name="T14" fmla="*/ 333916 w 3723451"/>
                    <a:gd name="T15" fmla="*/ 111241 h 932950"/>
                    <a:gd name="T16" fmla="*/ 126604 w 3723451"/>
                    <a:gd name="T17" fmla="*/ 49251 h 932950"/>
                    <a:gd name="T18" fmla="*/ 93085 w 3723451"/>
                    <a:gd name="T19" fmla="*/ 55941 h 932950"/>
                    <a:gd name="T20" fmla="*/ 0 w 3723451"/>
                    <a:gd name="T21" fmla="*/ 27215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52" name="Freeform 1151">
                  <a:extLst>
                    <a:ext uri="{FF2B5EF4-FFF2-40B4-BE49-F238E27FC236}">
                      <a16:creationId xmlns:a16="http://schemas.microsoft.com/office/drawing/2014/main" id="{2DEA8715-4603-7449-BB4D-351CFEF75C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6889" y="1727776"/>
                  <a:ext cx="244059" cy="9704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44059 w 1366596"/>
                    <a:gd name="T3" fmla="*/ 74985 h 809868"/>
                    <a:gd name="T4" fmla="*/ 154488 w 1366596"/>
                    <a:gd name="T5" fmla="*/ 97040 h 809868"/>
                    <a:gd name="T6" fmla="*/ 822 w 1366596"/>
                    <a:gd name="T7" fmla="*/ 51277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53" name="Freeform 1152">
                  <a:extLst>
                    <a:ext uri="{FF2B5EF4-FFF2-40B4-BE49-F238E27FC236}">
                      <a16:creationId xmlns:a16="http://schemas.microsoft.com/office/drawing/2014/main" id="{72F5390F-6421-6840-94BC-D15B70623E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9979" y="1730144"/>
                  <a:ext cx="240888" cy="97039"/>
                </a:xfrm>
                <a:custGeom>
                  <a:avLst/>
                  <a:gdLst>
                    <a:gd name="T0" fmla="*/ 237599 w 1348191"/>
                    <a:gd name="T1" fmla="*/ 0 h 791462"/>
                    <a:gd name="T2" fmla="*/ 240888 w 1348191"/>
                    <a:gd name="T3" fmla="*/ 46827 h 791462"/>
                    <a:gd name="T4" fmla="*/ 87147 w 1348191"/>
                    <a:gd name="T5" fmla="*/ 97039 h 791462"/>
                    <a:gd name="T6" fmla="*/ 0 w 1348191"/>
                    <a:gd name="T7" fmla="*/ 75036 h 791462"/>
                    <a:gd name="T8" fmla="*/ 237599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1154" name="Straight Connector 1153">
                  <a:extLst>
                    <a:ext uri="{FF2B5EF4-FFF2-40B4-BE49-F238E27FC236}">
                      <a16:creationId xmlns:a16="http://schemas.microsoft.com/office/drawing/2014/main" id="{34E68527-C12C-5248-A62C-D72D4BEC928A}"/>
                    </a:ext>
                  </a:extLst>
                </p:cNvPr>
                <p:cNvCxnSpPr>
                  <a:cxnSpLocks noChangeShapeType="1"/>
                  <a:endCxn id="1149" idx="2"/>
                </p:cNvCxnSpPr>
                <p:nvPr/>
              </p:nvCxnSpPr>
              <p:spPr bwMode="auto">
                <a:xfrm flipH="1" flipV="1">
                  <a:off x="1871277" y="1737244"/>
                  <a:ext cx="3171" cy="123075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155" name="Straight Connector 1154">
                  <a:extLst>
                    <a:ext uri="{FF2B5EF4-FFF2-40B4-BE49-F238E27FC236}">
                      <a16:creationId xmlns:a16="http://schemas.microsoft.com/office/drawing/2014/main" id="{475CE0A8-F910-FF45-A479-96A5E48ACF2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2996479" y="1734878"/>
                  <a:ext cx="3169" cy="123075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1146" name="TextBox 282">
                <a:extLst>
                  <a:ext uri="{FF2B5EF4-FFF2-40B4-BE49-F238E27FC236}">
                    <a16:creationId xmlns:a16="http://schemas.microsoft.com/office/drawing/2014/main" id="{4B460814-1FB2-5F46-A167-2E252688DD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8638" y="5862638"/>
                <a:ext cx="261937" cy="2778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3</a:t>
                </a:r>
              </a:p>
            </p:txBody>
          </p:sp>
        </p:grpSp>
        <p:sp>
          <p:nvSpPr>
            <p:cNvPr id="1162" name="TextBox 6">
              <a:extLst>
                <a:ext uri="{FF2B5EF4-FFF2-40B4-BE49-F238E27FC236}">
                  <a16:creationId xmlns:a16="http://schemas.microsoft.com/office/drawing/2014/main" id="{21D1826E-E3E7-E445-9FFB-A565D9A2AD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6130" y="4850780"/>
              <a:ext cx="1992313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values in arriving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packet header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163" name="Group 1162">
              <a:extLst>
                <a:ext uri="{FF2B5EF4-FFF2-40B4-BE49-F238E27FC236}">
                  <a16:creationId xmlns:a16="http://schemas.microsoft.com/office/drawing/2014/main" id="{F8C15A5A-1645-0849-B8DE-390745B8EB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90906" y="2898842"/>
              <a:ext cx="4051268" cy="2367063"/>
              <a:chOff x="-3855475" y="3644638"/>
              <a:chExt cx="4051268" cy="2367866"/>
            </a:xfrm>
          </p:grpSpPr>
          <p:cxnSp>
            <p:nvCxnSpPr>
              <p:cNvPr id="1164" name="Straight Arrow Connector 1163">
                <a:extLst>
                  <a:ext uri="{FF2B5EF4-FFF2-40B4-BE49-F238E27FC236}">
                    <a16:creationId xmlns:a16="http://schemas.microsoft.com/office/drawing/2014/main" id="{D6CE7F18-1D47-9C49-BB85-76C5894DE53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-3855475" y="3664699"/>
                <a:ext cx="0" cy="20948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CC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1165" name="Straight Arrow Connector 1164">
                <a:extLst>
                  <a:ext uri="{FF2B5EF4-FFF2-40B4-BE49-F238E27FC236}">
                    <a16:creationId xmlns:a16="http://schemas.microsoft.com/office/drawing/2014/main" id="{1C7BE6B4-EA67-FB4B-B50B-7E72D52ED7D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2818087" y="3658010"/>
                <a:ext cx="0" cy="2354494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66" name="Straight Arrow Connector 1165">
                <a:extLst>
                  <a:ext uri="{FF2B5EF4-FFF2-40B4-BE49-F238E27FC236}">
                    <a16:creationId xmlns:a16="http://schemas.microsoft.com/office/drawing/2014/main" id="{57774C27-8FF6-9F4F-A17E-D2F743FE22F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2006679" y="3655204"/>
                <a:ext cx="31396" cy="2331351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67" name="Straight Arrow Connector 1166">
                <a:extLst>
                  <a:ext uri="{FF2B5EF4-FFF2-40B4-BE49-F238E27FC236}">
                    <a16:creationId xmlns:a16="http://schemas.microsoft.com/office/drawing/2014/main" id="{1F481D65-016C-9E4F-A167-D6343A31365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817641" y="3644638"/>
                <a:ext cx="0" cy="2364624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68" name="Straight Arrow Connector 1167">
                <a:extLst>
                  <a:ext uri="{FF2B5EF4-FFF2-40B4-BE49-F238E27FC236}">
                    <a16:creationId xmlns:a16="http://schemas.microsoft.com/office/drawing/2014/main" id="{8D76033E-EA4A-B441-99A6-CFC1521E6CB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95792" y="3690049"/>
                <a:ext cx="1" cy="2311566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</p:spTree>
    <p:extLst>
      <p:ext uri="{BB962C8B-B14F-4D97-AF65-F5344CB8AC3E}">
        <p14:creationId xmlns:p14="http://schemas.microsoft.com/office/powerpoint/2010/main" val="2621416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E3F4E-33C2-879A-40A8-659F26F71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5733-F910-85C7-4723-79546B80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Scalable routing</a:t>
            </a:r>
          </a:p>
        </p:txBody>
      </p:sp>
    </p:spTree>
    <p:extLst>
      <p:ext uri="{BB962C8B-B14F-4D97-AF65-F5344CB8AC3E}">
        <p14:creationId xmlns:p14="http://schemas.microsoft.com/office/powerpoint/2010/main" val="2968308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7BA213B-068E-DC4B-B1E8-7B6FBA112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096" y="1561188"/>
            <a:ext cx="10515600" cy="4351338"/>
          </a:xfrm>
        </p:spPr>
        <p:txBody>
          <a:bodyPr/>
          <a:lstStyle/>
          <a:p>
            <a:pPr marL="130175" indent="0">
              <a:buNone/>
            </a:pPr>
            <a:r>
              <a:rPr lang="en-US" sz="3200" dirty="0"/>
              <a:t>aggregate routers into regions known as </a:t>
            </a:r>
            <a:r>
              <a:rPr lang="en-US" sz="3200" dirty="0">
                <a:solidFill>
                  <a:srgbClr val="0000A8"/>
                </a:solidFill>
              </a:rPr>
              <a:t>“autonomous systems”</a:t>
            </a:r>
            <a:r>
              <a:rPr lang="en-US" sz="3200" dirty="0"/>
              <a:t> (AS) (a.k.a. “</a:t>
            </a:r>
            <a:r>
              <a:rPr lang="en-US" sz="3200" dirty="0">
                <a:solidFill>
                  <a:srgbClr val="0000A8"/>
                </a:solidFill>
              </a:rPr>
              <a:t>domains</a:t>
            </a:r>
            <a:r>
              <a:rPr lang="en-US" sz="3200" dirty="0"/>
              <a:t>”)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Internet approach to scalable routing</a:t>
            </a:r>
            <a:endParaRPr lang="en-US" sz="4800" dirty="0">
              <a:latin typeface="+mn-lt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9B3A519-428E-254A-A0D8-474D6ECEC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" y="2904546"/>
            <a:ext cx="5635668" cy="3659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buNone/>
            </a:pPr>
            <a:r>
              <a:rPr lang="en-US" sz="3200" kern="0" dirty="0">
                <a:solidFill>
                  <a:srgbClr val="C00000"/>
                </a:solidFill>
              </a:rPr>
              <a:t>intra-AS (aka “intra-domain”): </a:t>
            </a:r>
            <a:r>
              <a:rPr lang="en-US" kern="0" dirty="0"/>
              <a:t>routing among routers </a:t>
            </a:r>
            <a:r>
              <a:rPr lang="en-US" i="1" kern="0" dirty="0"/>
              <a:t>within same AS (“network”)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en-US" sz="2400" kern="0" dirty="0"/>
              <a:t>all routers in AS must run same intra-domain protocol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en-US" sz="2400" kern="0" dirty="0"/>
              <a:t>routers in different AS can run different intra-domain routing protocols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en-US" sz="2400" kern="0" dirty="0">
                <a:solidFill>
                  <a:srgbClr val="0000A8"/>
                </a:solidFill>
              </a:rPr>
              <a:t>gateway router: </a:t>
            </a:r>
            <a:r>
              <a:rPr lang="en-US" sz="2400" kern="0" dirty="0"/>
              <a:t>at “edge” of its own AS, has link(s) to router(s) in other AS’es</a:t>
            </a:r>
          </a:p>
          <a:p>
            <a:endParaRPr lang="en-US" kern="0" dirty="0">
              <a:latin typeface="Gill Sans MT" charset="0"/>
            </a:endParaRPr>
          </a:p>
          <a:p>
            <a:endParaRPr lang="en-US" kern="0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521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DEACA-7D7B-E9E7-1974-6065C7EAA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1471D19-4456-5EDB-0FA2-A8A55D526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096" y="1561188"/>
            <a:ext cx="10515600" cy="4351338"/>
          </a:xfrm>
        </p:spPr>
        <p:txBody>
          <a:bodyPr/>
          <a:lstStyle/>
          <a:p>
            <a:pPr marL="130175" indent="0">
              <a:buNone/>
            </a:pPr>
            <a:r>
              <a:rPr lang="en-US" sz="3200" dirty="0"/>
              <a:t>aggregate routers into regions known as </a:t>
            </a:r>
            <a:r>
              <a:rPr lang="en-US" sz="3200" dirty="0">
                <a:solidFill>
                  <a:srgbClr val="0000A8"/>
                </a:solidFill>
              </a:rPr>
              <a:t>“autonomous systems”</a:t>
            </a:r>
            <a:r>
              <a:rPr lang="en-US" sz="3200" dirty="0"/>
              <a:t> (AS) (a.k.a. “</a:t>
            </a:r>
            <a:r>
              <a:rPr lang="en-US" sz="3200" dirty="0">
                <a:solidFill>
                  <a:srgbClr val="0000A8"/>
                </a:solidFill>
              </a:rPr>
              <a:t>domains</a:t>
            </a:r>
            <a:r>
              <a:rPr lang="en-US" sz="3200" dirty="0"/>
              <a:t>”)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C20531-3335-507C-469B-CB98A075B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Internet approach to scalable routing</a:t>
            </a:r>
            <a:endParaRPr lang="en-US" sz="4800" dirty="0">
              <a:latin typeface="+mn-lt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4E9C6CF-4FD5-D670-F32D-77E063E0B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" y="2904546"/>
            <a:ext cx="5635668" cy="3659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buNone/>
            </a:pPr>
            <a:r>
              <a:rPr lang="en-US" sz="3200" kern="0" dirty="0">
                <a:solidFill>
                  <a:srgbClr val="C00000"/>
                </a:solidFill>
              </a:rPr>
              <a:t>intra-AS (aka “intra-domain”): </a:t>
            </a:r>
            <a:r>
              <a:rPr lang="en-US" kern="0" dirty="0"/>
              <a:t>routing among routers </a:t>
            </a:r>
            <a:r>
              <a:rPr lang="en-US" i="1" kern="0" dirty="0"/>
              <a:t>within same AS (“network”)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en-US" sz="2400" kern="0" dirty="0"/>
              <a:t>all routers in AS must run same intra-domain protocol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en-US" sz="2400" kern="0" dirty="0"/>
              <a:t>routers in different AS can run different intra-domain routing protocols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en-US" sz="2400" kern="0" dirty="0">
                <a:solidFill>
                  <a:srgbClr val="0000A8"/>
                </a:solidFill>
              </a:rPr>
              <a:t>gateway router: </a:t>
            </a:r>
            <a:r>
              <a:rPr lang="en-US" sz="2400" kern="0" dirty="0"/>
              <a:t>at “edge” of its own AS, has link(s) to router(s) in other AS’es</a:t>
            </a:r>
          </a:p>
          <a:p>
            <a:endParaRPr lang="en-US" kern="0" dirty="0">
              <a:latin typeface="Gill Sans MT" charset="0"/>
            </a:endParaRPr>
          </a:p>
          <a:p>
            <a:endParaRPr lang="en-US" kern="0" dirty="0">
              <a:latin typeface="Gill Sans MT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8CA0745E-31D0-986B-4F69-C8755567F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4096" y="2928482"/>
            <a:ext cx="516089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lvl="0">
              <a:buNone/>
              <a:defRPr/>
            </a:pPr>
            <a:r>
              <a:rPr lang="en-US" sz="3200" kern="0" dirty="0">
                <a:solidFill>
                  <a:srgbClr val="CC0000"/>
                </a:solidFill>
                <a:cs typeface="+mn-cs"/>
              </a:rPr>
              <a:t>inter-AS (aka “inter-domain”): </a:t>
            </a:r>
            <a:r>
              <a:rPr lang="en-US" kern="0" dirty="0">
                <a:cs typeface="+mn-cs"/>
              </a:rPr>
              <a:t>routing </a:t>
            </a:r>
            <a:r>
              <a:rPr lang="en-US" i="1" kern="0" dirty="0">
                <a:solidFill>
                  <a:srgbClr val="0000A8"/>
                </a:solidFill>
                <a:cs typeface="+mn-cs"/>
              </a:rPr>
              <a:t>among</a:t>
            </a:r>
            <a:r>
              <a:rPr lang="en-US" kern="0" dirty="0">
                <a:cs typeface="+mn-cs"/>
              </a:rPr>
              <a:t> AS’es</a:t>
            </a:r>
          </a:p>
          <a:p>
            <a:pPr marL="409575" lvl="0" indent="-285750">
              <a:buFont typeface="Wingdings" pitchFamily="2" charset="2"/>
              <a:buChar char="§"/>
              <a:defRPr/>
            </a:pPr>
            <a:r>
              <a:rPr lang="en-US" sz="2400" kern="0" dirty="0">
                <a:cs typeface="+mn-cs"/>
              </a:rPr>
              <a:t>gateways perform inter-domain routing (as well as intra-domain routing)</a:t>
            </a:r>
          </a:p>
        </p:txBody>
      </p:sp>
    </p:spTree>
    <p:extLst>
      <p:ext uri="{BB962C8B-B14F-4D97-AF65-F5344CB8AC3E}">
        <p14:creationId xmlns:p14="http://schemas.microsoft.com/office/powerpoint/2010/main" val="1133013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7BA213B-068E-DC4B-B1E8-7B6FBA112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096" y="1561188"/>
            <a:ext cx="10515600" cy="4351338"/>
          </a:xfrm>
        </p:spPr>
        <p:txBody>
          <a:bodyPr/>
          <a:lstStyle/>
          <a:p>
            <a:pPr marL="130175" indent="0">
              <a:buNone/>
            </a:pPr>
            <a:r>
              <a:rPr lang="en-US" sz="3200" dirty="0"/>
              <a:t>our routing study thus far - idealized </a:t>
            </a:r>
          </a:p>
          <a:p>
            <a:pPr marL="522288" indent="-285750">
              <a:spcBef>
                <a:spcPts val="400"/>
              </a:spcBef>
            </a:pPr>
            <a:r>
              <a:rPr lang="en-US" dirty="0"/>
              <a:t>all routers identical</a:t>
            </a:r>
          </a:p>
          <a:p>
            <a:pPr marL="522288" indent="-285750">
              <a:spcBef>
                <a:spcPts val="400"/>
              </a:spcBef>
            </a:pPr>
            <a:r>
              <a:rPr lang="en-US" dirty="0"/>
              <a:t>network “flat”</a:t>
            </a:r>
          </a:p>
          <a:p>
            <a:pPr marL="130175" indent="0">
              <a:buNone/>
            </a:pPr>
            <a:r>
              <a:rPr lang="en-US" dirty="0"/>
              <a:t>… not true in practice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Making routing scalable</a:t>
            </a:r>
            <a:endParaRPr lang="en-US" sz="4800" dirty="0">
              <a:latin typeface="+mn-lt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9B3A519-428E-254A-A0D8-474D6ECEC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666994"/>
            <a:ext cx="4984315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buFont typeface="Wingdings" charset="0"/>
              <a:buNone/>
            </a:pPr>
            <a:r>
              <a:rPr lang="en-US" kern="0" dirty="0">
                <a:solidFill>
                  <a:srgbClr val="C00000"/>
                </a:solidFill>
              </a:rPr>
              <a:t>scale: </a:t>
            </a:r>
            <a:r>
              <a:rPr lang="en-US" kern="0" dirty="0"/>
              <a:t>billions of destinations:</a:t>
            </a:r>
          </a:p>
          <a:p>
            <a:r>
              <a:rPr lang="en-US" sz="2400" kern="0" dirty="0"/>
              <a:t>can’</a:t>
            </a:r>
            <a:r>
              <a:rPr lang="en-US" altLang="ja-JP" sz="2400" kern="0" dirty="0"/>
              <a:t>t store all destinations in routing tables!</a:t>
            </a:r>
          </a:p>
          <a:p>
            <a:r>
              <a:rPr lang="en-US" sz="2400" kern="0" dirty="0"/>
              <a:t>routing table exchange would swamp links!</a:t>
            </a:r>
            <a:r>
              <a:rPr lang="en-US" kern="0" dirty="0"/>
              <a:t> </a:t>
            </a:r>
          </a:p>
          <a:p>
            <a:endParaRPr lang="en-US" kern="0" dirty="0">
              <a:latin typeface="Gill Sans MT" charset="0"/>
            </a:endParaRPr>
          </a:p>
          <a:p>
            <a:endParaRPr lang="en-US" kern="0" dirty="0">
              <a:latin typeface="Gill Sans MT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F4EA3DB5-195F-1A49-92C3-E48E324A5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326" y="3654991"/>
            <a:ext cx="536127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0"/>
              <a:buNone/>
              <a:tabLst/>
              <a:defRPr/>
            </a:pPr>
            <a:r>
              <a:rPr kumimoji="0" lang="en-US" sz="2800" b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ＭＳ Ｐゴシック" charset="0"/>
                <a:cs typeface="+mn-cs"/>
              </a:rPr>
              <a:t>administrative autonomy:</a:t>
            </a:r>
          </a:p>
          <a:p>
            <a:pPr marR="0" lvl="0" indent="-2190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+mn-cs"/>
              </a:rPr>
              <a:t>Internet: a network of networks</a:t>
            </a:r>
          </a:p>
          <a:p>
            <a:pPr marR="0" lvl="0" indent="-2190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+mn-cs"/>
              </a:rPr>
              <a:t>each network admin may want to control routing in its own network</a:t>
            </a:r>
          </a:p>
        </p:txBody>
      </p:sp>
    </p:spTree>
    <p:extLst>
      <p:ext uri="{BB962C8B-B14F-4D97-AF65-F5344CB8AC3E}">
        <p14:creationId xmlns:p14="http://schemas.microsoft.com/office/powerpoint/2010/main" val="867453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873636" cy="894622"/>
          </a:xfrm>
        </p:spPr>
        <p:txBody>
          <a:bodyPr>
            <a:noAutofit/>
          </a:bodyPr>
          <a:lstStyle/>
          <a:p>
            <a:r>
              <a:rPr lang="en-US" sz="4000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Intra-AS routing:  routing within an AS</a:t>
            </a:r>
            <a:endParaRPr lang="en-US" sz="4000" dirty="0">
              <a:latin typeface="+mn-lt"/>
            </a:endParaRPr>
          </a:p>
        </p:txBody>
      </p:sp>
      <p:sp>
        <p:nvSpPr>
          <p:cNvPr id="223" name="Rectangle 3">
            <a:extLst>
              <a:ext uri="{FF2B5EF4-FFF2-40B4-BE49-F238E27FC236}">
                <a16:creationId xmlns:a16="http://schemas.microsoft.com/office/drawing/2014/main" id="{C4812894-1377-0F41-8D66-2DB2C98C7B52}"/>
              </a:ext>
            </a:extLst>
          </p:cNvPr>
          <p:cNvSpPr txBox="1">
            <a:spLocks noChangeArrowheads="1"/>
          </p:cNvSpPr>
          <p:nvPr/>
        </p:nvSpPr>
        <p:spPr>
          <a:xfrm>
            <a:off x="857488" y="1558642"/>
            <a:ext cx="10942029" cy="4767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indent="0">
              <a:buNone/>
              <a:defRPr/>
            </a:pPr>
            <a:r>
              <a:rPr lang="en-US" sz="3200" dirty="0"/>
              <a:t>most common intra-AS routing protocols:</a:t>
            </a:r>
          </a:p>
          <a:p>
            <a:pPr>
              <a:defRPr/>
            </a:pPr>
            <a:r>
              <a:rPr lang="en-US" dirty="0">
                <a:solidFill>
                  <a:srgbClr val="C00000"/>
                </a:solidFill>
              </a:rPr>
              <a:t>RIP: Routing Information Protocol</a:t>
            </a:r>
            <a:r>
              <a:rPr lang="en-US" dirty="0"/>
              <a:t> </a:t>
            </a:r>
            <a:r>
              <a:rPr lang="en-US" sz="2400" dirty="0"/>
              <a:t>[RFC 1723]</a:t>
            </a:r>
          </a:p>
          <a:p>
            <a:pPr lvl="1">
              <a:defRPr/>
            </a:pPr>
            <a:r>
              <a:rPr lang="en-US" dirty="0"/>
              <a:t>classic DV: DVs exchanged every 30 secs</a:t>
            </a:r>
          </a:p>
          <a:p>
            <a:pPr lvl="1">
              <a:defRPr/>
            </a:pPr>
            <a:r>
              <a:rPr lang="en-US" dirty="0"/>
              <a:t>no longer widely used</a:t>
            </a:r>
          </a:p>
          <a:p>
            <a:pPr>
              <a:defRPr/>
            </a:pPr>
            <a:r>
              <a:rPr lang="en-US" dirty="0">
                <a:solidFill>
                  <a:srgbClr val="C00000"/>
                </a:solidFill>
              </a:rPr>
              <a:t>EIGRP: Enhanced Interior Gateway Routing Protocol</a:t>
            </a:r>
          </a:p>
          <a:p>
            <a:pPr lvl="1">
              <a:defRPr/>
            </a:pPr>
            <a:r>
              <a:rPr lang="en-US" dirty="0"/>
              <a:t>DV based</a:t>
            </a:r>
          </a:p>
          <a:p>
            <a:pPr lvl="1">
              <a:defRPr/>
            </a:pPr>
            <a:r>
              <a:rPr lang="en-US" dirty="0"/>
              <a:t>formerly Cisco-proprietary for decades (became open in 2013 [RFC 7868])</a:t>
            </a:r>
          </a:p>
          <a:p>
            <a:pPr>
              <a:defRPr/>
            </a:pP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OSPF: Open Shortest Path First  </a:t>
            </a:r>
            <a:r>
              <a:rPr lang="en-US" sz="2000" dirty="0">
                <a:solidFill>
                  <a:srgbClr val="C00000"/>
                </a:solidFill>
              </a:rPr>
              <a:t>[RFC 2328]</a:t>
            </a:r>
          </a:p>
          <a:p>
            <a:pPr lvl="1">
              <a:defRPr/>
            </a:pPr>
            <a:r>
              <a:rPr lang="en-US" dirty="0"/>
              <a:t>link-state routing</a:t>
            </a:r>
          </a:p>
          <a:p>
            <a:pPr lvl="1">
              <a:defRPr/>
            </a:pPr>
            <a:r>
              <a:rPr lang="en-US" dirty="0"/>
              <a:t>IS-IS protocol (ISO standard, not RFC standard) essentially same as OSPF</a:t>
            </a:r>
          </a:p>
          <a:p>
            <a:pPr lvl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107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873636" cy="894622"/>
          </a:xfrm>
        </p:spPr>
        <p:txBody>
          <a:bodyPr>
            <a:noAutofit/>
          </a:bodyPr>
          <a:lstStyle/>
          <a:p>
            <a:r>
              <a:rPr lang="en-US" sz="4000" dirty="0"/>
              <a:t>OSPF (Open Shortest Path First) routing</a:t>
            </a:r>
            <a:endParaRPr lang="en-US" sz="4000" dirty="0">
              <a:latin typeface="+mn-lt"/>
            </a:endParaRPr>
          </a:p>
        </p:txBody>
      </p:sp>
      <p:sp>
        <p:nvSpPr>
          <p:cNvPr id="223" name="Rectangle 3">
            <a:extLst>
              <a:ext uri="{FF2B5EF4-FFF2-40B4-BE49-F238E27FC236}">
                <a16:creationId xmlns:a16="http://schemas.microsoft.com/office/drawing/2014/main" id="{C4812894-1377-0F41-8D66-2DB2C98C7B52}"/>
              </a:ext>
            </a:extLst>
          </p:cNvPr>
          <p:cNvSpPr txBox="1">
            <a:spLocks noChangeArrowheads="1"/>
          </p:cNvSpPr>
          <p:nvPr/>
        </p:nvSpPr>
        <p:spPr>
          <a:xfrm>
            <a:off x="857488" y="1558642"/>
            <a:ext cx="10942029" cy="4767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altLang="ja-JP" sz="3200" dirty="0"/>
              <a:t>“open”: publicly available</a:t>
            </a:r>
          </a:p>
          <a:p>
            <a:pPr marL="285750" indent="-274638"/>
            <a:r>
              <a:rPr lang="en-US" altLang="ja-JP" sz="3200" dirty="0"/>
              <a:t>classic link-state </a:t>
            </a:r>
          </a:p>
          <a:p>
            <a:pPr lvl="1"/>
            <a:r>
              <a:rPr lang="en-US" altLang="ja-JP" sz="2800" dirty="0"/>
              <a:t>each router floods OSPF link-state advertisements (directly over IP rather than using TCP/UDP) to all other routers in entire AS</a:t>
            </a:r>
          </a:p>
          <a:p>
            <a:pPr lvl="1"/>
            <a:r>
              <a:rPr lang="en-US" altLang="ja-JP" sz="2800" dirty="0"/>
              <a:t>multiple link costs metrics possible: bandwidth, delay</a:t>
            </a:r>
          </a:p>
          <a:p>
            <a:pPr lvl="1"/>
            <a:r>
              <a:rPr lang="en-US" altLang="ja-JP" sz="2800" dirty="0"/>
              <a:t>each router has full topology, uses Dijkstra’s algorithm to compute forwarding table</a:t>
            </a:r>
          </a:p>
          <a:p>
            <a:r>
              <a:rPr lang="en-US" altLang="ja-JP" i="1" dirty="0">
                <a:solidFill>
                  <a:srgbClr val="0000A8"/>
                </a:solidFill>
              </a:rPr>
              <a:t>security: </a:t>
            </a:r>
            <a:r>
              <a:rPr lang="en-US" altLang="ja-JP" dirty="0"/>
              <a:t>all OSPF messages authenticated (to prevent malicious intrusion) </a:t>
            </a:r>
          </a:p>
          <a:p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1620562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873636" cy="894622"/>
          </a:xfrm>
        </p:spPr>
        <p:txBody>
          <a:bodyPr>
            <a:noAutofit/>
          </a:bodyPr>
          <a:lstStyle/>
          <a:p>
            <a:r>
              <a:rPr lang="en-US" dirty="0"/>
              <a:t>Hierarchical OSPF</a:t>
            </a:r>
            <a:endParaRPr lang="en-US" dirty="0">
              <a:latin typeface="+mn-lt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5CD349E-2B0A-864D-A751-48FCEC8B3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903" y="1430860"/>
            <a:ext cx="11470883" cy="1738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6538" marR="0" lvl="0" indent="-2365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kumimoji="0" lang="en-US" sz="2800" b="0" u="none" strike="noStrike" kern="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ea typeface="ＭＳ Ｐゴシック" charset="0"/>
              </a:rPr>
              <a:t>two-level hierarchy: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local area, backbone.</a:t>
            </a:r>
          </a:p>
          <a:p>
            <a:pPr marL="635000" marR="0" lvl="1" indent="-22542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link-state advertisements flooded only in area</a:t>
            </a:r>
            <a:r>
              <a:rPr lang="en-US" sz="2800" kern="0" dirty="0">
                <a:solidFill>
                  <a:srgbClr val="000000"/>
                </a:solidFill>
              </a:rPr>
              <a:t>, or backbone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  <a:p>
            <a:pPr marL="635000" marR="0" lvl="1" indent="-22542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each node has detailed area topology; only knows direction to reach other destinations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charset="0"/>
              <a:ea typeface="ＭＳ Ｐゴシック" charset="0"/>
            </a:endParaRPr>
          </a:p>
        </p:txBody>
      </p:sp>
      <p:grpSp>
        <p:nvGrpSpPr>
          <p:cNvPr id="3" name="Group 2" descr="Diagram showing hierarchical OSPF two-level hierarchy">
            <a:extLst>
              <a:ext uri="{FF2B5EF4-FFF2-40B4-BE49-F238E27FC236}">
                <a16:creationId xmlns:a16="http://schemas.microsoft.com/office/drawing/2014/main" id="{AABD8590-22C9-63CF-C82C-9B34058105AD}"/>
              </a:ext>
            </a:extLst>
          </p:cNvPr>
          <p:cNvGrpSpPr/>
          <p:nvPr/>
        </p:nvGrpSpPr>
        <p:grpSpPr>
          <a:xfrm>
            <a:off x="400831" y="3169085"/>
            <a:ext cx="11601190" cy="3407668"/>
            <a:chOff x="400831" y="3169085"/>
            <a:chExt cx="11601190" cy="3407668"/>
          </a:xfrm>
        </p:grpSpPr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71841E75-3775-444F-8A3E-C66FDD41EC40}"/>
                </a:ext>
              </a:extLst>
            </p:cNvPr>
            <p:cNvGrpSpPr/>
            <p:nvPr/>
          </p:nvGrpSpPr>
          <p:grpSpPr>
            <a:xfrm>
              <a:off x="413359" y="3406459"/>
              <a:ext cx="4096011" cy="1200329"/>
              <a:chOff x="450937" y="3406459"/>
              <a:chExt cx="4096011" cy="1200329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6998B30-C206-444D-A22D-D03C0369E70A}"/>
                  </a:ext>
                </a:extLst>
              </p:cNvPr>
              <p:cNvSpPr/>
              <p:nvPr/>
            </p:nvSpPr>
            <p:spPr>
              <a:xfrm>
                <a:off x="450937" y="3406459"/>
                <a:ext cx="2968668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ja-JP" sz="2000" dirty="0">
                    <a:solidFill>
                      <a:srgbClr val="C00000"/>
                    </a:solidFill>
                  </a:rPr>
                  <a:t>area border routers: </a:t>
                </a:r>
                <a:r>
                  <a:rPr lang="en-US" altLang="ja-JP" sz="2000" dirty="0"/>
                  <a:t>“summarize” distances  to destinations in own area, advertise in backbone</a:t>
                </a:r>
                <a:endParaRPr lang="en-US" sz="2000" dirty="0"/>
              </a:p>
            </p:txBody>
          </p:sp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9A22255D-97FC-BE41-8E14-612E6C5FE7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4345" y="4158641"/>
                <a:ext cx="1252603" cy="23799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Freeform 2">
              <a:extLst>
                <a:ext uri="{FF2B5EF4-FFF2-40B4-BE49-F238E27FC236}">
                  <a16:creationId xmlns:a16="http://schemas.microsoft.com/office/drawing/2014/main" id="{00D26CA2-1C4B-4948-9BEB-9AD445774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4572" y="3279558"/>
              <a:ext cx="5195932" cy="1635654"/>
            </a:xfrm>
            <a:custGeom>
              <a:avLst/>
              <a:gdLst>
                <a:gd name="T0" fmla="*/ 2147483647 w 3786"/>
                <a:gd name="T1" fmla="*/ 2147483647 h 1390"/>
                <a:gd name="T2" fmla="*/ 2147483647 w 3786"/>
                <a:gd name="T3" fmla="*/ 2147483647 h 1390"/>
                <a:gd name="T4" fmla="*/ 2147483647 w 3786"/>
                <a:gd name="T5" fmla="*/ 2147483647 h 1390"/>
                <a:gd name="T6" fmla="*/ 2147483647 w 3786"/>
                <a:gd name="T7" fmla="*/ 2147483647 h 1390"/>
                <a:gd name="T8" fmla="*/ 2147483647 w 3786"/>
                <a:gd name="T9" fmla="*/ 2147483647 h 1390"/>
                <a:gd name="T10" fmla="*/ 2147483647 w 3786"/>
                <a:gd name="T11" fmla="*/ 2147483647 h 1390"/>
                <a:gd name="T12" fmla="*/ 2147483647 w 3786"/>
                <a:gd name="T13" fmla="*/ 2147483647 h 1390"/>
                <a:gd name="T14" fmla="*/ 2147483647 w 3786"/>
                <a:gd name="T15" fmla="*/ 2147483647 h 1390"/>
                <a:gd name="T16" fmla="*/ 2147483647 w 3786"/>
                <a:gd name="T17" fmla="*/ 2147483647 h 1390"/>
                <a:gd name="T18" fmla="*/ 2147483647 w 3786"/>
                <a:gd name="T19" fmla="*/ 2147483647 h 1390"/>
                <a:gd name="T20" fmla="*/ 2147483647 w 3786"/>
                <a:gd name="T21" fmla="*/ 2147483647 h 1390"/>
                <a:gd name="T22" fmla="*/ 2147483647 w 3786"/>
                <a:gd name="T23" fmla="*/ 2147483647 h 1390"/>
                <a:gd name="T24" fmla="*/ 2147483647 w 3786"/>
                <a:gd name="T25" fmla="*/ 2147483647 h 1390"/>
                <a:gd name="T26" fmla="*/ 2147483647 w 3786"/>
                <a:gd name="T27" fmla="*/ 2147483647 h 139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786"/>
                <a:gd name="T43" fmla="*/ 0 h 1390"/>
                <a:gd name="T44" fmla="*/ 3786 w 3786"/>
                <a:gd name="T45" fmla="*/ 1390 h 139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786" h="1390">
                  <a:moveTo>
                    <a:pt x="408" y="575"/>
                  </a:moveTo>
                  <a:cubicBezTo>
                    <a:pt x="689" y="273"/>
                    <a:pt x="1286" y="110"/>
                    <a:pt x="1693" y="55"/>
                  </a:cubicBezTo>
                  <a:cubicBezTo>
                    <a:pt x="2100" y="0"/>
                    <a:pt x="2585" y="164"/>
                    <a:pt x="2852" y="245"/>
                  </a:cubicBezTo>
                  <a:cubicBezTo>
                    <a:pt x="3119" y="326"/>
                    <a:pt x="3163" y="420"/>
                    <a:pt x="3295" y="540"/>
                  </a:cubicBezTo>
                  <a:cubicBezTo>
                    <a:pt x="3427" y="660"/>
                    <a:pt x="3786" y="870"/>
                    <a:pt x="3702" y="1130"/>
                  </a:cubicBezTo>
                  <a:cubicBezTo>
                    <a:pt x="3618" y="1390"/>
                    <a:pt x="3209" y="1190"/>
                    <a:pt x="3035" y="1214"/>
                  </a:cubicBezTo>
                  <a:cubicBezTo>
                    <a:pt x="2870" y="1266"/>
                    <a:pt x="2655" y="1277"/>
                    <a:pt x="2655" y="1277"/>
                  </a:cubicBezTo>
                  <a:cubicBezTo>
                    <a:pt x="2655" y="1277"/>
                    <a:pt x="2160" y="1316"/>
                    <a:pt x="1918" y="1326"/>
                  </a:cubicBezTo>
                  <a:cubicBezTo>
                    <a:pt x="1676" y="1336"/>
                    <a:pt x="1387" y="1353"/>
                    <a:pt x="1201" y="1340"/>
                  </a:cubicBezTo>
                  <a:cubicBezTo>
                    <a:pt x="1015" y="1327"/>
                    <a:pt x="913" y="1278"/>
                    <a:pt x="801" y="1249"/>
                  </a:cubicBezTo>
                  <a:lnTo>
                    <a:pt x="527" y="1165"/>
                  </a:lnTo>
                  <a:cubicBezTo>
                    <a:pt x="404" y="1140"/>
                    <a:pt x="126" y="1159"/>
                    <a:pt x="63" y="1102"/>
                  </a:cubicBezTo>
                  <a:cubicBezTo>
                    <a:pt x="0" y="1045"/>
                    <a:pt x="85" y="919"/>
                    <a:pt x="148" y="821"/>
                  </a:cubicBezTo>
                  <a:cubicBezTo>
                    <a:pt x="205" y="733"/>
                    <a:pt x="127" y="877"/>
                    <a:pt x="408" y="575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3" name="Line 4">
              <a:extLst>
                <a:ext uri="{FF2B5EF4-FFF2-40B4-BE49-F238E27FC236}">
                  <a16:creationId xmlns:a16="http://schemas.microsoft.com/office/drawing/2014/main" id="{B3A30265-0502-2E44-91C8-7F6A692DF2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3247" y="3566679"/>
              <a:ext cx="915396" cy="2565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4" name="Line 5">
              <a:extLst>
                <a:ext uri="{FF2B5EF4-FFF2-40B4-BE49-F238E27FC236}">
                  <a16:creationId xmlns:a16="http://schemas.microsoft.com/office/drawing/2014/main" id="{F3EA57E3-BCC7-B44D-AA5F-1865DEAB13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8035" y="3564326"/>
              <a:ext cx="1011463" cy="2553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5" name="Line 6">
              <a:extLst>
                <a:ext uri="{FF2B5EF4-FFF2-40B4-BE49-F238E27FC236}">
                  <a16:creationId xmlns:a16="http://schemas.microsoft.com/office/drawing/2014/main" id="{AC5895DE-2534-F446-AA70-E5357956E5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88104" y="3859685"/>
              <a:ext cx="694438" cy="5942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6" name="Line 7">
              <a:extLst>
                <a:ext uri="{FF2B5EF4-FFF2-40B4-BE49-F238E27FC236}">
                  <a16:creationId xmlns:a16="http://schemas.microsoft.com/office/drawing/2014/main" id="{9D0CC190-E93A-3E4C-82E6-65DF0C40FD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59800" y="3782021"/>
              <a:ext cx="1099297" cy="8766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7" name="Line 8">
              <a:extLst>
                <a:ext uri="{FF2B5EF4-FFF2-40B4-BE49-F238E27FC236}">
                  <a16:creationId xmlns:a16="http://schemas.microsoft.com/office/drawing/2014/main" id="{956923AE-8A09-FC41-A2B0-5C3F2806F9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5992" y="3886750"/>
              <a:ext cx="984016" cy="7354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8" name="Line 9">
              <a:extLst>
                <a:ext uri="{FF2B5EF4-FFF2-40B4-BE49-F238E27FC236}">
                  <a16:creationId xmlns:a16="http://schemas.microsoft.com/office/drawing/2014/main" id="{415D6171-E88E-B04C-B618-395ED72215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43558" y="4453933"/>
              <a:ext cx="345846" cy="6530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9" name="Line 10">
              <a:extLst>
                <a:ext uri="{FF2B5EF4-FFF2-40B4-BE49-F238E27FC236}">
                  <a16:creationId xmlns:a16="http://schemas.microsoft.com/office/drawing/2014/main" id="{360702C7-4B0C-7F42-A018-81D12296F5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68261" y="5087014"/>
              <a:ext cx="772665" cy="620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20" name="Line 11">
              <a:extLst>
                <a:ext uri="{FF2B5EF4-FFF2-40B4-BE49-F238E27FC236}">
                  <a16:creationId xmlns:a16="http://schemas.microsoft.com/office/drawing/2014/main" id="{14EAE1F7-FA2A-8F48-A064-C682B967D6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67849" y="4578667"/>
              <a:ext cx="473481" cy="9919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21" name="Line 12">
              <a:extLst>
                <a:ext uri="{FF2B5EF4-FFF2-40B4-BE49-F238E27FC236}">
                  <a16:creationId xmlns:a16="http://schemas.microsoft.com/office/drawing/2014/main" id="{D065808A-F6BA-FE4B-8FA5-43BECBDD11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9064" y="5218807"/>
              <a:ext cx="212723" cy="7201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22" name="Line 13">
              <a:extLst>
                <a:ext uri="{FF2B5EF4-FFF2-40B4-BE49-F238E27FC236}">
                  <a16:creationId xmlns:a16="http://schemas.microsoft.com/office/drawing/2014/main" id="{6DC2B1AB-97CE-174A-8025-8160622AFE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99043" y="5594184"/>
              <a:ext cx="625817" cy="3388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23" name="Line 14">
              <a:extLst>
                <a:ext uri="{FF2B5EF4-FFF2-40B4-BE49-F238E27FC236}">
                  <a16:creationId xmlns:a16="http://schemas.microsoft.com/office/drawing/2014/main" id="{2D8E2595-5DE3-9542-AE9C-FBA3A10B91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32981" y="4663391"/>
              <a:ext cx="336240" cy="5777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24" name="Line 15">
              <a:extLst>
                <a:ext uri="{FF2B5EF4-FFF2-40B4-BE49-F238E27FC236}">
                  <a16:creationId xmlns:a16="http://schemas.microsoft.com/office/drawing/2014/main" id="{3BB7B98B-8514-6D42-BA93-FF70E11E6B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6865" y="3773784"/>
              <a:ext cx="741100" cy="6271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25" name="Line 16">
              <a:extLst>
                <a:ext uri="{FF2B5EF4-FFF2-40B4-BE49-F238E27FC236}">
                  <a16:creationId xmlns:a16="http://schemas.microsoft.com/office/drawing/2014/main" id="{17EAFCC5-5652-FF4C-989D-613EAB9B4D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83979" y="4405687"/>
              <a:ext cx="499556" cy="58601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26" name="Line 17">
              <a:extLst>
                <a:ext uri="{FF2B5EF4-FFF2-40B4-BE49-F238E27FC236}">
                  <a16:creationId xmlns:a16="http://schemas.microsoft.com/office/drawing/2014/main" id="{82451BC4-66F4-DA44-B07F-0960389B7F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664" y="5037591"/>
              <a:ext cx="537983" cy="4448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27" name="Line 18">
              <a:extLst>
                <a:ext uri="{FF2B5EF4-FFF2-40B4-BE49-F238E27FC236}">
                  <a16:creationId xmlns:a16="http://schemas.microsoft.com/office/drawing/2014/main" id="{A92ABA2D-CF9C-0B4C-B635-70C75BE835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2391" y="5429442"/>
              <a:ext cx="374667" cy="5024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28" name="Line 19">
              <a:extLst>
                <a:ext uri="{FF2B5EF4-FFF2-40B4-BE49-F238E27FC236}">
                  <a16:creationId xmlns:a16="http://schemas.microsoft.com/office/drawing/2014/main" id="{FD4E8FBC-6653-AE45-9273-7EB6B0F658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2599" y="5005819"/>
              <a:ext cx="550335" cy="3859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4A8AE031-D686-954E-BDE5-43F6AFD48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2107" y="4155044"/>
              <a:ext cx="1889804" cy="2091048"/>
            </a:xfrm>
            <a:custGeom>
              <a:avLst/>
              <a:gdLst>
                <a:gd name="T0" fmla="*/ 2147483647 w 1377"/>
                <a:gd name="T1" fmla="*/ 2147483647 h 1777"/>
                <a:gd name="T2" fmla="*/ 2147483647 w 1377"/>
                <a:gd name="T3" fmla="*/ 2147483647 h 1777"/>
                <a:gd name="T4" fmla="*/ 2147483647 w 1377"/>
                <a:gd name="T5" fmla="*/ 2147483647 h 1777"/>
                <a:gd name="T6" fmla="*/ 2147483647 w 1377"/>
                <a:gd name="T7" fmla="*/ 2147483647 h 1777"/>
                <a:gd name="T8" fmla="*/ 2147483647 w 1377"/>
                <a:gd name="T9" fmla="*/ 2147483647 h 1777"/>
                <a:gd name="T10" fmla="*/ 2147483647 w 1377"/>
                <a:gd name="T11" fmla="*/ 2147483647 h 1777"/>
                <a:gd name="T12" fmla="*/ 2147483647 w 1377"/>
                <a:gd name="T13" fmla="*/ 2147483647 h 1777"/>
                <a:gd name="T14" fmla="*/ 2147483647 w 1377"/>
                <a:gd name="T15" fmla="*/ 2147483647 h 1777"/>
                <a:gd name="T16" fmla="*/ 2147483647 w 1377"/>
                <a:gd name="T17" fmla="*/ 2147483647 h 1777"/>
                <a:gd name="T18" fmla="*/ 2147483647 w 1377"/>
                <a:gd name="T19" fmla="*/ 2147483647 h 1777"/>
                <a:gd name="T20" fmla="*/ 2147483647 w 1377"/>
                <a:gd name="T21" fmla="*/ 2147483647 h 1777"/>
                <a:gd name="T22" fmla="*/ 2147483647 w 1377"/>
                <a:gd name="T23" fmla="*/ 2147483647 h 1777"/>
                <a:gd name="T24" fmla="*/ 2147483647 w 1377"/>
                <a:gd name="T25" fmla="*/ 2147483647 h 1777"/>
                <a:gd name="T26" fmla="*/ 2147483647 w 1377"/>
                <a:gd name="T27" fmla="*/ 2147483647 h 1777"/>
                <a:gd name="T28" fmla="*/ 2147483647 w 1377"/>
                <a:gd name="T29" fmla="*/ 2147483647 h 1777"/>
                <a:gd name="T30" fmla="*/ 2147483647 w 1377"/>
                <a:gd name="T31" fmla="*/ 2147483647 h 1777"/>
                <a:gd name="T32" fmla="*/ 2147483647 w 1377"/>
                <a:gd name="T33" fmla="*/ 2147483647 h 177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377"/>
                <a:gd name="T52" fmla="*/ 0 h 1777"/>
                <a:gd name="T53" fmla="*/ 1377 w 1377"/>
                <a:gd name="T54" fmla="*/ 1777 h 177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377" h="1777">
                  <a:moveTo>
                    <a:pt x="671" y="245"/>
                  </a:moveTo>
                  <a:cubicBezTo>
                    <a:pt x="604" y="317"/>
                    <a:pt x="533" y="382"/>
                    <a:pt x="474" y="463"/>
                  </a:cubicBezTo>
                  <a:cubicBezTo>
                    <a:pt x="415" y="544"/>
                    <a:pt x="366" y="663"/>
                    <a:pt x="319" y="730"/>
                  </a:cubicBezTo>
                  <a:cubicBezTo>
                    <a:pt x="272" y="797"/>
                    <a:pt x="242" y="800"/>
                    <a:pt x="193" y="863"/>
                  </a:cubicBezTo>
                  <a:cubicBezTo>
                    <a:pt x="144" y="926"/>
                    <a:pt x="48" y="1027"/>
                    <a:pt x="24" y="1109"/>
                  </a:cubicBezTo>
                  <a:cubicBezTo>
                    <a:pt x="0" y="1191"/>
                    <a:pt x="10" y="1295"/>
                    <a:pt x="46" y="1355"/>
                  </a:cubicBezTo>
                  <a:cubicBezTo>
                    <a:pt x="82" y="1415"/>
                    <a:pt x="172" y="1437"/>
                    <a:pt x="242" y="1467"/>
                  </a:cubicBezTo>
                  <a:cubicBezTo>
                    <a:pt x="312" y="1497"/>
                    <a:pt x="404" y="1499"/>
                    <a:pt x="467" y="1538"/>
                  </a:cubicBezTo>
                  <a:cubicBezTo>
                    <a:pt x="530" y="1577"/>
                    <a:pt x="518" y="1669"/>
                    <a:pt x="622" y="1699"/>
                  </a:cubicBezTo>
                  <a:cubicBezTo>
                    <a:pt x="726" y="1729"/>
                    <a:pt x="986" y="1777"/>
                    <a:pt x="1092" y="1720"/>
                  </a:cubicBezTo>
                  <a:cubicBezTo>
                    <a:pt x="1198" y="1663"/>
                    <a:pt x="1219" y="1471"/>
                    <a:pt x="1261" y="1355"/>
                  </a:cubicBezTo>
                  <a:cubicBezTo>
                    <a:pt x="1303" y="1239"/>
                    <a:pt x="1377" y="1150"/>
                    <a:pt x="1345" y="1025"/>
                  </a:cubicBezTo>
                  <a:cubicBezTo>
                    <a:pt x="1313" y="900"/>
                    <a:pt x="1084" y="727"/>
                    <a:pt x="1071" y="603"/>
                  </a:cubicBezTo>
                  <a:cubicBezTo>
                    <a:pt x="1058" y="479"/>
                    <a:pt x="1237" y="374"/>
                    <a:pt x="1268" y="280"/>
                  </a:cubicBezTo>
                  <a:cubicBezTo>
                    <a:pt x="1299" y="186"/>
                    <a:pt x="1320" y="82"/>
                    <a:pt x="1254" y="41"/>
                  </a:cubicBezTo>
                  <a:cubicBezTo>
                    <a:pt x="1188" y="0"/>
                    <a:pt x="970" y="2"/>
                    <a:pt x="874" y="34"/>
                  </a:cubicBezTo>
                  <a:cubicBezTo>
                    <a:pt x="778" y="66"/>
                    <a:pt x="738" y="173"/>
                    <a:pt x="671" y="245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76E990D0-FD96-7940-BB7A-A942A0E22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7929" y="4329200"/>
              <a:ext cx="1645515" cy="2023974"/>
            </a:xfrm>
            <a:custGeom>
              <a:avLst/>
              <a:gdLst>
                <a:gd name="T0" fmla="*/ 2147483647 w 1199"/>
                <a:gd name="T1" fmla="*/ 2147483647 h 1720"/>
                <a:gd name="T2" fmla="*/ 2147483647 w 1199"/>
                <a:gd name="T3" fmla="*/ 2147483647 h 1720"/>
                <a:gd name="T4" fmla="*/ 2147483647 w 1199"/>
                <a:gd name="T5" fmla="*/ 2147483647 h 1720"/>
                <a:gd name="T6" fmla="*/ 2147483647 w 1199"/>
                <a:gd name="T7" fmla="*/ 2147483647 h 1720"/>
                <a:gd name="T8" fmla="*/ 2147483647 w 1199"/>
                <a:gd name="T9" fmla="*/ 2147483647 h 1720"/>
                <a:gd name="T10" fmla="*/ 2147483647 w 1199"/>
                <a:gd name="T11" fmla="*/ 2147483647 h 1720"/>
                <a:gd name="T12" fmla="*/ 2147483647 w 1199"/>
                <a:gd name="T13" fmla="*/ 2147483647 h 1720"/>
                <a:gd name="T14" fmla="*/ 2147483647 w 1199"/>
                <a:gd name="T15" fmla="*/ 2147483647 h 1720"/>
                <a:gd name="T16" fmla="*/ 2147483647 w 1199"/>
                <a:gd name="T17" fmla="*/ 2147483647 h 1720"/>
                <a:gd name="T18" fmla="*/ 2147483647 w 1199"/>
                <a:gd name="T19" fmla="*/ 2147483647 h 1720"/>
                <a:gd name="T20" fmla="*/ 2147483647 w 1199"/>
                <a:gd name="T21" fmla="*/ 2147483647 h 1720"/>
                <a:gd name="T22" fmla="*/ 2147483647 w 1199"/>
                <a:gd name="T23" fmla="*/ 2147483647 h 1720"/>
                <a:gd name="T24" fmla="*/ 2147483647 w 1199"/>
                <a:gd name="T25" fmla="*/ 2147483647 h 1720"/>
                <a:gd name="T26" fmla="*/ 2147483647 w 1199"/>
                <a:gd name="T27" fmla="*/ 2147483647 h 1720"/>
                <a:gd name="T28" fmla="*/ 2147483647 w 1199"/>
                <a:gd name="T29" fmla="*/ 2147483647 h 172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199"/>
                <a:gd name="T46" fmla="*/ 0 h 1720"/>
                <a:gd name="T47" fmla="*/ 1199 w 1199"/>
                <a:gd name="T48" fmla="*/ 1720 h 172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199" h="1720">
                  <a:moveTo>
                    <a:pt x="651" y="20"/>
                  </a:moveTo>
                  <a:cubicBezTo>
                    <a:pt x="595" y="0"/>
                    <a:pt x="643" y="10"/>
                    <a:pt x="609" y="20"/>
                  </a:cubicBezTo>
                  <a:cubicBezTo>
                    <a:pt x="575" y="30"/>
                    <a:pt x="499" y="45"/>
                    <a:pt x="447" y="83"/>
                  </a:cubicBezTo>
                  <a:cubicBezTo>
                    <a:pt x="395" y="121"/>
                    <a:pt x="354" y="178"/>
                    <a:pt x="300" y="245"/>
                  </a:cubicBezTo>
                  <a:cubicBezTo>
                    <a:pt x="246" y="312"/>
                    <a:pt x="173" y="379"/>
                    <a:pt x="124" y="483"/>
                  </a:cubicBezTo>
                  <a:cubicBezTo>
                    <a:pt x="75" y="587"/>
                    <a:pt x="10" y="742"/>
                    <a:pt x="5" y="870"/>
                  </a:cubicBezTo>
                  <a:cubicBezTo>
                    <a:pt x="0" y="998"/>
                    <a:pt x="50" y="1122"/>
                    <a:pt x="96" y="1249"/>
                  </a:cubicBezTo>
                  <a:cubicBezTo>
                    <a:pt x="142" y="1376"/>
                    <a:pt x="153" y="1564"/>
                    <a:pt x="279" y="1635"/>
                  </a:cubicBezTo>
                  <a:cubicBezTo>
                    <a:pt x="405" y="1706"/>
                    <a:pt x="711" y="1720"/>
                    <a:pt x="855" y="1678"/>
                  </a:cubicBezTo>
                  <a:cubicBezTo>
                    <a:pt x="999" y="1636"/>
                    <a:pt x="1089" y="1492"/>
                    <a:pt x="1143" y="1383"/>
                  </a:cubicBezTo>
                  <a:cubicBezTo>
                    <a:pt x="1197" y="1274"/>
                    <a:pt x="1199" y="1129"/>
                    <a:pt x="1178" y="1024"/>
                  </a:cubicBezTo>
                  <a:cubicBezTo>
                    <a:pt x="1157" y="919"/>
                    <a:pt x="1057" y="854"/>
                    <a:pt x="1016" y="750"/>
                  </a:cubicBezTo>
                  <a:cubicBezTo>
                    <a:pt x="975" y="646"/>
                    <a:pt x="944" y="501"/>
                    <a:pt x="932" y="399"/>
                  </a:cubicBezTo>
                  <a:cubicBezTo>
                    <a:pt x="920" y="297"/>
                    <a:pt x="994" y="203"/>
                    <a:pt x="946" y="139"/>
                  </a:cubicBezTo>
                  <a:cubicBezTo>
                    <a:pt x="898" y="75"/>
                    <a:pt x="707" y="40"/>
                    <a:pt x="651" y="2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A175B432-6DB9-FB42-A05C-89AA360AA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7711" y="4111505"/>
              <a:ext cx="1797853" cy="2016914"/>
            </a:xfrm>
            <a:custGeom>
              <a:avLst/>
              <a:gdLst>
                <a:gd name="T0" fmla="*/ 2147483647 w 1310"/>
                <a:gd name="T1" fmla="*/ 2147483647 h 1714"/>
                <a:gd name="T2" fmla="*/ 2147483647 w 1310"/>
                <a:gd name="T3" fmla="*/ 2147483647 h 1714"/>
                <a:gd name="T4" fmla="*/ 2147483647 w 1310"/>
                <a:gd name="T5" fmla="*/ 2147483647 h 1714"/>
                <a:gd name="T6" fmla="*/ 2147483647 w 1310"/>
                <a:gd name="T7" fmla="*/ 2147483647 h 1714"/>
                <a:gd name="T8" fmla="*/ 2147483647 w 1310"/>
                <a:gd name="T9" fmla="*/ 2147483647 h 1714"/>
                <a:gd name="T10" fmla="*/ 2147483647 w 1310"/>
                <a:gd name="T11" fmla="*/ 2147483647 h 1714"/>
                <a:gd name="T12" fmla="*/ 2147483647 w 1310"/>
                <a:gd name="T13" fmla="*/ 2147483647 h 1714"/>
                <a:gd name="T14" fmla="*/ 2147483647 w 1310"/>
                <a:gd name="T15" fmla="*/ 2147483647 h 1714"/>
                <a:gd name="T16" fmla="*/ 2147483647 w 1310"/>
                <a:gd name="T17" fmla="*/ 2147483647 h 1714"/>
                <a:gd name="T18" fmla="*/ 2147483647 w 1310"/>
                <a:gd name="T19" fmla="*/ 2147483647 h 1714"/>
                <a:gd name="T20" fmla="*/ 2147483647 w 1310"/>
                <a:gd name="T21" fmla="*/ 2147483647 h 1714"/>
                <a:gd name="T22" fmla="*/ 2147483647 w 1310"/>
                <a:gd name="T23" fmla="*/ 2147483647 h 1714"/>
                <a:gd name="T24" fmla="*/ 2147483647 w 1310"/>
                <a:gd name="T25" fmla="*/ 2147483647 h 17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10"/>
                <a:gd name="T40" fmla="*/ 0 h 1714"/>
                <a:gd name="T41" fmla="*/ 1310 w 1310"/>
                <a:gd name="T42" fmla="*/ 1714 h 171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10" h="1714">
                  <a:moveTo>
                    <a:pt x="470" y="29"/>
                  </a:moveTo>
                  <a:cubicBezTo>
                    <a:pt x="373" y="0"/>
                    <a:pt x="308" y="123"/>
                    <a:pt x="245" y="198"/>
                  </a:cubicBezTo>
                  <a:cubicBezTo>
                    <a:pt x="182" y="273"/>
                    <a:pt x="130" y="385"/>
                    <a:pt x="90" y="479"/>
                  </a:cubicBezTo>
                  <a:cubicBezTo>
                    <a:pt x="50" y="573"/>
                    <a:pt x="12" y="651"/>
                    <a:pt x="6" y="760"/>
                  </a:cubicBezTo>
                  <a:cubicBezTo>
                    <a:pt x="0" y="869"/>
                    <a:pt x="7" y="1042"/>
                    <a:pt x="55" y="1132"/>
                  </a:cubicBezTo>
                  <a:cubicBezTo>
                    <a:pt x="103" y="1222"/>
                    <a:pt x="191" y="1232"/>
                    <a:pt x="294" y="1301"/>
                  </a:cubicBezTo>
                  <a:cubicBezTo>
                    <a:pt x="397" y="1370"/>
                    <a:pt x="536" y="1479"/>
                    <a:pt x="673" y="1546"/>
                  </a:cubicBezTo>
                  <a:cubicBezTo>
                    <a:pt x="810" y="1613"/>
                    <a:pt x="1018" y="1714"/>
                    <a:pt x="1116" y="1701"/>
                  </a:cubicBezTo>
                  <a:cubicBezTo>
                    <a:pt x="1214" y="1688"/>
                    <a:pt x="1310" y="1559"/>
                    <a:pt x="1263" y="1469"/>
                  </a:cubicBezTo>
                  <a:cubicBezTo>
                    <a:pt x="1216" y="1379"/>
                    <a:pt x="925" y="1270"/>
                    <a:pt x="835" y="1160"/>
                  </a:cubicBezTo>
                  <a:cubicBezTo>
                    <a:pt x="745" y="1050"/>
                    <a:pt x="723" y="940"/>
                    <a:pt x="722" y="809"/>
                  </a:cubicBezTo>
                  <a:cubicBezTo>
                    <a:pt x="721" y="678"/>
                    <a:pt x="871" y="504"/>
                    <a:pt x="828" y="373"/>
                  </a:cubicBezTo>
                  <a:cubicBezTo>
                    <a:pt x="785" y="242"/>
                    <a:pt x="567" y="58"/>
                    <a:pt x="470" y="29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34" name="Text Box 25">
              <a:extLst>
                <a:ext uri="{FF2B5EF4-FFF2-40B4-BE49-F238E27FC236}">
                  <a16:creationId xmlns:a16="http://schemas.microsoft.com/office/drawing/2014/main" id="{526A3D82-0DBB-D144-85E2-DF01CA84E5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1728" y="6026044"/>
              <a:ext cx="719141" cy="271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dirty="0"/>
                <a:t>area 1</a:t>
              </a:r>
            </a:p>
          </p:txBody>
        </p:sp>
        <p:sp>
          <p:nvSpPr>
            <p:cNvPr id="35" name="Text Box 26">
              <a:extLst>
                <a:ext uri="{FF2B5EF4-FFF2-40B4-BE49-F238E27FC236}">
                  <a16:creationId xmlns:a16="http://schemas.microsoft.com/office/drawing/2014/main" id="{3CF37756-7ADA-B944-861F-B21214613B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4154" y="6304928"/>
              <a:ext cx="719141" cy="27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dirty="0"/>
                <a:t>area 2</a:t>
              </a:r>
            </a:p>
          </p:txBody>
        </p:sp>
        <p:sp>
          <p:nvSpPr>
            <p:cNvPr id="36" name="Text Box 27">
              <a:extLst>
                <a:ext uri="{FF2B5EF4-FFF2-40B4-BE49-F238E27FC236}">
                  <a16:creationId xmlns:a16="http://schemas.microsoft.com/office/drawing/2014/main" id="{7C3A4E73-AA92-8249-AB3B-6CC740F4F2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0740" y="5103488"/>
              <a:ext cx="719141" cy="271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dirty="0"/>
                <a:t>area 3</a:t>
              </a:r>
            </a:p>
          </p:txBody>
        </p:sp>
        <p:sp>
          <p:nvSpPr>
            <p:cNvPr id="37" name="Text Box 28">
              <a:extLst>
                <a:ext uri="{FF2B5EF4-FFF2-40B4-BE49-F238E27FC236}">
                  <a16:creationId xmlns:a16="http://schemas.microsoft.com/office/drawing/2014/main" id="{18685611-08AA-4149-8349-26BBE7FDB5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9380" y="3772638"/>
              <a:ext cx="120097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 dirty="0">
                  <a:latin typeface="+mn-lt"/>
                </a:rPr>
                <a:t>backbone</a:t>
              </a:r>
            </a:p>
          </p:txBody>
        </p:sp>
        <p:sp>
          <p:nvSpPr>
            <p:cNvPr id="39" name="Text Box 30">
              <a:extLst>
                <a:ext uri="{FF2B5EF4-FFF2-40B4-BE49-F238E27FC236}">
                  <a16:creationId xmlns:a16="http://schemas.microsoft.com/office/drawing/2014/main" id="{09113073-4CDB-9F4F-B46A-2F706311BD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2257" y="5796581"/>
              <a:ext cx="806975" cy="414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sz="1800" dirty="0">
                  <a:solidFill>
                    <a:srgbClr val="CC0000"/>
                  </a:solidFill>
                </a:rPr>
                <a:t>internal</a:t>
              </a:r>
            </a:p>
            <a:p>
              <a:pPr>
                <a:lnSpc>
                  <a:spcPct val="85000"/>
                </a:lnSpc>
              </a:pPr>
              <a:r>
                <a:rPr lang="en-US" sz="1800" dirty="0">
                  <a:solidFill>
                    <a:srgbClr val="CC0000"/>
                  </a:solidFill>
                </a:rPr>
                <a:t>routers</a:t>
              </a:r>
            </a:p>
          </p:txBody>
        </p:sp>
        <p:sp>
          <p:nvSpPr>
            <p:cNvPr id="40" name="Line 242">
              <a:extLst>
                <a:ext uri="{FF2B5EF4-FFF2-40B4-BE49-F238E27FC236}">
                  <a16:creationId xmlns:a16="http://schemas.microsoft.com/office/drawing/2014/main" id="{E9DC385B-82C7-7542-81CE-F0D596EEB7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87660" y="5774224"/>
              <a:ext cx="424074" cy="148268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1" name="Line 243">
              <a:extLst>
                <a:ext uri="{FF2B5EF4-FFF2-40B4-BE49-F238E27FC236}">
                  <a16:creationId xmlns:a16="http://schemas.microsoft.com/office/drawing/2014/main" id="{39812F8B-3200-3E4D-B3DD-82CDCC1756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88176" y="5681262"/>
              <a:ext cx="415840" cy="22240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2" name="Line 244">
              <a:extLst>
                <a:ext uri="{FF2B5EF4-FFF2-40B4-BE49-F238E27FC236}">
                  <a16:creationId xmlns:a16="http://schemas.microsoft.com/office/drawing/2014/main" id="{6B25EAA5-6390-E643-AD0D-056F1A252A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5690" y="3169085"/>
              <a:ext cx="0" cy="2740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847A93B5-CC69-A44B-AAAE-12AD6D23A7A9}"/>
                </a:ext>
              </a:extLst>
            </p:cNvPr>
            <p:cNvGrpSpPr/>
            <p:nvPr/>
          </p:nvGrpSpPr>
          <p:grpSpPr>
            <a:xfrm>
              <a:off x="6340202" y="5745395"/>
              <a:ext cx="597931" cy="300817"/>
              <a:chOff x="7493876" y="2774731"/>
              <a:chExt cx="1481958" cy="894622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7FA838DF-A766-7A4B-940A-1681DF70B2A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17118679-0E33-704D-880E-4ED3E57EA85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645DB019-F2E3-E84C-B22B-C6882C5E892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6" name="Freeform 185">
                  <a:extLst>
                    <a:ext uri="{FF2B5EF4-FFF2-40B4-BE49-F238E27FC236}">
                      <a16:creationId xmlns:a16="http://schemas.microsoft.com/office/drawing/2014/main" id="{9F56C0EB-9618-5B47-8A4D-9F65F49BC7B8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" name="Freeform 186">
                  <a:extLst>
                    <a:ext uri="{FF2B5EF4-FFF2-40B4-BE49-F238E27FC236}">
                      <a16:creationId xmlns:a16="http://schemas.microsoft.com/office/drawing/2014/main" id="{31C1F5AB-80D4-0A49-958A-7FFD82B6DC5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" name="Freeform 187">
                  <a:extLst>
                    <a:ext uri="{FF2B5EF4-FFF2-40B4-BE49-F238E27FC236}">
                      <a16:creationId xmlns:a16="http://schemas.microsoft.com/office/drawing/2014/main" id="{35442207-78FF-FC47-A3B8-E449CBF502A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Freeform 188">
                  <a:extLst>
                    <a:ext uri="{FF2B5EF4-FFF2-40B4-BE49-F238E27FC236}">
                      <a16:creationId xmlns:a16="http://schemas.microsoft.com/office/drawing/2014/main" id="{6C1116D5-AC90-8649-9151-ECC3A4A0C55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6969455D-0A8F-DA45-B963-565AF8A60F19}"/>
                </a:ext>
              </a:extLst>
            </p:cNvPr>
            <p:cNvGrpSpPr/>
            <p:nvPr/>
          </p:nvGrpSpPr>
          <p:grpSpPr>
            <a:xfrm>
              <a:off x="6864077" y="5403856"/>
              <a:ext cx="597931" cy="300817"/>
              <a:chOff x="7493876" y="2774731"/>
              <a:chExt cx="1481958" cy="894622"/>
            </a:xfrm>
          </p:grpSpPr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05B52AC7-D890-784D-B25C-7C5030C33B6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3F378D3C-F57A-C34A-9257-D8FEF3C8BCF0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93" name="Group 192">
                <a:extLst>
                  <a:ext uri="{FF2B5EF4-FFF2-40B4-BE49-F238E27FC236}">
                    <a16:creationId xmlns:a16="http://schemas.microsoft.com/office/drawing/2014/main" id="{6231F777-5C3E-A640-A74D-A9B71902E21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4" name="Freeform 193">
                  <a:extLst>
                    <a:ext uri="{FF2B5EF4-FFF2-40B4-BE49-F238E27FC236}">
                      <a16:creationId xmlns:a16="http://schemas.microsoft.com/office/drawing/2014/main" id="{ED142EC2-939E-114C-876E-159EC9469B3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5" name="Freeform 194">
                  <a:extLst>
                    <a:ext uri="{FF2B5EF4-FFF2-40B4-BE49-F238E27FC236}">
                      <a16:creationId xmlns:a16="http://schemas.microsoft.com/office/drawing/2014/main" id="{BC0F0EDE-B388-4A4B-AEBB-F6D810C1915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" name="Freeform 195">
                  <a:extLst>
                    <a:ext uri="{FF2B5EF4-FFF2-40B4-BE49-F238E27FC236}">
                      <a16:creationId xmlns:a16="http://schemas.microsoft.com/office/drawing/2014/main" id="{1DFBE4AB-FAE8-1843-89D7-243CBFAE488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7" name="Freeform 196">
                  <a:extLst>
                    <a:ext uri="{FF2B5EF4-FFF2-40B4-BE49-F238E27FC236}">
                      <a16:creationId xmlns:a16="http://schemas.microsoft.com/office/drawing/2014/main" id="{2557898F-E294-1740-A718-62C9E0F6C2B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2D11E707-25E9-9745-8575-491A509FEEBB}"/>
                </a:ext>
              </a:extLst>
            </p:cNvPr>
            <p:cNvGrpSpPr/>
            <p:nvPr/>
          </p:nvGrpSpPr>
          <p:grpSpPr>
            <a:xfrm>
              <a:off x="6559277" y="4511228"/>
              <a:ext cx="597931" cy="300817"/>
              <a:chOff x="7493876" y="2774731"/>
              <a:chExt cx="1481958" cy="894622"/>
            </a:xfrm>
          </p:grpSpPr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0F55084D-94DF-A44D-8E5C-85021146F62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D89BE0A8-68F1-404D-8200-B7F1DE0936D3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01" name="Group 200">
                <a:extLst>
                  <a:ext uri="{FF2B5EF4-FFF2-40B4-BE49-F238E27FC236}">
                    <a16:creationId xmlns:a16="http://schemas.microsoft.com/office/drawing/2014/main" id="{F6342D1C-A14C-6343-9A8A-CA7674BBD5E0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02" name="Freeform 201">
                  <a:extLst>
                    <a:ext uri="{FF2B5EF4-FFF2-40B4-BE49-F238E27FC236}">
                      <a16:creationId xmlns:a16="http://schemas.microsoft.com/office/drawing/2014/main" id="{017F8A00-C73A-B14B-8608-4D421F94049F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" name="Freeform 202">
                  <a:extLst>
                    <a:ext uri="{FF2B5EF4-FFF2-40B4-BE49-F238E27FC236}">
                      <a16:creationId xmlns:a16="http://schemas.microsoft.com/office/drawing/2014/main" id="{3F8DE43A-5C11-D448-A049-22A8453E9B5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Freeform 203">
                  <a:extLst>
                    <a:ext uri="{FF2B5EF4-FFF2-40B4-BE49-F238E27FC236}">
                      <a16:creationId xmlns:a16="http://schemas.microsoft.com/office/drawing/2014/main" id="{CFBE32ED-7363-B84F-AC1C-7E4EB05AADC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Freeform 204">
                  <a:extLst>
                    <a:ext uri="{FF2B5EF4-FFF2-40B4-BE49-F238E27FC236}">
                      <a16:creationId xmlns:a16="http://schemas.microsoft.com/office/drawing/2014/main" id="{426DAC70-67E6-FB49-A015-6D136FFF312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F3A25F11-F47F-A942-9431-C20F0D21A1F3}"/>
                </a:ext>
              </a:extLst>
            </p:cNvPr>
            <p:cNvGrpSpPr/>
            <p:nvPr/>
          </p:nvGrpSpPr>
          <p:grpSpPr>
            <a:xfrm>
              <a:off x="6140177" y="5141239"/>
              <a:ext cx="597931" cy="300817"/>
              <a:chOff x="7493876" y="2774731"/>
              <a:chExt cx="1481958" cy="894622"/>
            </a:xfrm>
          </p:grpSpPr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C09A0408-494C-8446-B393-30246764EEF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92B7F850-9A71-3A44-A332-AF1D98AD9D7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09" name="Group 208">
                <a:extLst>
                  <a:ext uri="{FF2B5EF4-FFF2-40B4-BE49-F238E27FC236}">
                    <a16:creationId xmlns:a16="http://schemas.microsoft.com/office/drawing/2014/main" id="{422CD97B-C3CF-7847-A4D7-91E94BA9188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10" name="Freeform 209">
                  <a:extLst>
                    <a:ext uri="{FF2B5EF4-FFF2-40B4-BE49-F238E27FC236}">
                      <a16:creationId xmlns:a16="http://schemas.microsoft.com/office/drawing/2014/main" id="{8C981413-B37B-1041-9670-35E3074C57D2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Freeform 210">
                  <a:extLst>
                    <a:ext uri="{FF2B5EF4-FFF2-40B4-BE49-F238E27FC236}">
                      <a16:creationId xmlns:a16="http://schemas.microsoft.com/office/drawing/2014/main" id="{F80DEEC3-FAD0-3A49-BC1F-7B3C2C8C36FE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Freeform 211">
                  <a:extLst>
                    <a:ext uri="{FF2B5EF4-FFF2-40B4-BE49-F238E27FC236}">
                      <a16:creationId xmlns:a16="http://schemas.microsoft.com/office/drawing/2014/main" id="{9BB889A6-E209-294F-8881-996DE390A61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Freeform 212">
                  <a:extLst>
                    <a:ext uri="{FF2B5EF4-FFF2-40B4-BE49-F238E27FC236}">
                      <a16:creationId xmlns:a16="http://schemas.microsoft.com/office/drawing/2014/main" id="{97A20919-88C8-C142-8D9E-500AC30AF7D1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8DB787CA-EFE3-1E4A-8623-D87E7C0D8701}"/>
                </a:ext>
              </a:extLst>
            </p:cNvPr>
            <p:cNvGrpSpPr/>
            <p:nvPr/>
          </p:nvGrpSpPr>
          <p:grpSpPr>
            <a:xfrm>
              <a:off x="4569913" y="4277185"/>
              <a:ext cx="597931" cy="300817"/>
              <a:chOff x="7493876" y="2774731"/>
              <a:chExt cx="1481958" cy="894622"/>
            </a:xfrm>
          </p:grpSpPr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C98FDB2D-7F3C-694D-8659-CF844F941C9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5F75FAA9-D7C5-5143-AF8E-664E7ABAE5B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A8BE2EB5-8A55-854C-BF55-FFD7D8E6AEF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18" name="Freeform 217">
                  <a:extLst>
                    <a:ext uri="{FF2B5EF4-FFF2-40B4-BE49-F238E27FC236}">
                      <a16:creationId xmlns:a16="http://schemas.microsoft.com/office/drawing/2014/main" id="{E4529D89-2565-3D40-8B61-F6096AADB818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Freeform 218">
                  <a:extLst>
                    <a:ext uri="{FF2B5EF4-FFF2-40B4-BE49-F238E27FC236}">
                      <a16:creationId xmlns:a16="http://schemas.microsoft.com/office/drawing/2014/main" id="{5002E65D-AE62-D94B-BCA3-C9C62E38A4B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Freeform 219">
                  <a:extLst>
                    <a:ext uri="{FF2B5EF4-FFF2-40B4-BE49-F238E27FC236}">
                      <a16:creationId xmlns:a16="http://schemas.microsoft.com/office/drawing/2014/main" id="{1F5F063B-6FE3-5A4A-9A44-5F9341786171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Freeform 220">
                  <a:extLst>
                    <a:ext uri="{FF2B5EF4-FFF2-40B4-BE49-F238E27FC236}">
                      <a16:creationId xmlns:a16="http://schemas.microsoft.com/office/drawing/2014/main" id="{6DFCD493-03BD-D848-8CB9-82A0471A85F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3669541C-95D1-F948-90C1-71A83E6C546F}"/>
                </a:ext>
              </a:extLst>
            </p:cNvPr>
            <p:cNvGrpSpPr/>
            <p:nvPr/>
          </p:nvGrpSpPr>
          <p:grpSpPr>
            <a:xfrm>
              <a:off x="4158978" y="4866374"/>
              <a:ext cx="597931" cy="300817"/>
              <a:chOff x="7493876" y="2774731"/>
              <a:chExt cx="1481958" cy="894622"/>
            </a:xfrm>
          </p:grpSpPr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EB31C428-1605-024C-8656-2F756256A3F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25" name="Oval 224">
                <a:extLst>
                  <a:ext uri="{FF2B5EF4-FFF2-40B4-BE49-F238E27FC236}">
                    <a16:creationId xmlns:a16="http://schemas.microsoft.com/office/drawing/2014/main" id="{0D267331-9C85-A148-B3ED-27F2FD2B551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26" name="Group 225">
                <a:extLst>
                  <a:ext uri="{FF2B5EF4-FFF2-40B4-BE49-F238E27FC236}">
                    <a16:creationId xmlns:a16="http://schemas.microsoft.com/office/drawing/2014/main" id="{DB154C3D-8071-E04F-AA63-F3EAB7190C5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27" name="Freeform 226">
                  <a:extLst>
                    <a:ext uri="{FF2B5EF4-FFF2-40B4-BE49-F238E27FC236}">
                      <a16:creationId xmlns:a16="http://schemas.microsoft.com/office/drawing/2014/main" id="{363C14AD-21B3-1B43-B488-0F07BD6E372C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8" name="Freeform 227">
                  <a:extLst>
                    <a:ext uri="{FF2B5EF4-FFF2-40B4-BE49-F238E27FC236}">
                      <a16:creationId xmlns:a16="http://schemas.microsoft.com/office/drawing/2014/main" id="{F691FFC6-43A3-E149-A5DA-A17631DE990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9" name="Freeform 228">
                  <a:extLst>
                    <a:ext uri="{FF2B5EF4-FFF2-40B4-BE49-F238E27FC236}">
                      <a16:creationId xmlns:a16="http://schemas.microsoft.com/office/drawing/2014/main" id="{B8245EBE-5E0B-3B4D-8F7D-4D4596F37F0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0" name="Freeform 229">
                  <a:extLst>
                    <a:ext uri="{FF2B5EF4-FFF2-40B4-BE49-F238E27FC236}">
                      <a16:creationId xmlns:a16="http://schemas.microsoft.com/office/drawing/2014/main" id="{68FDE5D8-DC27-2D4B-A814-7493B223CEA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68C943B5-0D7A-0449-AC11-A889B8B7C9C6}"/>
                </a:ext>
              </a:extLst>
            </p:cNvPr>
            <p:cNvGrpSpPr/>
            <p:nvPr/>
          </p:nvGrpSpPr>
          <p:grpSpPr>
            <a:xfrm>
              <a:off x="3617415" y="5394331"/>
              <a:ext cx="597931" cy="300817"/>
              <a:chOff x="7493876" y="2774731"/>
              <a:chExt cx="1481958" cy="894622"/>
            </a:xfrm>
          </p:grpSpPr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F5030295-77A5-9C4B-925C-3C07EF07CD3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33" name="Oval 232">
                <a:extLst>
                  <a:ext uri="{FF2B5EF4-FFF2-40B4-BE49-F238E27FC236}">
                    <a16:creationId xmlns:a16="http://schemas.microsoft.com/office/drawing/2014/main" id="{5DDCBAE4-124C-6A45-990E-CEC4FA267FF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34" name="Group 233">
                <a:extLst>
                  <a:ext uri="{FF2B5EF4-FFF2-40B4-BE49-F238E27FC236}">
                    <a16:creationId xmlns:a16="http://schemas.microsoft.com/office/drawing/2014/main" id="{754ABC6B-9687-0447-9E4C-CAD63A9F70B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35" name="Freeform 234">
                  <a:extLst>
                    <a:ext uri="{FF2B5EF4-FFF2-40B4-BE49-F238E27FC236}">
                      <a16:creationId xmlns:a16="http://schemas.microsoft.com/office/drawing/2014/main" id="{BEDDFA38-69F2-EF41-A4A6-9739BF4E225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6" name="Freeform 235">
                  <a:extLst>
                    <a:ext uri="{FF2B5EF4-FFF2-40B4-BE49-F238E27FC236}">
                      <a16:creationId xmlns:a16="http://schemas.microsoft.com/office/drawing/2014/main" id="{0EB7BC91-C6BF-A148-993B-85E25B80F25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7" name="Freeform 236">
                  <a:extLst>
                    <a:ext uri="{FF2B5EF4-FFF2-40B4-BE49-F238E27FC236}">
                      <a16:creationId xmlns:a16="http://schemas.microsoft.com/office/drawing/2014/main" id="{AB4CDD83-5A3F-A242-81AD-04EE0FBEB74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8" name="Freeform 237">
                  <a:extLst>
                    <a:ext uri="{FF2B5EF4-FFF2-40B4-BE49-F238E27FC236}">
                      <a16:creationId xmlns:a16="http://schemas.microsoft.com/office/drawing/2014/main" id="{BE5EA901-1943-8143-8F04-2CE868EC6BF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ADA221F9-D2AA-9C44-BC9C-EFD2DA589F74}"/>
                </a:ext>
              </a:extLst>
            </p:cNvPr>
            <p:cNvGrpSpPr/>
            <p:nvPr/>
          </p:nvGrpSpPr>
          <p:grpSpPr>
            <a:xfrm>
              <a:off x="4312742" y="5705934"/>
              <a:ext cx="597931" cy="300817"/>
              <a:chOff x="7493876" y="2774731"/>
              <a:chExt cx="1481958" cy="894622"/>
            </a:xfrm>
          </p:grpSpPr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BF65ACEF-5114-2B4C-8601-4EDE37D6955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9BCC819C-4AB5-E340-A1FB-C4AF8FF6FD18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42" name="Group 241">
                <a:extLst>
                  <a:ext uri="{FF2B5EF4-FFF2-40B4-BE49-F238E27FC236}">
                    <a16:creationId xmlns:a16="http://schemas.microsoft.com/office/drawing/2014/main" id="{FD4B6E71-D10D-584F-BC89-FD26A7DDE6A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43" name="Freeform 242">
                  <a:extLst>
                    <a:ext uri="{FF2B5EF4-FFF2-40B4-BE49-F238E27FC236}">
                      <a16:creationId xmlns:a16="http://schemas.microsoft.com/office/drawing/2014/main" id="{904BE1FE-1665-0E4D-B691-F81DEC4F338C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4" name="Freeform 243">
                  <a:extLst>
                    <a:ext uri="{FF2B5EF4-FFF2-40B4-BE49-F238E27FC236}">
                      <a16:creationId xmlns:a16="http://schemas.microsoft.com/office/drawing/2014/main" id="{846F406D-F156-C847-829D-B663A5A6AC1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5" name="Freeform 244">
                  <a:extLst>
                    <a:ext uri="{FF2B5EF4-FFF2-40B4-BE49-F238E27FC236}">
                      <a16:creationId xmlns:a16="http://schemas.microsoft.com/office/drawing/2014/main" id="{D297E371-6C54-6640-A5B8-F182E0904FE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6" name="Freeform 245">
                  <a:extLst>
                    <a:ext uri="{FF2B5EF4-FFF2-40B4-BE49-F238E27FC236}">
                      <a16:creationId xmlns:a16="http://schemas.microsoft.com/office/drawing/2014/main" id="{78031347-90B6-4648-8A83-03945F426C7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CA07CCF0-010E-304A-ABA4-C6095E52882F}"/>
                </a:ext>
              </a:extLst>
            </p:cNvPr>
            <p:cNvGrpSpPr/>
            <p:nvPr/>
          </p:nvGrpSpPr>
          <p:grpSpPr>
            <a:xfrm>
              <a:off x="4587608" y="5246012"/>
              <a:ext cx="597931" cy="300817"/>
              <a:chOff x="7493876" y="2774731"/>
              <a:chExt cx="1481958" cy="894622"/>
            </a:xfrm>
          </p:grpSpPr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5611B7D6-8DBA-6D40-813F-1A4208B1897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8ED12AAB-F708-DA46-B341-2CA7BA9E731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50" name="Group 249">
                <a:extLst>
                  <a:ext uri="{FF2B5EF4-FFF2-40B4-BE49-F238E27FC236}">
                    <a16:creationId xmlns:a16="http://schemas.microsoft.com/office/drawing/2014/main" id="{6C92A81B-FE1E-5B4B-A0DA-D848DB29048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51" name="Freeform 250">
                  <a:extLst>
                    <a:ext uri="{FF2B5EF4-FFF2-40B4-BE49-F238E27FC236}">
                      <a16:creationId xmlns:a16="http://schemas.microsoft.com/office/drawing/2014/main" id="{E7301B43-9484-B64C-9B25-1BFE309C1618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2" name="Freeform 251">
                  <a:extLst>
                    <a:ext uri="{FF2B5EF4-FFF2-40B4-BE49-F238E27FC236}">
                      <a16:creationId xmlns:a16="http://schemas.microsoft.com/office/drawing/2014/main" id="{623AE313-E35F-4042-B607-A4BCC83ABB0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3" name="Freeform 252">
                  <a:extLst>
                    <a:ext uri="{FF2B5EF4-FFF2-40B4-BE49-F238E27FC236}">
                      <a16:creationId xmlns:a16="http://schemas.microsoft.com/office/drawing/2014/main" id="{4E26D6D3-6A91-564D-A39A-14087D67F31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4" name="Freeform 253">
                  <a:extLst>
                    <a:ext uri="{FF2B5EF4-FFF2-40B4-BE49-F238E27FC236}">
                      <a16:creationId xmlns:a16="http://schemas.microsoft.com/office/drawing/2014/main" id="{3CC1AE36-A678-4F4A-8B94-9B7595B6B2C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ECE9F268-36B4-7047-8169-A93E9C8A6FF0}"/>
                </a:ext>
              </a:extLst>
            </p:cNvPr>
            <p:cNvGrpSpPr/>
            <p:nvPr/>
          </p:nvGrpSpPr>
          <p:grpSpPr>
            <a:xfrm>
              <a:off x="8462916" y="4337057"/>
              <a:ext cx="597931" cy="300817"/>
              <a:chOff x="7493876" y="2774731"/>
              <a:chExt cx="1481958" cy="894622"/>
            </a:xfrm>
          </p:grpSpPr>
          <p:sp>
            <p:nvSpPr>
              <p:cNvPr id="256" name="Freeform 255">
                <a:extLst>
                  <a:ext uri="{FF2B5EF4-FFF2-40B4-BE49-F238E27FC236}">
                    <a16:creationId xmlns:a16="http://schemas.microsoft.com/office/drawing/2014/main" id="{D84C726C-D6F0-604A-84BB-E787898433F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57" name="Oval 256">
                <a:extLst>
                  <a:ext uri="{FF2B5EF4-FFF2-40B4-BE49-F238E27FC236}">
                    <a16:creationId xmlns:a16="http://schemas.microsoft.com/office/drawing/2014/main" id="{F6F2D45B-FE06-F24A-A253-C39BD7A09B3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58" name="Group 257">
                <a:extLst>
                  <a:ext uri="{FF2B5EF4-FFF2-40B4-BE49-F238E27FC236}">
                    <a16:creationId xmlns:a16="http://schemas.microsoft.com/office/drawing/2014/main" id="{758FD5FA-4BD5-0C46-A904-A39DE926C86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59" name="Freeform 258">
                  <a:extLst>
                    <a:ext uri="{FF2B5EF4-FFF2-40B4-BE49-F238E27FC236}">
                      <a16:creationId xmlns:a16="http://schemas.microsoft.com/office/drawing/2014/main" id="{B154CFBC-3831-1B44-9F53-BA8EC9545C3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0" name="Freeform 259">
                  <a:extLst>
                    <a:ext uri="{FF2B5EF4-FFF2-40B4-BE49-F238E27FC236}">
                      <a16:creationId xmlns:a16="http://schemas.microsoft.com/office/drawing/2014/main" id="{D65AD74F-EC3C-E045-8F27-646D7ADA8A7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1" name="Freeform 260">
                  <a:extLst>
                    <a:ext uri="{FF2B5EF4-FFF2-40B4-BE49-F238E27FC236}">
                      <a16:creationId xmlns:a16="http://schemas.microsoft.com/office/drawing/2014/main" id="{50FCA297-8584-A345-93B0-8B6D114FB469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2" name="Freeform 261">
                  <a:extLst>
                    <a:ext uri="{FF2B5EF4-FFF2-40B4-BE49-F238E27FC236}">
                      <a16:creationId xmlns:a16="http://schemas.microsoft.com/office/drawing/2014/main" id="{7488670D-6013-FC4F-AA2F-CDB845731F9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D0BAFD66-6D2E-1943-B620-AA3AED1EE133}"/>
                </a:ext>
              </a:extLst>
            </p:cNvPr>
            <p:cNvGrpSpPr/>
            <p:nvPr/>
          </p:nvGrpSpPr>
          <p:grpSpPr>
            <a:xfrm>
              <a:off x="8243841" y="4926247"/>
              <a:ext cx="597931" cy="300817"/>
              <a:chOff x="7493876" y="2774731"/>
              <a:chExt cx="1481958" cy="894622"/>
            </a:xfrm>
          </p:grpSpPr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A45DC72D-8D4B-8B4E-979E-EB6546568DA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3F07312C-E017-F04B-AD7E-B56D8E9CC8F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66" name="Group 265">
                <a:extLst>
                  <a:ext uri="{FF2B5EF4-FFF2-40B4-BE49-F238E27FC236}">
                    <a16:creationId xmlns:a16="http://schemas.microsoft.com/office/drawing/2014/main" id="{9E35C7AC-1B3D-C44B-83C9-56227B9A6CA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67" name="Freeform 266">
                  <a:extLst>
                    <a:ext uri="{FF2B5EF4-FFF2-40B4-BE49-F238E27FC236}">
                      <a16:creationId xmlns:a16="http://schemas.microsoft.com/office/drawing/2014/main" id="{E6FDAF7D-032B-3340-B413-22ACF3B3C21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8" name="Freeform 267">
                  <a:extLst>
                    <a:ext uri="{FF2B5EF4-FFF2-40B4-BE49-F238E27FC236}">
                      <a16:creationId xmlns:a16="http://schemas.microsoft.com/office/drawing/2014/main" id="{3252B92E-787A-674E-9366-85098454267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9" name="Freeform 268">
                  <a:extLst>
                    <a:ext uri="{FF2B5EF4-FFF2-40B4-BE49-F238E27FC236}">
                      <a16:creationId xmlns:a16="http://schemas.microsoft.com/office/drawing/2014/main" id="{C3AFF261-D957-8640-8EF4-0A45D4445644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0" name="Freeform 269">
                  <a:extLst>
                    <a:ext uri="{FF2B5EF4-FFF2-40B4-BE49-F238E27FC236}">
                      <a16:creationId xmlns:a16="http://schemas.microsoft.com/office/drawing/2014/main" id="{98FBB8D1-FD2F-4247-AD93-5AAC4742745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8E9BD5CC-6189-7143-A8EF-C16A7E9940E1}"/>
                </a:ext>
              </a:extLst>
            </p:cNvPr>
            <p:cNvGrpSpPr/>
            <p:nvPr/>
          </p:nvGrpSpPr>
          <p:grpSpPr>
            <a:xfrm>
              <a:off x="8963659" y="5613409"/>
              <a:ext cx="597931" cy="300817"/>
              <a:chOff x="7493876" y="2774731"/>
              <a:chExt cx="1481958" cy="894622"/>
            </a:xfrm>
          </p:grpSpPr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652CE396-F99F-EC41-801A-87C834B7464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64409E2A-1018-1B4A-8C06-9FC0E3BE651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74" name="Group 273">
                <a:extLst>
                  <a:ext uri="{FF2B5EF4-FFF2-40B4-BE49-F238E27FC236}">
                    <a16:creationId xmlns:a16="http://schemas.microsoft.com/office/drawing/2014/main" id="{C30F8BC7-C3D9-4D4B-A02F-6D89E95F2D90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75" name="Freeform 274">
                  <a:extLst>
                    <a:ext uri="{FF2B5EF4-FFF2-40B4-BE49-F238E27FC236}">
                      <a16:creationId xmlns:a16="http://schemas.microsoft.com/office/drawing/2014/main" id="{DD22BF95-87E2-FE43-8798-4B9C2A8396B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6" name="Freeform 275">
                  <a:extLst>
                    <a:ext uri="{FF2B5EF4-FFF2-40B4-BE49-F238E27FC236}">
                      <a16:creationId xmlns:a16="http://schemas.microsoft.com/office/drawing/2014/main" id="{B6F1EBB5-BFB8-774A-9BE1-690DBECD004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7" name="Freeform 276">
                  <a:extLst>
                    <a:ext uri="{FF2B5EF4-FFF2-40B4-BE49-F238E27FC236}">
                      <a16:creationId xmlns:a16="http://schemas.microsoft.com/office/drawing/2014/main" id="{DA87B5AE-0D2C-D341-83E6-E772A2AB41D9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8" name="Freeform 277">
                  <a:extLst>
                    <a:ext uri="{FF2B5EF4-FFF2-40B4-BE49-F238E27FC236}">
                      <a16:creationId xmlns:a16="http://schemas.microsoft.com/office/drawing/2014/main" id="{8D441400-2CFD-5A4F-9A7F-3AC66997B05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79" name="Group 278">
              <a:extLst>
                <a:ext uri="{FF2B5EF4-FFF2-40B4-BE49-F238E27FC236}">
                  <a16:creationId xmlns:a16="http://schemas.microsoft.com/office/drawing/2014/main" id="{C7EC85B7-5059-0D43-8247-B7FF0A05AEBA}"/>
                </a:ext>
              </a:extLst>
            </p:cNvPr>
            <p:cNvGrpSpPr/>
            <p:nvPr/>
          </p:nvGrpSpPr>
          <p:grpSpPr>
            <a:xfrm>
              <a:off x="6526620" y="3425378"/>
              <a:ext cx="597931" cy="300817"/>
              <a:chOff x="7493876" y="2774731"/>
              <a:chExt cx="1481958" cy="894622"/>
            </a:xfrm>
          </p:grpSpPr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id="{D984108B-367F-C149-9FEB-9DCE6A16D86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:a16="http://schemas.microsoft.com/office/drawing/2014/main" id="{EA721BEF-A891-544D-90F2-6BBCD734726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82" name="Group 281">
                <a:extLst>
                  <a:ext uri="{FF2B5EF4-FFF2-40B4-BE49-F238E27FC236}">
                    <a16:creationId xmlns:a16="http://schemas.microsoft.com/office/drawing/2014/main" id="{C481FC4B-5A51-C74C-B9A5-F40A034C94F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83" name="Freeform 282">
                  <a:extLst>
                    <a:ext uri="{FF2B5EF4-FFF2-40B4-BE49-F238E27FC236}">
                      <a16:creationId xmlns:a16="http://schemas.microsoft.com/office/drawing/2014/main" id="{7376C801-776A-F044-983C-D5F6A9117C1D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4" name="Freeform 283">
                  <a:extLst>
                    <a:ext uri="{FF2B5EF4-FFF2-40B4-BE49-F238E27FC236}">
                      <a16:creationId xmlns:a16="http://schemas.microsoft.com/office/drawing/2014/main" id="{7A743EDC-361E-0D43-8EB6-D4EF0B7CFCC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5" name="Freeform 284">
                  <a:extLst>
                    <a:ext uri="{FF2B5EF4-FFF2-40B4-BE49-F238E27FC236}">
                      <a16:creationId xmlns:a16="http://schemas.microsoft.com/office/drawing/2014/main" id="{7EAE5334-3DB4-3845-BA2D-3FA069FD422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6" name="Freeform 285">
                  <a:extLst>
                    <a:ext uri="{FF2B5EF4-FFF2-40B4-BE49-F238E27FC236}">
                      <a16:creationId xmlns:a16="http://schemas.microsoft.com/office/drawing/2014/main" id="{FD16E7E3-E6CE-0049-9C77-2720AE51A88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0C212306-768E-7846-86F8-546B766A6548}"/>
                </a:ext>
              </a:extLst>
            </p:cNvPr>
            <p:cNvGrpSpPr/>
            <p:nvPr/>
          </p:nvGrpSpPr>
          <p:grpSpPr>
            <a:xfrm>
              <a:off x="7683227" y="3687996"/>
              <a:ext cx="597931" cy="300817"/>
              <a:chOff x="7493876" y="2774731"/>
              <a:chExt cx="1481958" cy="894622"/>
            </a:xfrm>
          </p:grpSpPr>
          <p:sp>
            <p:nvSpPr>
              <p:cNvPr id="288" name="Freeform 287">
                <a:extLst>
                  <a:ext uri="{FF2B5EF4-FFF2-40B4-BE49-F238E27FC236}">
                    <a16:creationId xmlns:a16="http://schemas.microsoft.com/office/drawing/2014/main" id="{6629F451-68FE-0843-BFC2-6EFCA788438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4E1D9D9B-DEE5-0D46-8688-877F8893B85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90" name="Group 289">
                <a:extLst>
                  <a:ext uri="{FF2B5EF4-FFF2-40B4-BE49-F238E27FC236}">
                    <a16:creationId xmlns:a16="http://schemas.microsoft.com/office/drawing/2014/main" id="{39A70D01-AA27-9648-91CE-2DD2112F559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91" name="Freeform 290">
                  <a:extLst>
                    <a:ext uri="{FF2B5EF4-FFF2-40B4-BE49-F238E27FC236}">
                      <a16:creationId xmlns:a16="http://schemas.microsoft.com/office/drawing/2014/main" id="{6EB03E22-9CE1-E741-9236-B6C57E54128C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2" name="Freeform 291">
                  <a:extLst>
                    <a:ext uri="{FF2B5EF4-FFF2-40B4-BE49-F238E27FC236}">
                      <a16:creationId xmlns:a16="http://schemas.microsoft.com/office/drawing/2014/main" id="{DD7911A1-D204-7041-9083-1D21D0DB03F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3" name="Freeform 292">
                  <a:extLst>
                    <a:ext uri="{FF2B5EF4-FFF2-40B4-BE49-F238E27FC236}">
                      <a16:creationId xmlns:a16="http://schemas.microsoft.com/office/drawing/2014/main" id="{85BEA5C1-A2DC-DD42-A5BB-FFF7EB7DB98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4" name="Freeform 293">
                  <a:extLst>
                    <a:ext uri="{FF2B5EF4-FFF2-40B4-BE49-F238E27FC236}">
                      <a16:creationId xmlns:a16="http://schemas.microsoft.com/office/drawing/2014/main" id="{8DD6EBBD-441C-8E48-AB32-75B911DB290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7054C548-6767-1843-A4B9-A89FADAA393A}"/>
                </a:ext>
              </a:extLst>
            </p:cNvPr>
            <p:cNvGrpSpPr/>
            <p:nvPr/>
          </p:nvGrpSpPr>
          <p:grpSpPr>
            <a:xfrm>
              <a:off x="5374095" y="3693439"/>
              <a:ext cx="597931" cy="300817"/>
              <a:chOff x="7493876" y="2774731"/>
              <a:chExt cx="1481958" cy="894622"/>
            </a:xfrm>
          </p:grpSpPr>
          <p:sp>
            <p:nvSpPr>
              <p:cNvPr id="296" name="Freeform 295">
                <a:extLst>
                  <a:ext uri="{FF2B5EF4-FFF2-40B4-BE49-F238E27FC236}">
                    <a16:creationId xmlns:a16="http://schemas.microsoft.com/office/drawing/2014/main" id="{E914BD78-359E-7243-9412-C22ABA906E74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97" name="Oval 296">
                <a:extLst>
                  <a:ext uri="{FF2B5EF4-FFF2-40B4-BE49-F238E27FC236}">
                    <a16:creationId xmlns:a16="http://schemas.microsoft.com/office/drawing/2014/main" id="{E7398522-2CC3-514A-8211-D8CAC44287D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98" name="Group 297">
                <a:extLst>
                  <a:ext uri="{FF2B5EF4-FFF2-40B4-BE49-F238E27FC236}">
                    <a16:creationId xmlns:a16="http://schemas.microsoft.com/office/drawing/2014/main" id="{991E0D1A-1264-8840-BD14-4D4790FBEF69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99" name="Freeform 298">
                  <a:extLst>
                    <a:ext uri="{FF2B5EF4-FFF2-40B4-BE49-F238E27FC236}">
                      <a16:creationId xmlns:a16="http://schemas.microsoft.com/office/drawing/2014/main" id="{9E93AA13-7D54-5F4F-8789-2C65FEBB3848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0" name="Freeform 299">
                  <a:extLst>
                    <a:ext uri="{FF2B5EF4-FFF2-40B4-BE49-F238E27FC236}">
                      <a16:creationId xmlns:a16="http://schemas.microsoft.com/office/drawing/2014/main" id="{2E1C673B-D86B-104E-8235-77081FDD293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1" name="Freeform 300">
                  <a:extLst>
                    <a:ext uri="{FF2B5EF4-FFF2-40B4-BE49-F238E27FC236}">
                      <a16:creationId xmlns:a16="http://schemas.microsoft.com/office/drawing/2014/main" id="{97A9752A-3447-8142-9A93-F0916BC60104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2" name="Freeform 301">
                  <a:extLst>
                    <a:ext uri="{FF2B5EF4-FFF2-40B4-BE49-F238E27FC236}">
                      <a16:creationId xmlns:a16="http://schemas.microsoft.com/office/drawing/2014/main" id="{7B7B4A9F-8D48-6D4D-ACEE-2B3E8737FA0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FE37CB74-FB6A-664F-8904-DF341544C3E6}"/>
                </a:ext>
              </a:extLst>
            </p:cNvPr>
            <p:cNvGrpSpPr/>
            <p:nvPr/>
          </p:nvGrpSpPr>
          <p:grpSpPr>
            <a:xfrm>
              <a:off x="8317285" y="3820439"/>
              <a:ext cx="3684736" cy="1112688"/>
              <a:chOff x="8317285" y="3820439"/>
              <a:chExt cx="3684736" cy="1112688"/>
            </a:xfrm>
          </p:grpSpPr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C0A3996C-02AF-9D47-9C2A-EB7049EB9EBA}"/>
                  </a:ext>
                </a:extLst>
              </p:cNvPr>
              <p:cNvSpPr/>
              <p:nvPr/>
            </p:nvSpPr>
            <p:spPr>
              <a:xfrm>
                <a:off x="9857982" y="4009797"/>
                <a:ext cx="2144039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ja-JP" sz="2000" dirty="0">
                    <a:solidFill>
                      <a:srgbClr val="C00000"/>
                    </a:solidFill>
                  </a:rPr>
                  <a:t>backbone router: </a:t>
                </a:r>
                <a:r>
                  <a:rPr lang="en-US" altLang="ja-JP" sz="2000" dirty="0"/>
                  <a:t>runs OSPF limited to backbone</a:t>
                </a:r>
                <a:endParaRPr lang="en-US" sz="2000" dirty="0"/>
              </a:p>
            </p:txBody>
          </p:sp>
          <p:cxnSp>
            <p:nvCxnSpPr>
              <p:cNvPr id="305" name="Straight Arrow Connector 304">
                <a:extLst>
                  <a:ext uri="{FF2B5EF4-FFF2-40B4-BE49-F238E27FC236}">
                    <a16:creationId xmlns:a16="http://schemas.microsoft.com/office/drawing/2014/main" id="{C0195885-402F-B941-BD0E-30B5D16F07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317285" y="3820439"/>
                <a:ext cx="1503120" cy="36325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6D78AEBD-5238-5D48-96C3-8C127A0787BC}"/>
                </a:ext>
              </a:extLst>
            </p:cNvPr>
            <p:cNvGrpSpPr/>
            <p:nvPr/>
          </p:nvGrpSpPr>
          <p:grpSpPr>
            <a:xfrm>
              <a:off x="7166977" y="3322953"/>
              <a:ext cx="4306864" cy="646331"/>
              <a:chOff x="7166977" y="3322953"/>
              <a:chExt cx="4306864" cy="646331"/>
            </a:xfrm>
          </p:grpSpPr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2E0DDBA0-B91D-934F-92B3-7A34B608B1D6}"/>
                  </a:ext>
                </a:extLst>
              </p:cNvPr>
              <p:cNvSpPr/>
              <p:nvPr/>
            </p:nvSpPr>
            <p:spPr>
              <a:xfrm>
                <a:off x="8897655" y="3322953"/>
                <a:ext cx="257618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ja-JP" sz="2000" dirty="0">
                    <a:solidFill>
                      <a:srgbClr val="C00000"/>
                    </a:solidFill>
                  </a:rPr>
                  <a:t>boundary router: </a:t>
                </a:r>
                <a:r>
                  <a:rPr lang="en-US" altLang="ja-JP" sz="2000" dirty="0"/>
                  <a:t>connects to other ASes</a:t>
                </a:r>
                <a:endParaRPr lang="en-US" sz="2000" dirty="0"/>
              </a:p>
            </p:txBody>
          </p:sp>
          <p:cxnSp>
            <p:nvCxnSpPr>
              <p:cNvPr id="307" name="Straight Arrow Connector 306">
                <a:extLst>
                  <a:ext uri="{FF2B5EF4-FFF2-40B4-BE49-F238E27FC236}">
                    <a16:creationId xmlns:a16="http://schemas.microsoft.com/office/drawing/2014/main" id="{ADA67296-2D48-8B49-94FB-01BE5E8F67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66977" y="3521901"/>
                <a:ext cx="165134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8ECE2DE7-0A26-E547-8015-75AA81906256}"/>
                </a:ext>
              </a:extLst>
            </p:cNvPr>
            <p:cNvGrpSpPr/>
            <p:nvPr/>
          </p:nvGrpSpPr>
          <p:grpSpPr>
            <a:xfrm>
              <a:off x="400831" y="4789096"/>
              <a:ext cx="3682654" cy="1754326"/>
              <a:chOff x="400831" y="4789096"/>
              <a:chExt cx="3682654" cy="1754326"/>
            </a:xfrm>
          </p:grpSpPr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9EFB7939-9B51-354A-81CE-6BF40821CBCB}"/>
                  </a:ext>
                </a:extLst>
              </p:cNvPr>
              <p:cNvSpPr/>
              <p:nvPr/>
            </p:nvSpPr>
            <p:spPr>
              <a:xfrm>
                <a:off x="400831" y="4789096"/>
                <a:ext cx="3244241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ja-JP" sz="2000" dirty="0">
                    <a:solidFill>
                      <a:srgbClr val="C00000"/>
                    </a:solidFill>
                  </a:rPr>
                  <a:t>local routers: </a:t>
                </a:r>
              </a:p>
              <a:p>
                <a:pPr marL="173038" indent="-173038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altLang="ja-JP" sz="2000" dirty="0"/>
                  <a:t>flood LS in area only</a:t>
                </a:r>
              </a:p>
              <a:p>
                <a:pPr marL="173038" indent="-173038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compute routing within area</a:t>
                </a:r>
              </a:p>
              <a:p>
                <a:pPr marL="173038" indent="-173038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forward packets to outside via area border router</a:t>
                </a:r>
              </a:p>
            </p:txBody>
          </p:sp>
          <p:cxnSp>
            <p:nvCxnSpPr>
              <p:cNvPr id="318" name="Straight Connector 317">
                <a:extLst>
                  <a:ext uri="{FF2B5EF4-FFF2-40B4-BE49-F238E27FC236}">
                    <a16:creationId xmlns:a16="http://schemas.microsoft.com/office/drawing/2014/main" id="{C7B90184-9FCC-214A-A4E1-8CF6C5B322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91847" y="5035463"/>
                <a:ext cx="1991638" cy="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482137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DF439-D690-AD1F-BDFC-4D327AE62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5426-601A-891B-FF90-D3D51711A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among the ISPs: BGP</a:t>
            </a:r>
          </a:p>
        </p:txBody>
      </p:sp>
    </p:spTree>
    <p:extLst>
      <p:ext uri="{BB962C8B-B14F-4D97-AF65-F5344CB8AC3E}">
        <p14:creationId xmlns:p14="http://schemas.microsoft.com/office/powerpoint/2010/main" val="1561841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507B360-8633-344E-8C84-B4DA39DA2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8604"/>
            <a:ext cx="10785953" cy="5000017"/>
          </a:xfrm>
        </p:spPr>
        <p:txBody>
          <a:bodyPr>
            <a:normAutofit/>
          </a:bodyPr>
          <a:lstStyle/>
          <a:p>
            <a:pPr marL="285750" lvl="0" indent="-28575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kern="0" dirty="0">
                <a:solidFill>
                  <a:srgbClr val="CC0000"/>
                </a:solidFill>
                <a:ea typeface="ＭＳ Ｐゴシック" charset="0"/>
              </a:rPr>
              <a:t>BGP (Border Gateway Protocol):</a:t>
            </a:r>
            <a:r>
              <a:rPr lang="en-US" kern="0" dirty="0">
                <a:solidFill>
                  <a:srgbClr val="000000"/>
                </a:solidFill>
                <a:ea typeface="ＭＳ Ｐゴシック" charset="0"/>
              </a:rPr>
              <a:t> </a:t>
            </a:r>
            <a:r>
              <a:rPr lang="en-US" i="1" kern="0" dirty="0">
                <a:solidFill>
                  <a:srgbClr val="000000"/>
                </a:solidFill>
                <a:ea typeface="ＭＳ Ｐゴシック" charset="0"/>
              </a:rPr>
              <a:t>the</a:t>
            </a:r>
            <a:r>
              <a:rPr lang="en-US" kern="0" dirty="0">
                <a:solidFill>
                  <a:srgbClr val="000000"/>
                </a:solidFill>
                <a:ea typeface="ＭＳ Ｐゴシック" charset="0"/>
              </a:rPr>
              <a:t> de facto inter-domain routing protocol</a:t>
            </a:r>
          </a:p>
          <a:p>
            <a:pPr marL="800100" lvl="1" indent="-277813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</a:pPr>
            <a:r>
              <a:rPr lang="en-US" altLang="ja-JP" kern="0" dirty="0">
                <a:solidFill>
                  <a:srgbClr val="000000"/>
                </a:solidFill>
                <a:ea typeface="ＭＳ Ｐゴシック" charset="0"/>
              </a:rPr>
              <a:t>“glue that holds the Internet together”</a:t>
            </a:r>
          </a:p>
          <a:p>
            <a:pPr marL="285750" indent="-285750" eaLnBrk="0" fontAlgn="base" hangingPunct="0">
              <a:lnSpc>
                <a:spcPct val="85000"/>
              </a:lnSpc>
              <a:spcBef>
                <a:spcPts val="12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kern="0" dirty="0">
                <a:solidFill>
                  <a:srgbClr val="000000"/>
                </a:solidFill>
                <a:ea typeface="ＭＳ Ｐゴシック" charset="0"/>
              </a:rPr>
              <a:t>allows subnet to advertise its existence, and the destinations it can reach, to rest of Internet: </a:t>
            </a:r>
            <a:r>
              <a:rPr lang="en-US" i="1" kern="0" dirty="0">
                <a:solidFill>
                  <a:srgbClr val="000099"/>
                </a:solidFill>
                <a:ea typeface="ＭＳ Ｐゴシック" charset="0"/>
              </a:rPr>
              <a:t>“</a:t>
            </a:r>
            <a:r>
              <a:rPr lang="en-US" altLang="ja-JP" i="1" kern="0" dirty="0">
                <a:solidFill>
                  <a:srgbClr val="000099"/>
                </a:solidFill>
                <a:ea typeface="ＭＳ Ｐゴシック" charset="0"/>
              </a:rPr>
              <a:t>I am here, here is who I can reach, and how”</a:t>
            </a:r>
            <a:endParaRPr lang="en-US" i="1" kern="0" dirty="0">
              <a:solidFill>
                <a:srgbClr val="000099"/>
              </a:solidFill>
              <a:ea typeface="ＭＳ Ｐゴシック" charset="0"/>
            </a:endParaRPr>
          </a:p>
          <a:p>
            <a:pPr marL="0" lvl="0" indent="0" eaLnBrk="0" fontAlgn="base" hangingPunct="0">
              <a:lnSpc>
                <a:spcPct val="85000"/>
              </a:lnSpc>
              <a:spcBef>
                <a:spcPts val="1200"/>
              </a:spcBef>
              <a:spcAft>
                <a:spcPct val="0"/>
              </a:spcAft>
              <a:buClr>
                <a:srgbClr val="000099"/>
              </a:buClr>
              <a:buSzPct val="100000"/>
              <a:buNone/>
            </a:pPr>
            <a:endParaRPr lang="en-US" sz="2600" kern="0" dirty="0">
              <a:ea typeface="ＭＳ Ｐゴシック" charset="0"/>
            </a:endParaRP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Internet inter-AS routing: BGP</a:t>
            </a:r>
          </a:p>
        </p:txBody>
      </p:sp>
    </p:spTree>
    <p:extLst>
      <p:ext uri="{BB962C8B-B14F-4D97-AF65-F5344CB8AC3E}">
        <p14:creationId xmlns:p14="http://schemas.microsoft.com/office/powerpoint/2010/main" val="1207620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2B9D5-9B6D-8CAD-63D8-3F9A3CFD2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D8CF4E-9ADF-93D6-ACBD-12AA2A15E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8604"/>
            <a:ext cx="10785953" cy="5379396"/>
          </a:xfrm>
        </p:spPr>
        <p:txBody>
          <a:bodyPr>
            <a:normAutofit/>
          </a:bodyPr>
          <a:lstStyle/>
          <a:p>
            <a:pPr marL="285750" lvl="0" indent="-28575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kern="0" dirty="0">
                <a:solidFill>
                  <a:srgbClr val="CC0000"/>
                </a:solidFill>
                <a:ea typeface="ＭＳ Ｐゴシック" charset="0"/>
              </a:rPr>
              <a:t>BGP (Border Gateway Protocol):</a:t>
            </a:r>
            <a:r>
              <a:rPr lang="en-US" kern="0" dirty="0">
                <a:solidFill>
                  <a:srgbClr val="000000"/>
                </a:solidFill>
                <a:ea typeface="ＭＳ Ｐゴシック" charset="0"/>
              </a:rPr>
              <a:t> </a:t>
            </a:r>
            <a:r>
              <a:rPr lang="en-US" i="1" kern="0" dirty="0">
                <a:solidFill>
                  <a:srgbClr val="000000"/>
                </a:solidFill>
                <a:ea typeface="ＭＳ Ｐゴシック" charset="0"/>
              </a:rPr>
              <a:t>the</a:t>
            </a:r>
            <a:r>
              <a:rPr lang="en-US" kern="0" dirty="0">
                <a:solidFill>
                  <a:srgbClr val="000000"/>
                </a:solidFill>
                <a:ea typeface="ＭＳ Ｐゴシック" charset="0"/>
              </a:rPr>
              <a:t> de facto inter-domain routing protocol</a:t>
            </a:r>
          </a:p>
          <a:p>
            <a:pPr marL="800100" lvl="1" indent="-277813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</a:pPr>
            <a:r>
              <a:rPr lang="en-US" altLang="ja-JP" kern="0" dirty="0">
                <a:solidFill>
                  <a:srgbClr val="000000"/>
                </a:solidFill>
                <a:ea typeface="ＭＳ Ｐゴシック" charset="0"/>
              </a:rPr>
              <a:t>“glue that holds the Internet together”</a:t>
            </a:r>
          </a:p>
          <a:p>
            <a:pPr marL="285750" indent="-285750" eaLnBrk="0" fontAlgn="base" hangingPunct="0">
              <a:lnSpc>
                <a:spcPct val="85000"/>
              </a:lnSpc>
              <a:spcBef>
                <a:spcPts val="12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kern="0" dirty="0">
                <a:solidFill>
                  <a:srgbClr val="000000"/>
                </a:solidFill>
                <a:ea typeface="ＭＳ Ｐゴシック" charset="0"/>
              </a:rPr>
              <a:t>allows subnet to advertise its existence, and the destinations it can reach, to rest of Internet: </a:t>
            </a:r>
            <a:r>
              <a:rPr lang="en-US" i="1" kern="0" dirty="0">
                <a:solidFill>
                  <a:srgbClr val="000099"/>
                </a:solidFill>
                <a:ea typeface="ＭＳ Ｐゴシック" charset="0"/>
              </a:rPr>
              <a:t>“</a:t>
            </a:r>
            <a:r>
              <a:rPr lang="en-US" altLang="ja-JP" i="1" kern="0" dirty="0">
                <a:solidFill>
                  <a:srgbClr val="000099"/>
                </a:solidFill>
                <a:ea typeface="ＭＳ Ｐゴシック" charset="0"/>
              </a:rPr>
              <a:t>I am here, here is who I can reach, and how”</a:t>
            </a:r>
            <a:endParaRPr lang="en-US" i="1" kern="0" dirty="0">
              <a:solidFill>
                <a:srgbClr val="000099"/>
              </a:solidFill>
              <a:ea typeface="ＭＳ Ｐゴシック" charset="0"/>
            </a:endParaRPr>
          </a:p>
          <a:p>
            <a:pPr marL="285750" lvl="0" indent="-285750" eaLnBrk="0" fontAlgn="base" hangingPunct="0">
              <a:lnSpc>
                <a:spcPct val="85000"/>
              </a:lnSpc>
              <a:spcBef>
                <a:spcPts val="12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kern="0" dirty="0">
                <a:solidFill>
                  <a:srgbClr val="000000"/>
                </a:solidFill>
                <a:ea typeface="ＭＳ Ｐゴシック" charset="0"/>
              </a:rPr>
              <a:t>BGP provides each AS a means to:</a:t>
            </a:r>
          </a:p>
          <a:p>
            <a:pPr marL="800100" lvl="1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</a:pPr>
            <a:r>
              <a:rPr lang="en-US" sz="2600" kern="0" dirty="0">
                <a:solidFill>
                  <a:srgbClr val="000000"/>
                </a:solidFill>
                <a:ea typeface="ＭＳ Ｐゴシック" charset="0"/>
              </a:rPr>
              <a:t>obtain destination network reachability info from neighboring ASes (</a:t>
            </a:r>
            <a:r>
              <a:rPr lang="en-US" sz="2600" kern="0" dirty="0">
                <a:solidFill>
                  <a:srgbClr val="CC0000"/>
                </a:solidFill>
                <a:ea typeface="ＭＳ Ｐゴシック" charset="0"/>
              </a:rPr>
              <a:t>eBGP)</a:t>
            </a:r>
          </a:p>
          <a:p>
            <a:pPr marL="800100" lvl="1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</a:pPr>
            <a:r>
              <a:rPr lang="en-US" sz="2600" kern="0" dirty="0">
                <a:solidFill>
                  <a:srgbClr val="000000"/>
                </a:solidFill>
                <a:ea typeface="ＭＳ Ｐゴシック" charset="0"/>
              </a:rPr>
              <a:t>determine </a:t>
            </a:r>
            <a:r>
              <a:rPr lang="en-US" altLang="ja-JP" sz="2600" kern="0" dirty="0">
                <a:solidFill>
                  <a:srgbClr val="000000"/>
                </a:solidFill>
                <a:ea typeface="ＭＳ Ｐゴシック" charset="0"/>
              </a:rPr>
              <a:t>routes to other networks based on reachability information and </a:t>
            </a:r>
            <a:r>
              <a:rPr lang="en-US" altLang="ja-JP" sz="2600" i="1" kern="0" dirty="0">
                <a:solidFill>
                  <a:srgbClr val="000090"/>
                </a:solidFill>
                <a:ea typeface="ＭＳ Ｐゴシック" charset="0"/>
              </a:rPr>
              <a:t>policy</a:t>
            </a:r>
            <a:endParaRPr lang="en-US" altLang="ja-JP" sz="2600" kern="0" dirty="0">
              <a:solidFill>
                <a:srgbClr val="000090"/>
              </a:solidFill>
              <a:ea typeface="ＭＳ Ｐゴシック" charset="0"/>
            </a:endParaRPr>
          </a:p>
          <a:p>
            <a:pPr marL="800100" lvl="1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</a:pPr>
            <a:r>
              <a:rPr lang="en-US" sz="2600" kern="0" dirty="0">
                <a:solidFill>
                  <a:srgbClr val="000000"/>
                </a:solidFill>
                <a:ea typeface="ＭＳ Ｐゴシック" charset="0"/>
              </a:rPr>
              <a:t>propagate reachability information to all AS-internal routers </a:t>
            </a:r>
            <a:r>
              <a:rPr lang="en-US" sz="2600" kern="0" dirty="0">
                <a:solidFill>
                  <a:srgbClr val="C00000"/>
                </a:solidFill>
                <a:ea typeface="ＭＳ Ｐゴシック" charset="0"/>
              </a:rPr>
              <a:t>(iBGP)</a:t>
            </a:r>
          </a:p>
          <a:p>
            <a:pPr marL="800100" lvl="1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</a:pPr>
            <a:r>
              <a:rPr lang="en-US" sz="2600" kern="0" dirty="0">
                <a:solidFill>
                  <a:srgbClr val="C00000"/>
                </a:solidFill>
                <a:ea typeface="ＭＳ Ｐゴシック" charset="0"/>
              </a:rPr>
              <a:t>advertise</a:t>
            </a:r>
            <a:r>
              <a:rPr lang="en-US" sz="2600" kern="0" dirty="0">
                <a:ea typeface="ＭＳ Ｐゴシック" charset="0"/>
              </a:rPr>
              <a:t> (to neighboring networks) destination reachability info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3FC292F-6024-D131-EE85-C036B8BA1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Internet inter-AS routing: BGP</a:t>
            </a:r>
          </a:p>
        </p:txBody>
      </p:sp>
    </p:spTree>
    <p:extLst>
      <p:ext uri="{BB962C8B-B14F-4D97-AF65-F5344CB8AC3E}">
        <p14:creationId xmlns:p14="http://schemas.microsoft.com/office/powerpoint/2010/main" val="3774844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eBGP, iBGP connections</a:t>
            </a:r>
          </a:p>
        </p:txBody>
      </p:sp>
      <p:grpSp>
        <p:nvGrpSpPr>
          <p:cNvPr id="2" name="Group 1" descr="eBGP and iBGP connections">
            <a:extLst>
              <a:ext uri="{FF2B5EF4-FFF2-40B4-BE49-F238E27FC236}">
                <a16:creationId xmlns:a16="http://schemas.microsoft.com/office/drawing/2014/main" id="{135F552A-5F5E-84FB-AC44-88AE71ED999B}"/>
              </a:ext>
            </a:extLst>
          </p:cNvPr>
          <p:cNvGrpSpPr/>
          <p:nvPr/>
        </p:nvGrpSpPr>
        <p:grpSpPr>
          <a:xfrm>
            <a:off x="2249944" y="1645599"/>
            <a:ext cx="7992919" cy="4456777"/>
            <a:chOff x="2249944" y="1645599"/>
            <a:chExt cx="7992919" cy="4456777"/>
          </a:xfrm>
        </p:grpSpPr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B045E387-B506-8047-913C-C2B6773B0431}"/>
                </a:ext>
              </a:extLst>
            </p:cNvPr>
            <p:cNvGrpSpPr/>
            <p:nvPr/>
          </p:nvGrpSpPr>
          <p:grpSpPr>
            <a:xfrm>
              <a:off x="4773228" y="4365522"/>
              <a:ext cx="3666682" cy="635979"/>
              <a:chOff x="7493868" y="5383138"/>
              <a:chExt cx="3666682" cy="635979"/>
            </a:xfrm>
          </p:grpSpPr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613A62FC-E89C-094E-961C-E49332F5011B}"/>
                  </a:ext>
                </a:extLst>
              </p:cNvPr>
              <p:cNvCxnSpPr/>
              <p:nvPr/>
            </p:nvCxnSpPr>
            <p:spPr bwMode="auto">
              <a:xfrm flipH="1" flipV="1">
                <a:off x="7493868" y="5589319"/>
                <a:ext cx="749784" cy="11598"/>
              </a:xfrm>
              <a:prstGeom prst="line">
                <a:avLst/>
              </a:prstGeom>
              <a:solidFill>
                <a:srgbClr val="00CC99"/>
              </a:solidFill>
              <a:ln w="38100" cap="flat" cmpd="sng" algn="ctr">
                <a:solidFill>
                  <a:srgbClr val="CC000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1360BFA8-6BB3-454C-9EF7-9FAB5EB06ABF}"/>
                  </a:ext>
                </a:extLst>
              </p:cNvPr>
              <p:cNvCxnSpPr/>
              <p:nvPr/>
            </p:nvCxnSpPr>
            <p:spPr bwMode="auto">
              <a:xfrm flipV="1">
                <a:off x="7523346" y="5869497"/>
                <a:ext cx="699488" cy="690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6D37E751-A60F-FA42-B692-5A8DF0DCD667}"/>
                  </a:ext>
                </a:extLst>
              </p:cNvPr>
              <p:cNvSpPr txBox="1"/>
              <p:nvPr/>
            </p:nvSpPr>
            <p:spPr>
              <a:xfrm>
                <a:off x="8347651" y="5383138"/>
                <a:ext cx="20697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eBGP connectivity</a:t>
                </a:r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EB23CB08-2EE3-B849-8D96-F01A2CF0DA65}"/>
                  </a:ext>
                </a:extLst>
              </p:cNvPr>
              <p:cNvSpPr txBox="1"/>
              <p:nvPr/>
            </p:nvSpPr>
            <p:spPr>
              <a:xfrm>
                <a:off x="8372607" y="5649785"/>
                <a:ext cx="27879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9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logical iBGP connectivity</a:t>
                </a:r>
              </a:p>
            </p:txBody>
          </p:sp>
        </p:grpSp>
        <p:sp>
          <p:nvSpPr>
            <p:cNvPr id="238" name="Freeform 2">
              <a:extLst>
                <a:ext uri="{FF2B5EF4-FFF2-40B4-BE49-F238E27FC236}">
                  <a16:creationId xmlns:a16="http://schemas.microsoft.com/office/drawing/2014/main" id="{51CB1B55-107C-A346-889E-7EE304D1E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9944" y="2430156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84E8F334-061F-9E43-BAF2-AC286EEB6329}"/>
                </a:ext>
              </a:extLst>
            </p:cNvPr>
            <p:cNvGrpSpPr/>
            <p:nvPr/>
          </p:nvGrpSpPr>
          <p:grpSpPr>
            <a:xfrm>
              <a:off x="3388105" y="2581018"/>
              <a:ext cx="565150" cy="369332"/>
              <a:chOff x="1736090" y="2873352"/>
              <a:chExt cx="565150" cy="369332"/>
            </a:xfrm>
          </p:grpSpPr>
          <p:grpSp>
            <p:nvGrpSpPr>
              <p:cNvPr id="240" name="Group 327">
                <a:extLst>
                  <a:ext uri="{FF2B5EF4-FFF2-40B4-BE49-F238E27FC236}">
                    <a16:creationId xmlns:a16="http://schemas.microsoft.com/office/drawing/2014/main" id="{93FC79D2-DD2D-E34C-8415-9E3E2DC002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44" name="Oval 243">
                  <a:extLst>
                    <a:ext uri="{FF2B5EF4-FFF2-40B4-BE49-F238E27FC236}">
                      <a16:creationId xmlns:a16="http://schemas.microsoft.com/office/drawing/2014/main" id="{16F1AA8D-82D0-314D-9BE0-9BA73CF857B9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45" name="Rectangle 244">
                  <a:extLst>
                    <a:ext uri="{FF2B5EF4-FFF2-40B4-BE49-F238E27FC236}">
                      <a16:creationId xmlns:a16="http://schemas.microsoft.com/office/drawing/2014/main" id="{BD35A700-DEB8-644D-8AD9-1C065D9EB230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5B7106A5-93FE-A74F-B8FB-DB87791D0D92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47" name="Freeform 246">
                  <a:extLst>
                    <a:ext uri="{FF2B5EF4-FFF2-40B4-BE49-F238E27FC236}">
                      <a16:creationId xmlns:a16="http://schemas.microsoft.com/office/drawing/2014/main" id="{6B4D07BA-3EC9-E541-832A-997C26BA21A9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48" name="Freeform 247">
                  <a:extLst>
                    <a:ext uri="{FF2B5EF4-FFF2-40B4-BE49-F238E27FC236}">
                      <a16:creationId xmlns:a16="http://schemas.microsoft.com/office/drawing/2014/main" id="{7C017251-775B-654E-A27E-763EAB2CBD63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49" name="Freeform 248">
                  <a:extLst>
                    <a:ext uri="{FF2B5EF4-FFF2-40B4-BE49-F238E27FC236}">
                      <a16:creationId xmlns:a16="http://schemas.microsoft.com/office/drawing/2014/main" id="{8E247EA4-DC1C-9544-94D1-D7C7658A11E2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50" name="Freeform 249">
                  <a:extLst>
                    <a:ext uri="{FF2B5EF4-FFF2-40B4-BE49-F238E27FC236}">
                      <a16:creationId xmlns:a16="http://schemas.microsoft.com/office/drawing/2014/main" id="{61CAE6F0-378A-D24F-BDE7-F1CABCFEBC15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51" name="Straight Connector 250">
                  <a:extLst>
                    <a:ext uri="{FF2B5EF4-FFF2-40B4-BE49-F238E27FC236}">
                      <a16:creationId xmlns:a16="http://schemas.microsoft.com/office/drawing/2014/main" id="{A7F3C912-5EFD-3B49-8AE7-F529995CF1AA}"/>
                    </a:ext>
                  </a:extLst>
                </p:cNvPr>
                <p:cNvCxnSpPr>
                  <a:endCxn id="246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252" name="Straight Connector 251">
                  <a:extLst>
                    <a:ext uri="{FF2B5EF4-FFF2-40B4-BE49-F238E27FC236}">
                      <a16:creationId xmlns:a16="http://schemas.microsoft.com/office/drawing/2014/main" id="{4D8DCF2E-50C0-C64A-BAA8-79976293E89B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241" name="Group 240">
                <a:extLst>
                  <a:ext uri="{FF2B5EF4-FFF2-40B4-BE49-F238E27FC236}">
                    <a16:creationId xmlns:a16="http://schemas.microsoft.com/office/drawing/2014/main" id="{A72FDF06-6129-7C43-8EC9-73C471E8112F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242" name="Oval 241">
                  <a:extLst>
                    <a:ext uri="{FF2B5EF4-FFF2-40B4-BE49-F238E27FC236}">
                      <a16:creationId xmlns:a16="http://schemas.microsoft.com/office/drawing/2014/main" id="{FA43E18E-D417-7C47-A619-0FE28A8B8CA5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43" name="TextBox 242">
                  <a:extLst>
                    <a:ext uri="{FF2B5EF4-FFF2-40B4-BE49-F238E27FC236}">
                      <a16:creationId xmlns:a16="http://schemas.microsoft.com/office/drawing/2014/main" id="{B259DBDB-9956-014D-BBEF-73C087E5D3EA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1b</a:t>
                  </a:r>
                </a:p>
              </p:txBody>
            </p:sp>
          </p:grpSp>
        </p:grpSp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6166AD02-34F1-B148-A138-397DD22CD78F}"/>
                </a:ext>
              </a:extLst>
            </p:cNvPr>
            <p:cNvGrpSpPr/>
            <p:nvPr/>
          </p:nvGrpSpPr>
          <p:grpSpPr>
            <a:xfrm>
              <a:off x="3392335" y="3802335"/>
              <a:ext cx="565150" cy="369332"/>
              <a:chOff x="1736090" y="2873352"/>
              <a:chExt cx="565150" cy="369332"/>
            </a:xfrm>
          </p:grpSpPr>
          <p:grpSp>
            <p:nvGrpSpPr>
              <p:cNvPr id="254" name="Group 327">
                <a:extLst>
                  <a:ext uri="{FF2B5EF4-FFF2-40B4-BE49-F238E27FC236}">
                    <a16:creationId xmlns:a16="http://schemas.microsoft.com/office/drawing/2014/main" id="{8CFD5D5D-5745-B343-818F-3AEB956B36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58" name="Oval 257">
                  <a:extLst>
                    <a:ext uri="{FF2B5EF4-FFF2-40B4-BE49-F238E27FC236}">
                      <a16:creationId xmlns:a16="http://schemas.microsoft.com/office/drawing/2014/main" id="{9840765D-6736-E446-9A64-3094AD38532D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59" name="Rectangle 258">
                  <a:extLst>
                    <a:ext uri="{FF2B5EF4-FFF2-40B4-BE49-F238E27FC236}">
                      <a16:creationId xmlns:a16="http://schemas.microsoft.com/office/drawing/2014/main" id="{4BCA8C87-7C5D-8241-BB8F-A45BFAB0EED4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60" name="Oval 259">
                  <a:extLst>
                    <a:ext uri="{FF2B5EF4-FFF2-40B4-BE49-F238E27FC236}">
                      <a16:creationId xmlns:a16="http://schemas.microsoft.com/office/drawing/2014/main" id="{B6A1E53C-F998-5B4D-8DCB-D4E24DE265DB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61" name="Freeform 260">
                  <a:extLst>
                    <a:ext uri="{FF2B5EF4-FFF2-40B4-BE49-F238E27FC236}">
                      <a16:creationId xmlns:a16="http://schemas.microsoft.com/office/drawing/2014/main" id="{2998E975-0604-8C42-A200-728EA983665C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62" name="Freeform 261">
                  <a:extLst>
                    <a:ext uri="{FF2B5EF4-FFF2-40B4-BE49-F238E27FC236}">
                      <a16:creationId xmlns:a16="http://schemas.microsoft.com/office/drawing/2014/main" id="{DFC293FD-3B98-BD4F-9733-B4FB7C827FE3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63" name="Freeform 262">
                  <a:extLst>
                    <a:ext uri="{FF2B5EF4-FFF2-40B4-BE49-F238E27FC236}">
                      <a16:creationId xmlns:a16="http://schemas.microsoft.com/office/drawing/2014/main" id="{7A168C22-3807-CE4C-9748-1B354756005B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64" name="Freeform 263">
                  <a:extLst>
                    <a:ext uri="{FF2B5EF4-FFF2-40B4-BE49-F238E27FC236}">
                      <a16:creationId xmlns:a16="http://schemas.microsoft.com/office/drawing/2014/main" id="{EF01B9E1-D216-D44B-81F6-070E87424094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65" name="Straight Connector 264">
                  <a:extLst>
                    <a:ext uri="{FF2B5EF4-FFF2-40B4-BE49-F238E27FC236}">
                      <a16:creationId xmlns:a16="http://schemas.microsoft.com/office/drawing/2014/main" id="{F40C2A8D-42D6-4E4D-85DC-B94005EAD767}"/>
                    </a:ext>
                  </a:extLst>
                </p:cNvPr>
                <p:cNvCxnSpPr>
                  <a:endCxn id="260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266" name="Straight Connector 265">
                  <a:extLst>
                    <a:ext uri="{FF2B5EF4-FFF2-40B4-BE49-F238E27FC236}">
                      <a16:creationId xmlns:a16="http://schemas.microsoft.com/office/drawing/2014/main" id="{CEE29525-3F05-5143-BA40-8FD0BF735A14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255" name="Group 254">
                <a:extLst>
                  <a:ext uri="{FF2B5EF4-FFF2-40B4-BE49-F238E27FC236}">
                    <a16:creationId xmlns:a16="http://schemas.microsoft.com/office/drawing/2014/main" id="{ED4DE898-8564-DA43-BD75-4B87C9CBDD9E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256" name="Oval 255">
                  <a:extLst>
                    <a:ext uri="{FF2B5EF4-FFF2-40B4-BE49-F238E27FC236}">
                      <a16:creationId xmlns:a16="http://schemas.microsoft.com/office/drawing/2014/main" id="{B861A1B7-9AA2-9C43-AFFD-C0A65E2CDAD4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id="{F27B8A03-F580-154B-B245-74825ED2BC00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1d</a:t>
                  </a:r>
                </a:p>
              </p:txBody>
            </p:sp>
          </p:grpSp>
        </p:grp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34866405-F2B6-1D42-8D10-E50F20EF8896}"/>
                </a:ext>
              </a:extLst>
            </p:cNvPr>
            <p:cNvGrpSpPr/>
            <p:nvPr/>
          </p:nvGrpSpPr>
          <p:grpSpPr>
            <a:xfrm>
              <a:off x="4253821" y="3192738"/>
              <a:ext cx="565150" cy="369332"/>
              <a:chOff x="1736090" y="2873352"/>
              <a:chExt cx="565150" cy="369332"/>
            </a:xfrm>
          </p:grpSpPr>
          <p:grpSp>
            <p:nvGrpSpPr>
              <p:cNvPr id="268" name="Group 327">
                <a:extLst>
                  <a:ext uri="{FF2B5EF4-FFF2-40B4-BE49-F238E27FC236}">
                    <a16:creationId xmlns:a16="http://schemas.microsoft.com/office/drawing/2014/main" id="{A31F12A7-EE0E-B549-8A05-181A950014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72" name="Oval 271">
                  <a:extLst>
                    <a:ext uri="{FF2B5EF4-FFF2-40B4-BE49-F238E27FC236}">
                      <a16:creationId xmlns:a16="http://schemas.microsoft.com/office/drawing/2014/main" id="{E6DFCCF5-2F3D-224B-B0E8-1322569E2D54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73" name="Rectangle 272">
                  <a:extLst>
                    <a:ext uri="{FF2B5EF4-FFF2-40B4-BE49-F238E27FC236}">
                      <a16:creationId xmlns:a16="http://schemas.microsoft.com/office/drawing/2014/main" id="{14887270-5868-8E42-B43F-A826CB88020A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74" name="Oval 273">
                  <a:extLst>
                    <a:ext uri="{FF2B5EF4-FFF2-40B4-BE49-F238E27FC236}">
                      <a16:creationId xmlns:a16="http://schemas.microsoft.com/office/drawing/2014/main" id="{B0F0199B-ABF8-EA49-BC9C-72CE6D02D2D8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75" name="Freeform 274">
                  <a:extLst>
                    <a:ext uri="{FF2B5EF4-FFF2-40B4-BE49-F238E27FC236}">
                      <a16:creationId xmlns:a16="http://schemas.microsoft.com/office/drawing/2014/main" id="{847C07A8-BA61-2C48-B6F5-C5159ED44C47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76" name="Freeform 275">
                  <a:extLst>
                    <a:ext uri="{FF2B5EF4-FFF2-40B4-BE49-F238E27FC236}">
                      <a16:creationId xmlns:a16="http://schemas.microsoft.com/office/drawing/2014/main" id="{DA791831-0549-E449-AE4D-449917B94207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77" name="Freeform 276">
                  <a:extLst>
                    <a:ext uri="{FF2B5EF4-FFF2-40B4-BE49-F238E27FC236}">
                      <a16:creationId xmlns:a16="http://schemas.microsoft.com/office/drawing/2014/main" id="{97A7453C-19D6-9D4B-9FC6-A5934AC05B43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78" name="Freeform 277">
                  <a:extLst>
                    <a:ext uri="{FF2B5EF4-FFF2-40B4-BE49-F238E27FC236}">
                      <a16:creationId xmlns:a16="http://schemas.microsoft.com/office/drawing/2014/main" id="{53D4C27F-4176-8049-9B48-C3F5E88281C8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79" name="Straight Connector 278">
                  <a:extLst>
                    <a:ext uri="{FF2B5EF4-FFF2-40B4-BE49-F238E27FC236}">
                      <a16:creationId xmlns:a16="http://schemas.microsoft.com/office/drawing/2014/main" id="{7715A6F6-6CCB-ED46-A743-4286C68C034C}"/>
                    </a:ext>
                  </a:extLst>
                </p:cNvPr>
                <p:cNvCxnSpPr>
                  <a:endCxn id="274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280" name="Straight Connector 279">
                  <a:extLst>
                    <a:ext uri="{FF2B5EF4-FFF2-40B4-BE49-F238E27FC236}">
                      <a16:creationId xmlns:a16="http://schemas.microsoft.com/office/drawing/2014/main" id="{7F35DEAD-7D06-7E45-B28E-1A2A472A313E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269" name="Group 268">
                <a:extLst>
                  <a:ext uri="{FF2B5EF4-FFF2-40B4-BE49-F238E27FC236}">
                    <a16:creationId xmlns:a16="http://schemas.microsoft.com/office/drawing/2014/main" id="{D9D91D9C-FD28-F845-B09E-71AA5E9D7D7E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28460" cy="369332"/>
                <a:chOff x="667045" y="1708643"/>
                <a:chExt cx="428460" cy="369332"/>
              </a:xfrm>
            </p:grpSpPr>
            <p:sp>
              <p:nvSpPr>
                <p:cNvPr id="270" name="Oval 269">
                  <a:extLst>
                    <a:ext uri="{FF2B5EF4-FFF2-40B4-BE49-F238E27FC236}">
                      <a16:creationId xmlns:a16="http://schemas.microsoft.com/office/drawing/2014/main" id="{A9888F85-3B9B-8B4E-ABCD-B313B2D3CACB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673E3131-DD41-8240-9E7A-FBA837148CBB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284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1c</a:t>
                  </a:r>
                </a:p>
              </p:txBody>
            </p:sp>
          </p:grpSp>
        </p:grpSp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44973892-C260-B347-8746-32A35CC79EDD}"/>
                </a:ext>
              </a:extLst>
            </p:cNvPr>
            <p:cNvGrpSpPr/>
            <p:nvPr/>
          </p:nvGrpSpPr>
          <p:grpSpPr>
            <a:xfrm>
              <a:off x="2485346" y="3186385"/>
              <a:ext cx="565150" cy="369332"/>
              <a:chOff x="1736090" y="2873352"/>
              <a:chExt cx="565150" cy="369332"/>
            </a:xfrm>
          </p:grpSpPr>
          <p:grpSp>
            <p:nvGrpSpPr>
              <p:cNvPr id="282" name="Group 327">
                <a:extLst>
                  <a:ext uri="{FF2B5EF4-FFF2-40B4-BE49-F238E27FC236}">
                    <a16:creationId xmlns:a16="http://schemas.microsoft.com/office/drawing/2014/main" id="{AD30559A-3552-E948-B986-C5BF0445F7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86" name="Oval 285">
                  <a:extLst>
                    <a:ext uri="{FF2B5EF4-FFF2-40B4-BE49-F238E27FC236}">
                      <a16:creationId xmlns:a16="http://schemas.microsoft.com/office/drawing/2014/main" id="{B37E7D7B-622D-7248-8B75-49ACEF0097F3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87" name="Rectangle 286">
                  <a:extLst>
                    <a:ext uri="{FF2B5EF4-FFF2-40B4-BE49-F238E27FC236}">
                      <a16:creationId xmlns:a16="http://schemas.microsoft.com/office/drawing/2014/main" id="{66B44901-E93E-E744-A70C-39EE8805A253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88" name="Oval 287">
                  <a:extLst>
                    <a:ext uri="{FF2B5EF4-FFF2-40B4-BE49-F238E27FC236}">
                      <a16:creationId xmlns:a16="http://schemas.microsoft.com/office/drawing/2014/main" id="{995D5367-E811-4746-B432-3667E1C6CE47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89" name="Freeform 288">
                  <a:extLst>
                    <a:ext uri="{FF2B5EF4-FFF2-40B4-BE49-F238E27FC236}">
                      <a16:creationId xmlns:a16="http://schemas.microsoft.com/office/drawing/2014/main" id="{E2F5BF33-ADF6-E445-BB5E-0BE6E9146241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90" name="Freeform 289">
                  <a:extLst>
                    <a:ext uri="{FF2B5EF4-FFF2-40B4-BE49-F238E27FC236}">
                      <a16:creationId xmlns:a16="http://schemas.microsoft.com/office/drawing/2014/main" id="{A632D7A7-7416-C645-82EA-EB951FD3D9E8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91" name="Freeform 290">
                  <a:extLst>
                    <a:ext uri="{FF2B5EF4-FFF2-40B4-BE49-F238E27FC236}">
                      <a16:creationId xmlns:a16="http://schemas.microsoft.com/office/drawing/2014/main" id="{513DC94B-28FB-C845-A76C-47551FFBA2CB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92" name="Freeform 291">
                  <a:extLst>
                    <a:ext uri="{FF2B5EF4-FFF2-40B4-BE49-F238E27FC236}">
                      <a16:creationId xmlns:a16="http://schemas.microsoft.com/office/drawing/2014/main" id="{A095FCEB-B026-6943-8500-B6278392D511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93" name="Straight Connector 292">
                  <a:extLst>
                    <a:ext uri="{FF2B5EF4-FFF2-40B4-BE49-F238E27FC236}">
                      <a16:creationId xmlns:a16="http://schemas.microsoft.com/office/drawing/2014/main" id="{BDB27A15-95C3-724D-9520-7EE1A22B0D7C}"/>
                    </a:ext>
                  </a:extLst>
                </p:cNvPr>
                <p:cNvCxnSpPr>
                  <a:endCxn id="288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294" name="Straight Connector 293">
                  <a:extLst>
                    <a:ext uri="{FF2B5EF4-FFF2-40B4-BE49-F238E27FC236}">
                      <a16:creationId xmlns:a16="http://schemas.microsoft.com/office/drawing/2014/main" id="{96417E75-B7C2-3B47-BC2B-A7AD33243162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283" name="Group 282">
                <a:extLst>
                  <a:ext uri="{FF2B5EF4-FFF2-40B4-BE49-F238E27FC236}">
                    <a16:creationId xmlns:a16="http://schemas.microsoft.com/office/drawing/2014/main" id="{CF885392-BCAE-524F-A35F-4907E15760C6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284" name="Oval 283">
                  <a:extLst>
                    <a:ext uri="{FF2B5EF4-FFF2-40B4-BE49-F238E27FC236}">
                      <a16:creationId xmlns:a16="http://schemas.microsoft.com/office/drawing/2014/main" id="{2B157D6D-D524-B54B-9C7B-C21AC16DF87C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85" name="TextBox 284">
                  <a:extLst>
                    <a:ext uri="{FF2B5EF4-FFF2-40B4-BE49-F238E27FC236}">
                      <a16:creationId xmlns:a16="http://schemas.microsoft.com/office/drawing/2014/main" id="{169AE526-33AF-BC4A-B73D-D35D9EB675FA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1a</a:t>
                  </a:r>
                </a:p>
              </p:txBody>
            </p:sp>
          </p:grpSp>
        </p:grp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27A57CAE-B0D2-CA4C-8570-FE855F92E068}"/>
                </a:ext>
              </a:extLst>
            </p:cNvPr>
            <p:cNvCxnSpPr>
              <a:stCxn id="243" idx="2"/>
              <a:endCxn id="257" idx="0"/>
            </p:cNvCxnSpPr>
            <p:nvPr/>
          </p:nvCxnSpPr>
          <p:spPr bwMode="auto">
            <a:xfrm>
              <a:off x="3643088" y="2950350"/>
              <a:ext cx="4230" cy="851985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D479AC6F-B057-9E48-A9AA-036CA81945B0}"/>
                </a:ext>
              </a:extLst>
            </p:cNvPr>
            <p:cNvCxnSpPr/>
            <p:nvPr/>
          </p:nvCxnSpPr>
          <p:spPr bwMode="auto">
            <a:xfrm>
              <a:off x="3059492" y="3356287"/>
              <a:ext cx="1204913" cy="6353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BA206EA1-21CD-BC4B-B385-608907D5FA83}"/>
                </a:ext>
              </a:extLst>
            </p:cNvPr>
            <p:cNvCxnSpPr>
              <a:stCxn id="244" idx="7"/>
            </p:cNvCxnSpPr>
            <p:nvPr/>
          </p:nvCxnSpPr>
          <p:spPr bwMode="auto">
            <a:xfrm>
              <a:off x="3870723" y="2862143"/>
              <a:ext cx="480042" cy="369773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6525475A-0A19-B34B-95BE-54EBE38E0C76}"/>
                </a:ext>
              </a:extLst>
            </p:cNvPr>
            <p:cNvCxnSpPr/>
            <p:nvPr/>
          </p:nvCxnSpPr>
          <p:spPr bwMode="auto">
            <a:xfrm>
              <a:off x="2952088" y="3493970"/>
              <a:ext cx="477927" cy="357071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A5B8999E-BFE6-604D-A950-204DE89A323A}"/>
                </a:ext>
              </a:extLst>
            </p:cNvPr>
            <p:cNvCxnSpPr/>
            <p:nvPr/>
          </p:nvCxnSpPr>
          <p:spPr bwMode="auto">
            <a:xfrm flipH="1">
              <a:off x="3848057" y="3491208"/>
              <a:ext cx="508002" cy="349250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75740F6C-5159-C140-B602-34200789C066}"/>
                </a:ext>
              </a:extLst>
            </p:cNvPr>
            <p:cNvCxnSpPr/>
            <p:nvPr/>
          </p:nvCxnSpPr>
          <p:spPr bwMode="auto">
            <a:xfrm flipH="1">
              <a:off x="2939568" y="2874612"/>
              <a:ext cx="508002" cy="349250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01" name="Group 300">
              <a:extLst>
                <a:ext uri="{FF2B5EF4-FFF2-40B4-BE49-F238E27FC236}">
                  <a16:creationId xmlns:a16="http://schemas.microsoft.com/office/drawing/2014/main" id="{5C99B0AA-49FB-1141-B5E4-D7232CDD5304}"/>
                </a:ext>
              </a:extLst>
            </p:cNvPr>
            <p:cNvGrpSpPr/>
            <p:nvPr/>
          </p:nvGrpSpPr>
          <p:grpSpPr>
            <a:xfrm>
              <a:off x="4858786" y="1645599"/>
              <a:ext cx="2712783" cy="1853712"/>
              <a:chOff x="-2170772" y="2784954"/>
              <a:chExt cx="2712783" cy="1853712"/>
            </a:xfrm>
          </p:grpSpPr>
          <p:sp>
            <p:nvSpPr>
              <p:cNvPr id="302" name="Freeform 2">
                <a:extLst>
                  <a:ext uri="{FF2B5EF4-FFF2-40B4-BE49-F238E27FC236}">
                    <a16:creationId xmlns:a16="http://schemas.microsoft.com/office/drawing/2014/main" id="{4351A3A5-5128-274F-BA02-64D3276830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170772" y="2784954"/>
                <a:ext cx="2712783" cy="1853712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connsiteX0" fmla="*/ 4 w 10040"/>
                  <a:gd name="connsiteY0" fmla="*/ 4039 h 10125"/>
                  <a:gd name="connsiteX1" fmla="*/ 715 w 10040"/>
                  <a:gd name="connsiteY1" fmla="*/ 1595 h 10125"/>
                  <a:gd name="connsiteX2" fmla="*/ 3130 w 10040"/>
                  <a:gd name="connsiteY2" fmla="*/ 1006 h 10125"/>
                  <a:gd name="connsiteX3" fmla="*/ 4995 w 10040"/>
                  <a:gd name="connsiteY3" fmla="*/ 0 h 10125"/>
                  <a:gd name="connsiteX4" fmla="*/ 6720 w 10040"/>
                  <a:gd name="connsiteY4" fmla="*/ 1009 h 10125"/>
                  <a:gd name="connsiteX5" fmla="*/ 9989 w 10040"/>
                  <a:gd name="connsiteY5" fmla="*/ 2989 h 10125"/>
                  <a:gd name="connsiteX6" fmla="*/ 8599 w 10040"/>
                  <a:gd name="connsiteY6" fmla="*/ 6797 h 10125"/>
                  <a:gd name="connsiteX7" fmla="*/ 6995 w 10040"/>
                  <a:gd name="connsiteY7" fmla="*/ 9322 h 10125"/>
                  <a:gd name="connsiteX8" fmla="*/ 5307 w 10040"/>
                  <a:gd name="connsiteY8" fmla="*/ 8843 h 10125"/>
                  <a:gd name="connsiteX9" fmla="*/ 4371 w 10040"/>
                  <a:gd name="connsiteY9" fmla="*/ 9912 h 10125"/>
                  <a:gd name="connsiteX10" fmla="*/ 3140 w 10040"/>
                  <a:gd name="connsiteY10" fmla="*/ 10019 h 10125"/>
                  <a:gd name="connsiteX11" fmla="*/ 2179 w 10040"/>
                  <a:gd name="connsiteY11" fmla="*/ 7895 h 10125"/>
                  <a:gd name="connsiteX12" fmla="*/ 1187 w 10040"/>
                  <a:gd name="connsiteY12" fmla="*/ 7495 h 10125"/>
                  <a:gd name="connsiteX13" fmla="*/ 4 w 10040"/>
                  <a:gd name="connsiteY13" fmla="*/ 4039 h 10125"/>
                  <a:gd name="connsiteX0" fmla="*/ 4 w 8600"/>
                  <a:gd name="connsiteY0" fmla="*/ 4042 h 10128"/>
                  <a:gd name="connsiteX1" fmla="*/ 715 w 8600"/>
                  <a:gd name="connsiteY1" fmla="*/ 1598 h 10128"/>
                  <a:gd name="connsiteX2" fmla="*/ 3130 w 8600"/>
                  <a:gd name="connsiteY2" fmla="*/ 1009 h 10128"/>
                  <a:gd name="connsiteX3" fmla="*/ 4995 w 8600"/>
                  <a:gd name="connsiteY3" fmla="*/ 3 h 10128"/>
                  <a:gd name="connsiteX4" fmla="*/ 6720 w 8600"/>
                  <a:gd name="connsiteY4" fmla="*/ 1012 h 10128"/>
                  <a:gd name="connsiteX5" fmla="*/ 8599 w 8600"/>
                  <a:gd name="connsiteY5" fmla="*/ 6800 h 10128"/>
                  <a:gd name="connsiteX6" fmla="*/ 6995 w 8600"/>
                  <a:gd name="connsiteY6" fmla="*/ 9325 h 10128"/>
                  <a:gd name="connsiteX7" fmla="*/ 5307 w 8600"/>
                  <a:gd name="connsiteY7" fmla="*/ 8846 h 10128"/>
                  <a:gd name="connsiteX8" fmla="*/ 4371 w 8600"/>
                  <a:gd name="connsiteY8" fmla="*/ 9915 h 10128"/>
                  <a:gd name="connsiteX9" fmla="*/ 3140 w 8600"/>
                  <a:gd name="connsiteY9" fmla="*/ 10022 h 10128"/>
                  <a:gd name="connsiteX10" fmla="*/ 2179 w 8600"/>
                  <a:gd name="connsiteY10" fmla="*/ 7898 h 10128"/>
                  <a:gd name="connsiteX11" fmla="*/ 1187 w 8600"/>
                  <a:gd name="connsiteY11" fmla="*/ 7498 h 10128"/>
                  <a:gd name="connsiteX12" fmla="*/ 4 w 8600"/>
                  <a:gd name="connsiteY12" fmla="*/ 4042 h 10128"/>
                  <a:gd name="connsiteX0" fmla="*/ 4 w 9326"/>
                  <a:gd name="connsiteY0" fmla="*/ 3988 h 9997"/>
                  <a:gd name="connsiteX1" fmla="*/ 830 w 9326"/>
                  <a:gd name="connsiteY1" fmla="*/ 1575 h 9997"/>
                  <a:gd name="connsiteX2" fmla="*/ 3639 w 9326"/>
                  <a:gd name="connsiteY2" fmla="*/ 993 h 9997"/>
                  <a:gd name="connsiteX3" fmla="*/ 5807 w 9326"/>
                  <a:gd name="connsiteY3" fmla="*/ 0 h 9997"/>
                  <a:gd name="connsiteX4" fmla="*/ 7813 w 9326"/>
                  <a:gd name="connsiteY4" fmla="*/ 996 h 9997"/>
                  <a:gd name="connsiteX5" fmla="*/ 9324 w 9326"/>
                  <a:gd name="connsiteY5" fmla="*/ 5746 h 9997"/>
                  <a:gd name="connsiteX6" fmla="*/ 8133 w 9326"/>
                  <a:gd name="connsiteY6" fmla="*/ 9204 h 9997"/>
                  <a:gd name="connsiteX7" fmla="*/ 6170 w 9326"/>
                  <a:gd name="connsiteY7" fmla="*/ 8731 h 9997"/>
                  <a:gd name="connsiteX8" fmla="*/ 5082 w 9326"/>
                  <a:gd name="connsiteY8" fmla="*/ 9787 h 9997"/>
                  <a:gd name="connsiteX9" fmla="*/ 3650 w 9326"/>
                  <a:gd name="connsiteY9" fmla="*/ 9892 h 9997"/>
                  <a:gd name="connsiteX10" fmla="*/ 2533 w 9326"/>
                  <a:gd name="connsiteY10" fmla="*/ 7795 h 9997"/>
                  <a:gd name="connsiteX11" fmla="*/ 1379 w 9326"/>
                  <a:gd name="connsiteY11" fmla="*/ 7400 h 9997"/>
                  <a:gd name="connsiteX12" fmla="*/ 4 w 9326"/>
                  <a:gd name="connsiteY12" fmla="*/ 3988 h 9997"/>
                  <a:gd name="connsiteX0" fmla="*/ 4 w 10001"/>
                  <a:gd name="connsiteY0" fmla="*/ 3989 h 10041"/>
                  <a:gd name="connsiteX1" fmla="*/ 890 w 10001"/>
                  <a:gd name="connsiteY1" fmla="*/ 1575 h 10041"/>
                  <a:gd name="connsiteX2" fmla="*/ 3902 w 10001"/>
                  <a:gd name="connsiteY2" fmla="*/ 993 h 10041"/>
                  <a:gd name="connsiteX3" fmla="*/ 6227 w 10001"/>
                  <a:gd name="connsiteY3" fmla="*/ 0 h 10041"/>
                  <a:gd name="connsiteX4" fmla="*/ 8378 w 10001"/>
                  <a:gd name="connsiteY4" fmla="*/ 996 h 10041"/>
                  <a:gd name="connsiteX5" fmla="*/ 9998 w 10001"/>
                  <a:gd name="connsiteY5" fmla="*/ 5748 h 10041"/>
                  <a:gd name="connsiteX6" fmla="*/ 8721 w 10001"/>
                  <a:gd name="connsiteY6" fmla="*/ 9207 h 10041"/>
                  <a:gd name="connsiteX7" fmla="*/ 5449 w 10001"/>
                  <a:gd name="connsiteY7" fmla="*/ 9790 h 10041"/>
                  <a:gd name="connsiteX8" fmla="*/ 3914 w 10001"/>
                  <a:gd name="connsiteY8" fmla="*/ 9895 h 10041"/>
                  <a:gd name="connsiteX9" fmla="*/ 2716 w 10001"/>
                  <a:gd name="connsiteY9" fmla="*/ 7797 h 10041"/>
                  <a:gd name="connsiteX10" fmla="*/ 1479 w 10001"/>
                  <a:gd name="connsiteY10" fmla="*/ 7402 h 10041"/>
                  <a:gd name="connsiteX11" fmla="*/ 4 w 10001"/>
                  <a:gd name="connsiteY11" fmla="*/ 3989 h 10041"/>
                  <a:gd name="connsiteX0" fmla="*/ 4 w 10001"/>
                  <a:gd name="connsiteY0" fmla="*/ 3989 h 14825"/>
                  <a:gd name="connsiteX1" fmla="*/ 890 w 10001"/>
                  <a:gd name="connsiteY1" fmla="*/ 1575 h 14825"/>
                  <a:gd name="connsiteX2" fmla="*/ 3902 w 10001"/>
                  <a:gd name="connsiteY2" fmla="*/ 993 h 14825"/>
                  <a:gd name="connsiteX3" fmla="*/ 6227 w 10001"/>
                  <a:gd name="connsiteY3" fmla="*/ 0 h 14825"/>
                  <a:gd name="connsiteX4" fmla="*/ 8378 w 10001"/>
                  <a:gd name="connsiteY4" fmla="*/ 996 h 14825"/>
                  <a:gd name="connsiteX5" fmla="*/ 9998 w 10001"/>
                  <a:gd name="connsiteY5" fmla="*/ 5748 h 14825"/>
                  <a:gd name="connsiteX6" fmla="*/ 8721 w 10001"/>
                  <a:gd name="connsiteY6" fmla="*/ 9207 h 14825"/>
                  <a:gd name="connsiteX7" fmla="*/ 6011 w 10001"/>
                  <a:gd name="connsiteY7" fmla="*/ 14823 h 14825"/>
                  <a:gd name="connsiteX8" fmla="*/ 3914 w 10001"/>
                  <a:gd name="connsiteY8" fmla="*/ 9895 h 14825"/>
                  <a:gd name="connsiteX9" fmla="*/ 2716 w 10001"/>
                  <a:gd name="connsiteY9" fmla="*/ 7797 h 14825"/>
                  <a:gd name="connsiteX10" fmla="*/ 1479 w 10001"/>
                  <a:gd name="connsiteY10" fmla="*/ 7402 h 14825"/>
                  <a:gd name="connsiteX11" fmla="*/ 4 w 10001"/>
                  <a:gd name="connsiteY11" fmla="*/ 3989 h 14825"/>
                  <a:gd name="connsiteX0" fmla="*/ 4 w 10001"/>
                  <a:gd name="connsiteY0" fmla="*/ 7436 h 18272"/>
                  <a:gd name="connsiteX1" fmla="*/ 890 w 10001"/>
                  <a:gd name="connsiteY1" fmla="*/ 5022 h 18272"/>
                  <a:gd name="connsiteX2" fmla="*/ 3902 w 10001"/>
                  <a:gd name="connsiteY2" fmla="*/ 4440 h 18272"/>
                  <a:gd name="connsiteX3" fmla="*/ 6026 w 10001"/>
                  <a:gd name="connsiteY3" fmla="*/ 0 h 18272"/>
                  <a:gd name="connsiteX4" fmla="*/ 8378 w 10001"/>
                  <a:gd name="connsiteY4" fmla="*/ 4443 h 18272"/>
                  <a:gd name="connsiteX5" fmla="*/ 9998 w 10001"/>
                  <a:gd name="connsiteY5" fmla="*/ 9195 h 18272"/>
                  <a:gd name="connsiteX6" fmla="*/ 8721 w 10001"/>
                  <a:gd name="connsiteY6" fmla="*/ 12654 h 18272"/>
                  <a:gd name="connsiteX7" fmla="*/ 6011 w 10001"/>
                  <a:gd name="connsiteY7" fmla="*/ 18270 h 18272"/>
                  <a:gd name="connsiteX8" fmla="*/ 3914 w 10001"/>
                  <a:gd name="connsiteY8" fmla="*/ 13342 h 18272"/>
                  <a:gd name="connsiteX9" fmla="*/ 2716 w 10001"/>
                  <a:gd name="connsiteY9" fmla="*/ 11244 h 18272"/>
                  <a:gd name="connsiteX10" fmla="*/ 1479 w 10001"/>
                  <a:gd name="connsiteY10" fmla="*/ 10849 h 18272"/>
                  <a:gd name="connsiteX11" fmla="*/ 4 w 10001"/>
                  <a:gd name="connsiteY11" fmla="*/ 7436 h 18272"/>
                  <a:gd name="connsiteX0" fmla="*/ 1 w 9998"/>
                  <a:gd name="connsiteY0" fmla="*/ 7436 h 18272"/>
                  <a:gd name="connsiteX1" fmla="*/ 3899 w 9998"/>
                  <a:gd name="connsiteY1" fmla="*/ 4440 h 18272"/>
                  <a:gd name="connsiteX2" fmla="*/ 6023 w 9998"/>
                  <a:gd name="connsiteY2" fmla="*/ 0 h 18272"/>
                  <a:gd name="connsiteX3" fmla="*/ 8375 w 9998"/>
                  <a:gd name="connsiteY3" fmla="*/ 4443 h 18272"/>
                  <a:gd name="connsiteX4" fmla="*/ 9995 w 9998"/>
                  <a:gd name="connsiteY4" fmla="*/ 9195 h 18272"/>
                  <a:gd name="connsiteX5" fmla="*/ 8718 w 9998"/>
                  <a:gd name="connsiteY5" fmla="*/ 12654 h 18272"/>
                  <a:gd name="connsiteX6" fmla="*/ 6008 w 9998"/>
                  <a:gd name="connsiteY6" fmla="*/ 18270 h 18272"/>
                  <a:gd name="connsiteX7" fmla="*/ 3911 w 9998"/>
                  <a:gd name="connsiteY7" fmla="*/ 13342 h 18272"/>
                  <a:gd name="connsiteX8" fmla="*/ 2713 w 9998"/>
                  <a:gd name="connsiteY8" fmla="*/ 11244 h 18272"/>
                  <a:gd name="connsiteX9" fmla="*/ 1476 w 9998"/>
                  <a:gd name="connsiteY9" fmla="*/ 10849 h 18272"/>
                  <a:gd name="connsiteX10" fmla="*/ 1 w 9998"/>
                  <a:gd name="connsiteY10" fmla="*/ 7436 h 18272"/>
                  <a:gd name="connsiteX0" fmla="*/ 35 w 8559"/>
                  <a:gd name="connsiteY0" fmla="*/ 5938 h 10000"/>
                  <a:gd name="connsiteX1" fmla="*/ 2459 w 8559"/>
                  <a:gd name="connsiteY1" fmla="*/ 2430 h 10000"/>
                  <a:gd name="connsiteX2" fmla="*/ 4583 w 8559"/>
                  <a:gd name="connsiteY2" fmla="*/ 0 h 10000"/>
                  <a:gd name="connsiteX3" fmla="*/ 6936 w 8559"/>
                  <a:gd name="connsiteY3" fmla="*/ 2432 h 10000"/>
                  <a:gd name="connsiteX4" fmla="*/ 8556 w 8559"/>
                  <a:gd name="connsiteY4" fmla="*/ 5032 h 10000"/>
                  <a:gd name="connsiteX5" fmla="*/ 7279 w 8559"/>
                  <a:gd name="connsiteY5" fmla="*/ 6925 h 10000"/>
                  <a:gd name="connsiteX6" fmla="*/ 4568 w 8559"/>
                  <a:gd name="connsiteY6" fmla="*/ 9999 h 10000"/>
                  <a:gd name="connsiteX7" fmla="*/ 2471 w 8559"/>
                  <a:gd name="connsiteY7" fmla="*/ 7302 h 10000"/>
                  <a:gd name="connsiteX8" fmla="*/ 1273 w 8559"/>
                  <a:gd name="connsiteY8" fmla="*/ 6154 h 10000"/>
                  <a:gd name="connsiteX9" fmla="*/ 35 w 8559"/>
                  <a:gd name="connsiteY9" fmla="*/ 5938 h 10000"/>
                  <a:gd name="connsiteX0" fmla="*/ 49 w 9820"/>
                  <a:gd name="connsiteY0" fmla="*/ 4655 h 10000"/>
                  <a:gd name="connsiteX1" fmla="*/ 2693 w 9820"/>
                  <a:gd name="connsiteY1" fmla="*/ 2430 h 10000"/>
                  <a:gd name="connsiteX2" fmla="*/ 5175 w 9820"/>
                  <a:gd name="connsiteY2" fmla="*/ 0 h 10000"/>
                  <a:gd name="connsiteX3" fmla="*/ 7924 w 9820"/>
                  <a:gd name="connsiteY3" fmla="*/ 2432 h 10000"/>
                  <a:gd name="connsiteX4" fmla="*/ 9816 w 9820"/>
                  <a:gd name="connsiteY4" fmla="*/ 5032 h 10000"/>
                  <a:gd name="connsiteX5" fmla="*/ 8324 w 9820"/>
                  <a:gd name="connsiteY5" fmla="*/ 6925 h 10000"/>
                  <a:gd name="connsiteX6" fmla="*/ 5157 w 9820"/>
                  <a:gd name="connsiteY6" fmla="*/ 9999 h 10000"/>
                  <a:gd name="connsiteX7" fmla="*/ 2707 w 9820"/>
                  <a:gd name="connsiteY7" fmla="*/ 7302 h 10000"/>
                  <a:gd name="connsiteX8" fmla="*/ 1307 w 9820"/>
                  <a:gd name="connsiteY8" fmla="*/ 6154 h 10000"/>
                  <a:gd name="connsiteX9" fmla="*/ 49 w 9820"/>
                  <a:gd name="connsiteY9" fmla="*/ 4655 h 10000"/>
                  <a:gd name="connsiteX0" fmla="*/ 45 w 9995"/>
                  <a:gd name="connsiteY0" fmla="*/ 4655 h 10000"/>
                  <a:gd name="connsiteX1" fmla="*/ 2737 w 9995"/>
                  <a:gd name="connsiteY1" fmla="*/ 2430 h 10000"/>
                  <a:gd name="connsiteX2" fmla="*/ 5265 w 9995"/>
                  <a:gd name="connsiteY2" fmla="*/ 0 h 10000"/>
                  <a:gd name="connsiteX3" fmla="*/ 8064 w 9995"/>
                  <a:gd name="connsiteY3" fmla="*/ 2432 h 10000"/>
                  <a:gd name="connsiteX4" fmla="*/ 9991 w 9995"/>
                  <a:gd name="connsiteY4" fmla="*/ 5032 h 10000"/>
                  <a:gd name="connsiteX5" fmla="*/ 8472 w 9995"/>
                  <a:gd name="connsiteY5" fmla="*/ 6925 h 10000"/>
                  <a:gd name="connsiteX6" fmla="*/ 5247 w 9995"/>
                  <a:gd name="connsiteY6" fmla="*/ 9999 h 10000"/>
                  <a:gd name="connsiteX7" fmla="*/ 2752 w 9995"/>
                  <a:gd name="connsiteY7" fmla="*/ 7302 h 10000"/>
                  <a:gd name="connsiteX8" fmla="*/ 1374 w 9995"/>
                  <a:gd name="connsiteY8" fmla="*/ 6984 h 10000"/>
                  <a:gd name="connsiteX9" fmla="*/ 45 w 9995"/>
                  <a:gd name="connsiteY9" fmla="*/ 4655 h 10000"/>
                  <a:gd name="connsiteX0" fmla="*/ 45 w 10000"/>
                  <a:gd name="connsiteY0" fmla="*/ 5032 h 10377"/>
                  <a:gd name="connsiteX1" fmla="*/ 2738 w 10000"/>
                  <a:gd name="connsiteY1" fmla="*/ 2807 h 10377"/>
                  <a:gd name="connsiteX2" fmla="*/ 4886 w 10000"/>
                  <a:gd name="connsiteY2" fmla="*/ 0 h 10377"/>
                  <a:gd name="connsiteX3" fmla="*/ 8068 w 10000"/>
                  <a:gd name="connsiteY3" fmla="*/ 2809 h 10377"/>
                  <a:gd name="connsiteX4" fmla="*/ 9996 w 10000"/>
                  <a:gd name="connsiteY4" fmla="*/ 5409 h 10377"/>
                  <a:gd name="connsiteX5" fmla="*/ 8476 w 10000"/>
                  <a:gd name="connsiteY5" fmla="*/ 7302 h 10377"/>
                  <a:gd name="connsiteX6" fmla="*/ 5250 w 10000"/>
                  <a:gd name="connsiteY6" fmla="*/ 10376 h 10377"/>
                  <a:gd name="connsiteX7" fmla="*/ 2753 w 10000"/>
                  <a:gd name="connsiteY7" fmla="*/ 7679 h 10377"/>
                  <a:gd name="connsiteX8" fmla="*/ 1375 w 10000"/>
                  <a:gd name="connsiteY8" fmla="*/ 7361 h 10377"/>
                  <a:gd name="connsiteX9" fmla="*/ 45 w 10000"/>
                  <a:gd name="connsiteY9" fmla="*/ 5032 h 10377"/>
                  <a:gd name="connsiteX0" fmla="*/ 45 w 10000"/>
                  <a:gd name="connsiteY0" fmla="*/ 5036 h 10381"/>
                  <a:gd name="connsiteX1" fmla="*/ 2738 w 10000"/>
                  <a:gd name="connsiteY1" fmla="*/ 2811 h 10381"/>
                  <a:gd name="connsiteX2" fmla="*/ 4886 w 10000"/>
                  <a:gd name="connsiteY2" fmla="*/ 4 h 10381"/>
                  <a:gd name="connsiteX3" fmla="*/ 8068 w 10000"/>
                  <a:gd name="connsiteY3" fmla="*/ 2813 h 10381"/>
                  <a:gd name="connsiteX4" fmla="*/ 9996 w 10000"/>
                  <a:gd name="connsiteY4" fmla="*/ 5413 h 10381"/>
                  <a:gd name="connsiteX5" fmla="*/ 8476 w 10000"/>
                  <a:gd name="connsiteY5" fmla="*/ 7306 h 10381"/>
                  <a:gd name="connsiteX6" fmla="*/ 5250 w 10000"/>
                  <a:gd name="connsiteY6" fmla="*/ 10380 h 10381"/>
                  <a:gd name="connsiteX7" fmla="*/ 2753 w 10000"/>
                  <a:gd name="connsiteY7" fmla="*/ 7683 h 10381"/>
                  <a:gd name="connsiteX8" fmla="*/ 1375 w 10000"/>
                  <a:gd name="connsiteY8" fmla="*/ 7365 h 10381"/>
                  <a:gd name="connsiteX9" fmla="*/ 45 w 10000"/>
                  <a:gd name="connsiteY9" fmla="*/ 5036 h 10381"/>
                  <a:gd name="connsiteX0" fmla="*/ 45 w 10000"/>
                  <a:gd name="connsiteY0" fmla="*/ 5036 h 10796"/>
                  <a:gd name="connsiteX1" fmla="*/ 2738 w 10000"/>
                  <a:gd name="connsiteY1" fmla="*/ 2811 h 10796"/>
                  <a:gd name="connsiteX2" fmla="*/ 4886 w 10000"/>
                  <a:gd name="connsiteY2" fmla="*/ 4 h 10796"/>
                  <a:gd name="connsiteX3" fmla="*/ 8068 w 10000"/>
                  <a:gd name="connsiteY3" fmla="*/ 2813 h 10796"/>
                  <a:gd name="connsiteX4" fmla="*/ 9996 w 10000"/>
                  <a:gd name="connsiteY4" fmla="*/ 5413 h 10796"/>
                  <a:gd name="connsiteX5" fmla="*/ 8476 w 10000"/>
                  <a:gd name="connsiteY5" fmla="*/ 7306 h 10796"/>
                  <a:gd name="connsiteX6" fmla="*/ 5202 w 10000"/>
                  <a:gd name="connsiteY6" fmla="*/ 10795 h 10796"/>
                  <a:gd name="connsiteX7" fmla="*/ 2753 w 10000"/>
                  <a:gd name="connsiteY7" fmla="*/ 7683 h 10796"/>
                  <a:gd name="connsiteX8" fmla="*/ 1375 w 10000"/>
                  <a:gd name="connsiteY8" fmla="*/ 7365 h 10796"/>
                  <a:gd name="connsiteX9" fmla="*/ 45 w 10000"/>
                  <a:gd name="connsiteY9" fmla="*/ 5036 h 10796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000" h="10795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303" name="Group 302">
                <a:extLst>
                  <a:ext uri="{FF2B5EF4-FFF2-40B4-BE49-F238E27FC236}">
                    <a16:creationId xmlns:a16="http://schemas.microsoft.com/office/drawing/2014/main" id="{5EB4F7B4-C2F9-C744-BCB7-00FC4616248F}"/>
                  </a:ext>
                </a:extLst>
              </p:cNvPr>
              <p:cNvGrpSpPr/>
              <p:nvPr/>
            </p:nvGrpSpPr>
            <p:grpSpPr>
              <a:xfrm>
                <a:off x="-1935370" y="2935816"/>
                <a:ext cx="2333625" cy="1590649"/>
                <a:chOff x="833331" y="2873352"/>
                <a:chExt cx="2333625" cy="1590649"/>
              </a:xfrm>
            </p:grpSpPr>
            <p:grpSp>
              <p:nvGrpSpPr>
                <p:cNvPr id="304" name="Group 303">
                  <a:extLst>
                    <a:ext uri="{FF2B5EF4-FFF2-40B4-BE49-F238E27FC236}">
                      <a16:creationId xmlns:a16="http://schemas.microsoft.com/office/drawing/2014/main" id="{2C001E14-39B1-4E4D-A67A-34C01450E3D7}"/>
                    </a:ext>
                  </a:extLst>
                </p:cNvPr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353" name="Group 327">
                    <a:extLst>
                      <a:ext uri="{FF2B5EF4-FFF2-40B4-BE49-F238E27FC236}">
                        <a16:creationId xmlns:a16="http://schemas.microsoft.com/office/drawing/2014/main" id="{39F81896-B728-4542-A517-E7DCF49926C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357" name="Oval 356">
                      <a:extLst>
                        <a:ext uri="{FF2B5EF4-FFF2-40B4-BE49-F238E27FC236}">
                          <a16:creationId xmlns:a16="http://schemas.microsoft.com/office/drawing/2014/main" id="{1386EAF9-3398-E046-9002-462E3E8B3B1A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58" name="Rectangle 357">
                      <a:extLst>
                        <a:ext uri="{FF2B5EF4-FFF2-40B4-BE49-F238E27FC236}">
                          <a16:creationId xmlns:a16="http://schemas.microsoft.com/office/drawing/2014/main" id="{2A59F36D-A6B3-1845-A26D-825CD3515B2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59" name="Oval 358">
                      <a:extLst>
                        <a:ext uri="{FF2B5EF4-FFF2-40B4-BE49-F238E27FC236}">
                          <a16:creationId xmlns:a16="http://schemas.microsoft.com/office/drawing/2014/main" id="{86DADEB3-A84E-BC49-AE2C-071EBE960196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60" name="Freeform 359">
                      <a:extLst>
                        <a:ext uri="{FF2B5EF4-FFF2-40B4-BE49-F238E27FC236}">
                          <a16:creationId xmlns:a16="http://schemas.microsoft.com/office/drawing/2014/main" id="{20547C29-4534-C844-BFC1-3746F636DD0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61" name="Freeform 360">
                      <a:extLst>
                        <a:ext uri="{FF2B5EF4-FFF2-40B4-BE49-F238E27FC236}">
                          <a16:creationId xmlns:a16="http://schemas.microsoft.com/office/drawing/2014/main" id="{DC857207-4025-CA48-BEE4-F6F5A06FE2A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62" name="Freeform 361">
                      <a:extLst>
                        <a:ext uri="{FF2B5EF4-FFF2-40B4-BE49-F238E27FC236}">
                          <a16:creationId xmlns:a16="http://schemas.microsoft.com/office/drawing/2014/main" id="{2E005F33-CCAA-AC45-A418-B8356103888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63" name="Freeform 362">
                      <a:extLst>
                        <a:ext uri="{FF2B5EF4-FFF2-40B4-BE49-F238E27FC236}">
                          <a16:creationId xmlns:a16="http://schemas.microsoft.com/office/drawing/2014/main" id="{5771A3B9-1639-FF4E-8198-4AE86F3DB21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364" name="Straight Connector 363">
                      <a:extLst>
                        <a:ext uri="{FF2B5EF4-FFF2-40B4-BE49-F238E27FC236}">
                          <a16:creationId xmlns:a16="http://schemas.microsoft.com/office/drawing/2014/main" id="{9FC39B1A-492A-9541-9DC5-9B7204A27633}"/>
                        </a:ext>
                      </a:extLst>
                    </p:cNvPr>
                    <p:cNvCxnSpPr>
                      <a:endCxn id="359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365" name="Straight Connector 364">
                      <a:extLst>
                        <a:ext uri="{FF2B5EF4-FFF2-40B4-BE49-F238E27FC236}">
                          <a16:creationId xmlns:a16="http://schemas.microsoft.com/office/drawing/2014/main" id="{AADDF059-6DA7-9A46-B4F8-75F0EEDFD756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354" name="Group 353">
                    <a:extLst>
                      <a:ext uri="{FF2B5EF4-FFF2-40B4-BE49-F238E27FC236}">
                        <a16:creationId xmlns:a16="http://schemas.microsoft.com/office/drawing/2014/main" id="{07C92B92-327C-F240-9153-AF0F48DCA8A7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355" name="Oval 354">
                      <a:extLst>
                        <a:ext uri="{FF2B5EF4-FFF2-40B4-BE49-F238E27FC236}">
                          <a16:creationId xmlns:a16="http://schemas.microsoft.com/office/drawing/2014/main" id="{BE7C3B54-F5E0-CE4B-A305-3CCBF8E6ED6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56" name="TextBox 355">
                      <a:extLst>
                        <a:ext uri="{FF2B5EF4-FFF2-40B4-BE49-F238E27FC236}">
                          <a16:creationId xmlns:a16="http://schemas.microsoft.com/office/drawing/2014/main" id="{41042B66-DB3E-B844-A994-D647DF0D0B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2b</a:t>
                      </a:r>
                    </a:p>
                  </p:txBody>
                </p:sp>
              </p:grpSp>
            </p:grpSp>
            <p:grpSp>
              <p:nvGrpSpPr>
                <p:cNvPr id="305" name="Group 304">
                  <a:extLst>
                    <a:ext uri="{FF2B5EF4-FFF2-40B4-BE49-F238E27FC236}">
                      <a16:creationId xmlns:a16="http://schemas.microsoft.com/office/drawing/2014/main" id="{94521824-A109-FC42-A88C-07A720A09CB8}"/>
                    </a:ext>
                  </a:extLst>
                </p:cNvPr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340" name="Group 327">
                    <a:extLst>
                      <a:ext uri="{FF2B5EF4-FFF2-40B4-BE49-F238E27FC236}">
                        <a16:creationId xmlns:a16="http://schemas.microsoft.com/office/drawing/2014/main" id="{C6BE9DB2-4FEB-B04B-80CA-1A12C6D91B8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344" name="Oval 343">
                      <a:extLst>
                        <a:ext uri="{FF2B5EF4-FFF2-40B4-BE49-F238E27FC236}">
                          <a16:creationId xmlns:a16="http://schemas.microsoft.com/office/drawing/2014/main" id="{9E59D841-331F-334E-8A00-DB7F04345816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45" name="Rectangle 344">
                      <a:extLst>
                        <a:ext uri="{FF2B5EF4-FFF2-40B4-BE49-F238E27FC236}">
                          <a16:creationId xmlns:a16="http://schemas.microsoft.com/office/drawing/2014/main" id="{82362D69-AADA-7046-9626-1B24DD78FC7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46" name="Oval 345">
                      <a:extLst>
                        <a:ext uri="{FF2B5EF4-FFF2-40B4-BE49-F238E27FC236}">
                          <a16:creationId xmlns:a16="http://schemas.microsoft.com/office/drawing/2014/main" id="{DA5257A0-113D-2647-BFB9-8F77EB110985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47" name="Freeform 346">
                      <a:extLst>
                        <a:ext uri="{FF2B5EF4-FFF2-40B4-BE49-F238E27FC236}">
                          <a16:creationId xmlns:a16="http://schemas.microsoft.com/office/drawing/2014/main" id="{B46A77BC-D229-D349-966D-8E44ACA3B04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48" name="Freeform 347">
                      <a:extLst>
                        <a:ext uri="{FF2B5EF4-FFF2-40B4-BE49-F238E27FC236}">
                          <a16:creationId xmlns:a16="http://schemas.microsoft.com/office/drawing/2014/main" id="{E2C2490B-931E-5E4F-8DEE-04AF94B8F35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49" name="Freeform 348">
                      <a:extLst>
                        <a:ext uri="{FF2B5EF4-FFF2-40B4-BE49-F238E27FC236}">
                          <a16:creationId xmlns:a16="http://schemas.microsoft.com/office/drawing/2014/main" id="{9015BF3D-C27E-FB42-9273-1B905C933DF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50" name="Freeform 349">
                      <a:extLst>
                        <a:ext uri="{FF2B5EF4-FFF2-40B4-BE49-F238E27FC236}">
                          <a16:creationId xmlns:a16="http://schemas.microsoft.com/office/drawing/2014/main" id="{5CCC0015-A70F-704D-9D5D-FFE14461262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351" name="Straight Connector 350">
                      <a:extLst>
                        <a:ext uri="{FF2B5EF4-FFF2-40B4-BE49-F238E27FC236}">
                          <a16:creationId xmlns:a16="http://schemas.microsoft.com/office/drawing/2014/main" id="{F99F2909-0B49-1B4B-918D-2DE20CA844A4}"/>
                        </a:ext>
                      </a:extLst>
                    </p:cNvPr>
                    <p:cNvCxnSpPr>
                      <a:endCxn id="346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352" name="Straight Connector 351">
                      <a:extLst>
                        <a:ext uri="{FF2B5EF4-FFF2-40B4-BE49-F238E27FC236}">
                          <a16:creationId xmlns:a16="http://schemas.microsoft.com/office/drawing/2014/main" id="{F25DF1E2-3B76-3948-85FE-D47D1D99A8E5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341" name="Group 340">
                    <a:extLst>
                      <a:ext uri="{FF2B5EF4-FFF2-40B4-BE49-F238E27FC236}">
                        <a16:creationId xmlns:a16="http://schemas.microsoft.com/office/drawing/2014/main" id="{E7693217-ABC3-924C-9914-3760B556CDFE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342" name="Oval 341">
                      <a:extLst>
                        <a:ext uri="{FF2B5EF4-FFF2-40B4-BE49-F238E27FC236}">
                          <a16:creationId xmlns:a16="http://schemas.microsoft.com/office/drawing/2014/main" id="{760C8DF4-9BF3-6449-BF76-C0EEAA998AF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43" name="TextBox 342">
                      <a:extLst>
                        <a:ext uri="{FF2B5EF4-FFF2-40B4-BE49-F238E27FC236}">
                          <a16:creationId xmlns:a16="http://schemas.microsoft.com/office/drawing/2014/main" id="{890DC765-6A28-2F4C-97E7-DF12510FF8D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2d</a:t>
                      </a:r>
                    </a:p>
                  </p:txBody>
                </p:sp>
              </p:grpSp>
            </p:grpSp>
            <p:grpSp>
              <p:nvGrpSpPr>
                <p:cNvPr id="306" name="Group 305">
                  <a:extLst>
                    <a:ext uri="{FF2B5EF4-FFF2-40B4-BE49-F238E27FC236}">
                      <a16:creationId xmlns:a16="http://schemas.microsoft.com/office/drawing/2014/main" id="{66270917-608C-734F-BC55-2C1849361844}"/>
                    </a:ext>
                  </a:extLst>
                </p:cNvPr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327" name="Group 327">
                    <a:extLst>
                      <a:ext uri="{FF2B5EF4-FFF2-40B4-BE49-F238E27FC236}">
                        <a16:creationId xmlns:a16="http://schemas.microsoft.com/office/drawing/2014/main" id="{9A7886E1-08EA-2E4B-837D-DA3595E2A54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331" name="Oval 330">
                      <a:extLst>
                        <a:ext uri="{FF2B5EF4-FFF2-40B4-BE49-F238E27FC236}">
                          <a16:creationId xmlns:a16="http://schemas.microsoft.com/office/drawing/2014/main" id="{532D9B14-44A1-744C-A2D7-BEEC1B4F859F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32" name="Rectangle 331">
                      <a:extLst>
                        <a:ext uri="{FF2B5EF4-FFF2-40B4-BE49-F238E27FC236}">
                          <a16:creationId xmlns:a16="http://schemas.microsoft.com/office/drawing/2014/main" id="{2A2EFB4A-13A5-AF41-8EEE-11C7F8D98CC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33" name="Oval 332">
                      <a:extLst>
                        <a:ext uri="{FF2B5EF4-FFF2-40B4-BE49-F238E27FC236}">
                          <a16:creationId xmlns:a16="http://schemas.microsoft.com/office/drawing/2014/main" id="{AF249073-E608-3E47-9680-EB2AB37E81C9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34" name="Freeform 333">
                      <a:extLst>
                        <a:ext uri="{FF2B5EF4-FFF2-40B4-BE49-F238E27FC236}">
                          <a16:creationId xmlns:a16="http://schemas.microsoft.com/office/drawing/2014/main" id="{8BB59055-7770-4047-9EE1-EF83E46481C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35" name="Freeform 334">
                      <a:extLst>
                        <a:ext uri="{FF2B5EF4-FFF2-40B4-BE49-F238E27FC236}">
                          <a16:creationId xmlns:a16="http://schemas.microsoft.com/office/drawing/2014/main" id="{5A26CD9F-E13C-0C4C-938E-AA65DF81477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36" name="Freeform 335">
                      <a:extLst>
                        <a:ext uri="{FF2B5EF4-FFF2-40B4-BE49-F238E27FC236}">
                          <a16:creationId xmlns:a16="http://schemas.microsoft.com/office/drawing/2014/main" id="{78B4C77F-79CD-3C4E-AF1F-32FB2324189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37" name="Freeform 336">
                      <a:extLst>
                        <a:ext uri="{FF2B5EF4-FFF2-40B4-BE49-F238E27FC236}">
                          <a16:creationId xmlns:a16="http://schemas.microsoft.com/office/drawing/2014/main" id="{89696CD5-A4A0-8B4B-80F3-354BD21342A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338" name="Straight Connector 337">
                      <a:extLst>
                        <a:ext uri="{FF2B5EF4-FFF2-40B4-BE49-F238E27FC236}">
                          <a16:creationId xmlns:a16="http://schemas.microsoft.com/office/drawing/2014/main" id="{927A1379-7762-8244-94E4-858920C40ACB}"/>
                        </a:ext>
                      </a:extLst>
                    </p:cNvPr>
                    <p:cNvCxnSpPr>
                      <a:endCxn id="333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339" name="Straight Connector 338">
                      <a:extLst>
                        <a:ext uri="{FF2B5EF4-FFF2-40B4-BE49-F238E27FC236}">
                          <a16:creationId xmlns:a16="http://schemas.microsoft.com/office/drawing/2014/main" id="{0B73741F-7FDF-C443-94A9-9A198E98F2F7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328" name="Group 327">
                    <a:extLst>
                      <a:ext uri="{FF2B5EF4-FFF2-40B4-BE49-F238E27FC236}">
                        <a16:creationId xmlns:a16="http://schemas.microsoft.com/office/drawing/2014/main" id="{4AFFC910-6AF2-B64C-9C64-F69CE3FB93A7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329" name="Oval 328">
                      <a:extLst>
                        <a:ext uri="{FF2B5EF4-FFF2-40B4-BE49-F238E27FC236}">
                          <a16:creationId xmlns:a16="http://schemas.microsoft.com/office/drawing/2014/main" id="{9795B1AE-6991-ED40-8FEC-1206327CE32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30" name="TextBox 329">
                      <a:extLst>
                        <a:ext uri="{FF2B5EF4-FFF2-40B4-BE49-F238E27FC236}">
                          <a16:creationId xmlns:a16="http://schemas.microsoft.com/office/drawing/2014/main" id="{14CB7C98-FD28-644B-95A1-43D21099296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2c</a:t>
                      </a:r>
                    </a:p>
                  </p:txBody>
                </p:sp>
              </p:grpSp>
            </p:grpSp>
            <p:grpSp>
              <p:nvGrpSpPr>
                <p:cNvPr id="307" name="Group 306">
                  <a:extLst>
                    <a:ext uri="{FF2B5EF4-FFF2-40B4-BE49-F238E27FC236}">
                      <a16:creationId xmlns:a16="http://schemas.microsoft.com/office/drawing/2014/main" id="{61F9CF47-C970-3A4C-B169-A7A52C552D23}"/>
                    </a:ext>
                  </a:extLst>
                </p:cNvPr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314" name="Group 327">
                    <a:extLst>
                      <a:ext uri="{FF2B5EF4-FFF2-40B4-BE49-F238E27FC236}">
                        <a16:creationId xmlns:a16="http://schemas.microsoft.com/office/drawing/2014/main" id="{F9DED53C-AD56-274E-BB62-36141AAA239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318" name="Oval 317">
                      <a:extLst>
                        <a:ext uri="{FF2B5EF4-FFF2-40B4-BE49-F238E27FC236}">
                          <a16:creationId xmlns:a16="http://schemas.microsoft.com/office/drawing/2014/main" id="{B8CD06C3-9989-3C4E-8036-F46194FC0CCC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19" name="Rectangle 318">
                      <a:extLst>
                        <a:ext uri="{FF2B5EF4-FFF2-40B4-BE49-F238E27FC236}">
                          <a16:creationId xmlns:a16="http://schemas.microsoft.com/office/drawing/2014/main" id="{4F6344DE-C5D9-4A4C-9CB1-075FFAB59BC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20" name="Oval 319">
                      <a:extLst>
                        <a:ext uri="{FF2B5EF4-FFF2-40B4-BE49-F238E27FC236}">
                          <a16:creationId xmlns:a16="http://schemas.microsoft.com/office/drawing/2014/main" id="{670ED3B3-66E2-774A-A7A7-CE3A2C76ABC7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21" name="Freeform 320">
                      <a:extLst>
                        <a:ext uri="{FF2B5EF4-FFF2-40B4-BE49-F238E27FC236}">
                          <a16:creationId xmlns:a16="http://schemas.microsoft.com/office/drawing/2014/main" id="{E7A204A3-9A7F-DC4A-B8B8-0FAEF51963C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22" name="Freeform 321">
                      <a:extLst>
                        <a:ext uri="{FF2B5EF4-FFF2-40B4-BE49-F238E27FC236}">
                          <a16:creationId xmlns:a16="http://schemas.microsoft.com/office/drawing/2014/main" id="{AF9AFEA5-73B4-EF4A-8707-4381B9DFBD8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23" name="Freeform 322">
                      <a:extLst>
                        <a:ext uri="{FF2B5EF4-FFF2-40B4-BE49-F238E27FC236}">
                          <a16:creationId xmlns:a16="http://schemas.microsoft.com/office/drawing/2014/main" id="{93181305-93BB-AC4D-A380-CAE9ACFB6B0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24" name="Freeform 323">
                      <a:extLst>
                        <a:ext uri="{FF2B5EF4-FFF2-40B4-BE49-F238E27FC236}">
                          <a16:creationId xmlns:a16="http://schemas.microsoft.com/office/drawing/2014/main" id="{D8235E85-E84C-6E40-9DA7-7CA36D31CA3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325" name="Straight Connector 324">
                      <a:extLst>
                        <a:ext uri="{FF2B5EF4-FFF2-40B4-BE49-F238E27FC236}">
                          <a16:creationId xmlns:a16="http://schemas.microsoft.com/office/drawing/2014/main" id="{225D6CA1-32FC-2E47-8732-EECB0BA1104A}"/>
                        </a:ext>
                      </a:extLst>
                    </p:cNvPr>
                    <p:cNvCxnSpPr>
                      <a:endCxn id="320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326" name="Straight Connector 325">
                      <a:extLst>
                        <a:ext uri="{FF2B5EF4-FFF2-40B4-BE49-F238E27FC236}">
                          <a16:creationId xmlns:a16="http://schemas.microsoft.com/office/drawing/2014/main" id="{4927E673-C098-944A-9E84-A95844595AE9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315" name="Group 314">
                    <a:extLst>
                      <a:ext uri="{FF2B5EF4-FFF2-40B4-BE49-F238E27FC236}">
                        <a16:creationId xmlns:a16="http://schemas.microsoft.com/office/drawing/2014/main" id="{BEECD35D-84C4-3643-97FF-88EC18C4AA52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316" name="Oval 315">
                      <a:extLst>
                        <a:ext uri="{FF2B5EF4-FFF2-40B4-BE49-F238E27FC236}">
                          <a16:creationId xmlns:a16="http://schemas.microsoft.com/office/drawing/2014/main" id="{0CB91643-3AB0-EF44-A66B-3E3CA829D67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17" name="TextBox 316">
                      <a:extLst>
                        <a:ext uri="{FF2B5EF4-FFF2-40B4-BE49-F238E27FC236}">
                          <a16:creationId xmlns:a16="http://schemas.microsoft.com/office/drawing/2014/main" id="{4CC82E12-E89A-C344-82C9-B41338A31E4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2a</a:t>
                      </a:r>
                    </a:p>
                  </p:txBody>
                </p:sp>
              </p:grpSp>
            </p:grpSp>
            <p:cxnSp>
              <p:nvCxnSpPr>
                <p:cNvPr id="308" name="Straight Connector 307">
                  <a:extLst>
                    <a:ext uri="{FF2B5EF4-FFF2-40B4-BE49-F238E27FC236}">
                      <a16:creationId xmlns:a16="http://schemas.microsoft.com/office/drawing/2014/main" id="{F656A253-20CE-264C-9E80-23FEAE2DA887}"/>
                    </a:ext>
                  </a:extLst>
                </p:cNvPr>
                <p:cNvCxnSpPr>
                  <a:stCxn id="356" idx="2"/>
                  <a:endCxn id="343" idx="0"/>
                </p:cNvCxnSpPr>
                <p:nvPr/>
              </p:nvCxnSpPr>
              <p:spPr bwMode="auto">
                <a:xfrm>
                  <a:off x="1991073" y="3242684"/>
                  <a:ext cx="4230" cy="851985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09" name="Straight Connector 308">
                  <a:extLst>
                    <a:ext uri="{FF2B5EF4-FFF2-40B4-BE49-F238E27FC236}">
                      <a16:creationId xmlns:a16="http://schemas.microsoft.com/office/drawing/2014/main" id="{9BBC00CC-6F0E-554D-ADC7-835539ABF185}"/>
                    </a:ext>
                  </a:extLst>
                </p:cNvPr>
                <p:cNvCxnSpPr/>
                <p:nvPr/>
              </p:nvCxnSpPr>
              <p:spPr bwMode="auto">
                <a:xfrm>
                  <a:off x="1407477" y="3648621"/>
                  <a:ext cx="1204913" cy="6353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10" name="Straight Connector 309">
                  <a:extLst>
                    <a:ext uri="{FF2B5EF4-FFF2-40B4-BE49-F238E27FC236}">
                      <a16:creationId xmlns:a16="http://schemas.microsoft.com/office/drawing/2014/main" id="{D22A485A-5AA4-2040-84E6-0B9E613DC6E6}"/>
                    </a:ext>
                  </a:extLst>
                </p:cNvPr>
                <p:cNvCxnSpPr>
                  <a:stCxn id="357" idx="7"/>
                </p:cNvCxnSpPr>
                <p:nvPr/>
              </p:nvCxnSpPr>
              <p:spPr bwMode="auto">
                <a:xfrm>
                  <a:off x="2218708" y="3154477"/>
                  <a:ext cx="480042" cy="369773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11" name="Straight Connector 310">
                  <a:extLst>
                    <a:ext uri="{FF2B5EF4-FFF2-40B4-BE49-F238E27FC236}">
                      <a16:creationId xmlns:a16="http://schemas.microsoft.com/office/drawing/2014/main" id="{E9173DF8-EE99-0449-BD86-9D6544D1795C}"/>
                    </a:ext>
                  </a:extLst>
                </p:cNvPr>
                <p:cNvCxnSpPr/>
                <p:nvPr/>
              </p:nvCxnSpPr>
              <p:spPr bwMode="auto">
                <a:xfrm>
                  <a:off x="1300073" y="3786304"/>
                  <a:ext cx="477927" cy="357071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12" name="Straight Connector 311">
                  <a:extLst>
                    <a:ext uri="{FF2B5EF4-FFF2-40B4-BE49-F238E27FC236}">
                      <a16:creationId xmlns:a16="http://schemas.microsoft.com/office/drawing/2014/main" id="{2EF8F3EC-E56F-3547-BD73-8F94EC8AE371}"/>
                    </a:ext>
                  </a:extLst>
                </p:cNvPr>
                <p:cNvCxnSpPr/>
                <p:nvPr/>
              </p:nvCxnSpPr>
              <p:spPr bwMode="auto">
                <a:xfrm flipH="1">
                  <a:off x="2196042" y="3783542"/>
                  <a:ext cx="508002" cy="349250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13" name="Straight Connector 312">
                  <a:extLst>
                    <a:ext uri="{FF2B5EF4-FFF2-40B4-BE49-F238E27FC236}">
                      <a16:creationId xmlns:a16="http://schemas.microsoft.com/office/drawing/2014/main" id="{9336A5D6-EB76-7640-BE17-A08931A95FC6}"/>
                    </a:ext>
                  </a:extLst>
                </p:cNvPr>
                <p:cNvCxnSpPr/>
                <p:nvPr/>
              </p:nvCxnSpPr>
              <p:spPr bwMode="auto">
                <a:xfrm flipH="1">
                  <a:off x="1287553" y="3166946"/>
                  <a:ext cx="508002" cy="349250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grpSp>
          <p:nvGrpSpPr>
            <p:cNvPr id="366" name="Group 365">
              <a:extLst>
                <a:ext uri="{FF2B5EF4-FFF2-40B4-BE49-F238E27FC236}">
                  <a16:creationId xmlns:a16="http://schemas.microsoft.com/office/drawing/2014/main" id="{B4E698C4-668E-A84B-AC9E-22D4308391D6}"/>
                </a:ext>
              </a:extLst>
            </p:cNvPr>
            <p:cNvGrpSpPr/>
            <p:nvPr/>
          </p:nvGrpSpPr>
          <p:grpSpPr>
            <a:xfrm>
              <a:off x="7530080" y="2464278"/>
              <a:ext cx="2712783" cy="1853712"/>
              <a:chOff x="-2170772" y="2784954"/>
              <a:chExt cx="2712783" cy="1853712"/>
            </a:xfrm>
          </p:grpSpPr>
          <p:sp>
            <p:nvSpPr>
              <p:cNvPr id="367" name="Freeform 2">
                <a:extLst>
                  <a:ext uri="{FF2B5EF4-FFF2-40B4-BE49-F238E27FC236}">
                    <a16:creationId xmlns:a16="http://schemas.microsoft.com/office/drawing/2014/main" id="{8F50EDD4-41BC-C147-9045-1AC751DFD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170772" y="2784954"/>
                <a:ext cx="2712783" cy="1853712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connsiteX0" fmla="*/ 4 w 10040"/>
                  <a:gd name="connsiteY0" fmla="*/ 4039 h 10125"/>
                  <a:gd name="connsiteX1" fmla="*/ 715 w 10040"/>
                  <a:gd name="connsiteY1" fmla="*/ 1595 h 10125"/>
                  <a:gd name="connsiteX2" fmla="*/ 3130 w 10040"/>
                  <a:gd name="connsiteY2" fmla="*/ 1006 h 10125"/>
                  <a:gd name="connsiteX3" fmla="*/ 4995 w 10040"/>
                  <a:gd name="connsiteY3" fmla="*/ 0 h 10125"/>
                  <a:gd name="connsiteX4" fmla="*/ 6720 w 10040"/>
                  <a:gd name="connsiteY4" fmla="*/ 1009 h 10125"/>
                  <a:gd name="connsiteX5" fmla="*/ 9989 w 10040"/>
                  <a:gd name="connsiteY5" fmla="*/ 2989 h 10125"/>
                  <a:gd name="connsiteX6" fmla="*/ 8599 w 10040"/>
                  <a:gd name="connsiteY6" fmla="*/ 6797 h 10125"/>
                  <a:gd name="connsiteX7" fmla="*/ 6995 w 10040"/>
                  <a:gd name="connsiteY7" fmla="*/ 9322 h 10125"/>
                  <a:gd name="connsiteX8" fmla="*/ 5307 w 10040"/>
                  <a:gd name="connsiteY8" fmla="*/ 8843 h 10125"/>
                  <a:gd name="connsiteX9" fmla="*/ 4371 w 10040"/>
                  <a:gd name="connsiteY9" fmla="*/ 9912 h 10125"/>
                  <a:gd name="connsiteX10" fmla="*/ 3140 w 10040"/>
                  <a:gd name="connsiteY10" fmla="*/ 10019 h 10125"/>
                  <a:gd name="connsiteX11" fmla="*/ 2179 w 10040"/>
                  <a:gd name="connsiteY11" fmla="*/ 7895 h 10125"/>
                  <a:gd name="connsiteX12" fmla="*/ 1187 w 10040"/>
                  <a:gd name="connsiteY12" fmla="*/ 7495 h 10125"/>
                  <a:gd name="connsiteX13" fmla="*/ 4 w 10040"/>
                  <a:gd name="connsiteY13" fmla="*/ 4039 h 10125"/>
                  <a:gd name="connsiteX0" fmla="*/ 4 w 8600"/>
                  <a:gd name="connsiteY0" fmla="*/ 4042 h 10128"/>
                  <a:gd name="connsiteX1" fmla="*/ 715 w 8600"/>
                  <a:gd name="connsiteY1" fmla="*/ 1598 h 10128"/>
                  <a:gd name="connsiteX2" fmla="*/ 3130 w 8600"/>
                  <a:gd name="connsiteY2" fmla="*/ 1009 h 10128"/>
                  <a:gd name="connsiteX3" fmla="*/ 4995 w 8600"/>
                  <a:gd name="connsiteY3" fmla="*/ 3 h 10128"/>
                  <a:gd name="connsiteX4" fmla="*/ 6720 w 8600"/>
                  <a:gd name="connsiteY4" fmla="*/ 1012 h 10128"/>
                  <a:gd name="connsiteX5" fmla="*/ 8599 w 8600"/>
                  <a:gd name="connsiteY5" fmla="*/ 6800 h 10128"/>
                  <a:gd name="connsiteX6" fmla="*/ 6995 w 8600"/>
                  <a:gd name="connsiteY6" fmla="*/ 9325 h 10128"/>
                  <a:gd name="connsiteX7" fmla="*/ 5307 w 8600"/>
                  <a:gd name="connsiteY7" fmla="*/ 8846 h 10128"/>
                  <a:gd name="connsiteX8" fmla="*/ 4371 w 8600"/>
                  <a:gd name="connsiteY8" fmla="*/ 9915 h 10128"/>
                  <a:gd name="connsiteX9" fmla="*/ 3140 w 8600"/>
                  <a:gd name="connsiteY9" fmla="*/ 10022 h 10128"/>
                  <a:gd name="connsiteX10" fmla="*/ 2179 w 8600"/>
                  <a:gd name="connsiteY10" fmla="*/ 7898 h 10128"/>
                  <a:gd name="connsiteX11" fmla="*/ 1187 w 8600"/>
                  <a:gd name="connsiteY11" fmla="*/ 7498 h 10128"/>
                  <a:gd name="connsiteX12" fmla="*/ 4 w 8600"/>
                  <a:gd name="connsiteY12" fmla="*/ 4042 h 10128"/>
                  <a:gd name="connsiteX0" fmla="*/ 4 w 9326"/>
                  <a:gd name="connsiteY0" fmla="*/ 3988 h 9997"/>
                  <a:gd name="connsiteX1" fmla="*/ 830 w 9326"/>
                  <a:gd name="connsiteY1" fmla="*/ 1575 h 9997"/>
                  <a:gd name="connsiteX2" fmla="*/ 3639 w 9326"/>
                  <a:gd name="connsiteY2" fmla="*/ 993 h 9997"/>
                  <a:gd name="connsiteX3" fmla="*/ 5807 w 9326"/>
                  <a:gd name="connsiteY3" fmla="*/ 0 h 9997"/>
                  <a:gd name="connsiteX4" fmla="*/ 7813 w 9326"/>
                  <a:gd name="connsiteY4" fmla="*/ 996 h 9997"/>
                  <a:gd name="connsiteX5" fmla="*/ 9324 w 9326"/>
                  <a:gd name="connsiteY5" fmla="*/ 5746 h 9997"/>
                  <a:gd name="connsiteX6" fmla="*/ 8133 w 9326"/>
                  <a:gd name="connsiteY6" fmla="*/ 9204 h 9997"/>
                  <a:gd name="connsiteX7" fmla="*/ 6170 w 9326"/>
                  <a:gd name="connsiteY7" fmla="*/ 8731 h 9997"/>
                  <a:gd name="connsiteX8" fmla="*/ 5082 w 9326"/>
                  <a:gd name="connsiteY8" fmla="*/ 9787 h 9997"/>
                  <a:gd name="connsiteX9" fmla="*/ 3650 w 9326"/>
                  <a:gd name="connsiteY9" fmla="*/ 9892 h 9997"/>
                  <a:gd name="connsiteX10" fmla="*/ 2533 w 9326"/>
                  <a:gd name="connsiteY10" fmla="*/ 7795 h 9997"/>
                  <a:gd name="connsiteX11" fmla="*/ 1379 w 9326"/>
                  <a:gd name="connsiteY11" fmla="*/ 7400 h 9997"/>
                  <a:gd name="connsiteX12" fmla="*/ 4 w 9326"/>
                  <a:gd name="connsiteY12" fmla="*/ 3988 h 9997"/>
                  <a:gd name="connsiteX0" fmla="*/ 4 w 10001"/>
                  <a:gd name="connsiteY0" fmla="*/ 3989 h 10041"/>
                  <a:gd name="connsiteX1" fmla="*/ 890 w 10001"/>
                  <a:gd name="connsiteY1" fmla="*/ 1575 h 10041"/>
                  <a:gd name="connsiteX2" fmla="*/ 3902 w 10001"/>
                  <a:gd name="connsiteY2" fmla="*/ 993 h 10041"/>
                  <a:gd name="connsiteX3" fmla="*/ 6227 w 10001"/>
                  <a:gd name="connsiteY3" fmla="*/ 0 h 10041"/>
                  <a:gd name="connsiteX4" fmla="*/ 8378 w 10001"/>
                  <a:gd name="connsiteY4" fmla="*/ 996 h 10041"/>
                  <a:gd name="connsiteX5" fmla="*/ 9998 w 10001"/>
                  <a:gd name="connsiteY5" fmla="*/ 5748 h 10041"/>
                  <a:gd name="connsiteX6" fmla="*/ 8721 w 10001"/>
                  <a:gd name="connsiteY6" fmla="*/ 9207 h 10041"/>
                  <a:gd name="connsiteX7" fmla="*/ 5449 w 10001"/>
                  <a:gd name="connsiteY7" fmla="*/ 9790 h 10041"/>
                  <a:gd name="connsiteX8" fmla="*/ 3914 w 10001"/>
                  <a:gd name="connsiteY8" fmla="*/ 9895 h 10041"/>
                  <a:gd name="connsiteX9" fmla="*/ 2716 w 10001"/>
                  <a:gd name="connsiteY9" fmla="*/ 7797 h 10041"/>
                  <a:gd name="connsiteX10" fmla="*/ 1479 w 10001"/>
                  <a:gd name="connsiteY10" fmla="*/ 7402 h 10041"/>
                  <a:gd name="connsiteX11" fmla="*/ 4 w 10001"/>
                  <a:gd name="connsiteY11" fmla="*/ 3989 h 10041"/>
                  <a:gd name="connsiteX0" fmla="*/ 4 w 10001"/>
                  <a:gd name="connsiteY0" fmla="*/ 3989 h 14825"/>
                  <a:gd name="connsiteX1" fmla="*/ 890 w 10001"/>
                  <a:gd name="connsiteY1" fmla="*/ 1575 h 14825"/>
                  <a:gd name="connsiteX2" fmla="*/ 3902 w 10001"/>
                  <a:gd name="connsiteY2" fmla="*/ 993 h 14825"/>
                  <a:gd name="connsiteX3" fmla="*/ 6227 w 10001"/>
                  <a:gd name="connsiteY3" fmla="*/ 0 h 14825"/>
                  <a:gd name="connsiteX4" fmla="*/ 8378 w 10001"/>
                  <a:gd name="connsiteY4" fmla="*/ 996 h 14825"/>
                  <a:gd name="connsiteX5" fmla="*/ 9998 w 10001"/>
                  <a:gd name="connsiteY5" fmla="*/ 5748 h 14825"/>
                  <a:gd name="connsiteX6" fmla="*/ 8721 w 10001"/>
                  <a:gd name="connsiteY6" fmla="*/ 9207 h 14825"/>
                  <a:gd name="connsiteX7" fmla="*/ 6011 w 10001"/>
                  <a:gd name="connsiteY7" fmla="*/ 14823 h 14825"/>
                  <a:gd name="connsiteX8" fmla="*/ 3914 w 10001"/>
                  <a:gd name="connsiteY8" fmla="*/ 9895 h 14825"/>
                  <a:gd name="connsiteX9" fmla="*/ 2716 w 10001"/>
                  <a:gd name="connsiteY9" fmla="*/ 7797 h 14825"/>
                  <a:gd name="connsiteX10" fmla="*/ 1479 w 10001"/>
                  <a:gd name="connsiteY10" fmla="*/ 7402 h 14825"/>
                  <a:gd name="connsiteX11" fmla="*/ 4 w 10001"/>
                  <a:gd name="connsiteY11" fmla="*/ 3989 h 14825"/>
                  <a:gd name="connsiteX0" fmla="*/ 4 w 10001"/>
                  <a:gd name="connsiteY0" fmla="*/ 7436 h 18272"/>
                  <a:gd name="connsiteX1" fmla="*/ 890 w 10001"/>
                  <a:gd name="connsiteY1" fmla="*/ 5022 h 18272"/>
                  <a:gd name="connsiteX2" fmla="*/ 3902 w 10001"/>
                  <a:gd name="connsiteY2" fmla="*/ 4440 h 18272"/>
                  <a:gd name="connsiteX3" fmla="*/ 6026 w 10001"/>
                  <a:gd name="connsiteY3" fmla="*/ 0 h 18272"/>
                  <a:gd name="connsiteX4" fmla="*/ 8378 w 10001"/>
                  <a:gd name="connsiteY4" fmla="*/ 4443 h 18272"/>
                  <a:gd name="connsiteX5" fmla="*/ 9998 w 10001"/>
                  <a:gd name="connsiteY5" fmla="*/ 9195 h 18272"/>
                  <a:gd name="connsiteX6" fmla="*/ 8721 w 10001"/>
                  <a:gd name="connsiteY6" fmla="*/ 12654 h 18272"/>
                  <a:gd name="connsiteX7" fmla="*/ 6011 w 10001"/>
                  <a:gd name="connsiteY7" fmla="*/ 18270 h 18272"/>
                  <a:gd name="connsiteX8" fmla="*/ 3914 w 10001"/>
                  <a:gd name="connsiteY8" fmla="*/ 13342 h 18272"/>
                  <a:gd name="connsiteX9" fmla="*/ 2716 w 10001"/>
                  <a:gd name="connsiteY9" fmla="*/ 11244 h 18272"/>
                  <a:gd name="connsiteX10" fmla="*/ 1479 w 10001"/>
                  <a:gd name="connsiteY10" fmla="*/ 10849 h 18272"/>
                  <a:gd name="connsiteX11" fmla="*/ 4 w 10001"/>
                  <a:gd name="connsiteY11" fmla="*/ 7436 h 18272"/>
                  <a:gd name="connsiteX0" fmla="*/ 1 w 9998"/>
                  <a:gd name="connsiteY0" fmla="*/ 7436 h 18272"/>
                  <a:gd name="connsiteX1" fmla="*/ 3899 w 9998"/>
                  <a:gd name="connsiteY1" fmla="*/ 4440 h 18272"/>
                  <a:gd name="connsiteX2" fmla="*/ 6023 w 9998"/>
                  <a:gd name="connsiteY2" fmla="*/ 0 h 18272"/>
                  <a:gd name="connsiteX3" fmla="*/ 8375 w 9998"/>
                  <a:gd name="connsiteY3" fmla="*/ 4443 h 18272"/>
                  <a:gd name="connsiteX4" fmla="*/ 9995 w 9998"/>
                  <a:gd name="connsiteY4" fmla="*/ 9195 h 18272"/>
                  <a:gd name="connsiteX5" fmla="*/ 8718 w 9998"/>
                  <a:gd name="connsiteY5" fmla="*/ 12654 h 18272"/>
                  <a:gd name="connsiteX6" fmla="*/ 6008 w 9998"/>
                  <a:gd name="connsiteY6" fmla="*/ 18270 h 18272"/>
                  <a:gd name="connsiteX7" fmla="*/ 3911 w 9998"/>
                  <a:gd name="connsiteY7" fmla="*/ 13342 h 18272"/>
                  <a:gd name="connsiteX8" fmla="*/ 2713 w 9998"/>
                  <a:gd name="connsiteY8" fmla="*/ 11244 h 18272"/>
                  <a:gd name="connsiteX9" fmla="*/ 1476 w 9998"/>
                  <a:gd name="connsiteY9" fmla="*/ 10849 h 18272"/>
                  <a:gd name="connsiteX10" fmla="*/ 1 w 9998"/>
                  <a:gd name="connsiteY10" fmla="*/ 7436 h 18272"/>
                  <a:gd name="connsiteX0" fmla="*/ 35 w 8559"/>
                  <a:gd name="connsiteY0" fmla="*/ 5938 h 10000"/>
                  <a:gd name="connsiteX1" fmla="*/ 2459 w 8559"/>
                  <a:gd name="connsiteY1" fmla="*/ 2430 h 10000"/>
                  <a:gd name="connsiteX2" fmla="*/ 4583 w 8559"/>
                  <a:gd name="connsiteY2" fmla="*/ 0 h 10000"/>
                  <a:gd name="connsiteX3" fmla="*/ 6936 w 8559"/>
                  <a:gd name="connsiteY3" fmla="*/ 2432 h 10000"/>
                  <a:gd name="connsiteX4" fmla="*/ 8556 w 8559"/>
                  <a:gd name="connsiteY4" fmla="*/ 5032 h 10000"/>
                  <a:gd name="connsiteX5" fmla="*/ 7279 w 8559"/>
                  <a:gd name="connsiteY5" fmla="*/ 6925 h 10000"/>
                  <a:gd name="connsiteX6" fmla="*/ 4568 w 8559"/>
                  <a:gd name="connsiteY6" fmla="*/ 9999 h 10000"/>
                  <a:gd name="connsiteX7" fmla="*/ 2471 w 8559"/>
                  <a:gd name="connsiteY7" fmla="*/ 7302 h 10000"/>
                  <a:gd name="connsiteX8" fmla="*/ 1273 w 8559"/>
                  <a:gd name="connsiteY8" fmla="*/ 6154 h 10000"/>
                  <a:gd name="connsiteX9" fmla="*/ 35 w 8559"/>
                  <a:gd name="connsiteY9" fmla="*/ 5938 h 10000"/>
                  <a:gd name="connsiteX0" fmla="*/ 49 w 9820"/>
                  <a:gd name="connsiteY0" fmla="*/ 4655 h 10000"/>
                  <a:gd name="connsiteX1" fmla="*/ 2693 w 9820"/>
                  <a:gd name="connsiteY1" fmla="*/ 2430 h 10000"/>
                  <a:gd name="connsiteX2" fmla="*/ 5175 w 9820"/>
                  <a:gd name="connsiteY2" fmla="*/ 0 h 10000"/>
                  <a:gd name="connsiteX3" fmla="*/ 7924 w 9820"/>
                  <a:gd name="connsiteY3" fmla="*/ 2432 h 10000"/>
                  <a:gd name="connsiteX4" fmla="*/ 9816 w 9820"/>
                  <a:gd name="connsiteY4" fmla="*/ 5032 h 10000"/>
                  <a:gd name="connsiteX5" fmla="*/ 8324 w 9820"/>
                  <a:gd name="connsiteY5" fmla="*/ 6925 h 10000"/>
                  <a:gd name="connsiteX6" fmla="*/ 5157 w 9820"/>
                  <a:gd name="connsiteY6" fmla="*/ 9999 h 10000"/>
                  <a:gd name="connsiteX7" fmla="*/ 2707 w 9820"/>
                  <a:gd name="connsiteY7" fmla="*/ 7302 h 10000"/>
                  <a:gd name="connsiteX8" fmla="*/ 1307 w 9820"/>
                  <a:gd name="connsiteY8" fmla="*/ 6154 h 10000"/>
                  <a:gd name="connsiteX9" fmla="*/ 49 w 9820"/>
                  <a:gd name="connsiteY9" fmla="*/ 4655 h 10000"/>
                  <a:gd name="connsiteX0" fmla="*/ 45 w 9995"/>
                  <a:gd name="connsiteY0" fmla="*/ 4655 h 10000"/>
                  <a:gd name="connsiteX1" fmla="*/ 2737 w 9995"/>
                  <a:gd name="connsiteY1" fmla="*/ 2430 h 10000"/>
                  <a:gd name="connsiteX2" fmla="*/ 5265 w 9995"/>
                  <a:gd name="connsiteY2" fmla="*/ 0 h 10000"/>
                  <a:gd name="connsiteX3" fmla="*/ 8064 w 9995"/>
                  <a:gd name="connsiteY3" fmla="*/ 2432 h 10000"/>
                  <a:gd name="connsiteX4" fmla="*/ 9991 w 9995"/>
                  <a:gd name="connsiteY4" fmla="*/ 5032 h 10000"/>
                  <a:gd name="connsiteX5" fmla="*/ 8472 w 9995"/>
                  <a:gd name="connsiteY5" fmla="*/ 6925 h 10000"/>
                  <a:gd name="connsiteX6" fmla="*/ 5247 w 9995"/>
                  <a:gd name="connsiteY6" fmla="*/ 9999 h 10000"/>
                  <a:gd name="connsiteX7" fmla="*/ 2752 w 9995"/>
                  <a:gd name="connsiteY7" fmla="*/ 7302 h 10000"/>
                  <a:gd name="connsiteX8" fmla="*/ 1374 w 9995"/>
                  <a:gd name="connsiteY8" fmla="*/ 6984 h 10000"/>
                  <a:gd name="connsiteX9" fmla="*/ 45 w 9995"/>
                  <a:gd name="connsiteY9" fmla="*/ 4655 h 10000"/>
                  <a:gd name="connsiteX0" fmla="*/ 45 w 10000"/>
                  <a:gd name="connsiteY0" fmla="*/ 5032 h 10377"/>
                  <a:gd name="connsiteX1" fmla="*/ 2738 w 10000"/>
                  <a:gd name="connsiteY1" fmla="*/ 2807 h 10377"/>
                  <a:gd name="connsiteX2" fmla="*/ 4886 w 10000"/>
                  <a:gd name="connsiteY2" fmla="*/ 0 h 10377"/>
                  <a:gd name="connsiteX3" fmla="*/ 8068 w 10000"/>
                  <a:gd name="connsiteY3" fmla="*/ 2809 h 10377"/>
                  <a:gd name="connsiteX4" fmla="*/ 9996 w 10000"/>
                  <a:gd name="connsiteY4" fmla="*/ 5409 h 10377"/>
                  <a:gd name="connsiteX5" fmla="*/ 8476 w 10000"/>
                  <a:gd name="connsiteY5" fmla="*/ 7302 h 10377"/>
                  <a:gd name="connsiteX6" fmla="*/ 5250 w 10000"/>
                  <a:gd name="connsiteY6" fmla="*/ 10376 h 10377"/>
                  <a:gd name="connsiteX7" fmla="*/ 2753 w 10000"/>
                  <a:gd name="connsiteY7" fmla="*/ 7679 h 10377"/>
                  <a:gd name="connsiteX8" fmla="*/ 1375 w 10000"/>
                  <a:gd name="connsiteY8" fmla="*/ 7361 h 10377"/>
                  <a:gd name="connsiteX9" fmla="*/ 45 w 10000"/>
                  <a:gd name="connsiteY9" fmla="*/ 5032 h 10377"/>
                  <a:gd name="connsiteX0" fmla="*/ 45 w 10000"/>
                  <a:gd name="connsiteY0" fmla="*/ 5036 h 10381"/>
                  <a:gd name="connsiteX1" fmla="*/ 2738 w 10000"/>
                  <a:gd name="connsiteY1" fmla="*/ 2811 h 10381"/>
                  <a:gd name="connsiteX2" fmla="*/ 4886 w 10000"/>
                  <a:gd name="connsiteY2" fmla="*/ 4 h 10381"/>
                  <a:gd name="connsiteX3" fmla="*/ 8068 w 10000"/>
                  <a:gd name="connsiteY3" fmla="*/ 2813 h 10381"/>
                  <a:gd name="connsiteX4" fmla="*/ 9996 w 10000"/>
                  <a:gd name="connsiteY4" fmla="*/ 5413 h 10381"/>
                  <a:gd name="connsiteX5" fmla="*/ 8476 w 10000"/>
                  <a:gd name="connsiteY5" fmla="*/ 7306 h 10381"/>
                  <a:gd name="connsiteX6" fmla="*/ 5250 w 10000"/>
                  <a:gd name="connsiteY6" fmla="*/ 10380 h 10381"/>
                  <a:gd name="connsiteX7" fmla="*/ 2753 w 10000"/>
                  <a:gd name="connsiteY7" fmla="*/ 7683 h 10381"/>
                  <a:gd name="connsiteX8" fmla="*/ 1375 w 10000"/>
                  <a:gd name="connsiteY8" fmla="*/ 7365 h 10381"/>
                  <a:gd name="connsiteX9" fmla="*/ 45 w 10000"/>
                  <a:gd name="connsiteY9" fmla="*/ 5036 h 10381"/>
                  <a:gd name="connsiteX0" fmla="*/ 45 w 10000"/>
                  <a:gd name="connsiteY0" fmla="*/ 5036 h 10796"/>
                  <a:gd name="connsiteX1" fmla="*/ 2738 w 10000"/>
                  <a:gd name="connsiteY1" fmla="*/ 2811 h 10796"/>
                  <a:gd name="connsiteX2" fmla="*/ 4886 w 10000"/>
                  <a:gd name="connsiteY2" fmla="*/ 4 h 10796"/>
                  <a:gd name="connsiteX3" fmla="*/ 8068 w 10000"/>
                  <a:gd name="connsiteY3" fmla="*/ 2813 h 10796"/>
                  <a:gd name="connsiteX4" fmla="*/ 9996 w 10000"/>
                  <a:gd name="connsiteY4" fmla="*/ 5413 h 10796"/>
                  <a:gd name="connsiteX5" fmla="*/ 8476 w 10000"/>
                  <a:gd name="connsiteY5" fmla="*/ 7306 h 10796"/>
                  <a:gd name="connsiteX6" fmla="*/ 5202 w 10000"/>
                  <a:gd name="connsiteY6" fmla="*/ 10795 h 10796"/>
                  <a:gd name="connsiteX7" fmla="*/ 2753 w 10000"/>
                  <a:gd name="connsiteY7" fmla="*/ 7683 h 10796"/>
                  <a:gd name="connsiteX8" fmla="*/ 1375 w 10000"/>
                  <a:gd name="connsiteY8" fmla="*/ 7365 h 10796"/>
                  <a:gd name="connsiteX9" fmla="*/ 45 w 10000"/>
                  <a:gd name="connsiteY9" fmla="*/ 5036 h 10796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000" h="10795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368" name="Group 367">
                <a:extLst>
                  <a:ext uri="{FF2B5EF4-FFF2-40B4-BE49-F238E27FC236}">
                    <a16:creationId xmlns:a16="http://schemas.microsoft.com/office/drawing/2014/main" id="{CE6E1DFD-0E16-E34D-9119-4A1DD7CF4F56}"/>
                  </a:ext>
                </a:extLst>
              </p:cNvPr>
              <p:cNvGrpSpPr/>
              <p:nvPr/>
            </p:nvGrpSpPr>
            <p:grpSpPr>
              <a:xfrm>
                <a:off x="-1935370" y="2935816"/>
                <a:ext cx="2333625" cy="1590649"/>
                <a:chOff x="833331" y="2873352"/>
                <a:chExt cx="2333625" cy="1590649"/>
              </a:xfrm>
            </p:grpSpPr>
            <p:grpSp>
              <p:nvGrpSpPr>
                <p:cNvPr id="369" name="Group 368">
                  <a:extLst>
                    <a:ext uri="{FF2B5EF4-FFF2-40B4-BE49-F238E27FC236}">
                      <a16:creationId xmlns:a16="http://schemas.microsoft.com/office/drawing/2014/main" id="{1E42DBB4-EF2A-1C4C-A0E4-0DF15571B339}"/>
                    </a:ext>
                  </a:extLst>
                </p:cNvPr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418" name="Group 327">
                    <a:extLst>
                      <a:ext uri="{FF2B5EF4-FFF2-40B4-BE49-F238E27FC236}">
                        <a16:creationId xmlns:a16="http://schemas.microsoft.com/office/drawing/2014/main" id="{19D96760-368B-6A48-9D91-159071DDA1F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422" name="Oval 421">
                      <a:extLst>
                        <a:ext uri="{FF2B5EF4-FFF2-40B4-BE49-F238E27FC236}">
                          <a16:creationId xmlns:a16="http://schemas.microsoft.com/office/drawing/2014/main" id="{7B9DB84B-120A-064F-90AA-33E8F782B831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23" name="Rectangle 422">
                      <a:extLst>
                        <a:ext uri="{FF2B5EF4-FFF2-40B4-BE49-F238E27FC236}">
                          <a16:creationId xmlns:a16="http://schemas.microsoft.com/office/drawing/2014/main" id="{EB76D9E2-FD35-3C4A-9805-91BD6427990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24" name="Oval 423">
                      <a:extLst>
                        <a:ext uri="{FF2B5EF4-FFF2-40B4-BE49-F238E27FC236}">
                          <a16:creationId xmlns:a16="http://schemas.microsoft.com/office/drawing/2014/main" id="{5577FBB7-F58A-9E4E-A7CE-305D1FCDC7A3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25" name="Freeform 424">
                      <a:extLst>
                        <a:ext uri="{FF2B5EF4-FFF2-40B4-BE49-F238E27FC236}">
                          <a16:creationId xmlns:a16="http://schemas.microsoft.com/office/drawing/2014/main" id="{1C1EE56B-F4CB-3648-849A-DE224C58F3C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26" name="Freeform 425">
                      <a:extLst>
                        <a:ext uri="{FF2B5EF4-FFF2-40B4-BE49-F238E27FC236}">
                          <a16:creationId xmlns:a16="http://schemas.microsoft.com/office/drawing/2014/main" id="{0110F780-B9FA-F041-B863-73C0CDE9D95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27" name="Freeform 426">
                      <a:extLst>
                        <a:ext uri="{FF2B5EF4-FFF2-40B4-BE49-F238E27FC236}">
                          <a16:creationId xmlns:a16="http://schemas.microsoft.com/office/drawing/2014/main" id="{9F917B5B-289C-9A4A-9D65-33D33888143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28" name="Freeform 427">
                      <a:extLst>
                        <a:ext uri="{FF2B5EF4-FFF2-40B4-BE49-F238E27FC236}">
                          <a16:creationId xmlns:a16="http://schemas.microsoft.com/office/drawing/2014/main" id="{FCD5676C-4293-B04F-BBF1-E83F92FF5D7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429" name="Straight Connector 428">
                      <a:extLst>
                        <a:ext uri="{FF2B5EF4-FFF2-40B4-BE49-F238E27FC236}">
                          <a16:creationId xmlns:a16="http://schemas.microsoft.com/office/drawing/2014/main" id="{B3CBECA1-2E96-354A-97C9-2FD64216B13D}"/>
                        </a:ext>
                      </a:extLst>
                    </p:cNvPr>
                    <p:cNvCxnSpPr>
                      <a:endCxn id="424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430" name="Straight Connector 429">
                      <a:extLst>
                        <a:ext uri="{FF2B5EF4-FFF2-40B4-BE49-F238E27FC236}">
                          <a16:creationId xmlns:a16="http://schemas.microsoft.com/office/drawing/2014/main" id="{935CF34B-5A5D-6145-AE19-0AFDC9C54A7C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419" name="Group 418">
                    <a:extLst>
                      <a:ext uri="{FF2B5EF4-FFF2-40B4-BE49-F238E27FC236}">
                        <a16:creationId xmlns:a16="http://schemas.microsoft.com/office/drawing/2014/main" id="{05955716-39AA-6741-8048-0B0D7E88B57C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420" name="Oval 419">
                      <a:extLst>
                        <a:ext uri="{FF2B5EF4-FFF2-40B4-BE49-F238E27FC236}">
                          <a16:creationId xmlns:a16="http://schemas.microsoft.com/office/drawing/2014/main" id="{0E8F3993-0540-5547-B15B-A836DEF2B651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21" name="TextBox 420">
                      <a:extLst>
                        <a:ext uri="{FF2B5EF4-FFF2-40B4-BE49-F238E27FC236}">
                          <a16:creationId xmlns:a16="http://schemas.microsoft.com/office/drawing/2014/main" id="{589E1890-262F-CB4E-8BA9-F32E8C01FDB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3b</a:t>
                      </a:r>
                    </a:p>
                  </p:txBody>
                </p:sp>
              </p:grpSp>
            </p:grpSp>
            <p:grpSp>
              <p:nvGrpSpPr>
                <p:cNvPr id="370" name="Group 369">
                  <a:extLst>
                    <a:ext uri="{FF2B5EF4-FFF2-40B4-BE49-F238E27FC236}">
                      <a16:creationId xmlns:a16="http://schemas.microsoft.com/office/drawing/2014/main" id="{C389C532-9F6C-B24E-8007-07DB1970A42B}"/>
                    </a:ext>
                  </a:extLst>
                </p:cNvPr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405" name="Group 327">
                    <a:extLst>
                      <a:ext uri="{FF2B5EF4-FFF2-40B4-BE49-F238E27FC236}">
                        <a16:creationId xmlns:a16="http://schemas.microsoft.com/office/drawing/2014/main" id="{99E58A91-86E0-9A41-AD32-47399AFED8C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409" name="Oval 408">
                      <a:extLst>
                        <a:ext uri="{FF2B5EF4-FFF2-40B4-BE49-F238E27FC236}">
                          <a16:creationId xmlns:a16="http://schemas.microsoft.com/office/drawing/2014/main" id="{8237784B-2EBF-4347-9D1C-A66B4C950978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10" name="Rectangle 409">
                      <a:extLst>
                        <a:ext uri="{FF2B5EF4-FFF2-40B4-BE49-F238E27FC236}">
                          <a16:creationId xmlns:a16="http://schemas.microsoft.com/office/drawing/2014/main" id="{ED8D8D24-2794-CF46-9A3D-E1E6A0BF727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11" name="Oval 410">
                      <a:extLst>
                        <a:ext uri="{FF2B5EF4-FFF2-40B4-BE49-F238E27FC236}">
                          <a16:creationId xmlns:a16="http://schemas.microsoft.com/office/drawing/2014/main" id="{D1D297FB-D32F-C74F-AFB4-F3DB416FDCE0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12" name="Freeform 411">
                      <a:extLst>
                        <a:ext uri="{FF2B5EF4-FFF2-40B4-BE49-F238E27FC236}">
                          <a16:creationId xmlns:a16="http://schemas.microsoft.com/office/drawing/2014/main" id="{83D53016-C228-4D46-902B-99277D1B2EF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13" name="Freeform 412">
                      <a:extLst>
                        <a:ext uri="{FF2B5EF4-FFF2-40B4-BE49-F238E27FC236}">
                          <a16:creationId xmlns:a16="http://schemas.microsoft.com/office/drawing/2014/main" id="{0F276182-0590-F149-BCBF-849757E26E0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14" name="Freeform 413">
                      <a:extLst>
                        <a:ext uri="{FF2B5EF4-FFF2-40B4-BE49-F238E27FC236}">
                          <a16:creationId xmlns:a16="http://schemas.microsoft.com/office/drawing/2014/main" id="{6F6D8CA7-D49D-3A43-8B1F-417701FB70D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15" name="Freeform 414">
                      <a:extLst>
                        <a:ext uri="{FF2B5EF4-FFF2-40B4-BE49-F238E27FC236}">
                          <a16:creationId xmlns:a16="http://schemas.microsoft.com/office/drawing/2014/main" id="{C1D501FE-0FE1-EE49-8EA6-95466D1E316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416" name="Straight Connector 415">
                      <a:extLst>
                        <a:ext uri="{FF2B5EF4-FFF2-40B4-BE49-F238E27FC236}">
                          <a16:creationId xmlns:a16="http://schemas.microsoft.com/office/drawing/2014/main" id="{5705EF95-285C-AA45-B0FD-2D7A910CC0C1}"/>
                        </a:ext>
                      </a:extLst>
                    </p:cNvPr>
                    <p:cNvCxnSpPr>
                      <a:endCxn id="411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417" name="Straight Connector 416">
                      <a:extLst>
                        <a:ext uri="{FF2B5EF4-FFF2-40B4-BE49-F238E27FC236}">
                          <a16:creationId xmlns:a16="http://schemas.microsoft.com/office/drawing/2014/main" id="{2E1F92CC-8093-4749-9295-047AD38EBB18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406" name="Group 405">
                    <a:extLst>
                      <a:ext uri="{FF2B5EF4-FFF2-40B4-BE49-F238E27FC236}">
                        <a16:creationId xmlns:a16="http://schemas.microsoft.com/office/drawing/2014/main" id="{37953D0B-1ABB-C94A-A13F-249DB103CAF5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407" name="Oval 406">
                      <a:extLst>
                        <a:ext uri="{FF2B5EF4-FFF2-40B4-BE49-F238E27FC236}">
                          <a16:creationId xmlns:a16="http://schemas.microsoft.com/office/drawing/2014/main" id="{27520DAF-20CE-F441-96B5-A8F0348576C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08" name="TextBox 407">
                      <a:extLst>
                        <a:ext uri="{FF2B5EF4-FFF2-40B4-BE49-F238E27FC236}">
                          <a16:creationId xmlns:a16="http://schemas.microsoft.com/office/drawing/2014/main" id="{6D313AC0-5B65-FC40-8291-21F4275225B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3d</a:t>
                      </a:r>
                    </a:p>
                  </p:txBody>
                </p:sp>
              </p:grpSp>
            </p:grpSp>
            <p:grpSp>
              <p:nvGrpSpPr>
                <p:cNvPr id="371" name="Group 370">
                  <a:extLst>
                    <a:ext uri="{FF2B5EF4-FFF2-40B4-BE49-F238E27FC236}">
                      <a16:creationId xmlns:a16="http://schemas.microsoft.com/office/drawing/2014/main" id="{9C70624D-098A-B244-9077-1AB9C396702D}"/>
                    </a:ext>
                  </a:extLst>
                </p:cNvPr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392" name="Group 327">
                    <a:extLst>
                      <a:ext uri="{FF2B5EF4-FFF2-40B4-BE49-F238E27FC236}">
                        <a16:creationId xmlns:a16="http://schemas.microsoft.com/office/drawing/2014/main" id="{15B98BC7-5F33-9741-A19A-C843F4EAEA2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396" name="Oval 395">
                      <a:extLst>
                        <a:ext uri="{FF2B5EF4-FFF2-40B4-BE49-F238E27FC236}">
                          <a16:creationId xmlns:a16="http://schemas.microsoft.com/office/drawing/2014/main" id="{0F602CB5-B70C-E641-B962-E34B26BC6DBB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97" name="Rectangle 396">
                      <a:extLst>
                        <a:ext uri="{FF2B5EF4-FFF2-40B4-BE49-F238E27FC236}">
                          <a16:creationId xmlns:a16="http://schemas.microsoft.com/office/drawing/2014/main" id="{B0B57F5B-5412-D243-A2B3-6566D084C25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98" name="Oval 397">
                      <a:extLst>
                        <a:ext uri="{FF2B5EF4-FFF2-40B4-BE49-F238E27FC236}">
                          <a16:creationId xmlns:a16="http://schemas.microsoft.com/office/drawing/2014/main" id="{B70585CA-1DC4-964B-8CD8-05EE5B91EDD9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99" name="Freeform 398">
                      <a:extLst>
                        <a:ext uri="{FF2B5EF4-FFF2-40B4-BE49-F238E27FC236}">
                          <a16:creationId xmlns:a16="http://schemas.microsoft.com/office/drawing/2014/main" id="{DBD27553-16D1-8C4E-9179-556CD325F95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00" name="Freeform 399">
                      <a:extLst>
                        <a:ext uri="{FF2B5EF4-FFF2-40B4-BE49-F238E27FC236}">
                          <a16:creationId xmlns:a16="http://schemas.microsoft.com/office/drawing/2014/main" id="{086B7346-EF73-D14E-AA39-8A6B845E7561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01" name="Freeform 400">
                      <a:extLst>
                        <a:ext uri="{FF2B5EF4-FFF2-40B4-BE49-F238E27FC236}">
                          <a16:creationId xmlns:a16="http://schemas.microsoft.com/office/drawing/2014/main" id="{6AD559A5-4712-BA4A-A512-99D60F07913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02" name="Freeform 401">
                      <a:extLst>
                        <a:ext uri="{FF2B5EF4-FFF2-40B4-BE49-F238E27FC236}">
                          <a16:creationId xmlns:a16="http://schemas.microsoft.com/office/drawing/2014/main" id="{94F5FA38-66E3-6F4F-AA3E-6FD2FB5AF58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403" name="Straight Connector 402">
                      <a:extLst>
                        <a:ext uri="{FF2B5EF4-FFF2-40B4-BE49-F238E27FC236}">
                          <a16:creationId xmlns:a16="http://schemas.microsoft.com/office/drawing/2014/main" id="{6CC5B9EB-41AA-7448-8F27-EB917271F59F}"/>
                        </a:ext>
                      </a:extLst>
                    </p:cNvPr>
                    <p:cNvCxnSpPr>
                      <a:endCxn id="398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404" name="Straight Connector 403">
                      <a:extLst>
                        <a:ext uri="{FF2B5EF4-FFF2-40B4-BE49-F238E27FC236}">
                          <a16:creationId xmlns:a16="http://schemas.microsoft.com/office/drawing/2014/main" id="{E783ACFF-A16A-2247-94A8-A25FE4F16F4D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393" name="Group 392">
                    <a:extLst>
                      <a:ext uri="{FF2B5EF4-FFF2-40B4-BE49-F238E27FC236}">
                        <a16:creationId xmlns:a16="http://schemas.microsoft.com/office/drawing/2014/main" id="{231470FB-F7D4-4A4A-87D4-61739203FF21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394" name="Oval 393">
                      <a:extLst>
                        <a:ext uri="{FF2B5EF4-FFF2-40B4-BE49-F238E27FC236}">
                          <a16:creationId xmlns:a16="http://schemas.microsoft.com/office/drawing/2014/main" id="{084834AF-E8D6-9044-A221-3DF5D73245C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95" name="TextBox 394">
                      <a:extLst>
                        <a:ext uri="{FF2B5EF4-FFF2-40B4-BE49-F238E27FC236}">
                          <a16:creationId xmlns:a16="http://schemas.microsoft.com/office/drawing/2014/main" id="{A70B5A42-B674-BE45-8819-B3A0C856DE2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3c</a:t>
                      </a:r>
                    </a:p>
                  </p:txBody>
                </p:sp>
              </p:grpSp>
            </p:grpSp>
            <p:grpSp>
              <p:nvGrpSpPr>
                <p:cNvPr id="372" name="Group 371">
                  <a:extLst>
                    <a:ext uri="{FF2B5EF4-FFF2-40B4-BE49-F238E27FC236}">
                      <a16:creationId xmlns:a16="http://schemas.microsoft.com/office/drawing/2014/main" id="{EBDA0941-6188-F94C-BAAF-E8BE5AECBD9B}"/>
                    </a:ext>
                  </a:extLst>
                </p:cNvPr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379" name="Group 327">
                    <a:extLst>
                      <a:ext uri="{FF2B5EF4-FFF2-40B4-BE49-F238E27FC236}">
                        <a16:creationId xmlns:a16="http://schemas.microsoft.com/office/drawing/2014/main" id="{665FAE86-DDA2-E943-A79F-3332C3F59D5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383" name="Oval 382">
                      <a:extLst>
                        <a:ext uri="{FF2B5EF4-FFF2-40B4-BE49-F238E27FC236}">
                          <a16:creationId xmlns:a16="http://schemas.microsoft.com/office/drawing/2014/main" id="{10608A40-AF9C-7E42-B440-3D5C185F8F49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84" name="Rectangle 383">
                      <a:extLst>
                        <a:ext uri="{FF2B5EF4-FFF2-40B4-BE49-F238E27FC236}">
                          <a16:creationId xmlns:a16="http://schemas.microsoft.com/office/drawing/2014/main" id="{B47D6D27-54FB-1247-92F3-B6372E39134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85" name="Oval 384">
                      <a:extLst>
                        <a:ext uri="{FF2B5EF4-FFF2-40B4-BE49-F238E27FC236}">
                          <a16:creationId xmlns:a16="http://schemas.microsoft.com/office/drawing/2014/main" id="{C0B95F0F-B3AE-CA44-A688-0C1986119A0B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86" name="Freeform 385">
                      <a:extLst>
                        <a:ext uri="{FF2B5EF4-FFF2-40B4-BE49-F238E27FC236}">
                          <a16:creationId xmlns:a16="http://schemas.microsoft.com/office/drawing/2014/main" id="{33AA2C8C-5C10-2F4E-887F-17B7696460C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87" name="Freeform 386">
                      <a:extLst>
                        <a:ext uri="{FF2B5EF4-FFF2-40B4-BE49-F238E27FC236}">
                          <a16:creationId xmlns:a16="http://schemas.microsoft.com/office/drawing/2014/main" id="{5F9196CA-FAD0-6942-8893-CC3E165ABBE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88" name="Freeform 387">
                      <a:extLst>
                        <a:ext uri="{FF2B5EF4-FFF2-40B4-BE49-F238E27FC236}">
                          <a16:creationId xmlns:a16="http://schemas.microsoft.com/office/drawing/2014/main" id="{9D5EE819-D99D-B548-BB91-262CCD86F8E1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89" name="Freeform 388">
                      <a:extLst>
                        <a:ext uri="{FF2B5EF4-FFF2-40B4-BE49-F238E27FC236}">
                          <a16:creationId xmlns:a16="http://schemas.microsoft.com/office/drawing/2014/main" id="{B8FA780E-A164-5B48-A0E5-58E4AE9249C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390" name="Straight Connector 389">
                      <a:extLst>
                        <a:ext uri="{FF2B5EF4-FFF2-40B4-BE49-F238E27FC236}">
                          <a16:creationId xmlns:a16="http://schemas.microsoft.com/office/drawing/2014/main" id="{BD021C86-0683-294D-A1F0-C9E45B200A32}"/>
                        </a:ext>
                      </a:extLst>
                    </p:cNvPr>
                    <p:cNvCxnSpPr>
                      <a:endCxn id="385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391" name="Straight Connector 390">
                      <a:extLst>
                        <a:ext uri="{FF2B5EF4-FFF2-40B4-BE49-F238E27FC236}">
                          <a16:creationId xmlns:a16="http://schemas.microsoft.com/office/drawing/2014/main" id="{E141CDA7-AB94-1847-A09B-9BDEC5B999C4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380" name="Group 379">
                    <a:extLst>
                      <a:ext uri="{FF2B5EF4-FFF2-40B4-BE49-F238E27FC236}">
                        <a16:creationId xmlns:a16="http://schemas.microsoft.com/office/drawing/2014/main" id="{0BB72601-3183-F246-9A0B-2D48AA8ED500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381" name="Oval 380">
                      <a:extLst>
                        <a:ext uri="{FF2B5EF4-FFF2-40B4-BE49-F238E27FC236}">
                          <a16:creationId xmlns:a16="http://schemas.microsoft.com/office/drawing/2014/main" id="{DAB133BC-FF9E-FA43-A4F7-D92612BE38B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82" name="TextBox 381">
                      <a:extLst>
                        <a:ext uri="{FF2B5EF4-FFF2-40B4-BE49-F238E27FC236}">
                          <a16:creationId xmlns:a16="http://schemas.microsoft.com/office/drawing/2014/main" id="{C301D58D-4755-AD47-A651-655BBEF183A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3a</a:t>
                      </a:r>
                    </a:p>
                  </p:txBody>
                </p:sp>
              </p:grpSp>
            </p:grpSp>
            <p:cxnSp>
              <p:nvCxnSpPr>
                <p:cNvPr id="373" name="Straight Connector 372">
                  <a:extLst>
                    <a:ext uri="{FF2B5EF4-FFF2-40B4-BE49-F238E27FC236}">
                      <a16:creationId xmlns:a16="http://schemas.microsoft.com/office/drawing/2014/main" id="{9A1DF12C-66C0-744B-913D-868AA8CB022D}"/>
                    </a:ext>
                  </a:extLst>
                </p:cNvPr>
                <p:cNvCxnSpPr>
                  <a:stCxn id="421" idx="2"/>
                  <a:endCxn id="408" idx="0"/>
                </p:cNvCxnSpPr>
                <p:nvPr/>
              </p:nvCxnSpPr>
              <p:spPr bwMode="auto">
                <a:xfrm>
                  <a:off x="1991073" y="3242684"/>
                  <a:ext cx="4230" cy="851985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74" name="Straight Connector 373">
                  <a:extLst>
                    <a:ext uri="{FF2B5EF4-FFF2-40B4-BE49-F238E27FC236}">
                      <a16:creationId xmlns:a16="http://schemas.microsoft.com/office/drawing/2014/main" id="{9019AE42-AAC5-DB4C-9F68-FD0133EDF5F8}"/>
                    </a:ext>
                  </a:extLst>
                </p:cNvPr>
                <p:cNvCxnSpPr/>
                <p:nvPr/>
              </p:nvCxnSpPr>
              <p:spPr bwMode="auto">
                <a:xfrm>
                  <a:off x="1407477" y="3648621"/>
                  <a:ext cx="1204913" cy="6353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75" name="Straight Connector 374">
                  <a:extLst>
                    <a:ext uri="{FF2B5EF4-FFF2-40B4-BE49-F238E27FC236}">
                      <a16:creationId xmlns:a16="http://schemas.microsoft.com/office/drawing/2014/main" id="{819AAA66-3D17-9E49-A9F2-7B012117B9BE}"/>
                    </a:ext>
                  </a:extLst>
                </p:cNvPr>
                <p:cNvCxnSpPr>
                  <a:stCxn id="422" idx="7"/>
                </p:cNvCxnSpPr>
                <p:nvPr/>
              </p:nvCxnSpPr>
              <p:spPr bwMode="auto">
                <a:xfrm>
                  <a:off x="2218708" y="3154477"/>
                  <a:ext cx="480042" cy="369773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B5D58B47-FCD5-3545-B262-C438BEEA9398}"/>
                    </a:ext>
                  </a:extLst>
                </p:cNvPr>
                <p:cNvCxnSpPr/>
                <p:nvPr/>
              </p:nvCxnSpPr>
              <p:spPr bwMode="auto">
                <a:xfrm>
                  <a:off x="1300073" y="3786304"/>
                  <a:ext cx="477927" cy="357071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77" name="Straight Connector 376">
                  <a:extLst>
                    <a:ext uri="{FF2B5EF4-FFF2-40B4-BE49-F238E27FC236}">
                      <a16:creationId xmlns:a16="http://schemas.microsoft.com/office/drawing/2014/main" id="{9D1A1ACC-C681-BA4E-A2E3-2C6C71834A9D}"/>
                    </a:ext>
                  </a:extLst>
                </p:cNvPr>
                <p:cNvCxnSpPr/>
                <p:nvPr/>
              </p:nvCxnSpPr>
              <p:spPr bwMode="auto">
                <a:xfrm flipH="1">
                  <a:off x="2196042" y="3783542"/>
                  <a:ext cx="508002" cy="349250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78" name="Straight Connector 377">
                  <a:extLst>
                    <a:ext uri="{FF2B5EF4-FFF2-40B4-BE49-F238E27FC236}">
                      <a16:creationId xmlns:a16="http://schemas.microsoft.com/office/drawing/2014/main" id="{2222DD7C-E585-7B4F-9112-7512986C2399}"/>
                    </a:ext>
                  </a:extLst>
                </p:cNvPr>
                <p:cNvCxnSpPr/>
                <p:nvPr/>
              </p:nvCxnSpPr>
              <p:spPr bwMode="auto">
                <a:xfrm flipH="1">
                  <a:off x="1287553" y="3166946"/>
                  <a:ext cx="508002" cy="349250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24F07CA7-5B75-564A-BC27-B6FFE9642DC4}"/>
                </a:ext>
              </a:extLst>
            </p:cNvPr>
            <p:cNvCxnSpPr/>
            <p:nvPr/>
          </p:nvCxnSpPr>
          <p:spPr bwMode="auto">
            <a:xfrm flipH="1">
              <a:off x="4711988" y="2705105"/>
              <a:ext cx="495463" cy="495451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9FF439ED-263B-C24E-94AF-EE4EE36210C4}"/>
                </a:ext>
              </a:extLst>
            </p:cNvPr>
            <p:cNvCxnSpPr>
              <a:endCxn id="331" idx="7"/>
            </p:cNvCxnSpPr>
            <p:nvPr/>
          </p:nvCxnSpPr>
          <p:spPr bwMode="auto">
            <a:xfrm flipH="1" flipV="1">
              <a:off x="7345281" y="2689306"/>
              <a:ext cx="498946" cy="573893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3" name="TextBox 432">
              <a:extLst>
                <a:ext uri="{FF2B5EF4-FFF2-40B4-BE49-F238E27FC236}">
                  <a16:creationId xmlns:a16="http://schemas.microsoft.com/office/drawing/2014/main" id="{C24A3C6B-68F8-6E44-9DD7-953428A63071}"/>
                </a:ext>
              </a:extLst>
            </p:cNvPr>
            <p:cNvSpPr txBox="1"/>
            <p:nvPr/>
          </p:nvSpPr>
          <p:spPr>
            <a:xfrm>
              <a:off x="5926240" y="3607892"/>
              <a:ext cx="7535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90"/>
                  </a:solidFill>
                  <a:latin typeface="Arial" charset="0"/>
                  <a:ea typeface="ＭＳ Ｐゴシック" charset="0"/>
                </a:rPr>
                <a:t>AS 2</a:t>
              </a:r>
            </a:p>
          </p:txBody>
        </p:sp>
        <p:sp>
          <p:nvSpPr>
            <p:cNvPr id="434" name="TextBox 433">
              <a:extLst>
                <a:ext uri="{FF2B5EF4-FFF2-40B4-BE49-F238E27FC236}">
                  <a16:creationId xmlns:a16="http://schemas.microsoft.com/office/drawing/2014/main" id="{17760C06-DAEA-6243-AA80-83E56D44BFA9}"/>
                </a:ext>
              </a:extLst>
            </p:cNvPr>
            <p:cNvSpPr txBox="1"/>
            <p:nvPr/>
          </p:nvSpPr>
          <p:spPr>
            <a:xfrm>
              <a:off x="8597533" y="4364108"/>
              <a:ext cx="7535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90"/>
                  </a:solidFill>
                  <a:latin typeface="Arial" charset="0"/>
                  <a:ea typeface="ＭＳ Ｐゴシック" charset="0"/>
                </a:rPr>
                <a:t>AS 3</a:t>
              </a:r>
            </a:p>
          </p:txBody>
        </p:sp>
        <p:sp>
          <p:nvSpPr>
            <p:cNvPr id="435" name="TextBox 434">
              <a:extLst>
                <a:ext uri="{FF2B5EF4-FFF2-40B4-BE49-F238E27FC236}">
                  <a16:creationId xmlns:a16="http://schemas.microsoft.com/office/drawing/2014/main" id="{6F41EED2-8B55-514F-83D4-8FFF6CD74049}"/>
                </a:ext>
              </a:extLst>
            </p:cNvPr>
            <p:cNvSpPr txBox="1"/>
            <p:nvPr/>
          </p:nvSpPr>
          <p:spPr>
            <a:xfrm>
              <a:off x="3316617" y="4308296"/>
              <a:ext cx="7535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90"/>
                  </a:solidFill>
                  <a:latin typeface="Arial" charset="0"/>
                  <a:ea typeface="ＭＳ Ｐゴシック" charset="0"/>
                </a:rPr>
                <a:t>AS 1</a:t>
              </a:r>
            </a:p>
          </p:txBody>
        </p:sp>
        <p:grpSp>
          <p:nvGrpSpPr>
            <p:cNvPr id="436" name="Group 435">
              <a:extLst>
                <a:ext uri="{FF2B5EF4-FFF2-40B4-BE49-F238E27FC236}">
                  <a16:creationId xmlns:a16="http://schemas.microsoft.com/office/drawing/2014/main" id="{A18A75F7-048B-F746-9AC4-6012DBA7876A}"/>
                </a:ext>
              </a:extLst>
            </p:cNvPr>
            <p:cNvGrpSpPr/>
            <p:nvPr/>
          </p:nvGrpSpPr>
          <p:grpSpPr>
            <a:xfrm>
              <a:off x="2711421" y="2143251"/>
              <a:ext cx="6465899" cy="3959125"/>
              <a:chOff x="1020408" y="2368720"/>
              <a:chExt cx="6465899" cy="3959125"/>
            </a:xfrm>
          </p:grpSpPr>
          <p:grpSp>
            <p:nvGrpSpPr>
              <p:cNvPr id="437" name="Group 436">
                <a:extLst>
                  <a:ext uri="{FF2B5EF4-FFF2-40B4-BE49-F238E27FC236}">
                    <a16:creationId xmlns:a16="http://schemas.microsoft.com/office/drawing/2014/main" id="{A53AC2EB-91C2-F746-B123-4DDFF13D1D57}"/>
                  </a:ext>
                </a:extLst>
              </p:cNvPr>
              <p:cNvGrpSpPr/>
              <p:nvPr/>
            </p:nvGrpSpPr>
            <p:grpSpPr>
              <a:xfrm>
                <a:off x="1020408" y="2368720"/>
                <a:ext cx="5734325" cy="3959125"/>
                <a:chOff x="1020408" y="2368720"/>
                <a:chExt cx="5734325" cy="3959125"/>
              </a:xfrm>
            </p:grpSpPr>
            <p:grpSp>
              <p:nvGrpSpPr>
                <p:cNvPr id="439" name="Group 438">
                  <a:extLst>
                    <a:ext uri="{FF2B5EF4-FFF2-40B4-BE49-F238E27FC236}">
                      <a16:creationId xmlns:a16="http://schemas.microsoft.com/office/drawing/2014/main" id="{8CDE828F-A571-994C-B96F-B66021FD9E95}"/>
                    </a:ext>
                  </a:extLst>
                </p:cNvPr>
                <p:cNvGrpSpPr/>
                <p:nvPr/>
              </p:nvGrpSpPr>
              <p:grpSpPr>
                <a:xfrm>
                  <a:off x="1146544" y="5725901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445" name="Group 327">
                    <a:extLst>
                      <a:ext uri="{FF2B5EF4-FFF2-40B4-BE49-F238E27FC236}">
                        <a16:creationId xmlns:a16="http://schemas.microsoft.com/office/drawing/2014/main" id="{7DB507C2-899A-2A48-A472-076F2BBF588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449" name="Oval 448">
                      <a:extLst>
                        <a:ext uri="{FF2B5EF4-FFF2-40B4-BE49-F238E27FC236}">
                          <a16:creationId xmlns:a16="http://schemas.microsoft.com/office/drawing/2014/main" id="{F63A2817-46A6-F443-AC44-F44A7ECB9F8A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50" name="Rectangle 449">
                      <a:extLst>
                        <a:ext uri="{FF2B5EF4-FFF2-40B4-BE49-F238E27FC236}">
                          <a16:creationId xmlns:a16="http://schemas.microsoft.com/office/drawing/2014/main" id="{64F9A520-9DD5-934F-9649-C563057A358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51" name="Oval 450">
                      <a:extLst>
                        <a:ext uri="{FF2B5EF4-FFF2-40B4-BE49-F238E27FC236}">
                          <a16:creationId xmlns:a16="http://schemas.microsoft.com/office/drawing/2014/main" id="{172E238D-4B7E-9B43-B5DC-B60FD87DB9DC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52" name="Freeform 451">
                      <a:extLst>
                        <a:ext uri="{FF2B5EF4-FFF2-40B4-BE49-F238E27FC236}">
                          <a16:creationId xmlns:a16="http://schemas.microsoft.com/office/drawing/2014/main" id="{E0151430-1B7A-8F4A-A43D-E8A0573B179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53" name="Freeform 452">
                      <a:extLst>
                        <a:ext uri="{FF2B5EF4-FFF2-40B4-BE49-F238E27FC236}">
                          <a16:creationId xmlns:a16="http://schemas.microsoft.com/office/drawing/2014/main" id="{3699656C-ED01-8044-A2A9-9CCB143DA58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54" name="Freeform 453">
                      <a:extLst>
                        <a:ext uri="{FF2B5EF4-FFF2-40B4-BE49-F238E27FC236}">
                          <a16:creationId xmlns:a16="http://schemas.microsoft.com/office/drawing/2014/main" id="{B02D3E38-4A22-CD40-AA98-AF5DEB5D7A4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55" name="Freeform 454">
                      <a:extLst>
                        <a:ext uri="{FF2B5EF4-FFF2-40B4-BE49-F238E27FC236}">
                          <a16:creationId xmlns:a16="http://schemas.microsoft.com/office/drawing/2014/main" id="{C8AD0F66-DCC0-C248-AC18-4163E0911E5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456" name="Straight Connector 455">
                      <a:extLst>
                        <a:ext uri="{FF2B5EF4-FFF2-40B4-BE49-F238E27FC236}">
                          <a16:creationId xmlns:a16="http://schemas.microsoft.com/office/drawing/2014/main" id="{4E8CAF2A-B68B-0342-8DB8-CEFAA26C7ACD}"/>
                        </a:ext>
                      </a:extLst>
                    </p:cNvPr>
                    <p:cNvCxnSpPr>
                      <a:endCxn id="451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457" name="Straight Connector 456">
                      <a:extLst>
                        <a:ext uri="{FF2B5EF4-FFF2-40B4-BE49-F238E27FC236}">
                          <a16:creationId xmlns:a16="http://schemas.microsoft.com/office/drawing/2014/main" id="{79808F3B-5338-CA4C-BB20-72DFD3FC58FB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446" name="Group 445">
                    <a:extLst>
                      <a:ext uri="{FF2B5EF4-FFF2-40B4-BE49-F238E27FC236}">
                        <a16:creationId xmlns:a16="http://schemas.microsoft.com/office/drawing/2014/main" id="{F7834A01-840C-9641-A3E4-C59BA2DC7FC8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447" name="Oval 446">
                      <a:extLst>
                        <a:ext uri="{FF2B5EF4-FFF2-40B4-BE49-F238E27FC236}">
                          <a16:creationId xmlns:a16="http://schemas.microsoft.com/office/drawing/2014/main" id="{2A7E029A-75F0-614A-B5E8-B87AD51B8BB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48" name="TextBox 447">
                      <a:extLst>
                        <a:ext uri="{FF2B5EF4-FFF2-40B4-BE49-F238E27FC236}">
                          <a16:creationId xmlns:a16="http://schemas.microsoft.com/office/drawing/2014/main" id="{28310241-BB7D-9A48-BD30-785C2A40B6C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1c</a:t>
                      </a:r>
                    </a:p>
                  </p:txBody>
                </p:sp>
              </p:grpSp>
            </p:grpSp>
            <p:sp>
              <p:nvSpPr>
                <p:cNvPr id="440" name="Oval 439">
                  <a:extLst>
                    <a:ext uri="{FF2B5EF4-FFF2-40B4-BE49-F238E27FC236}">
                      <a16:creationId xmlns:a16="http://schemas.microsoft.com/office/drawing/2014/main" id="{6A304910-8754-7E45-BA14-8F35CB53B700}"/>
                    </a:ext>
                  </a:extLst>
                </p:cNvPr>
                <p:cNvSpPr/>
                <p:nvPr/>
              </p:nvSpPr>
              <p:spPr bwMode="auto">
                <a:xfrm>
                  <a:off x="1020408" y="5511349"/>
                  <a:ext cx="839004" cy="816496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41" name="Oval 440">
                  <a:extLst>
                    <a:ext uri="{FF2B5EF4-FFF2-40B4-BE49-F238E27FC236}">
                      <a16:creationId xmlns:a16="http://schemas.microsoft.com/office/drawing/2014/main" id="{B5398DB6-00AC-E84B-8FC3-AB4E80C61FCA}"/>
                    </a:ext>
                  </a:extLst>
                </p:cNvPr>
                <p:cNvSpPr/>
                <p:nvPr/>
              </p:nvSpPr>
              <p:spPr bwMode="auto">
                <a:xfrm>
                  <a:off x="2442651" y="3191580"/>
                  <a:ext cx="839004" cy="816496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42" name="Oval 441">
                  <a:extLst>
                    <a:ext uri="{FF2B5EF4-FFF2-40B4-BE49-F238E27FC236}">
                      <a16:creationId xmlns:a16="http://schemas.microsoft.com/office/drawing/2014/main" id="{4B6D0F25-82B6-4449-8E73-0F9B6AEF718E}"/>
                    </a:ext>
                  </a:extLst>
                </p:cNvPr>
                <p:cNvSpPr/>
                <p:nvPr/>
              </p:nvSpPr>
              <p:spPr bwMode="auto">
                <a:xfrm>
                  <a:off x="3252649" y="2368720"/>
                  <a:ext cx="839004" cy="816496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43" name="Oval 442">
                  <a:extLst>
                    <a:ext uri="{FF2B5EF4-FFF2-40B4-BE49-F238E27FC236}">
                      <a16:creationId xmlns:a16="http://schemas.microsoft.com/office/drawing/2014/main" id="{7858B7DD-439C-5A4F-AA12-2ADB525BD534}"/>
                    </a:ext>
                  </a:extLst>
                </p:cNvPr>
                <p:cNvSpPr/>
                <p:nvPr/>
              </p:nvSpPr>
              <p:spPr bwMode="auto">
                <a:xfrm>
                  <a:off x="5037704" y="2453079"/>
                  <a:ext cx="839004" cy="816496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rPr>
                    <a:t>∂</a:t>
                  </a:r>
                </a:p>
              </p:txBody>
            </p:sp>
            <p:sp>
              <p:nvSpPr>
                <p:cNvPr id="444" name="Oval 443">
                  <a:extLst>
                    <a:ext uri="{FF2B5EF4-FFF2-40B4-BE49-F238E27FC236}">
                      <a16:creationId xmlns:a16="http://schemas.microsoft.com/office/drawing/2014/main" id="{12D4F31E-B8A4-8546-AEBC-539E1FA703F2}"/>
                    </a:ext>
                  </a:extLst>
                </p:cNvPr>
                <p:cNvSpPr/>
                <p:nvPr/>
              </p:nvSpPr>
              <p:spPr bwMode="auto">
                <a:xfrm>
                  <a:off x="5915729" y="3217852"/>
                  <a:ext cx="839004" cy="816496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rPr>
                    <a:t>∂</a:t>
                  </a:r>
                </a:p>
              </p:txBody>
            </p:sp>
          </p:grpSp>
          <p:sp>
            <p:nvSpPr>
              <p:cNvPr id="438" name="TextBox 437">
                <a:extLst>
                  <a:ext uri="{FF2B5EF4-FFF2-40B4-BE49-F238E27FC236}">
                    <a16:creationId xmlns:a16="http://schemas.microsoft.com/office/drawing/2014/main" id="{B1D970B4-50AC-DE42-A103-DADA8DD74EC8}"/>
                  </a:ext>
                </a:extLst>
              </p:cNvPr>
              <p:cNvSpPr txBox="1"/>
              <p:nvPr/>
            </p:nvSpPr>
            <p:spPr>
              <a:xfrm>
                <a:off x="2018143" y="5692792"/>
                <a:ext cx="54681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gateway routers run both eBGP and iBGP protocols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98965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BGP basics</a:t>
            </a:r>
          </a:p>
        </p:txBody>
      </p:sp>
      <p:sp>
        <p:nvSpPr>
          <p:cNvPr id="230" name="Rectangle 116">
            <a:extLst>
              <a:ext uri="{FF2B5EF4-FFF2-40B4-BE49-F238E27FC236}">
                <a16:creationId xmlns:a16="http://schemas.microsoft.com/office/drawing/2014/main" id="{8C17C2DE-65A0-B34D-B3A2-D8B3B6128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1307971"/>
            <a:ext cx="10784388" cy="123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2575" indent="-2825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800" dirty="0">
                <a:solidFill>
                  <a:srgbClr val="CC0000"/>
                </a:solidFill>
              </a:rPr>
              <a:t>BGP session: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two BGP routers (“</a:t>
            </a:r>
            <a:r>
              <a:rPr lang="en-US" altLang="ja-JP" sz="2800" dirty="0"/>
              <a:t>peers”) exchange BGP messages over semi-permanent TCP connection:</a:t>
            </a:r>
          </a:p>
          <a:p>
            <a:pPr marL="685800" lvl="1" indent="-2286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dirty="0">
                <a:cs typeface="Gill Sans MT"/>
              </a:rPr>
              <a:t>advertising </a:t>
            </a:r>
            <a:r>
              <a:rPr lang="en-US" sz="2400" i="1" dirty="0">
                <a:solidFill>
                  <a:srgbClr val="0000A8"/>
                </a:solidFill>
                <a:cs typeface="Gill Sans MT"/>
              </a:rPr>
              <a:t>paths</a:t>
            </a:r>
            <a:r>
              <a:rPr lang="en-US" sz="2400" dirty="0">
                <a:solidFill>
                  <a:srgbClr val="0000A8"/>
                </a:solidFill>
                <a:cs typeface="Gill Sans MT"/>
              </a:rPr>
              <a:t> </a:t>
            </a:r>
            <a:r>
              <a:rPr lang="en-US" sz="2400" dirty="0">
                <a:cs typeface="Gill Sans MT"/>
              </a:rPr>
              <a:t>to different destination network prefixes (BGP  is a “</a:t>
            </a:r>
            <a:r>
              <a:rPr lang="en-US" altLang="ja-JP" sz="2400" dirty="0">
                <a:cs typeface="Gill Sans MT"/>
              </a:rPr>
              <a:t>path vector” protocol)</a:t>
            </a:r>
            <a:endParaRPr lang="en-US" sz="2400" dirty="0">
              <a:solidFill>
                <a:srgbClr val="FF0000"/>
              </a:solidFill>
              <a:cs typeface="Gill Sans MT"/>
            </a:endParaRPr>
          </a:p>
        </p:txBody>
      </p:sp>
      <p:grpSp>
        <p:nvGrpSpPr>
          <p:cNvPr id="2" name="Group 1" descr="BGP Sessions illustration">
            <a:extLst>
              <a:ext uri="{FF2B5EF4-FFF2-40B4-BE49-F238E27FC236}">
                <a16:creationId xmlns:a16="http://schemas.microsoft.com/office/drawing/2014/main" id="{FA97B371-414C-9C0A-8C76-247E92374B77}"/>
              </a:ext>
            </a:extLst>
          </p:cNvPr>
          <p:cNvGrpSpPr/>
          <p:nvPr/>
        </p:nvGrpSpPr>
        <p:grpSpPr>
          <a:xfrm>
            <a:off x="1426553" y="3694542"/>
            <a:ext cx="9249542" cy="2876474"/>
            <a:chOff x="1426553" y="3694542"/>
            <a:chExt cx="9249542" cy="287647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C674B87-B4BA-724F-B30D-3B31649B8484}"/>
                </a:ext>
              </a:extLst>
            </p:cNvPr>
            <p:cNvGrpSpPr/>
            <p:nvPr/>
          </p:nvGrpSpPr>
          <p:grpSpPr>
            <a:xfrm>
              <a:off x="4625977" y="4850481"/>
              <a:ext cx="2545688" cy="1720535"/>
              <a:chOff x="4625977" y="4850481"/>
              <a:chExt cx="2545688" cy="1720535"/>
            </a:xfrm>
          </p:grpSpPr>
          <p:grpSp>
            <p:nvGrpSpPr>
              <p:cNvPr id="962" name="Group 961">
                <a:extLst>
                  <a:ext uri="{FF2B5EF4-FFF2-40B4-BE49-F238E27FC236}">
                    <a16:creationId xmlns:a16="http://schemas.microsoft.com/office/drawing/2014/main" id="{8F9DA6AD-85D5-0849-B2A3-E35267E2902B}"/>
                  </a:ext>
                </a:extLst>
              </p:cNvPr>
              <p:cNvGrpSpPr/>
              <p:nvPr/>
            </p:nvGrpSpPr>
            <p:grpSpPr>
              <a:xfrm>
                <a:off x="4625977" y="4850481"/>
                <a:ext cx="2545688" cy="1720535"/>
                <a:chOff x="-2170772" y="2784954"/>
                <a:chExt cx="2712783" cy="1853712"/>
              </a:xfrm>
            </p:grpSpPr>
            <p:sp>
              <p:nvSpPr>
                <p:cNvPr id="963" name="Freeform 2">
                  <a:extLst>
                    <a:ext uri="{FF2B5EF4-FFF2-40B4-BE49-F238E27FC236}">
                      <a16:creationId xmlns:a16="http://schemas.microsoft.com/office/drawing/2014/main" id="{47CA5C69-ECB9-9243-BCB2-19799366B8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170772" y="2784954"/>
                  <a:ext cx="2712783" cy="1853712"/>
                </a:xfrm>
                <a:custGeom>
                  <a:avLst/>
                  <a:gdLst>
                    <a:gd name="T0" fmla="*/ 648763 w 10001"/>
                    <a:gd name="T1" fmla="*/ 34777612 h 10125"/>
                    <a:gd name="T2" fmla="*/ 115976403 w 10001"/>
                    <a:gd name="T3" fmla="*/ 13733703 h 10125"/>
                    <a:gd name="T4" fmla="*/ 507700960 w 10001"/>
                    <a:gd name="T5" fmla="*/ 8662125 h 10125"/>
                    <a:gd name="T6" fmla="*/ 810212713 w 10001"/>
                    <a:gd name="T7" fmla="*/ 0 h 10125"/>
                    <a:gd name="T8" fmla="*/ 1090015738 w 10001"/>
                    <a:gd name="T9" fmla="*/ 8687929 h 10125"/>
                    <a:gd name="T10" fmla="*/ 1310938763 w 10001"/>
                    <a:gd name="T11" fmla="*/ 4279362 h 10125"/>
                    <a:gd name="T12" fmla="*/ 1620263134 w 10001"/>
                    <a:gd name="T13" fmla="*/ 25736690 h 10125"/>
                    <a:gd name="T14" fmla="*/ 1394798364 w 10001"/>
                    <a:gd name="T15" fmla="*/ 58525268 h 10125"/>
                    <a:gd name="T16" fmla="*/ 1134622140 w 10001"/>
                    <a:gd name="T17" fmla="*/ 80266624 h 10125"/>
                    <a:gd name="T18" fmla="*/ 860820276 w 10001"/>
                    <a:gd name="T19" fmla="*/ 76142271 h 10125"/>
                    <a:gd name="T20" fmla="*/ 708996782 w 10001"/>
                    <a:gd name="T21" fmla="*/ 85346835 h 10125"/>
                    <a:gd name="T22" fmla="*/ 509322667 w 10001"/>
                    <a:gd name="T23" fmla="*/ 86268164 h 10125"/>
                    <a:gd name="T24" fmla="*/ 353443899 w 10001"/>
                    <a:gd name="T25" fmla="*/ 67979516 h 10125"/>
                    <a:gd name="T26" fmla="*/ 192536914 w 10001"/>
                    <a:gd name="T27" fmla="*/ 64535347 h 10125"/>
                    <a:gd name="T28" fmla="*/ 648763 w 10001"/>
                    <a:gd name="T29" fmla="*/ 34777612 h 1012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connsiteX0" fmla="*/ 4 w 10040"/>
                    <a:gd name="connsiteY0" fmla="*/ 4039 h 10125"/>
                    <a:gd name="connsiteX1" fmla="*/ 715 w 10040"/>
                    <a:gd name="connsiteY1" fmla="*/ 1595 h 10125"/>
                    <a:gd name="connsiteX2" fmla="*/ 3130 w 10040"/>
                    <a:gd name="connsiteY2" fmla="*/ 1006 h 10125"/>
                    <a:gd name="connsiteX3" fmla="*/ 4995 w 10040"/>
                    <a:gd name="connsiteY3" fmla="*/ 0 h 10125"/>
                    <a:gd name="connsiteX4" fmla="*/ 6720 w 10040"/>
                    <a:gd name="connsiteY4" fmla="*/ 1009 h 10125"/>
                    <a:gd name="connsiteX5" fmla="*/ 9989 w 10040"/>
                    <a:gd name="connsiteY5" fmla="*/ 2989 h 10125"/>
                    <a:gd name="connsiteX6" fmla="*/ 8599 w 10040"/>
                    <a:gd name="connsiteY6" fmla="*/ 6797 h 10125"/>
                    <a:gd name="connsiteX7" fmla="*/ 6995 w 10040"/>
                    <a:gd name="connsiteY7" fmla="*/ 9322 h 10125"/>
                    <a:gd name="connsiteX8" fmla="*/ 5307 w 10040"/>
                    <a:gd name="connsiteY8" fmla="*/ 8843 h 10125"/>
                    <a:gd name="connsiteX9" fmla="*/ 4371 w 10040"/>
                    <a:gd name="connsiteY9" fmla="*/ 9912 h 10125"/>
                    <a:gd name="connsiteX10" fmla="*/ 3140 w 10040"/>
                    <a:gd name="connsiteY10" fmla="*/ 10019 h 10125"/>
                    <a:gd name="connsiteX11" fmla="*/ 2179 w 10040"/>
                    <a:gd name="connsiteY11" fmla="*/ 7895 h 10125"/>
                    <a:gd name="connsiteX12" fmla="*/ 1187 w 10040"/>
                    <a:gd name="connsiteY12" fmla="*/ 7495 h 10125"/>
                    <a:gd name="connsiteX13" fmla="*/ 4 w 10040"/>
                    <a:gd name="connsiteY13" fmla="*/ 4039 h 10125"/>
                    <a:gd name="connsiteX0" fmla="*/ 4 w 8600"/>
                    <a:gd name="connsiteY0" fmla="*/ 4042 h 10128"/>
                    <a:gd name="connsiteX1" fmla="*/ 715 w 8600"/>
                    <a:gd name="connsiteY1" fmla="*/ 1598 h 10128"/>
                    <a:gd name="connsiteX2" fmla="*/ 3130 w 8600"/>
                    <a:gd name="connsiteY2" fmla="*/ 1009 h 10128"/>
                    <a:gd name="connsiteX3" fmla="*/ 4995 w 8600"/>
                    <a:gd name="connsiteY3" fmla="*/ 3 h 10128"/>
                    <a:gd name="connsiteX4" fmla="*/ 6720 w 8600"/>
                    <a:gd name="connsiteY4" fmla="*/ 1012 h 10128"/>
                    <a:gd name="connsiteX5" fmla="*/ 8599 w 8600"/>
                    <a:gd name="connsiteY5" fmla="*/ 6800 h 10128"/>
                    <a:gd name="connsiteX6" fmla="*/ 6995 w 8600"/>
                    <a:gd name="connsiteY6" fmla="*/ 9325 h 10128"/>
                    <a:gd name="connsiteX7" fmla="*/ 5307 w 8600"/>
                    <a:gd name="connsiteY7" fmla="*/ 8846 h 10128"/>
                    <a:gd name="connsiteX8" fmla="*/ 4371 w 8600"/>
                    <a:gd name="connsiteY8" fmla="*/ 9915 h 10128"/>
                    <a:gd name="connsiteX9" fmla="*/ 3140 w 8600"/>
                    <a:gd name="connsiteY9" fmla="*/ 10022 h 10128"/>
                    <a:gd name="connsiteX10" fmla="*/ 2179 w 8600"/>
                    <a:gd name="connsiteY10" fmla="*/ 7898 h 10128"/>
                    <a:gd name="connsiteX11" fmla="*/ 1187 w 8600"/>
                    <a:gd name="connsiteY11" fmla="*/ 7498 h 10128"/>
                    <a:gd name="connsiteX12" fmla="*/ 4 w 8600"/>
                    <a:gd name="connsiteY12" fmla="*/ 4042 h 10128"/>
                    <a:gd name="connsiteX0" fmla="*/ 4 w 9326"/>
                    <a:gd name="connsiteY0" fmla="*/ 3988 h 9997"/>
                    <a:gd name="connsiteX1" fmla="*/ 830 w 9326"/>
                    <a:gd name="connsiteY1" fmla="*/ 1575 h 9997"/>
                    <a:gd name="connsiteX2" fmla="*/ 3639 w 9326"/>
                    <a:gd name="connsiteY2" fmla="*/ 993 h 9997"/>
                    <a:gd name="connsiteX3" fmla="*/ 5807 w 9326"/>
                    <a:gd name="connsiteY3" fmla="*/ 0 h 9997"/>
                    <a:gd name="connsiteX4" fmla="*/ 7813 w 9326"/>
                    <a:gd name="connsiteY4" fmla="*/ 996 h 9997"/>
                    <a:gd name="connsiteX5" fmla="*/ 9324 w 9326"/>
                    <a:gd name="connsiteY5" fmla="*/ 5746 h 9997"/>
                    <a:gd name="connsiteX6" fmla="*/ 8133 w 9326"/>
                    <a:gd name="connsiteY6" fmla="*/ 9204 h 9997"/>
                    <a:gd name="connsiteX7" fmla="*/ 6170 w 9326"/>
                    <a:gd name="connsiteY7" fmla="*/ 8731 h 9997"/>
                    <a:gd name="connsiteX8" fmla="*/ 5082 w 9326"/>
                    <a:gd name="connsiteY8" fmla="*/ 9787 h 9997"/>
                    <a:gd name="connsiteX9" fmla="*/ 3650 w 9326"/>
                    <a:gd name="connsiteY9" fmla="*/ 9892 h 9997"/>
                    <a:gd name="connsiteX10" fmla="*/ 2533 w 9326"/>
                    <a:gd name="connsiteY10" fmla="*/ 7795 h 9997"/>
                    <a:gd name="connsiteX11" fmla="*/ 1379 w 9326"/>
                    <a:gd name="connsiteY11" fmla="*/ 7400 h 9997"/>
                    <a:gd name="connsiteX12" fmla="*/ 4 w 9326"/>
                    <a:gd name="connsiteY12" fmla="*/ 3988 h 9997"/>
                    <a:gd name="connsiteX0" fmla="*/ 4 w 10001"/>
                    <a:gd name="connsiteY0" fmla="*/ 3989 h 10041"/>
                    <a:gd name="connsiteX1" fmla="*/ 890 w 10001"/>
                    <a:gd name="connsiteY1" fmla="*/ 1575 h 10041"/>
                    <a:gd name="connsiteX2" fmla="*/ 3902 w 10001"/>
                    <a:gd name="connsiteY2" fmla="*/ 993 h 10041"/>
                    <a:gd name="connsiteX3" fmla="*/ 6227 w 10001"/>
                    <a:gd name="connsiteY3" fmla="*/ 0 h 10041"/>
                    <a:gd name="connsiteX4" fmla="*/ 8378 w 10001"/>
                    <a:gd name="connsiteY4" fmla="*/ 996 h 10041"/>
                    <a:gd name="connsiteX5" fmla="*/ 9998 w 10001"/>
                    <a:gd name="connsiteY5" fmla="*/ 5748 h 10041"/>
                    <a:gd name="connsiteX6" fmla="*/ 8721 w 10001"/>
                    <a:gd name="connsiteY6" fmla="*/ 9207 h 10041"/>
                    <a:gd name="connsiteX7" fmla="*/ 5449 w 10001"/>
                    <a:gd name="connsiteY7" fmla="*/ 9790 h 10041"/>
                    <a:gd name="connsiteX8" fmla="*/ 3914 w 10001"/>
                    <a:gd name="connsiteY8" fmla="*/ 9895 h 10041"/>
                    <a:gd name="connsiteX9" fmla="*/ 2716 w 10001"/>
                    <a:gd name="connsiteY9" fmla="*/ 7797 h 10041"/>
                    <a:gd name="connsiteX10" fmla="*/ 1479 w 10001"/>
                    <a:gd name="connsiteY10" fmla="*/ 7402 h 10041"/>
                    <a:gd name="connsiteX11" fmla="*/ 4 w 10001"/>
                    <a:gd name="connsiteY11" fmla="*/ 3989 h 10041"/>
                    <a:gd name="connsiteX0" fmla="*/ 4 w 10001"/>
                    <a:gd name="connsiteY0" fmla="*/ 3989 h 14825"/>
                    <a:gd name="connsiteX1" fmla="*/ 890 w 10001"/>
                    <a:gd name="connsiteY1" fmla="*/ 1575 h 14825"/>
                    <a:gd name="connsiteX2" fmla="*/ 3902 w 10001"/>
                    <a:gd name="connsiteY2" fmla="*/ 993 h 14825"/>
                    <a:gd name="connsiteX3" fmla="*/ 6227 w 10001"/>
                    <a:gd name="connsiteY3" fmla="*/ 0 h 14825"/>
                    <a:gd name="connsiteX4" fmla="*/ 8378 w 10001"/>
                    <a:gd name="connsiteY4" fmla="*/ 996 h 14825"/>
                    <a:gd name="connsiteX5" fmla="*/ 9998 w 10001"/>
                    <a:gd name="connsiteY5" fmla="*/ 5748 h 14825"/>
                    <a:gd name="connsiteX6" fmla="*/ 8721 w 10001"/>
                    <a:gd name="connsiteY6" fmla="*/ 9207 h 14825"/>
                    <a:gd name="connsiteX7" fmla="*/ 6011 w 10001"/>
                    <a:gd name="connsiteY7" fmla="*/ 14823 h 14825"/>
                    <a:gd name="connsiteX8" fmla="*/ 3914 w 10001"/>
                    <a:gd name="connsiteY8" fmla="*/ 9895 h 14825"/>
                    <a:gd name="connsiteX9" fmla="*/ 2716 w 10001"/>
                    <a:gd name="connsiteY9" fmla="*/ 7797 h 14825"/>
                    <a:gd name="connsiteX10" fmla="*/ 1479 w 10001"/>
                    <a:gd name="connsiteY10" fmla="*/ 7402 h 14825"/>
                    <a:gd name="connsiteX11" fmla="*/ 4 w 10001"/>
                    <a:gd name="connsiteY11" fmla="*/ 3989 h 14825"/>
                    <a:gd name="connsiteX0" fmla="*/ 4 w 10001"/>
                    <a:gd name="connsiteY0" fmla="*/ 7436 h 18272"/>
                    <a:gd name="connsiteX1" fmla="*/ 890 w 10001"/>
                    <a:gd name="connsiteY1" fmla="*/ 5022 h 18272"/>
                    <a:gd name="connsiteX2" fmla="*/ 3902 w 10001"/>
                    <a:gd name="connsiteY2" fmla="*/ 4440 h 18272"/>
                    <a:gd name="connsiteX3" fmla="*/ 6026 w 10001"/>
                    <a:gd name="connsiteY3" fmla="*/ 0 h 18272"/>
                    <a:gd name="connsiteX4" fmla="*/ 8378 w 10001"/>
                    <a:gd name="connsiteY4" fmla="*/ 4443 h 18272"/>
                    <a:gd name="connsiteX5" fmla="*/ 9998 w 10001"/>
                    <a:gd name="connsiteY5" fmla="*/ 9195 h 18272"/>
                    <a:gd name="connsiteX6" fmla="*/ 8721 w 10001"/>
                    <a:gd name="connsiteY6" fmla="*/ 12654 h 18272"/>
                    <a:gd name="connsiteX7" fmla="*/ 6011 w 10001"/>
                    <a:gd name="connsiteY7" fmla="*/ 18270 h 18272"/>
                    <a:gd name="connsiteX8" fmla="*/ 3914 w 10001"/>
                    <a:gd name="connsiteY8" fmla="*/ 13342 h 18272"/>
                    <a:gd name="connsiteX9" fmla="*/ 2716 w 10001"/>
                    <a:gd name="connsiteY9" fmla="*/ 11244 h 18272"/>
                    <a:gd name="connsiteX10" fmla="*/ 1479 w 10001"/>
                    <a:gd name="connsiteY10" fmla="*/ 10849 h 18272"/>
                    <a:gd name="connsiteX11" fmla="*/ 4 w 10001"/>
                    <a:gd name="connsiteY11" fmla="*/ 7436 h 18272"/>
                    <a:gd name="connsiteX0" fmla="*/ 1 w 9998"/>
                    <a:gd name="connsiteY0" fmla="*/ 7436 h 18272"/>
                    <a:gd name="connsiteX1" fmla="*/ 3899 w 9998"/>
                    <a:gd name="connsiteY1" fmla="*/ 4440 h 18272"/>
                    <a:gd name="connsiteX2" fmla="*/ 6023 w 9998"/>
                    <a:gd name="connsiteY2" fmla="*/ 0 h 18272"/>
                    <a:gd name="connsiteX3" fmla="*/ 8375 w 9998"/>
                    <a:gd name="connsiteY3" fmla="*/ 4443 h 18272"/>
                    <a:gd name="connsiteX4" fmla="*/ 9995 w 9998"/>
                    <a:gd name="connsiteY4" fmla="*/ 9195 h 18272"/>
                    <a:gd name="connsiteX5" fmla="*/ 8718 w 9998"/>
                    <a:gd name="connsiteY5" fmla="*/ 12654 h 18272"/>
                    <a:gd name="connsiteX6" fmla="*/ 6008 w 9998"/>
                    <a:gd name="connsiteY6" fmla="*/ 18270 h 18272"/>
                    <a:gd name="connsiteX7" fmla="*/ 3911 w 9998"/>
                    <a:gd name="connsiteY7" fmla="*/ 13342 h 18272"/>
                    <a:gd name="connsiteX8" fmla="*/ 2713 w 9998"/>
                    <a:gd name="connsiteY8" fmla="*/ 11244 h 18272"/>
                    <a:gd name="connsiteX9" fmla="*/ 1476 w 9998"/>
                    <a:gd name="connsiteY9" fmla="*/ 10849 h 18272"/>
                    <a:gd name="connsiteX10" fmla="*/ 1 w 9998"/>
                    <a:gd name="connsiteY10" fmla="*/ 7436 h 18272"/>
                    <a:gd name="connsiteX0" fmla="*/ 35 w 8559"/>
                    <a:gd name="connsiteY0" fmla="*/ 5938 h 10000"/>
                    <a:gd name="connsiteX1" fmla="*/ 2459 w 8559"/>
                    <a:gd name="connsiteY1" fmla="*/ 2430 h 10000"/>
                    <a:gd name="connsiteX2" fmla="*/ 4583 w 8559"/>
                    <a:gd name="connsiteY2" fmla="*/ 0 h 10000"/>
                    <a:gd name="connsiteX3" fmla="*/ 6936 w 8559"/>
                    <a:gd name="connsiteY3" fmla="*/ 2432 h 10000"/>
                    <a:gd name="connsiteX4" fmla="*/ 8556 w 8559"/>
                    <a:gd name="connsiteY4" fmla="*/ 5032 h 10000"/>
                    <a:gd name="connsiteX5" fmla="*/ 7279 w 8559"/>
                    <a:gd name="connsiteY5" fmla="*/ 6925 h 10000"/>
                    <a:gd name="connsiteX6" fmla="*/ 4568 w 8559"/>
                    <a:gd name="connsiteY6" fmla="*/ 9999 h 10000"/>
                    <a:gd name="connsiteX7" fmla="*/ 2471 w 8559"/>
                    <a:gd name="connsiteY7" fmla="*/ 7302 h 10000"/>
                    <a:gd name="connsiteX8" fmla="*/ 1273 w 8559"/>
                    <a:gd name="connsiteY8" fmla="*/ 6154 h 10000"/>
                    <a:gd name="connsiteX9" fmla="*/ 35 w 8559"/>
                    <a:gd name="connsiteY9" fmla="*/ 5938 h 10000"/>
                    <a:gd name="connsiteX0" fmla="*/ 49 w 9820"/>
                    <a:gd name="connsiteY0" fmla="*/ 4655 h 10000"/>
                    <a:gd name="connsiteX1" fmla="*/ 2693 w 9820"/>
                    <a:gd name="connsiteY1" fmla="*/ 2430 h 10000"/>
                    <a:gd name="connsiteX2" fmla="*/ 5175 w 9820"/>
                    <a:gd name="connsiteY2" fmla="*/ 0 h 10000"/>
                    <a:gd name="connsiteX3" fmla="*/ 7924 w 9820"/>
                    <a:gd name="connsiteY3" fmla="*/ 2432 h 10000"/>
                    <a:gd name="connsiteX4" fmla="*/ 9816 w 9820"/>
                    <a:gd name="connsiteY4" fmla="*/ 5032 h 10000"/>
                    <a:gd name="connsiteX5" fmla="*/ 8324 w 9820"/>
                    <a:gd name="connsiteY5" fmla="*/ 6925 h 10000"/>
                    <a:gd name="connsiteX6" fmla="*/ 5157 w 9820"/>
                    <a:gd name="connsiteY6" fmla="*/ 9999 h 10000"/>
                    <a:gd name="connsiteX7" fmla="*/ 2707 w 9820"/>
                    <a:gd name="connsiteY7" fmla="*/ 7302 h 10000"/>
                    <a:gd name="connsiteX8" fmla="*/ 1307 w 9820"/>
                    <a:gd name="connsiteY8" fmla="*/ 6154 h 10000"/>
                    <a:gd name="connsiteX9" fmla="*/ 49 w 9820"/>
                    <a:gd name="connsiteY9" fmla="*/ 4655 h 10000"/>
                    <a:gd name="connsiteX0" fmla="*/ 45 w 9995"/>
                    <a:gd name="connsiteY0" fmla="*/ 4655 h 10000"/>
                    <a:gd name="connsiteX1" fmla="*/ 2737 w 9995"/>
                    <a:gd name="connsiteY1" fmla="*/ 2430 h 10000"/>
                    <a:gd name="connsiteX2" fmla="*/ 5265 w 9995"/>
                    <a:gd name="connsiteY2" fmla="*/ 0 h 10000"/>
                    <a:gd name="connsiteX3" fmla="*/ 8064 w 9995"/>
                    <a:gd name="connsiteY3" fmla="*/ 2432 h 10000"/>
                    <a:gd name="connsiteX4" fmla="*/ 9991 w 9995"/>
                    <a:gd name="connsiteY4" fmla="*/ 5032 h 10000"/>
                    <a:gd name="connsiteX5" fmla="*/ 8472 w 9995"/>
                    <a:gd name="connsiteY5" fmla="*/ 6925 h 10000"/>
                    <a:gd name="connsiteX6" fmla="*/ 5247 w 9995"/>
                    <a:gd name="connsiteY6" fmla="*/ 9999 h 10000"/>
                    <a:gd name="connsiteX7" fmla="*/ 2752 w 9995"/>
                    <a:gd name="connsiteY7" fmla="*/ 7302 h 10000"/>
                    <a:gd name="connsiteX8" fmla="*/ 1374 w 9995"/>
                    <a:gd name="connsiteY8" fmla="*/ 6984 h 10000"/>
                    <a:gd name="connsiteX9" fmla="*/ 45 w 9995"/>
                    <a:gd name="connsiteY9" fmla="*/ 4655 h 10000"/>
                    <a:gd name="connsiteX0" fmla="*/ 45 w 10000"/>
                    <a:gd name="connsiteY0" fmla="*/ 5032 h 10377"/>
                    <a:gd name="connsiteX1" fmla="*/ 2738 w 10000"/>
                    <a:gd name="connsiteY1" fmla="*/ 2807 h 10377"/>
                    <a:gd name="connsiteX2" fmla="*/ 4886 w 10000"/>
                    <a:gd name="connsiteY2" fmla="*/ 0 h 10377"/>
                    <a:gd name="connsiteX3" fmla="*/ 8068 w 10000"/>
                    <a:gd name="connsiteY3" fmla="*/ 2809 h 10377"/>
                    <a:gd name="connsiteX4" fmla="*/ 9996 w 10000"/>
                    <a:gd name="connsiteY4" fmla="*/ 5409 h 10377"/>
                    <a:gd name="connsiteX5" fmla="*/ 8476 w 10000"/>
                    <a:gd name="connsiteY5" fmla="*/ 7302 h 10377"/>
                    <a:gd name="connsiteX6" fmla="*/ 5250 w 10000"/>
                    <a:gd name="connsiteY6" fmla="*/ 10376 h 10377"/>
                    <a:gd name="connsiteX7" fmla="*/ 2753 w 10000"/>
                    <a:gd name="connsiteY7" fmla="*/ 7679 h 10377"/>
                    <a:gd name="connsiteX8" fmla="*/ 1375 w 10000"/>
                    <a:gd name="connsiteY8" fmla="*/ 7361 h 10377"/>
                    <a:gd name="connsiteX9" fmla="*/ 45 w 10000"/>
                    <a:gd name="connsiteY9" fmla="*/ 5032 h 10377"/>
                    <a:gd name="connsiteX0" fmla="*/ 45 w 10000"/>
                    <a:gd name="connsiteY0" fmla="*/ 5036 h 10381"/>
                    <a:gd name="connsiteX1" fmla="*/ 2738 w 10000"/>
                    <a:gd name="connsiteY1" fmla="*/ 2811 h 10381"/>
                    <a:gd name="connsiteX2" fmla="*/ 4886 w 10000"/>
                    <a:gd name="connsiteY2" fmla="*/ 4 h 10381"/>
                    <a:gd name="connsiteX3" fmla="*/ 8068 w 10000"/>
                    <a:gd name="connsiteY3" fmla="*/ 2813 h 10381"/>
                    <a:gd name="connsiteX4" fmla="*/ 9996 w 10000"/>
                    <a:gd name="connsiteY4" fmla="*/ 5413 h 10381"/>
                    <a:gd name="connsiteX5" fmla="*/ 8476 w 10000"/>
                    <a:gd name="connsiteY5" fmla="*/ 7306 h 10381"/>
                    <a:gd name="connsiteX6" fmla="*/ 5250 w 10000"/>
                    <a:gd name="connsiteY6" fmla="*/ 10380 h 10381"/>
                    <a:gd name="connsiteX7" fmla="*/ 2753 w 10000"/>
                    <a:gd name="connsiteY7" fmla="*/ 7683 h 10381"/>
                    <a:gd name="connsiteX8" fmla="*/ 1375 w 10000"/>
                    <a:gd name="connsiteY8" fmla="*/ 7365 h 10381"/>
                    <a:gd name="connsiteX9" fmla="*/ 45 w 10000"/>
                    <a:gd name="connsiteY9" fmla="*/ 5036 h 10381"/>
                    <a:gd name="connsiteX0" fmla="*/ 45 w 10000"/>
                    <a:gd name="connsiteY0" fmla="*/ 5036 h 10796"/>
                    <a:gd name="connsiteX1" fmla="*/ 2738 w 10000"/>
                    <a:gd name="connsiteY1" fmla="*/ 2811 h 10796"/>
                    <a:gd name="connsiteX2" fmla="*/ 4886 w 10000"/>
                    <a:gd name="connsiteY2" fmla="*/ 4 h 10796"/>
                    <a:gd name="connsiteX3" fmla="*/ 8068 w 10000"/>
                    <a:gd name="connsiteY3" fmla="*/ 2813 h 10796"/>
                    <a:gd name="connsiteX4" fmla="*/ 9996 w 10000"/>
                    <a:gd name="connsiteY4" fmla="*/ 5413 h 10796"/>
                    <a:gd name="connsiteX5" fmla="*/ 8476 w 10000"/>
                    <a:gd name="connsiteY5" fmla="*/ 7306 h 10796"/>
                    <a:gd name="connsiteX6" fmla="*/ 5202 w 10000"/>
                    <a:gd name="connsiteY6" fmla="*/ 10795 h 10796"/>
                    <a:gd name="connsiteX7" fmla="*/ 2753 w 10000"/>
                    <a:gd name="connsiteY7" fmla="*/ 7683 h 10796"/>
                    <a:gd name="connsiteX8" fmla="*/ 1375 w 10000"/>
                    <a:gd name="connsiteY8" fmla="*/ 7365 h 10796"/>
                    <a:gd name="connsiteX9" fmla="*/ 45 w 10000"/>
                    <a:gd name="connsiteY9" fmla="*/ 5036 h 10796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00" h="10795">
                      <a:moveTo>
                        <a:pt x="45" y="5036"/>
                      </a:moveTo>
                      <a:cubicBezTo>
                        <a:pt x="272" y="4277"/>
                        <a:pt x="1931" y="3650"/>
                        <a:pt x="2738" y="2811"/>
                      </a:cubicBezTo>
                      <a:cubicBezTo>
                        <a:pt x="3545" y="1972"/>
                        <a:pt x="3352" y="117"/>
                        <a:pt x="4886" y="4"/>
                      </a:cubicBezTo>
                      <a:cubicBezTo>
                        <a:pt x="6420" y="-109"/>
                        <a:pt x="7216" y="1912"/>
                        <a:pt x="8068" y="2813"/>
                      </a:cubicBezTo>
                      <a:cubicBezTo>
                        <a:pt x="8920" y="3715"/>
                        <a:pt x="9928" y="3420"/>
                        <a:pt x="9996" y="5413"/>
                      </a:cubicBezTo>
                      <a:cubicBezTo>
                        <a:pt x="10064" y="7406"/>
                        <a:pt x="9275" y="6409"/>
                        <a:pt x="8476" y="7306"/>
                      </a:cubicBezTo>
                      <a:cubicBezTo>
                        <a:pt x="7677" y="8203"/>
                        <a:pt x="7086" y="10770"/>
                        <a:pt x="5202" y="10795"/>
                      </a:cubicBezTo>
                      <a:cubicBezTo>
                        <a:pt x="3318" y="10820"/>
                        <a:pt x="3391" y="8255"/>
                        <a:pt x="2753" y="7683"/>
                      </a:cubicBezTo>
                      <a:cubicBezTo>
                        <a:pt x="2115" y="7111"/>
                        <a:pt x="2326" y="7496"/>
                        <a:pt x="1375" y="7365"/>
                      </a:cubicBezTo>
                      <a:cubicBezTo>
                        <a:pt x="493" y="6773"/>
                        <a:pt x="-182" y="5795"/>
                        <a:pt x="45" y="5036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964" name="Group 963">
                  <a:extLst>
                    <a:ext uri="{FF2B5EF4-FFF2-40B4-BE49-F238E27FC236}">
                      <a16:creationId xmlns:a16="http://schemas.microsoft.com/office/drawing/2014/main" id="{47F10EB0-0B3F-2C4A-8FCF-EA8D8DC5F8A6}"/>
                    </a:ext>
                  </a:extLst>
                </p:cNvPr>
                <p:cNvGrpSpPr/>
                <p:nvPr/>
              </p:nvGrpSpPr>
              <p:grpSpPr>
                <a:xfrm>
                  <a:off x="-1935370" y="2935816"/>
                  <a:ext cx="2333625" cy="1590649"/>
                  <a:chOff x="833331" y="2873352"/>
                  <a:chExt cx="2333625" cy="1590649"/>
                </a:xfrm>
              </p:grpSpPr>
              <p:grpSp>
                <p:nvGrpSpPr>
                  <p:cNvPr id="965" name="Group 964">
                    <a:extLst>
                      <a:ext uri="{FF2B5EF4-FFF2-40B4-BE49-F238E27FC236}">
                        <a16:creationId xmlns:a16="http://schemas.microsoft.com/office/drawing/2014/main" id="{92EEF5F0-55EF-074D-AF81-D0B81445743A}"/>
                      </a:ext>
                    </a:extLst>
                  </p:cNvPr>
                  <p:cNvGrpSpPr/>
                  <p:nvPr/>
                </p:nvGrpSpPr>
                <p:grpSpPr>
                  <a:xfrm>
                    <a:off x="1736090" y="2873352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1014" name="Group 327">
                      <a:extLst>
                        <a:ext uri="{FF2B5EF4-FFF2-40B4-BE49-F238E27FC236}">
                          <a16:creationId xmlns:a16="http://schemas.microsoft.com/office/drawing/2014/main" id="{9099EC2B-37EA-0C44-A088-AA0BEFBABEF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1018" name="Oval 1017">
                        <a:extLst>
                          <a:ext uri="{FF2B5EF4-FFF2-40B4-BE49-F238E27FC236}">
                            <a16:creationId xmlns:a16="http://schemas.microsoft.com/office/drawing/2014/main" id="{06383681-CBA2-9F48-A51E-F788141B774E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19" name="Rectangle 1018">
                        <a:extLst>
                          <a:ext uri="{FF2B5EF4-FFF2-40B4-BE49-F238E27FC236}">
                            <a16:creationId xmlns:a16="http://schemas.microsoft.com/office/drawing/2014/main" id="{C97104E9-B1EC-7E41-B759-021AFA8E6458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20" name="Oval 1019">
                        <a:extLst>
                          <a:ext uri="{FF2B5EF4-FFF2-40B4-BE49-F238E27FC236}">
                            <a16:creationId xmlns:a16="http://schemas.microsoft.com/office/drawing/2014/main" id="{BF9F014E-B0FD-F247-A45F-A48C1CFFDE42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21" name="Freeform 1020">
                        <a:extLst>
                          <a:ext uri="{FF2B5EF4-FFF2-40B4-BE49-F238E27FC236}">
                            <a16:creationId xmlns:a16="http://schemas.microsoft.com/office/drawing/2014/main" id="{61599743-05A4-1146-8FBE-0F906AA7C65A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22" name="Freeform 1021">
                        <a:extLst>
                          <a:ext uri="{FF2B5EF4-FFF2-40B4-BE49-F238E27FC236}">
                            <a16:creationId xmlns:a16="http://schemas.microsoft.com/office/drawing/2014/main" id="{C12C52A6-B76E-504C-A6F5-1BB5FBE50DA4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23" name="Freeform 1022">
                        <a:extLst>
                          <a:ext uri="{FF2B5EF4-FFF2-40B4-BE49-F238E27FC236}">
                            <a16:creationId xmlns:a16="http://schemas.microsoft.com/office/drawing/2014/main" id="{16FD35BC-2DCF-F147-823E-1C428EC4F073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24" name="Freeform 1023">
                        <a:extLst>
                          <a:ext uri="{FF2B5EF4-FFF2-40B4-BE49-F238E27FC236}">
                            <a16:creationId xmlns:a16="http://schemas.microsoft.com/office/drawing/2014/main" id="{B43EF249-F243-EB4A-BFD2-58BAB022F416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1025" name="Straight Connector 1024">
                        <a:extLst>
                          <a:ext uri="{FF2B5EF4-FFF2-40B4-BE49-F238E27FC236}">
                            <a16:creationId xmlns:a16="http://schemas.microsoft.com/office/drawing/2014/main" id="{E53DFABB-EBD9-034A-9DB9-C96A270F2368}"/>
                          </a:ext>
                        </a:extLst>
                      </p:cNvPr>
                      <p:cNvCxnSpPr>
                        <a:endCxn id="1020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1026" name="Straight Connector 1025">
                        <a:extLst>
                          <a:ext uri="{FF2B5EF4-FFF2-40B4-BE49-F238E27FC236}">
                            <a16:creationId xmlns:a16="http://schemas.microsoft.com/office/drawing/2014/main" id="{5916D393-831E-B742-8DE4-79D7248B8F41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1015" name="Group 1014">
                      <a:extLst>
                        <a:ext uri="{FF2B5EF4-FFF2-40B4-BE49-F238E27FC236}">
                          <a16:creationId xmlns:a16="http://schemas.microsoft.com/office/drawing/2014/main" id="{C264299E-26BE-1F42-94CE-1F9FBD29875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41422" cy="369332"/>
                      <a:chOff x="667045" y="1708643"/>
                      <a:chExt cx="441422" cy="369332"/>
                    </a:xfrm>
                  </p:grpSpPr>
                  <p:sp>
                    <p:nvSpPr>
                      <p:cNvPr id="1016" name="Oval 1015">
                        <a:extLst>
                          <a:ext uri="{FF2B5EF4-FFF2-40B4-BE49-F238E27FC236}">
                            <a16:creationId xmlns:a16="http://schemas.microsoft.com/office/drawing/2014/main" id="{47D37841-E845-004B-A7D0-AEC5E1F8BD7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17" name="TextBox 1016">
                        <a:extLst>
                          <a:ext uri="{FF2B5EF4-FFF2-40B4-BE49-F238E27FC236}">
                            <a16:creationId xmlns:a16="http://schemas.microsoft.com/office/drawing/2014/main" id="{0523D9FC-EEC1-2947-959E-941AD744966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4142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2b</a:t>
                        </a:r>
                      </a:p>
                    </p:txBody>
                  </p:sp>
                </p:grpSp>
              </p:grpSp>
              <p:grpSp>
                <p:nvGrpSpPr>
                  <p:cNvPr id="966" name="Group 965">
                    <a:extLst>
                      <a:ext uri="{FF2B5EF4-FFF2-40B4-BE49-F238E27FC236}">
                        <a16:creationId xmlns:a16="http://schemas.microsoft.com/office/drawing/2014/main" id="{B7FC3005-A2CD-E84D-BA1F-366A68D58FAE}"/>
                      </a:ext>
                    </a:extLst>
                  </p:cNvPr>
                  <p:cNvGrpSpPr/>
                  <p:nvPr/>
                </p:nvGrpSpPr>
                <p:grpSpPr>
                  <a:xfrm>
                    <a:off x="1740320" y="4094669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1001" name="Group 327">
                      <a:extLst>
                        <a:ext uri="{FF2B5EF4-FFF2-40B4-BE49-F238E27FC236}">
                          <a16:creationId xmlns:a16="http://schemas.microsoft.com/office/drawing/2014/main" id="{3B81F62B-02C3-584F-81B5-BF82FDBEC3E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1005" name="Oval 1004">
                        <a:extLst>
                          <a:ext uri="{FF2B5EF4-FFF2-40B4-BE49-F238E27FC236}">
                            <a16:creationId xmlns:a16="http://schemas.microsoft.com/office/drawing/2014/main" id="{689F06F8-658D-4041-9E29-B3A90F77D752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06" name="Rectangle 1005">
                        <a:extLst>
                          <a:ext uri="{FF2B5EF4-FFF2-40B4-BE49-F238E27FC236}">
                            <a16:creationId xmlns:a16="http://schemas.microsoft.com/office/drawing/2014/main" id="{404921C5-F47B-5C4E-8BD9-97DA2678903A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07" name="Oval 1006">
                        <a:extLst>
                          <a:ext uri="{FF2B5EF4-FFF2-40B4-BE49-F238E27FC236}">
                            <a16:creationId xmlns:a16="http://schemas.microsoft.com/office/drawing/2014/main" id="{0D6B9DCC-966F-8747-91CA-CE410A339C38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08" name="Freeform 1007">
                        <a:extLst>
                          <a:ext uri="{FF2B5EF4-FFF2-40B4-BE49-F238E27FC236}">
                            <a16:creationId xmlns:a16="http://schemas.microsoft.com/office/drawing/2014/main" id="{91138181-1C39-4443-AD4F-304207B32317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09" name="Freeform 1008">
                        <a:extLst>
                          <a:ext uri="{FF2B5EF4-FFF2-40B4-BE49-F238E27FC236}">
                            <a16:creationId xmlns:a16="http://schemas.microsoft.com/office/drawing/2014/main" id="{C609919A-CD2F-0149-AFED-170D09F635C3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10" name="Freeform 1009">
                        <a:extLst>
                          <a:ext uri="{FF2B5EF4-FFF2-40B4-BE49-F238E27FC236}">
                            <a16:creationId xmlns:a16="http://schemas.microsoft.com/office/drawing/2014/main" id="{E4639939-D1A9-7448-870F-2CAADF89B60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11" name="Freeform 1010">
                        <a:extLst>
                          <a:ext uri="{FF2B5EF4-FFF2-40B4-BE49-F238E27FC236}">
                            <a16:creationId xmlns:a16="http://schemas.microsoft.com/office/drawing/2014/main" id="{DACEEDF1-E984-6A40-9D14-57FFDA6F8087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1012" name="Straight Connector 1011">
                        <a:extLst>
                          <a:ext uri="{FF2B5EF4-FFF2-40B4-BE49-F238E27FC236}">
                            <a16:creationId xmlns:a16="http://schemas.microsoft.com/office/drawing/2014/main" id="{D5720AC2-9EB4-FA41-8292-7942F8123F58}"/>
                          </a:ext>
                        </a:extLst>
                      </p:cNvPr>
                      <p:cNvCxnSpPr>
                        <a:endCxn id="1007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1013" name="Straight Connector 1012">
                        <a:extLst>
                          <a:ext uri="{FF2B5EF4-FFF2-40B4-BE49-F238E27FC236}">
                            <a16:creationId xmlns:a16="http://schemas.microsoft.com/office/drawing/2014/main" id="{DD299BD0-103D-9640-BFB3-BA317A78BB96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1002" name="Group 1001">
                      <a:extLst>
                        <a:ext uri="{FF2B5EF4-FFF2-40B4-BE49-F238E27FC236}">
                          <a16:creationId xmlns:a16="http://schemas.microsoft.com/office/drawing/2014/main" id="{A5D79156-4411-1C4A-A06C-CC57F40DAEF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41422" cy="369332"/>
                      <a:chOff x="667045" y="1708643"/>
                      <a:chExt cx="441422" cy="369332"/>
                    </a:xfrm>
                  </p:grpSpPr>
                  <p:sp>
                    <p:nvSpPr>
                      <p:cNvPr id="1003" name="Oval 1002">
                        <a:extLst>
                          <a:ext uri="{FF2B5EF4-FFF2-40B4-BE49-F238E27FC236}">
                            <a16:creationId xmlns:a16="http://schemas.microsoft.com/office/drawing/2014/main" id="{6ED8E43D-C048-2C4A-AD7E-166A6240F91E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04" name="TextBox 1003">
                        <a:extLst>
                          <a:ext uri="{FF2B5EF4-FFF2-40B4-BE49-F238E27FC236}">
                            <a16:creationId xmlns:a16="http://schemas.microsoft.com/office/drawing/2014/main" id="{C7EC272F-F615-3449-A57B-0BE1C7CF234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4142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2d</a:t>
                        </a:r>
                      </a:p>
                    </p:txBody>
                  </p:sp>
                </p:grpSp>
              </p:grpSp>
              <p:grpSp>
                <p:nvGrpSpPr>
                  <p:cNvPr id="967" name="Group 966">
                    <a:extLst>
                      <a:ext uri="{FF2B5EF4-FFF2-40B4-BE49-F238E27FC236}">
                        <a16:creationId xmlns:a16="http://schemas.microsoft.com/office/drawing/2014/main" id="{4F28AF41-B5E5-1842-9D74-E89006EEF884}"/>
                      </a:ext>
                    </a:extLst>
                  </p:cNvPr>
                  <p:cNvGrpSpPr/>
                  <p:nvPr/>
                </p:nvGrpSpPr>
                <p:grpSpPr>
                  <a:xfrm>
                    <a:off x="2601806" y="3485072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988" name="Group 327">
                      <a:extLst>
                        <a:ext uri="{FF2B5EF4-FFF2-40B4-BE49-F238E27FC236}">
                          <a16:creationId xmlns:a16="http://schemas.microsoft.com/office/drawing/2014/main" id="{0D306E73-B14D-2E45-B568-09A0971DA72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992" name="Oval 991">
                        <a:extLst>
                          <a:ext uri="{FF2B5EF4-FFF2-40B4-BE49-F238E27FC236}">
                            <a16:creationId xmlns:a16="http://schemas.microsoft.com/office/drawing/2014/main" id="{FF29EC4E-6159-484A-B0A2-38BBB0F0236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93" name="Rectangle 992">
                        <a:extLst>
                          <a:ext uri="{FF2B5EF4-FFF2-40B4-BE49-F238E27FC236}">
                            <a16:creationId xmlns:a16="http://schemas.microsoft.com/office/drawing/2014/main" id="{EA6365B2-8D40-444B-B4D2-864A071BE979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94" name="Oval 993">
                        <a:extLst>
                          <a:ext uri="{FF2B5EF4-FFF2-40B4-BE49-F238E27FC236}">
                            <a16:creationId xmlns:a16="http://schemas.microsoft.com/office/drawing/2014/main" id="{7DBB63AF-3293-FC44-861A-65FC5EE0F147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95" name="Freeform 994">
                        <a:extLst>
                          <a:ext uri="{FF2B5EF4-FFF2-40B4-BE49-F238E27FC236}">
                            <a16:creationId xmlns:a16="http://schemas.microsoft.com/office/drawing/2014/main" id="{1F05B204-2255-2C42-893C-91BA84BB24A7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96" name="Freeform 995">
                        <a:extLst>
                          <a:ext uri="{FF2B5EF4-FFF2-40B4-BE49-F238E27FC236}">
                            <a16:creationId xmlns:a16="http://schemas.microsoft.com/office/drawing/2014/main" id="{974F3861-59A0-9D47-94DD-C130E0EDD48E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97" name="Freeform 996">
                        <a:extLst>
                          <a:ext uri="{FF2B5EF4-FFF2-40B4-BE49-F238E27FC236}">
                            <a16:creationId xmlns:a16="http://schemas.microsoft.com/office/drawing/2014/main" id="{4AC5F9E8-F7CF-6741-B3B9-726D1328262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98" name="Freeform 997">
                        <a:extLst>
                          <a:ext uri="{FF2B5EF4-FFF2-40B4-BE49-F238E27FC236}">
                            <a16:creationId xmlns:a16="http://schemas.microsoft.com/office/drawing/2014/main" id="{CA1C120F-A263-5C48-9425-3FD9C6FCBA6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999" name="Straight Connector 998">
                        <a:extLst>
                          <a:ext uri="{FF2B5EF4-FFF2-40B4-BE49-F238E27FC236}">
                            <a16:creationId xmlns:a16="http://schemas.microsoft.com/office/drawing/2014/main" id="{C156B9C8-F289-0740-B093-B4C792F37C4F}"/>
                          </a:ext>
                        </a:extLst>
                      </p:cNvPr>
                      <p:cNvCxnSpPr>
                        <a:endCxn id="994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1000" name="Straight Connector 999">
                        <a:extLst>
                          <a:ext uri="{FF2B5EF4-FFF2-40B4-BE49-F238E27FC236}">
                            <a16:creationId xmlns:a16="http://schemas.microsoft.com/office/drawing/2014/main" id="{B4564C5C-13AE-D441-9331-0A1D44075F9D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989" name="Group 988">
                      <a:extLst>
                        <a:ext uri="{FF2B5EF4-FFF2-40B4-BE49-F238E27FC236}">
                          <a16:creationId xmlns:a16="http://schemas.microsoft.com/office/drawing/2014/main" id="{BCDC05FE-2039-2943-8445-E442006B98D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28460" cy="369332"/>
                      <a:chOff x="667045" y="1708643"/>
                      <a:chExt cx="428460" cy="369332"/>
                    </a:xfrm>
                  </p:grpSpPr>
                  <p:sp>
                    <p:nvSpPr>
                      <p:cNvPr id="990" name="Oval 989">
                        <a:extLst>
                          <a:ext uri="{FF2B5EF4-FFF2-40B4-BE49-F238E27FC236}">
                            <a16:creationId xmlns:a16="http://schemas.microsoft.com/office/drawing/2014/main" id="{65923287-6329-654B-A1C8-19F246809A0A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91" name="TextBox 990">
                        <a:extLst>
                          <a:ext uri="{FF2B5EF4-FFF2-40B4-BE49-F238E27FC236}">
                            <a16:creationId xmlns:a16="http://schemas.microsoft.com/office/drawing/2014/main" id="{F5CEC04E-82B5-C343-AFAD-AE6932C3A23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2846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2c</a:t>
                        </a:r>
                      </a:p>
                    </p:txBody>
                  </p:sp>
                </p:grpSp>
              </p:grpSp>
              <p:grpSp>
                <p:nvGrpSpPr>
                  <p:cNvPr id="968" name="Group 967">
                    <a:extLst>
                      <a:ext uri="{FF2B5EF4-FFF2-40B4-BE49-F238E27FC236}">
                        <a16:creationId xmlns:a16="http://schemas.microsoft.com/office/drawing/2014/main" id="{5D8A6EA5-58E5-5347-8B53-909B09FE4857}"/>
                      </a:ext>
                    </a:extLst>
                  </p:cNvPr>
                  <p:cNvGrpSpPr/>
                  <p:nvPr/>
                </p:nvGrpSpPr>
                <p:grpSpPr>
                  <a:xfrm>
                    <a:off x="833331" y="3478719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975" name="Group 327">
                      <a:extLst>
                        <a:ext uri="{FF2B5EF4-FFF2-40B4-BE49-F238E27FC236}">
                          <a16:creationId xmlns:a16="http://schemas.microsoft.com/office/drawing/2014/main" id="{987E263B-209C-B841-A72D-82CDF16A357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979" name="Oval 978">
                        <a:extLst>
                          <a:ext uri="{FF2B5EF4-FFF2-40B4-BE49-F238E27FC236}">
                            <a16:creationId xmlns:a16="http://schemas.microsoft.com/office/drawing/2014/main" id="{45DA5A54-C971-DA46-816D-92FDEDBFD23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80" name="Rectangle 979">
                        <a:extLst>
                          <a:ext uri="{FF2B5EF4-FFF2-40B4-BE49-F238E27FC236}">
                            <a16:creationId xmlns:a16="http://schemas.microsoft.com/office/drawing/2014/main" id="{FBC3CBFB-81ED-4047-AC10-14B567818F18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81" name="Oval 980">
                        <a:extLst>
                          <a:ext uri="{FF2B5EF4-FFF2-40B4-BE49-F238E27FC236}">
                            <a16:creationId xmlns:a16="http://schemas.microsoft.com/office/drawing/2014/main" id="{4AF63E3D-6F0C-4E46-9B57-26B02D7D4E57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82" name="Freeform 981">
                        <a:extLst>
                          <a:ext uri="{FF2B5EF4-FFF2-40B4-BE49-F238E27FC236}">
                            <a16:creationId xmlns:a16="http://schemas.microsoft.com/office/drawing/2014/main" id="{018175B4-4646-A241-8298-B68D459D822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83" name="Freeform 982">
                        <a:extLst>
                          <a:ext uri="{FF2B5EF4-FFF2-40B4-BE49-F238E27FC236}">
                            <a16:creationId xmlns:a16="http://schemas.microsoft.com/office/drawing/2014/main" id="{2D4DF999-0429-B24E-A8FF-940E30D8E53E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84" name="Freeform 983">
                        <a:extLst>
                          <a:ext uri="{FF2B5EF4-FFF2-40B4-BE49-F238E27FC236}">
                            <a16:creationId xmlns:a16="http://schemas.microsoft.com/office/drawing/2014/main" id="{713AE350-068A-274C-87A0-55247EF72F18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85" name="Freeform 984">
                        <a:extLst>
                          <a:ext uri="{FF2B5EF4-FFF2-40B4-BE49-F238E27FC236}">
                            <a16:creationId xmlns:a16="http://schemas.microsoft.com/office/drawing/2014/main" id="{C169EAB4-5C1D-8A48-8864-B86DF9865D16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986" name="Straight Connector 985">
                        <a:extLst>
                          <a:ext uri="{FF2B5EF4-FFF2-40B4-BE49-F238E27FC236}">
                            <a16:creationId xmlns:a16="http://schemas.microsoft.com/office/drawing/2014/main" id="{6E324783-1628-6A4C-BB41-2788B16F009A}"/>
                          </a:ext>
                        </a:extLst>
                      </p:cNvPr>
                      <p:cNvCxnSpPr>
                        <a:endCxn id="981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987" name="Straight Connector 986">
                        <a:extLst>
                          <a:ext uri="{FF2B5EF4-FFF2-40B4-BE49-F238E27FC236}">
                            <a16:creationId xmlns:a16="http://schemas.microsoft.com/office/drawing/2014/main" id="{84412028-5AD6-D447-A378-01E2FD57457C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976" name="Group 975">
                      <a:extLst>
                        <a:ext uri="{FF2B5EF4-FFF2-40B4-BE49-F238E27FC236}">
                          <a16:creationId xmlns:a16="http://schemas.microsoft.com/office/drawing/2014/main" id="{14A502AB-FDED-574D-A3A2-E827358D6AB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41422" cy="369332"/>
                      <a:chOff x="667045" y="1708643"/>
                      <a:chExt cx="441422" cy="369332"/>
                    </a:xfrm>
                  </p:grpSpPr>
                  <p:sp>
                    <p:nvSpPr>
                      <p:cNvPr id="977" name="Oval 976">
                        <a:extLst>
                          <a:ext uri="{FF2B5EF4-FFF2-40B4-BE49-F238E27FC236}">
                            <a16:creationId xmlns:a16="http://schemas.microsoft.com/office/drawing/2014/main" id="{19416E38-67D6-0442-8F48-E8493F2FD794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78" name="TextBox 977">
                        <a:extLst>
                          <a:ext uri="{FF2B5EF4-FFF2-40B4-BE49-F238E27FC236}">
                            <a16:creationId xmlns:a16="http://schemas.microsoft.com/office/drawing/2014/main" id="{5246B96B-3A43-A645-9718-340F085B233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4142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2a</a:t>
                        </a:r>
                      </a:p>
                    </p:txBody>
                  </p:sp>
                </p:grpSp>
              </p:grpSp>
              <p:cxnSp>
                <p:nvCxnSpPr>
                  <p:cNvPr id="971" name="Straight Connector 970">
                    <a:extLst>
                      <a:ext uri="{FF2B5EF4-FFF2-40B4-BE49-F238E27FC236}">
                        <a16:creationId xmlns:a16="http://schemas.microsoft.com/office/drawing/2014/main" id="{6B4BCBD1-C954-6541-8254-DF07CDA0475D}"/>
                      </a:ext>
                    </a:extLst>
                  </p:cNvPr>
                  <p:cNvCxnSpPr>
                    <a:stCxn id="1018" idx="7"/>
                  </p:cNvCxnSpPr>
                  <p:nvPr/>
                </p:nvCxnSpPr>
                <p:spPr bwMode="auto">
                  <a:xfrm>
                    <a:off x="2218708" y="3154477"/>
                    <a:ext cx="480042" cy="369773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72" name="Straight Connector 971">
                    <a:extLst>
                      <a:ext uri="{FF2B5EF4-FFF2-40B4-BE49-F238E27FC236}">
                        <a16:creationId xmlns:a16="http://schemas.microsoft.com/office/drawing/2014/main" id="{386E43E5-D30F-4F47-A035-82F1414B18F0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1300073" y="3786304"/>
                    <a:ext cx="477927" cy="357071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73" name="Straight Connector 972">
                    <a:extLst>
                      <a:ext uri="{FF2B5EF4-FFF2-40B4-BE49-F238E27FC236}">
                        <a16:creationId xmlns:a16="http://schemas.microsoft.com/office/drawing/2014/main" id="{43A4E04D-2290-384D-88C2-85BF6AEF84DB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2196042" y="3783542"/>
                    <a:ext cx="508002" cy="349250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</p:grpSp>
          <p:sp>
            <p:nvSpPr>
              <p:cNvPr id="1093" name="TextBox 1092">
                <a:extLst>
                  <a:ext uri="{FF2B5EF4-FFF2-40B4-BE49-F238E27FC236}">
                    <a16:creationId xmlns:a16="http://schemas.microsoft.com/office/drawing/2014/main" id="{6FA575AB-C50C-E04A-A594-9704EE05D45C}"/>
                  </a:ext>
                </a:extLst>
              </p:cNvPr>
              <p:cNvSpPr txBox="1"/>
              <p:nvPr/>
            </p:nvSpPr>
            <p:spPr>
              <a:xfrm>
                <a:off x="4833576" y="4910165"/>
                <a:ext cx="7535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solidFill>
                      <a:srgbClr val="000090"/>
                    </a:solidFill>
                    <a:latin typeface="Arial" charset="0"/>
                    <a:ea typeface="ＭＳ Ｐゴシック" charset="0"/>
                  </a:rPr>
                  <a:t>AS 2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CD4E330-3964-7840-8A54-F926B5DFAA92}"/>
                </a:ext>
              </a:extLst>
            </p:cNvPr>
            <p:cNvGrpSpPr/>
            <p:nvPr/>
          </p:nvGrpSpPr>
          <p:grpSpPr>
            <a:xfrm>
              <a:off x="8100574" y="3694542"/>
              <a:ext cx="2575521" cy="1672516"/>
              <a:chOff x="8100574" y="3694542"/>
              <a:chExt cx="2575521" cy="1672516"/>
            </a:xfrm>
          </p:grpSpPr>
          <p:sp>
            <p:nvSpPr>
              <p:cNvPr id="1027" name="Freeform 2">
                <a:extLst>
                  <a:ext uri="{FF2B5EF4-FFF2-40B4-BE49-F238E27FC236}">
                    <a16:creationId xmlns:a16="http://schemas.microsoft.com/office/drawing/2014/main" id="{A8995EC3-2960-C740-9B77-5B1035684A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0574" y="3694542"/>
                <a:ext cx="2575521" cy="1672516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connsiteX0" fmla="*/ 4 w 10040"/>
                  <a:gd name="connsiteY0" fmla="*/ 4039 h 10125"/>
                  <a:gd name="connsiteX1" fmla="*/ 715 w 10040"/>
                  <a:gd name="connsiteY1" fmla="*/ 1595 h 10125"/>
                  <a:gd name="connsiteX2" fmla="*/ 3130 w 10040"/>
                  <a:gd name="connsiteY2" fmla="*/ 1006 h 10125"/>
                  <a:gd name="connsiteX3" fmla="*/ 4995 w 10040"/>
                  <a:gd name="connsiteY3" fmla="*/ 0 h 10125"/>
                  <a:gd name="connsiteX4" fmla="*/ 6720 w 10040"/>
                  <a:gd name="connsiteY4" fmla="*/ 1009 h 10125"/>
                  <a:gd name="connsiteX5" fmla="*/ 9989 w 10040"/>
                  <a:gd name="connsiteY5" fmla="*/ 2989 h 10125"/>
                  <a:gd name="connsiteX6" fmla="*/ 8599 w 10040"/>
                  <a:gd name="connsiteY6" fmla="*/ 6797 h 10125"/>
                  <a:gd name="connsiteX7" fmla="*/ 6995 w 10040"/>
                  <a:gd name="connsiteY7" fmla="*/ 9322 h 10125"/>
                  <a:gd name="connsiteX8" fmla="*/ 5307 w 10040"/>
                  <a:gd name="connsiteY8" fmla="*/ 8843 h 10125"/>
                  <a:gd name="connsiteX9" fmla="*/ 4371 w 10040"/>
                  <a:gd name="connsiteY9" fmla="*/ 9912 h 10125"/>
                  <a:gd name="connsiteX10" fmla="*/ 3140 w 10040"/>
                  <a:gd name="connsiteY10" fmla="*/ 10019 h 10125"/>
                  <a:gd name="connsiteX11" fmla="*/ 2179 w 10040"/>
                  <a:gd name="connsiteY11" fmla="*/ 7895 h 10125"/>
                  <a:gd name="connsiteX12" fmla="*/ 1187 w 10040"/>
                  <a:gd name="connsiteY12" fmla="*/ 7495 h 10125"/>
                  <a:gd name="connsiteX13" fmla="*/ 4 w 10040"/>
                  <a:gd name="connsiteY13" fmla="*/ 4039 h 10125"/>
                  <a:gd name="connsiteX0" fmla="*/ 4 w 8600"/>
                  <a:gd name="connsiteY0" fmla="*/ 4042 h 10128"/>
                  <a:gd name="connsiteX1" fmla="*/ 715 w 8600"/>
                  <a:gd name="connsiteY1" fmla="*/ 1598 h 10128"/>
                  <a:gd name="connsiteX2" fmla="*/ 3130 w 8600"/>
                  <a:gd name="connsiteY2" fmla="*/ 1009 h 10128"/>
                  <a:gd name="connsiteX3" fmla="*/ 4995 w 8600"/>
                  <a:gd name="connsiteY3" fmla="*/ 3 h 10128"/>
                  <a:gd name="connsiteX4" fmla="*/ 6720 w 8600"/>
                  <a:gd name="connsiteY4" fmla="*/ 1012 h 10128"/>
                  <a:gd name="connsiteX5" fmla="*/ 8599 w 8600"/>
                  <a:gd name="connsiteY5" fmla="*/ 6800 h 10128"/>
                  <a:gd name="connsiteX6" fmla="*/ 6995 w 8600"/>
                  <a:gd name="connsiteY6" fmla="*/ 9325 h 10128"/>
                  <a:gd name="connsiteX7" fmla="*/ 5307 w 8600"/>
                  <a:gd name="connsiteY7" fmla="*/ 8846 h 10128"/>
                  <a:gd name="connsiteX8" fmla="*/ 4371 w 8600"/>
                  <a:gd name="connsiteY8" fmla="*/ 9915 h 10128"/>
                  <a:gd name="connsiteX9" fmla="*/ 3140 w 8600"/>
                  <a:gd name="connsiteY9" fmla="*/ 10022 h 10128"/>
                  <a:gd name="connsiteX10" fmla="*/ 2179 w 8600"/>
                  <a:gd name="connsiteY10" fmla="*/ 7898 h 10128"/>
                  <a:gd name="connsiteX11" fmla="*/ 1187 w 8600"/>
                  <a:gd name="connsiteY11" fmla="*/ 7498 h 10128"/>
                  <a:gd name="connsiteX12" fmla="*/ 4 w 8600"/>
                  <a:gd name="connsiteY12" fmla="*/ 4042 h 10128"/>
                  <a:gd name="connsiteX0" fmla="*/ 4 w 9326"/>
                  <a:gd name="connsiteY0" fmla="*/ 3988 h 9997"/>
                  <a:gd name="connsiteX1" fmla="*/ 830 w 9326"/>
                  <a:gd name="connsiteY1" fmla="*/ 1575 h 9997"/>
                  <a:gd name="connsiteX2" fmla="*/ 3639 w 9326"/>
                  <a:gd name="connsiteY2" fmla="*/ 993 h 9997"/>
                  <a:gd name="connsiteX3" fmla="*/ 5807 w 9326"/>
                  <a:gd name="connsiteY3" fmla="*/ 0 h 9997"/>
                  <a:gd name="connsiteX4" fmla="*/ 7813 w 9326"/>
                  <a:gd name="connsiteY4" fmla="*/ 996 h 9997"/>
                  <a:gd name="connsiteX5" fmla="*/ 9324 w 9326"/>
                  <a:gd name="connsiteY5" fmla="*/ 5746 h 9997"/>
                  <a:gd name="connsiteX6" fmla="*/ 8133 w 9326"/>
                  <a:gd name="connsiteY6" fmla="*/ 9204 h 9997"/>
                  <a:gd name="connsiteX7" fmla="*/ 6170 w 9326"/>
                  <a:gd name="connsiteY7" fmla="*/ 8731 h 9997"/>
                  <a:gd name="connsiteX8" fmla="*/ 5082 w 9326"/>
                  <a:gd name="connsiteY8" fmla="*/ 9787 h 9997"/>
                  <a:gd name="connsiteX9" fmla="*/ 3650 w 9326"/>
                  <a:gd name="connsiteY9" fmla="*/ 9892 h 9997"/>
                  <a:gd name="connsiteX10" fmla="*/ 2533 w 9326"/>
                  <a:gd name="connsiteY10" fmla="*/ 7795 h 9997"/>
                  <a:gd name="connsiteX11" fmla="*/ 1379 w 9326"/>
                  <a:gd name="connsiteY11" fmla="*/ 7400 h 9997"/>
                  <a:gd name="connsiteX12" fmla="*/ 4 w 9326"/>
                  <a:gd name="connsiteY12" fmla="*/ 3988 h 9997"/>
                  <a:gd name="connsiteX0" fmla="*/ 4 w 10001"/>
                  <a:gd name="connsiteY0" fmla="*/ 3989 h 10041"/>
                  <a:gd name="connsiteX1" fmla="*/ 890 w 10001"/>
                  <a:gd name="connsiteY1" fmla="*/ 1575 h 10041"/>
                  <a:gd name="connsiteX2" fmla="*/ 3902 w 10001"/>
                  <a:gd name="connsiteY2" fmla="*/ 993 h 10041"/>
                  <a:gd name="connsiteX3" fmla="*/ 6227 w 10001"/>
                  <a:gd name="connsiteY3" fmla="*/ 0 h 10041"/>
                  <a:gd name="connsiteX4" fmla="*/ 8378 w 10001"/>
                  <a:gd name="connsiteY4" fmla="*/ 996 h 10041"/>
                  <a:gd name="connsiteX5" fmla="*/ 9998 w 10001"/>
                  <a:gd name="connsiteY5" fmla="*/ 5748 h 10041"/>
                  <a:gd name="connsiteX6" fmla="*/ 8721 w 10001"/>
                  <a:gd name="connsiteY6" fmla="*/ 9207 h 10041"/>
                  <a:gd name="connsiteX7" fmla="*/ 5449 w 10001"/>
                  <a:gd name="connsiteY7" fmla="*/ 9790 h 10041"/>
                  <a:gd name="connsiteX8" fmla="*/ 3914 w 10001"/>
                  <a:gd name="connsiteY8" fmla="*/ 9895 h 10041"/>
                  <a:gd name="connsiteX9" fmla="*/ 2716 w 10001"/>
                  <a:gd name="connsiteY9" fmla="*/ 7797 h 10041"/>
                  <a:gd name="connsiteX10" fmla="*/ 1479 w 10001"/>
                  <a:gd name="connsiteY10" fmla="*/ 7402 h 10041"/>
                  <a:gd name="connsiteX11" fmla="*/ 4 w 10001"/>
                  <a:gd name="connsiteY11" fmla="*/ 3989 h 10041"/>
                  <a:gd name="connsiteX0" fmla="*/ 4 w 10001"/>
                  <a:gd name="connsiteY0" fmla="*/ 3989 h 14825"/>
                  <a:gd name="connsiteX1" fmla="*/ 890 w 10001"/>
                  <a:gd name="connsiteY1" fmla="*/ 1575 h 14825"/>
                  <a:gd name="connsiteX2" fmla="*/ 3902 w 10001"/>
                  <a:gd name="connsiteY2" fmla="*/ 993 h 14825"/>
                  <a:gd name="connsiteX3" fmla="*/ 6227 w 10001"/>
                  <a:gd name="connsiteY3" fmla="*/ 0 h 14825"/>
                  <a:gd name="connsiteX4" fmla="*/ 8378 w 10001"/>
                  <a:gd name="connsiteY4" fmla="*/ 996 h 14825"/>
                  <a:gd name="connsiteX5" fmla="*/ 9998 w 10001"/>
                  <a:gd name="connsiteY5" fmla="*/ 5748 h 14825"/>
                  <a:gd name="connsiteX6" fmla="*/ 8721 w 10001"/>
                  <a:gd name="connsiteY6" fmla="*/ 9207 h 14825"/>
                  <a:gd name="connsiteX7" fmla="*/ 6011 w 10001"/>
                  <a:gd name="connsiteY7" fmla="*/ 14823 h 14825"/>
                  <a:gd name="connsiteX8" fmla="*/ 3914 w 10001"/>
                  <a:gd name="connsiteY8" fmla="*/ 9895 h 14825"/>
                  <a:gd name="connsiteX9" fmla="*/ 2716 w 10001"/>
                  <a:gd name="connsiteY9" fmla="*/ 7797 h 14825"/>
                  <a:gd name="connsiteX10" fmla="*/ 1479 w 10001"/>
                  <a:gd name="connsiteY10" fmla="*/ 7402 h 14825"/>
                  <a:gd name="connsiteX11" fmla="*/ 4 w 10001"/>
                  <a:gd name="connsiteY11" fmla="*/ 3989 h 14825"/>
                  <a:gd name="connsiteX0" fmla="*/ 4 w 10001"/>
                  <a:gd name="connsiteY0" fmla="*/ 7436 h 18272"/>
                  <a:gd name="connsiteX1" fmla="*/ 890 w 10001"/>
                  <a:gd name="connsiteY1" fmla="*/ 5022 h 18272"/>
                  <a:gd name="connsiteX2" fmla="*/ 3902 w 10001"/>
                  <a:gd name="connsiteY2" fmla="*/ 4440 h 18272"/>
                  <a:gd name="connsiteX3" fmla="*/ 6026 w 10001"/>
                  <a:gd name="connsiteY3" fmla="*/ 0 h 18272"/>
                  <a:gd name="connsiteX4" fmla="*/ 8378 w 10001"/>
                  <a:gd name="connsiteY4" fmla="*/ 4443 h 18272"/>
                  <a:gd name="connsiteX5" fmla="*/ 9998 w 10001"/>
                  <a:gd name="connsiteY5" fmla="*/ 9195 h 18272"/>
                  <a:gd name="connsiteX6" fmla="*/ 8721 w 10001"/>
                  <a:gd name="connsiteY6" fmla="*/ 12654 h 18272"/>
                  <a:gd name="connsiteX7" fmla="*/ 6011 w 10001"/>
                  <a:gd name="connsiteY7" fmla="*/ 18270 h 18272"/>
                  <a:gd name="connsiteX8" fmla="*/ 3914 w 10001"/>
                  <a:gd name="connsiteY8" fmla="*/ 13342 h 18272"/>
                  <a:gd name="connsiteX9" fmla="*/ 2716 w 10001"/>
                  <a:gd name="connsiteY9" fmla="*/ 11244 h 18272"/>
                  <a:gd name="connsiteX10" fmla="*/ 1479 w 10001"/>
                  <a:gd name="connsiteY10" fmla="*/ 10849 h 18272"/>
                  <a:gd name="connsiteX11" fmla="*/ 4 w 10001"/>
                  <a:gd name="connsiteY11" fmla="*/ 7436 h 18272"/>
                  <a:gd name="connsiteX0" fmla="*/ 1 w 9998"/>
                  <a:gd name="connsiteY0" fmla="*/ 7436 h 18272"/>
                  <a:gd name="connsiteX1" fmla="*/ 3899 w 9998"/>
                  <a:gd name="connsiteY1" fmla="*/ 4440 h 18272"/>
                  <a:gd name="connsiteX2" fmla="*/ 6023 w 9998"/>
                  <a:gd name="connsiteY2" fmla="*/ 0 h 18272"/>
                  <a:gd name="connsiteX3" fmla="*/ 8375 w 9998"/>
                  <a:gd name="connsiteY3" fmla="*/ 4443 h 18272"/>
                  <a:gd name="connsiteX4" fmla="*/ 9995 w 9998"/>
                  <a:gd name="connsiteY4" fmla="*/ 9195 h 18272"/>
                  <a:gd name="connsiteX5" fmla="*/ 8718 w 9998"/>
                  <a:gd name="connsiteY5" fmla="*/ 12654 h 18272"/>
                  <a:gd name="connsiteX6" fmla="*/ 6008 w 9998"/>
                  <a:gd name="connsiteY6" fmla="*/ 18270 h 18272"/>
                  <a:gd name="connsiteX7" fmla="*/ 3911 w 9998"/>
                  <a:gd name="connsiteY7" fmla="*/ 13342 h 18272"/>
                  <a:gd name="connsiteX8" fmla="*/ 2713 w 9998"/>
                  <a:gd name="connsiteY8" fmla="*/ 11244 h 18272"/>
                  <a:gd name="connsiteX9" fmla="*/ 1476 w 9998"/>
                  <a:gd name="connsiteY9" fmla="*/ 10849 h 18272"/>
                  <a:gd name="connsiteX10" fmla="*/ 1 w 9998"/>
                  <a:gd name="connsiteY10" fmla="*/ 7436 h 18272"/>
                  <a:gd name="connsiteX0" fmla="*/ 35 w 8559"/>
                  <a:gd name="connsiteY0" fmla="*/ 5938 h 10000"/>
                  <a:gd name="connsiteX1" fmla="*/ 2459 w 8559"/>
                  <a:gd name="connsiteY1" fmla="*/ 2430 h 10000"/>
                  <a:gd name="connsiteX2" fmla="*/ 4583 w 8559"/>
                  <a:gd name="connsiteY2" fmla="*/ 0 h 10000"/>
                  <a:gd name="connsiteX3" fmla="*/ 6936 w 8559"/>
                  <a:gd name="connsiteY3" fmla="*/ 2432 h 10000"/>
                  <a:gd name="connsiteX4" fmla="*/ 8556 w 8559"/>
                  <a:gd name="connsiteY4" fmla="*/ 5032 h 10000"/>
                  <a:gd name="connsiteX5" fmla="*/ 7279 w 8559"/>
                  <a:gd name="connsiteY5" fmla="*/ 6925 h 10000"/>
                  <a:gd name="connsiteX6" fmla="*/ 4568 w 8559"/>
                  <a:gd name="connsiteY6" fmla="*/ 9999 h 10000"/>
                  <a:gd name="connsiteX7" fmla="*/ 2471 w 8559"/>
                  <a:gd name="connsiteY7" fmla="*/ 7302 h 10000"/>
                  <a:gd name="connsiteX8" fmla="*/ 1273 w 8559"/>
                  <a:gd name="connsiteY8" fmla="*/ 6154 h 10000"/>
                  <a:gd name="connsiteX9" fmla="*/ 35 w 8559"/>
                  <a:gd name="connsiteY9" fmla="*/ 5938 h 10000"/>
                  <a:gd name="connsiteX0" fmla="*/ 49 w 9820"/>
                  <a:gd name="connsiteY0" fmla="*/ 4655 h 10000"/>
                  <a:gd name="connsiteX1" fmla="*/ 2693 w 9820"/>
                  <a:gd name="connsiteY1" fmla="*/ 2430 h 10000"/>
                  <a:gd name="connsiteX2" fmla="*/ 5175 w 9820"/>
                  <a:gd name="connsiteY2" fmla="*/ 0 h 10000"/>
                  <a:gd name="connsiteX3" fmla="*/ 7924 w 9820"/>
                  <a:gd name="connsiteY3" fmla="*/ 2432 h 10000"/>
                  <a:gd name="connsiteX4" fmla="*/ 9816 w 9820"/>
                  <a:gd name="connsiteY4" fmla="*/ 5032 h 10000"/>
                  <a:gd name="connsiteX5" fmla="*/ 8324 w 9820"/>
                  <a:gd name="connsiteY5" fmla="*/ 6925 h 10000"/>
                  <a:gd name="connsiteX6" fmla="*/ 5157 w 9820"/>
                  <a:gd name="connsiteY6" fmla="*/ 9999 h 10000"/>
                  <a:gd name="connsiteX7" fmla="*/ 2707 w 9820"/>
                  <a:gd name="connsiteY7" fmla="*/ 7302 h 10000"/>
                  <a:gd name="connsiteX8" fmla="*/ 1307 w 9820"/>
                  <a:gd name="connsiteY8" fmla="*/ 6154 h 10000"/>
                  <a:gd name="connsiteX9" fmla="*/ 49 w 9820"/>
                  <a:gd name="connsiteY9" fmla="*/ 4655 h 10000"/>
                  <a:gd name="connsiteX0" fmla="*/ 45 w 9995"/>
                  <a:gd name="connsiteY0" fmla="*/ 4655 h 10000"/>
                  <a:gd name="connsiteX1" fmla="*/ 2737 w 9995"/>
                  <a:gd name="connsiteY1" fmla="*/ 2430 h 10000"/>
                  <a:gd name="connsiteX2" fmla="*/ 5265 w 9995"/>
                  <a:gd name="connsiteY2" fmla="*/ 0 h 10000"/>
                  <a:gd name="connsiteX3" fmla="*/ 8064 w 9995"/>
                  <a:gd name="connsiteY3" fmla="*/ 2432 h 10000"/>
                  <a:gd name="connsiteX4" fmla="*/ 9991 w 9995"/>
                  <a:gd name="connsiteY4" fmla="*/ 5032 h 10000"/>
                  <a:gd name="connsiteX5" fmla="*/ 8472 w 9995"/>
                  <a:gd name="connsiteY5" fmla="*/ 6925 h 10000"/>
                  <a:gd name="connsiteX6" fmla="*/ 5247 w 9995"/>
                  <a:gd name="connsiteY6" fmla="*/ 9999 h 10000"/>
                  <a:gd name="connsiteX7" fmla="*/ 2752 w 9995"/>
                  <a:gd name="connsiteY7" fmla="*/ 7302 h 10000"/>
                  <a:gd name="connsiteX8" fmla="*/ 1374 w 9995"/>
                  <a:gd name="connsiteY8" fmla="*/ 6984 h 10000"/>
                  <a:gd name="connsiteX9" fmla="*/ 45 w 9995"/>
                  <a:gd name="connsiteY9" fmla="*/ 4655 h 10000"/>
                  <a:gd name="connsiteX0" fmla="*/ 45 w 10000"/>
                  <a:gd name="connsiteY0" fmla="*/ 5032 h 10377"/>
                  <a:gd name="connsiteX1" fmla="*/ 2738 w 10000"/>
                  <a:gd name="connsiteY1" fmla="*/ 2807 h 10377"/>
                  <a:gd name="connsiteX2" fmla="*/ 4886 w 10000"/>
                  <a:gd name="connsiteY2" fmla="*/ 0 h 10377"/>
                  <a:gd name="connsiteX3" fmla="*/ 8068 w 10000"/>
                  <a:gd name="connsiteY3" fmla="*/ 2809 h 10377"/>
                  <a:gd name="connsiteX4" fmla="*/ 9996 w 10000"/>
                  <a:gd name="connsiteY4" fmla="*/ 5409 h 10377"/>
                  <a:gd name="connsiteX5" fmla="*/ 8476 w 10000"/>
                  <a:gd name="connsiteY5" fmla="*/ 7302 h 10377"/>
                  <a:gd name="connsiteX6" fmla="*/ 5250 w 10000"/>
                  <a:gd name="connsiteY6" fmla="*/ 10376 h 10377"/>
                  <a:gd name="connsiteX7" fmla="*/ 2753 w 10000"/>
                  <a:gd name="connsiteY7" fmla="*/ 7679 h 10377"/>
                  <a:gd name="connsiteX8" fmla="*/ 1375 w 10000"/>
                  <a:gd name="connsiteY8" fmla="*/ 7361 h 10377"/>
                  <a:gd name="connsiteX9" fmla="*/ 45 w 10000"/>
                  <a:gd name="connsiteY9" fmla="*/ 5032 h 10377"/>
                  <a:gd name="connsiteX0" fmla="*/ 45 w 10000"/>
                  <a:gd name="connsiteY0" fmla="*/ 5036 h 10381"/>
                  <a:gd name="connsiteX1" fmla="*/ 2738 w 10000"/>
                  <a:gd name="connsiteY1" fmla="*/ 2811 h 10381"/>
                  <a:gd name="connsiteX2" fmla="*/ 4886 w 10000"/>
                  <a:gd name="connsiteY2" fmla="*/ 4 h 10381"/>
                  <a:gd name="connsiteX3" fmla="*/ 8068 w 10000"/>
                  <a:gd name="connsiteY3" fmla="*/ 2813 h 10381"/>
                  <a:gd name="connsiteX4" fmla="*/ 9996 w 10000"/>
                  <a:gd name="connsiteY4" fmla="*/ 5413 h 10381"/>
                  <a:gd name="connsiteX5" fmla="*/ 8476 w 10000"/>
                  <a:gd name="connsiteY5" fmla="*/ 7306 h 10381"/>
                  <a:gd name="connsiteX6" fmla="*/ 5250 w 10000"/>
                  <a:gd name="connsiteY6" fmla="*/ 10380 h 10381"/>
                  <a:gd name="connsiteX7" fmla="*/ 2753 w 10000"/>
                  <a:gd name="connsiteY7" fmla="*/ 7683 h 10381"/>
                  <a:gd name="connsiteX8" fmla="*/ 1375 w 10000"/>
                  <a:gd name="connsiteY8" fmla="*/ 7365 h 10381"/>
                  <a:gd name="connsiteX9" fmla="*/ 45 w 10000"/>
                  <a:gd name="connsiteY9" fmla="*/ 5036 h 10381"/>
                  <a:gd name="connsiteX0" fmla="*/ 45 w 10000"/>
                  <a:gd name="connsiteY0" fmla="*/ 5036 h 10796"/>
                  <a:gd name="connsiteX1" fmla="*/ 2738 w 10000"/>
                  <a:gd name="connsiteY1" fmla="*/ 2811 h 10796"/>
                  <a:gd name="connsiteX2" fmla="*/ 4886 w 10000"/>
                  <a:gd name="connsiteY2" fmla="*/ 4 h 10796"/>
                  <a:gd name="connsiteX3" fmla="*/ 8068 w 10000"/>
                  <a:gd name="connsiteY3" fmla="*/ 2813 h 10796"/>
                  <a:gd name="connsiteX4" fmla="*/ 9996 w 10000"/>
                  <a:gd name="connsiteY4" fmla="*/ 5413 h 10796"/>
                  <a:gd name="connsiteX5" fmla="*/ 8476 w 10000"/>
                  <a:gd name="connsiteY5" fmla="*/ 7306 h 10796"/>
                  <a:gd name="connsiteX6" fmla="*/ 5202 w 10000"/>
                  <a:gd name="connsiteY6" fmla="*/ 10795 h 10796"/>
                  <a:gd name="connsiteX7" fmla="*/ 2753 w 10000"/>
                  <a:gd name="connsiteY7" fmla="*/ 7683 h 10796"/>
                  <a:gd name="connsiteX8" fmla="*/ 1375 w 10000"/>
                  <a:gd name="connsiteY8" fmla="*/ 7365 h 10796"/>
                  <a:gd name="connsiteX9" fmla="*/ 45 w 10000"/>
                  <a:gd name="connsiteY9" fmla="*/ 5036 h 10796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000" h="10795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6F85CF47-ED05-F641-88E4-95BB18169A01}"/>
                  </a:ext>
                </a:extLst>
              </p:cNvPr>
              <p:cNvGrpSpPr/>
              <p:nvPr/>
            </p:nvGrpSpPr>
            <p:grpSpPr>
              <a:xfrm>
                <a:off x="8136838" y="3735782"/>
                <a:ext cx="2402775" cy="1530043"/>
                <a:chOff x="8136838" y="3735782"/>
                <a:chExt cx="2402775" cy="1530043"/>
              </a:xfrm>
            </p:grpSpPr>
            <p:grpSp>
              <p:nvGrpSpPr>
                <p:cNvPr id="1028" name="Group 1027">
                  <a:extLst>
                    <a:ext uri="{FF2B5EF4-FFF2-40B4-BE49-F238E27FC236}">
                      <a16:creationId xmlns:a16="http://schemas.microsoft.com/office/drawing/2014/main" id="{0AB2BE47-7FE4-2D4D-8C07-E8F629E5CE61}"/>
                    </a:ext>
                  </a:extLst>
                </p:cNvPr>
                <p:cNvGrpSpPr/>
                <p:nvPr/>
              </p:nvGrpSpPr>
              <p:grpSpPr>
                <a:xfrm>
                  <a:off x="8324065" y="3830658"/>
                  <a:ext cx="2215548" cy="1435167"/>
                  <a:chOff x="833331" y="2873352"/>
                  <a:chExt cx="2333625" cy="1590649"/>
                </a:xfrm>
              </p:grpSpPr>
              <p:grpSp>
                <p:nvGrpSpPr>
                  <p:cNvPr id="1029" name="Group 1028">
                    <a:extLst>
                      <a:ext uri="{FF2B5EF4-FFF2-40B4-BE49-F238E27FC236}">
                        <a16:creationId xmlns:a16="http://schemas.microsoft.com/office/drawing/2014/main" id="{D5A4365B-9128-2347-890C-2CC4559CDA4A}"/>
                      </a:ext>
                    </a:extLst>
                  </p:cNvPr>
                  <p:cNvGrpSpPr/>
                  <p:nvPr/>
                </p:nvGrpSpPr>
                <p:grpSpPr>
                  <a:xfrm>
                    <a:off x="1736090" y="2873352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1078" name="Group 327">
                      <a:extLst>
                        <a:ext uri="{FF2B5EF4-FFF2-40B4-BE49-F238E27FC236}">
                          <a16:creationId xmlns:a16="http://schemas.microsoft.com/office/drawing/2014/main" id="{DBFB1141-ABD7-934D-8AA7-11C243E463D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1082" name="Oval 1081">
                        <a:extLst>
                          <a:ext uri="{FF2B5EF4-FFF2-40B4-BE49-F238E27FC236}">
                            <a16:creationId xmlns:a16="http://schemas.microsoft.com/office/drawing/2014/main" id="{20839E50-AD9A-F34D-ADF2-CC6EEB2899F9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83" name="Rectangle 1082">
                        <a:extLst>
                          <a:ext uri="{FF2B5EF4-FFF2-40B4-BE49-F238E27FC236}">
                            <a16:creationId xmlns:a16="http://schemas.microsoft.com/office/drawing/2014/main" id="{A87358B7-BD56-CB4F-B1D0-7FD4D96E1FD2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84" name="Oval 1083">
                        <a:extLst>
                          <a:ext uri="{FF2B5EF4-FFF2-40B4-BE49-F238E27FC236}">
                            <a16:creationId xmlns:a16="http://schemas.microsoft.com/office/drawing/2014/main" id="{96955B75-57D9-E849-8E48-60C1793AAE39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85" name="Freeform 1084">
                        <a:extLst>
                          <a:ext uri="{FF2B5EF4-FFF2-40B4-BE49-F238E27FC236}">
                            <a16:creationId xmlns:a16="http://schemas.microsoft.com/office/drawing/2014/main" id="{FB3859DC-298A-DB40-9873-532162B65A4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86" name="Freeform 1085">
                        <a:extLst>
                          <a:ext uri="{FF2B5EF4-FFF2-40B4-BE49-F238E27FC236}">
                            <a16:creationId xmlns:a16="http://schemas.microsoft.com/office/drawing/2014/main" id="{9A326424-F3EB-D348-9E16-65BE23151DCE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87" name="Freeform 1086">
                        <a:extLst>
                          <a:ext uri="{FF2B5EF4-FFF2-40B4-BE49-F238E27FC236}">
                            <a16:creationId xmlns:a16="http://schemas.microsoft.com/office/drawing/2014/main" id="{0D7CEEF9-2BDC-DE40-BC1F-272BC1D3E6B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88" name="Freeform 1087">
                        <a:extLst>
                          <a:ext uri="{FF2B5EF4-FFF2-40B4-BE49-F238E27FC236}">
                            <a16:creationId xmlns:a16="http://schemas.microsoft.com/office/drawing/2014/main" id="{ECDB8519-A385-E445-B6D2-305B11AAE79B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1089" name="Straight Connector 1088">
                        <a:extLst>
                          <a:ext uri="{FF2B5EF4-FFF2-40B4-BE49-F238E27FC236}">
                            <a16:creationId xmlns:a16="http://schemas.microsoft.com/office/drawing/2014/main" id="{04A08060-4B09-E24F-83FD-65DCD15A7032}"/>
                          </a:ext>
                        </a:extLst>
                      </p:cNvPr>
                      <p:cNvCxnSpPr>
                        <a:endCxn id="1084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1090" name="Straight Connector 1089">
                        <a:extLst>
                          <a:ext uri="{FF2B5EF4-FFF2-40B4-BE49-F238E27FC236}">
                            <a16:creationId xmlns:a16="http://schemas.microsoft.com/office/drawing/2014/main" id="{163D1BB2-10CE-D441-9C5C-7566C46A599B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1079" name="Group 1078">
                      <a:extLst>
                        <a:ext uri="{FF2B5EF4-FFF2-40B4-BE49-F238E27FC236}">
                          <a16:creationId xmlns:a16="http://schemas.microsoft.com/office/drawing/2014/main" id="{DB44CBE6-0B34-F14C-8665-B725855D2BA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41422" cy="369332"/>
                      <a:chOff x="667045" y="1708643"/>
                      <a:chExt cx="441422" cy="369332"/>
                    </a:xfrm>
                  </p:grpSpPr>
                  <p:sp>
                    <p:nvSpPr>
                      <p:cNvPr id="1080" name="Oval 1079">
                        <a:extLst>
                          <a:ext uri="{FF2B5EF4-FFF2-40B4-BE49-F238E27FC236}">
                            <a16:creationId xmlns:a16="http://schemas.microsoft.com/office/drawing/2014/main" id="{83160397-2E36-6F4E-BB78-8B545B588F20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81" name="TextBox 1080">
                        <a:extLst>
                          <a:ext uri="{FF2B5EF4-FFF2-40B4-BE49-F238E27FC236}">
                            <a16:creationId xmlns:a16="http://schemas.microsoft.com/office/drawing/2014/main" id="{E5E5804F-B654-A346-BA03-447CCD7BC32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4142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3b</a:t>
                        </a:r>
                      </a:p>
                    </p:txBody>
                  </p:sp>
                </p:grpSp>
              </p:grpSp>
              <p:grpSp>
                <p:nvGrpSpPr>
                  <p:cNvPr id="1030" name="Group 1029">
                    <a:extLst>
                      <a:ext uri="{FF2B5EF4-FFF2-40B4-BE49-F238E27FC236}">
                        <a16:creationId xmlns:a16="http://schemas.microsoft.com/office/drawing/2014/main" id="{5E96A305-4023-704A-8D22-13C4716E693E}"/>
                      </a:ext>
                    </a:extLst>
                  </p:cNvPr>
                  <p:cNvGrpSpPr/>
                  <p:nvPr/>
                </p:nvGrpSpPr>
                <p:grpSpPr>
                  <a:xfrm>
                    <a:off x="1740320" y="4094669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1065" name="Group 327">
                      <a:extLst>
                        <a:ext uri="{FF2B5EF4-FFF2-40B4-BE49-F238E27FC236}">
                          <a16:creationId xmlns:a16="http://schemas.microsoft.com/office/drawing/2014/main" id="{D747FDA4-4C88-9D47-8305-855711E13E2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1069" name="Oval 1068">
                        <a:extLst>
                          <a:ext uri="{FF2B5EF4-FFF2-40B4-BE49-F238E27FC236}">
                            <a16:creationId xmlns:a16="http://schemas.microsoft.com/office/drawing/2014/main" id="{1B151A5F-F681-D946-9244-71A8EC573473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70" name="Rectangle 1069">
                        <a:extLst>
                          <a:ext uri="{FF2B5EF4-FFF2-40B4-BE49-F238E27FC236}">
                            <a16:creationId xmlns:a16="http://schemas.microsoft.com/office/drawing/2014/main" id="{A2C1E502-CECA-7E46-91F4-CD5F25AE9F8A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71" name="Oval 1070">
                        <a:extLst>
                          <a:ext uri="{FF2B5EF4-FFF2-40B4-BE49-F238E27FC236}">
                            <a16:creationId xmlns:a16="http://schemas.microsoft.com/office/drawing/2014/main" id="{36C48F76-D7E7-9749-9E15-DFC6BE9F20AB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72" name="Freeform 1071">
                        <a:extLst>
                          <a:ext uri="{FF2B5EF4-FFF2-40B4-BE49-F238E27FC236}">
                            <a16:creationId xmlns:a16="http://schemas.microsoft.com/office/drawing/2014/main" id="{D7CE2495-9819-5243-852A-EA83FB7EA0E9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73" name="Freeform 1072">
                        <a:extLst>
                          <a:ext uri="{FF2B5EF4-FFF2-40B4-BE49-F238E27FC236}">
                            <a16:creationId xmlns:a16="http://schemas.microsoft.com/office/drawing/2014/main" id="{302E66C6-34A3-EC45-A4E8-A67C69637BD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74" name="Freeform 1073">
                        <a:extLst>
                          <a:ext uri="{FF2B5EF4-FFF2-40B4-BE49-F238E27FC236}">
                            <a16:creationId xmlns:a16="http://schemas.microsoft.com/office/drawing/2014/main" id="{3F5321FE-4B37-4349-8CC8-E089B202190D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75" name="Freeform 1074">
                        <a:extLst>
                          <a:ext uri="{FF2B5EF4-FFF2-40B4-BE49-F238E27FC236}">
                            <a16:creationId xmlns:a16="http://schemas.microsoft.com/office/drawing/2014/main" id="{FF437BA3-131E-3645-B858-E68D026D4C9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1076" name="Straight Connector 1075">
                        <a:extLst>
                          <a:ext uri="{FF2B5EF4-FFF2-40B4-BE49-F238E27FC236}">
                            <a16:creationId xmlns:a16="http://schemas.microsoft.com/office/drawing/2014/main" id="{3F578B11-6A18-F74C-9989-A05AA2A37406}"/>
                          </a:ext>
                        </a:extLst>
                      </p:cNvPr>
                      <p:cNvCxnSpPr>
                        <a:endCxn id="1071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1077" name="Straight Connector 1076">
                        <a:extLst>
                          <a:ext uri="{FF2B5EF4-FFF2-40B4-BE49-F238E27FC236}">
                            <a16:creationId xmlns:a16="http://schemas.microsoft.com/office/drawing/2014/main" id="{248EC359-3525-5E42-8751-35C3A9B8A7C5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1066" name="Group 1065">
                      <a:extLst>
                        <a:ext uri="{FF2B5EF4-FFF2-40B4-BE49-F238E27FC236}">
                          <a16:creationId xmlns:a16="http://schemas.microsoft.com/office/drawing/2014/main" id="{A65E574C-567C-3747-9EDE-E1428780757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41422" cy="369332"/>
                      <a:chOff x="667045" y="1708643"/>
                      <a:chExt cx="441422" cy="369332"/>
                    </a:xfrm>
                  </p:grpSpPr>
                  <p:sp>
                    <p:nvSpPr>
                      <p:cNvPr id="1067" name="Oval 1066">
                        <a:extLst>
                          <a:ext uri="{FF2B5EF4-FFF2-40B4-BE49-F238E27FC236}">
                            <a16:creationId xmlns:a16="http://schemas.microsoft.com/office/drawing/2014/main" id="{107FD019-1EF0-8445-AE51-848CAF36C9CA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68" name="TextBox 1067">
                        <a:extLst>
                          <a:ext uri="{FF2B5EF4-FFF2-40B4-BE49-F238E27FC236}">
                            <a16:creationId xmlns:a16="http://schemas.microsoft.com/office/drawing/2014/main" id="{57DDD4C6-F515-CE46-9264-22DD8A8544B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4142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3d</a:t>
                        </a:r>
                      </a:p>
                    </p:txBody>
                  </p:sp>
                </p:grpSp>
              </p:grpSp>
              <p:grpSp>
                <p:nvGrpSpPr>
                  <p:cNvPr id="1031" name="Group 1030">
                    <a:extLst>
                      <a:ext uri="{FF2B5EF4-FFF2-40B4-BE49-F238E27FC236}">
                        <a16:creationId xmlns:a16="http://schemas.microsoft.com/office/drawing/2014/main" id="{D530E660-0014-264A-B1D6-6F66737A05E0}"/>
                      </a:ext>
                    </a:extLst>
                  </p:cNvPr>
                  <p:cNvGrpSpPr/>
                  <p:nvPr/>
                </p:nvGrpSpPr>
                <p:grpSpPr>
                  <a:xfrm>
                    <a:off x="2601806" y="3485072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1052" name="Group 327">
                      <a:extLst>
                        <a:ext uri="{FF2B5EF4-FFF2-40B4-BE49-F238E27FC236}">
                          <a16:creationId xmlns:a16="http://schemas.microsoft.com/office/drawing/2014/main" id="{D477AE5E-640A-8540-B110-A4532B55515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1056" name="Oval 1055">
                        <a:extLst>
                          <a:ext uri="{FF2B5EF4-FFF2-40B4-BE49-F238E27FC236}">
                            <a16:creationId xmlns:a16="http://schemas.microsoft.com/office/drawing/2014/main" id="{C033219E-8D5F-D44A-8A61-F4B8BE9640DA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57" name="Rectangle 1056">
                        <a:extLst>
                          <a:ext uri="{FF2B5EF4-FFF2-40B4-BE49-F238E27FC236}">
                            <a16:creationId xmlns:a16="http://schemas.microsoft.com/office/drawing/2014/main" id="{AC334490-7663-4D48-94EB-5D76EDEA1348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58" name="Oval 1057">
                        <a:extLst>
                          <a:ext uri="{FF2B5EF4-FFF2-40B4-BE49-F238E27FC236}">
                            <a16:creationId xmlns:a16="http://schemas.microsoft.com/office/drawing/2014/main" id="{D5EF1EC3-2B4A-C84A-B2C8-70340D10FAA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59" name="Freeform 1058">
                        <a:extLst>
                          <a:ext uri="{FF2B5EF4-FFF2-40B4-BE49-F238E27FC236}">
                            <a16:creationId xmlns:a16="http://schemas.microsoft.com/office/drawing/2014/main" id="{9832FD52-D5B0-5241-8BF3-51E03C102308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60" name="Freeform 1059">
                        <a:extLst>
                          <a:ext uri="{FF2B5EF4-FFF2-40B4-BE49-F238E27FC236}">
                            <a16:creationId xmlns:a16="http://schemas.microsoft.com/office/drawing/2014/main" id="{E4186070-339D-304C-A4F0-A2E3AF6FD623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61" name="Freeform 1060">
                        <a:extLst>
                          <a:ext uri="{FF2B5EF4-FFF2-40B4-BE49-F238E27FC236}">
                            <a16:creationId xmlns:a16="http://schemas.microsoft.com/office/drawing/2014/main" id="{18C87C4C-FF28-C64C-B8FD-60AA93E41DC6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62" name="Freeform 1061">
                        <a:extLst>
                          <a:ext uri="{FF2B5EF4-FFF2-40B4-BE49-F238E27FC236}">
                            <a16:creationId xmlns:a16="http://schemas.microsoft.com/office/drawing/2014/main" id="{C317B177-A946-9E45-92CA-442B072B2D59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1063" name="Straight Connector 1062">
                        <a:extLst>
                          <a:ext uri="{FF2B5EF4-FFF2-40B4-BE49-F238E27FC236}">
                            <a16:creationId xmlns:a16="http://schemas.microsoft.com/office/drawing/2014/main" id="{9E001FBE-D690-BD44-991D-23D39B6C772F}"/>
                          </a:ext>
                        </a:extLst>
                      </p:cNvPr>
                      <p:cNvCxnSpPr>
                        <a:endCxn id="1058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1064" name="Straight Connector 1063">
                        <a:extLst>
                          <a:ext uri="{FF2B5EF4-FFF2-40B4-BE49-F238E27FC236}">
                            <a16:creationId xmlns:a16="http://schemas.microsoft.com/office/drawing/2014/main" id="{4E11801A-0F78-B645-9708-E660C1812CE4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1053" name="Group 1052">
                      <a:extLst>
                        <a:ext uri="{FF2B5EF4-FFF2-40B4-BE49-F238E27FC236}">
                          <a16:creationId xmlns:a16="http://schemas.microsoft.com/office/drawing/2014/main" id="{45BB2031-F330-6845-A425-CFE11004879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28460" cy="369332"/>
                      <a:chOff x="667045" y="1708643"/>
                      <a:chExt cx="428460" cy="369332"/>
                    </a:xfrm>
                  </p:grpSpPr>
                  <p:sp>
                    <p:nvSpPr>
                      <p:cNvPr id="1054" name="Oval 1053">
                        <a:extLst>
                          <a:ext uri="{FF2B5EF4-FFF2-40B4-BE49-F238E27FC236}">
                            <a16:creationId xmlns:a16="http://schemas.microsoft.com/office/drawing/2014/main" id="{3333E946-4DE6-494A-9A01-66977F2CE402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55" name="TextBox 1054">
                        <a:extLst>
                          <a:ext uri="{FF2B5EF4-FFF2-40B4-BE49-F238E27FC236}">
                            <a16:creationId xmlns:a16="http://schemas.microsoft.com/office/drawing/2014/main" id="{684DDE4B-2972-6C4A-A15D-CA2818B42ED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2846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3c</a:t>
                        </a:r>
                      </a:p>
                    </p:txBody>
                  </p:sp>
                </p:grpSp>
              </p:grpSp>
              <p:grpSp>
                <p:nvGrpSpPr>
                  <p:cNvPr id="1032" name="Group 1031">
                    <a:extLst>
                      <a:ext uri="{FF2B5EF4-FFF2-40B4-BE49-F238E27FC236}">
                        <a16:creationId xmlns:a16="http://schemas.microsoft.com/office/drawing/2014/main" id="{8CE07EB0-F47E-4747-BA65-DE57469144C9}"/>
                      </a:ext>
                    </a:extLst>
                  </p:cNvPr>
                  <p:cNvGrpSpPr/>
                  <p:nvPr/>
                </p:nvGrpSpPr>
                <p:grpSpPr>
                  <a:xfrm>
                    <a:off x="833331" y="3478719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1039" name="Group 327">
                      <a:extLst>
                        <a:ext uri="{FF2B5EF4-FFF2-40B4-BE49-F238E27FC236}">
                          <a16:creationId xmlns:a16="http://schemas.microsoft.com/office/drawing/2014/main" id="{9FD096E4-009C-454B-9581-2E55E4EE50B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1043" name="Oval 1042">
                        <a:extLst>
                          <a:ext uri="{FF2B5EF4-FFF2-40B4-BE49-F238E27FC236}">
                            <a16:creationId xmlns:a16="http://schemas.microsoft.com/office/drawing/2014/main" id="{9B87F5EF-E7B5-1845-B8CC-C47A6679FBB8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44" name="Rectangle 1043">
                        <a:extLst>
                          <a:ext uri="{FF2B5EF4-FFF2-40B4-BE49-F238E27FC236}">
                            <a16:creationId xmlns:a16="http://schemas.microsoft.com/office/drawing/2014/main" id="{0F087E13-46F9-2A42-9A56-CD5B1B068889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45" name="Oval 1044">
                        <a:extLst>
                          <a:ext uri="{FF2B5EF4-FFF2-40B4-BE49-F238E27FC236}">
                            <a16:creationId xmlns:a16="http://schemas.microsoft.com/office/drawing/2014/main" id="{0301D63A-B313-8A4D-B1D8-A983D8583439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46" name="Freeform 1045">
                        <a:extLst>
                          <a:ext uri="{FF2B5EF4-FFF2-40B4-BE49-F238E27FC236}">
                            <a16:creationId xmlns:a16="http://schemas.microsoft.com/office/drawing/2014/main" id="{4E362B7E-420A-3740-BB12-BCE73DE1BCE9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47" name="Freeform 1046">
                        <a:extLst>
                          <a:ext uri="{FF2B5EF4-FFF2-40B4-BE49-F238E27FC236}">
                            <a16:creationId xmlns:a16="http://schemas.microsoft.com/office/drawing/2014/main" id="{82AAF346-107E-424A-A0F1-E466FE1E2ABA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48" name="Freeform 1047">
                        <a:extLst>
                          <a:ext uri="{FF2B5EF4-FFF2-40B4-BE49-F238E27FC236}">
                            <a16:creationId xmlns:a16="http://schemas.microsoft.com/office/drawing/2014/main" id="{BB2AB426-4C1D-3A43-BA01-1EAE2FC02F0D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49" name="Freeform 1048">
                        <a:extLst>
                          <a:ext uri="{FF2B5EF4-FFF2-40B4-BE49-F238E27FC236}">
                            <a16:creationId xmlns:a16="http://schemas.microsoft.com/office/drawing/2014/main" id="{5B3A91DB-C88F-5644-BFCD-12EC9054C36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1050" name="Straight Connector 1049">
                        <a:extLst>
                          <a:ext uri="{FF2B5EF4-FFF2-40B4-BE49-F238E27FC236}">
                            <a16:creationId xmlns:a16="http://schemas.microsoft.com/office/drawing/2014/main" id="{4A1E4451-A57B-F747-958A-46201ABEE570}"/>
                          </a:ext>
                        </a:extLst>
                      </p:cNvPr>
                      <p:cNvCxnSpPr>
                        <a:endCxn id="1045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1051" name="Straight Connector 1050">
                        <a:extLst>
                          <a:ext uri="{FF2B5EF4-FFF2-40B4-BE49-F238E27FC236}">
                            <a16:creationId xmlns:a16="http://schemas.microsoft.com/office/drawing/2014/main" id="{9CE8B3D7-FF8D-2B49-A279-B30F8F6D3A1D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1040" name="Group 1039">
                      <a:extLst>
                        <a:ext uri="{FF2B5EF4-FFF2-40B4-BE49-F238E27FC236}">
                          <a16:creationId xmlns:a16="http://schemas.microsoft.com/office/drawing/2014/main" id="{60AFBDA7-D8EA-1D41-8A3D-78DBBA347DC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41422" cy="369332"/>
                      <a:chOff x="667045" y="1708643"/>
                      <a:chExt cx="441422" cy="369332"/>
                    </a:xfrm>
                  </p:grpSpPr>
                  <p:sp>
                    <p:nvSpPr>
                      <p:cNvPr id="1041" name="Oval 1040">
                        <a:extLst>
                          <a:ext uri="{FF2B5EF4-FFF2-40B4-BE49-F238E27FC236}">
                            <a16:creationId xmlns:a16="http://schemas.microsoft.com/office/drawing/2014/main" id="{B44C04C8-C22F-0E40-BFE5-46442F681A3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42" name="TextBox 1041">
                        <a:extLst>
                          <a:ext uri="{FF2B5EF4-FFF2-40B4-BE49-F238E27FC236}">
                            <a16:creationId xmlns:a16="http://schemas.microsoft.com/office/drawing/2014/main" id="{3DA4745A-6B3B-4645-A5E2-6DD5C65F446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4142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3a</a:t>
                        </a:r>
                      </a:p>
                    </p:txBody>
                  </p:sp>
                </p:grpSp>
              </p:grpSp>
              <p:cxnSp>
                <p:nvCxnSpPr>
                  <p:cNvPr id="1033" name="Straight Connector 1032">
                    <a:extLst>
                      <a:ext uri="{FF2B5EF4-FFF2-40B4-BE49-F238E27FC236}">
                        <a16:creationId xmlns:a16="http://schemas.microsoft.com/office/drawing/2014/main" id="{0FA948A4-19D6-B543-B2C7-122263EA68EF}"/>
                      </a:ext>
                    </a:extLst>
                  </p:cNvPr>
                  <p:cNvCxnSpPr>
                    <a:stCxn id="1081" idx="2"/>
                    <a:endCxn id="1068" idx="0"/>
                  </p:cNvCxnSpPr>
                  <p:nvPr/>
                </p:nvCxnSpPr>
                <p:spPr bwMode="auto">
                  <a:xfrm>
                    <a:off x="1991073" y="3242684"/>
                    <a:ext cx="4230" cy="851985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rgbClr val="000090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034" name="Straight Connector 1033">
                    <a:extLst>
                      <a:ext uri="{FF2B5EF4-FFF2-40B4-BE49-F238E27FC236}">
                        <a16:creationId xmlns:a16="http://schemas.microsoft.com/office/drawing/2014/main" id="{93A2528A-2D79-9C44-9154-CEF430467554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1407477" y="3648621"/>
                    <a:ext cx="1204913" cy="6353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035" name="Straight Connector 1034">
                    <a:extLst>
                      <a:ext uri="{FF2B5EF4-FFF2-40B4-BE49-F238E27FC236}">
                        <a16:creationId xmlns:a16="http://schemas.microsoft.com/office/drawing/2014/main" id="{6BCA322E-7172-0E45-A276-B5C96230E3A5}"/>
                      </a:ext>
                    </a:extLst>
                  </p:cNvPr>
                  <p:cNvCxnSpPr>
                    <a:stCxn id="1082" idx="7"/>
                  </p:cNvCxnSpPr>
                  <p:nvPr/>
                </p:nvCxnSpPr>
                <p:spPr bwMode="auto">
                  <a:xfrm>
                    <a:off x="2218708" y="3154477"/>
                    <a:ext cx="480042" cy="369773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036" name="Straight Connector 1035">
                    <a:extLst>
                      <a:ext uri="{FF2B5EF4-FFF2-40B4-BE49-F238E27FC236}">
                        <a16:creationId xmlns:a16="http://schemas.microsoft.com/office/drawing/2014/main" id="{6ED4BD34-555B-E846-888B-9F26A28C9D79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1300073" y="3786304"/>
                    <a:ext cx="477927" cy="357071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038" name="Straight Connector 1037">
                    <a:extLst>
                      <a:ext uri="{FF2B5EF4-FFF2-40B4-BE49-F238E27FC236}">
                        <a16:creationId xmlns:a16="http://schemas.microsoft.com/office/drawing/2014/main" id="{22C8F685-9275-D944-96F8-541247ED5EA1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1287553" y="3166946"/>
                    <a:ext cx="508002" cy="349250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  <p:sp>
              <p:nvSpPr>
                <p:cNvPr id="1094" name="TextBox 1093">
                  <a:extLst>
                    <a:ext uri="{FF2B5EF4-FFF2-40B4-BE49-F238E27FC236}">
                      <a16:creationId xmlns:a16="http://schemas.microsoft.com/office/drawing/2014/main" id="{5B090BCE-17C7-4F48-B51A-B30ED15D2A0B}"/>
                    </a:ext>
                  </a:extLst>
                </p:cNvPr>
                <p:cNvSpPr txBox="1"/>
                <p:nvPr/>
              </p:nvSpPr>
              <p:spPr>
                <a:xfrm>
                  <a:off x="8136838" y="3735782"/>
                  <a:ext cx="75353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solidFill>
                        <a:srgbClr val="000090"/>
                      </a:solidFill>
                      <a:latin typeface="Arial" charset="0"/>
                      <a:ea typeface="ＭＳ Ｐゴシック" charset="0"/>
                    </a:rPr>
                    <a:t>AS 3</a:t>
                  </a: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AD6AB4E-1CAE-9744-B381-27E469100A58}"/>
                </a:ext>
              </a:extLst>
            </p:cNvPr>
            <p:cNvGrpSpPr/>
            <p:nvPr/>
          </p:nvGrpSpPr>
          <p:grpSpPr>
            <a:xfrm>
              <a:off x="1426553" y="4136253"/>
              <a:ext cx="3452487" cy="1719017"/>
              <a:chOff x="1426553" y="4136253"/>
              <a:chExt cx="3452487" cy="1719017"/>
            </a:xfrm>
          </p:grpSpPr>
          <p:grpSp>
            <p:nvGrpSpPr>
              <p:cNvPr id="897" name="Group 896">
                <a:extLst>
                  <a:ext uri="{FF2B5EF4-FFF2-40B4-BE49-F238E27FC236}">
                    <a16:creationId xmlns:a16="http://schemas.microsoft.com/office/drawing/2014/main" id="{3CE71B4E-855C-C840-ADE8-6B3004A16E6F}"/>
                  </a:ext>
                </a:extLst>
              </p:cNvPr>
              <p:cNvGrpSpPr/>
              <p:nvPr/>
            </p:nvGrpSpPr>
            <p:grpSpPr>
              <a:xfrm>
                <a:off x="1426553" y="4136253"/>
                <a:ext cx="2557336" cy="1719017"/>
                <a:chOff x="-2170772" y="2784954"/>
                <a:chExt cx="2712783" cy="1853712"/>
              </a:xfrm>
            </p:grpSpPr>
            <p:sp>
              <p:nvSpPr>
                <p:cNvPr id="898" name="Freeform 2">
                  <a:extLst>
                    <a:ext uri="{FF2B5EF4-FFF2-40B4-BE49-F238E27FC236}">
                      <a16:creationId xmlns:a16="http://schemas.microsoft.com/office/drawing/2014/main" id="{283A80A6-ACCE-9042-8C8B-198A5A1D2C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170772" y="2784954"/>
                  <a:ext cx="2712783" cy="1853712"/>
                </a:xfrm>
                <a:custGeom>
                  <a:avLst/>
                  <a:gdLst>
                    <a:gd name="T0" fmla="*/ 648763 w 10001"/>
                    <a:gd name="T1" fmla="*/ 34777612 h 10125"/>
                    <a:gd name="T2" fmla="*/ 115976403 w 10001"/>
                    <a:gd name="T3" fmla="*/ 13733703 h 10125"/>
                    <a:gd name="T4" fmla="*/ 507700960 w 10001"/>
                    <a:gd name="T5" fmla="*/ 8662125 h 10125"/>
                    <a:gd name="T6" fmla="*/ 810212713 w 10001"/>
                    <a:gd name="T7" fmla="*/ 0 h 10125"/>
                    <a:gd name="T8" fmla="*/ 1090015738 w 10001"/>
                    <a:gd name="T9" fmla="*/ 8687929 h 10125"/>
                    <a:gd name="T10" fmla="*/ 1310938763 w 10001"/>
                    <a:gd name="T11" fmla="*/ 4279362 h 10125"/>
                    <a:gd name="T12" fmla="*/ 1620263134 w 10001"/>
                    <a:gd name="T13" fmla="*/ 25736690 h 10125"/>
                    <a:gd name="T14" fmla="*/ 1394798364 w 10001"/>
                    <a:gd name="T15" fmla="*/ 58525268 h 10125"/>
                    <a:gd name="T16" fmla="*/ 1134622140 w 10001"/>
                    <a:gd name="T17" fmla="*/ 80266624 h 10125"/>
                    <a:gd name="T18" fmla="*/ 860820276 w 10001"/>
                    <a:gd name="T19" fmla="*/ 76142271 h 10125"/>
                    <a:gd name="T20" fmla="*/ 708996782 w 10001"/>
                    <a:gd name="T21" fmla="*/ 85346835 h 10125"/>
                    <a:gd name="T22" fmla="*/ 509322667 w 10001"/>
                    <a:gd name="T23" fmla="*/ 86268164 h 10125"/>
                    <a:gd name="T24" fmla="*/ 353443899 w 10001"/>
                    <a:gd name="T25" fmla="*/ 67979516 h 10125"/>
                    <a:gd name="T26" fmla="*/ 192536914 w 10001"/>
                    <a:gd name="T27" fmla="*/ 64535347 h 10125"/>
                    <a:gd name="T28" fmla="*/ 648763 w 10001"/>
                    <a:gd name="T29" fmla="*/ 34777612 h 1012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connsiteX0" fmla="*/ 4 w 10040"/>
                    <a:gd name="connsiteY0" fmla="*/ 4039 h 10125"/>
                    <a:gd name="connsiteX1" fmla="*/ 715 w 10040"/>
                    <a:gd name="connsiteY1" fmla="*/ 1595 h 10125"/>
                    <a:gd name="connsiteX2" fmla="*/ 3130 w 10040"/>
                    <a:gd name="connsiteY2" fmla="*/ 1006 h 10125"/>
                    <a:gd name="connsiteX3" fmla="*/ 4995 w 10040"/>
                    <a:gd name="connsiteY3" fmla="*/ 0 h 10125"/>
                    <a:gd name="connsiteX4" fmla="*/ 6720 w 10040"/>
                    <a:gd name="connsiteY4" fmla="*/ 1009 h 10125"/>
                    <a:gd name="connsiteX5" fmla="*/ 9989 w 10040"/>
                    <a:gd name="connsiteY5" fmla="*/ 2989 h 10125"/>
                    <a:gd name="connsiteX6" fmla="*/ 8599 w 10040"/>
                    <a:gd name="connsiteY6" fmla="*/ 6797 h 10125"/>
                    <a:gd name="connsiteX7" fmla="*/ 6995 w 10040"/>
                    <a:gd name="connsiteY7" fmla="*/ 9322 h 10125"/>
                    <a:gd name="connsiteX8" fmla="*/ 5307 w 10040"/>
                    <a:gd name="connsiteY8" fmla="*/ 8843 h 10125"/>
                    <a:gd name="connsiteX9" fmla="*/ 4371 w 10040"/>
                    <a:gd name="connsiteY9" fmla="*/ 9912 h 10125"/>
                    <a:gd name="connsiteX10" fmla="*/ 3140 w 10040"/>
                    <a:gd name="connsiteY10" fmla="*/ 10019 h 10125"/>
                    <a:gd name="connsiteX11" fmla="*/ 2179 w 10040"/>
                    <a:gd name="connsiteY11" fmla="*/ 7895 h 10125"/>
                    <a:gd name="connsiteX12" fmla="*/ 1187 w 10040"/>
                    <a:gd name="connsiteY12" fmla="*/ 7495 h 10125"/>
                    <a:gd name="connsiteX13" fmla="*/ 4 w 10040"/>
                    <a:gd name="connsiteY13" fmla="*/ 4039 h 10125"/>
                    <a:gd name="connsiteX0" fmla="*/ 4 w 8600"/>
                    <a:gd name="connsiteY0" fmla="*/ 4042 h 10128"/>
                    <a:gd name="connsiteX1" fmla="*/ 715 w 8600"/>
                    <a:gd name="connsiteY1" fmla="*/ 1598 h 10128"/>
                    <a:gd name="connsiteX2" fmla="*/ 3130 w 8600"/>
                    <a:gd name="connsiteY2" fmla="*/ 1009 h 10128"/>
                    <a:gd name="connsiteX3" fmla="*/ 4995 w 8600"/>
                    <a:gd name="connsiteY3" fmla="*/ 3 h 10128"/>
                    <a:gd name="connsiteX4" fmla="*/ 6720 w 8600"/>
                    <a:gd name="connsiteY4" fmla="*/ 1012 h 10128"/>
                    <a:gd name="connsiteX5" fmla="*/ 8599 w 8600"/>
                    <a:gd name="connsiteY5" fmla="*/ 6800 h 10128"/>
                    <a:gd name="connsiteX6" fmla="*/ 6995 w 8600"/>
                    <a:gd name="connsiteY6" fmla="*/ 9325 h 10128"/>
                    <a:gd name="connsiteX7" fmla="*/ 5307 w 8600"/>
                    <a:gd name="connsiteY7" fmla="*/ 8846 h 10128"/>
                    <a:gd name="connsiteX8" fmla="*/ 4371 w 8600"/>
                    <a:gd name="connsiteY8" fmla="*/ 9915 h 10128"/>
                    <a:gd name="connsiteX9" fmla="*/ 3140 w 8600"/>
                    <a:gd name="connsiteY9" fmla="*/ 10022 h 10128"/>
                    <a:gd name="connsiteX10" fmla="*/ 2179 w 8600"/>
                    <a:gd name="connsiteY10" fmla="*/ 7898 h 10128"/>
                    <a:gd name="connsiteX11" fmla="*/ 1187 w 8600"/>
                    <a:gd name="connsiteY11" fmla="*/ 7498 h 10128"/>
                    <a:gd name="connsiteX12" fmla="*/ 4 w 8600"/>
                    <a:gd name="connsiteY12" fmla="*/ 4042 h 10128"/>
                    <a:gd name="connsiteX0" fmla="*/ 4 w 9326"/>
                    <a:gd name="connsiteY0" fmla="*/ 3988 h 9997"/>
                    <a:gd name="connsiteX1" fmla="*/ 830 w 9326"/>
                    <a:gd name="connsiteY1" fmla="*/ 1575 h 9997"/>
                    <a:gd name="connsiteX2" fmla="*/ 3639 w 9326"/>
                    <a:gd name="connsiteY2" fmla="*/ 993 h 9997"/>
                    <a:gd name="connsiteX3" fmla="*/ 5807 w 9326"/>
                    <a:gd name="connsiteY3" fmla="*/ 0 h 9997"/>
                    <a:gd name="connsiteX4" fmla="*/ 7813 w 9326"/>
                    <a:gd name="connsiteY4" fmla="*/ 996 h 9997"/>
                    <a:gd name="connsiteX5" fmla="*/ 9324 w 9326"/>
                    <a:gd name="connsiteY5" fmla="*/ 5746 h 9997"/>
                    <a:gd name="connsiteX6" fmla="*/ 8133 w 9326"/>
                    <a:gd name="connsiteY6" fmla="*/ 9204 h 9997"/>
                    <a:gd name="connsiteX7" fmla="*/ 6170 w 9326"/>
                    <a:gd name="connsiteY7" fmla="*/ 8731 h 9997"/>
                    <a:gd name="connsiteX8" fmla="*/ 5082 w 9326"/>
                    <a:gd name="connsiteY8" fmla="*/ 9787 h 9997"/>
                    <a:gd name="connsiteX9" fmla="*/ 3650 w 9326"/>
                    <a:gd name="connsiteY9" fmla="*/ 9892 h 9997"/>
                    <a:gd name="connsiteX10" fmla="*/ 2533 w 9326"/>
                    <a:gd name="connsiteY10" fmla="*/ 7795 h 9997"/>
                    <a:gd name="connsiteX11" fmla="*/ 1379 w 9326"/>
                    <a:gd name="connsiteY11" fmla="*/ 7400 h 9997"/>
                    <a:gd name="connsiteX12" fmla="*/ 4 w 9326"/>
                    <a:gd name="connsiteY12" fmla="*/ 3988 h 9997"/>
                    <a:gd name="connsiteX0" fmla="*/ 4 w 10001"/>
                    <a:gd name="connsiteY0" fmla="*/ 3989 h 10041"/>
                    <a:gd name="connsiteX1" fmla="*/ 890 w 10001"/>
                    <a:gd name="connsiteY1" fmla="*/ 1575 h 10041"/>
                    <a:gd name="connsiteX2" fmla="*/ 3902 w 10001"/>
                    <a:gd name="connsiteY2" fmla="*/ 993 h 10041"/>
                    <a:gd name="connsiteX3" fmla="*/ 6227 w 10001"/>
                    <a:gd name="connsiteY3" fmla="*/ 0 h 10041"/>
                    <a:gd name="connsiteX4" fmla="*/ 8378 w 10001"/>
                    <a:gd name="connsiteY4" fmla="*/ 996 h 10041"/>
                    <a:gd name="connsiteX5" fmla="*/ 9998 w 10001"/>
                    <a:gd name="connsiteY5" fmla="*/ 5748 h 10041"/>
                    <a:gd name="connsiteX6" fmla="*/ 8721 w 10001"/>
                    <a:gd name="connsiteY6" fmla="*/ 9207 h 10041"/>
                    <a:gd name="connsiteX7" fmla="*/ 5449 w 10001"/>
                    <a:gd name="connsiteY7" fmla="*/ 9790 h 10041"/>
                    <a:gd name="connsiteX8" fmla="*/ 3914 w 10001"/>
                    <a:gd name="connsiteY8" fmla="*/ 9895 h 10041"/>
                    <a:gd name="connsiteX9" fmla="*/ 2716 w 10001"/>
                    <a:gd name="connsiteY9" fmla="*/ 7797 h 10041"/>
                    <a:gd name="connsiteX10" fmla="*/ 1479 w 10001"/>
                    <a:gd name="connsiteY10" fmla="*/ 7402 h 10041"/>
                    <a:gd name="connsiteX11" fmla="*/ 4 w 10001"/>
                    <a:gd name="connsiteY11" fmla="*/ 3989 h 10041"/>
                    <a:gd name="connsiteX0" fmla="*/ 4 w 10001"/>
                    <a:gd name="connsiteY0" fmla="*/ 3989 h 14825"/>
                    <a:gd name="connsiteX1" fmla="*/ 890 w 10001"/>
                    <a:gd name="connsiteY1" fmla="*/ 1575 h 14825"/>
                    <a:gd name="connsiteX2" fmla="*/ 3902 w 10001"/>
                    <a:gd name="connsiteY2" fmla="*/ 993 h 14825"/>
                    <a:gd name="connsiteX3" fmla="*/ 6227 w 10001"/>
                    <a:gd name="connsiteY3" fmla="*/ 0 h 14825"/>
                    <a:gd name="connsiteX4" fmla="*/ 8378 w 10001"/>
                    <a:gd name="connsiteY4" fmla="*/ 996 h 14825"/>
                    <a:gd name="connsiteX5" fmla="*/ 9998 w 10001"/>
                    <a:gd name="connsiteY5" fmla="*/ 5748 h 14825"/>
                    <a:gd name="connsiteX6" fmla="*/ 8721 w 10001"/>
                    <a:gd name="connsiteY6" fmla="*/ 9207 h 14825"/>
                    <a:gd name="connsiteX7" fmla="*/ 6011 w 10001"/>
                    <a:gd name="connsiteY7" fmla="*/ 14823 h 14825"/>
                    <a:gd name="connsiteX8" fmla="*/ 3914 w 10001"/>
                    <a:gd name="connsiteY8" fmla="*/ 9895 h 14825"/>
                    <a:gd name="connsiteX9" fmla="*/ 2716 w 10001"/>
                    <a:gd name="connsiteY9" fmla="*/ 7797 h 14825"/>
                    <a:gd name="connsiteX10" fmla="*/ 1479 w 10001"/>
                    <a:gd name="connsiteY10" fmla="*/ 7402 h 14825"/>
                    <a:gd name="connsiteX11" fmla="*/ 4 w 10001"/>
                    <a:gd name="connsiteY11" fmla="*/ 3989 h 14825"/>
                    <a:gd name="connsiteX0" fmla="*/ 4 w 10001"/>
                    <a:gd name="connsiteY0" fmla="*/ 7436 h 18272"/>
                    <a:gd name="connsiteX1" fmla="*/ 890 w 10001"/>
                    <a:gd name="connsiteY1" fmla="*/ 5022 h 18272"/>
                    <a:gd name="connsiteX2" fmla="*/ 3902 w 10001"/>
                    <a:gd name="connsiteY2" fmla="*/ 4440 h 18272"/>
                    <a:gd name="connsiteX3" fmla="*/ 6026 w 10001"/>
                    <a:gd name="connsiteY3" fmla="*/ 0 h 18272"/>
                    <a:gd name="connsiteX4" fmla="*/ 8378 w 10001"/>
                    <a:gd name="connsiteY4" fmla="*/ 4443 h 18272"/>
                    <a:gd name="connsiteX5" fmla="*/ 9998 w 10001"/>
                    <a:gd name="connsiteY5" fmla="*/ 9195 h 18272"/>
                    <a:gd name="connsiteX6" fmla="*/ 8721 w 10001"/>
                    <a:gd name="connsiteY6" fmla="*/ 12654 h 18272"/>
                    <a:gd name="connsiteX7" fmla="*/ 6011 w 10001"/>
                    <a:gd name="connsiteY7" fmla="*/ 18270 h 18272"/>
                    <a:gd name="connsiteX8" fmla="*/ 3914 w 10001"/>
                    <a:gd name="connsiteY8" fmla="*/ 13342 h 18272"/>
                    <a:gd name="connsiteX9" fmla="*/ 2716 w 10001"/>
                    <a:gd name="connsiteY9" fmla="*/ 11244 h 18272"/>
                    <a:gd name="connsiteX10" fmla="*/ 1479 w 10001"/>
                    <a:gd name="connsiteY10" fmla="*/ 10849 h 18272"/>
                    <a:gd name="connsiteX11" fmla="*/ 4 w 10001"/>
                    <a:gd name="connsiteY11" fmla="*/ 7436 h 18272"/>
                    <a:gd name="connsiteX0" fmla="*/ 1 w 9998"/>
                    <a:gd name="connsiteY0" fmla="*/ 7436 h 18272"/>
                    <a:gd name="connsiteX1" fmla="*/ 3899 w 9998"/>
                    <a:gd name="connsiteY1" fmla="*/ 4440 h 18272"/>
                    <a:gd name="connsiteX2" fmla="*/ 6023 w 9998"/>
                    <a:gd name="connsiteY2" fmla="*/ 0 h 18272"/>
                    <a:gd name="connsiteX3" fmla="*/ 8375 w 9998"/>
                    <a:gd name="connsiteY3" fmla="*/ 4443 h 18272"/>
                    <a:gd name="connsiteX4" fmla="*/ 9995 w 9998"/>
                    <a:gd name="connsiteY4" fmla="*/ 9195 h 18272"/>
                    <a:gd name="connsiteX5" fmla="*/ 8718 w 9998"/>
                    <a:gd name="connsiteY5" fmla="*/ 12654 h 18272"/>
                    <a:gd name="connsiteX6" fmla="*/ 6008 w 9998"/>
                    <a:gd name="connsiteY6" fmla="*/ 18270 h 18272"/>
                    <a:gd name="connsiteX7" fmla="*/ 3911 w 9998"/>
                    <a:gd name="connsiteY7" fmla="*/ 13342 h 18272"/>
                    <a:gd name="connsiteX8" fmla="*/ 2713 w 9998"/>
                    <a:gd name="connsiteY8" fmla="*/ 11244 h 18272"/>
                    <a:gd name="connsiteX9" fmla="*/ 1476 w 9998"/>
                    <a:gd name="connsiteY9" fmla="*/ 10849 h 18272"/>
                    <a:gd name="connsiteX10" fmla="*/ 1 w 9998"/>
                    <a:gd name="connsiteY10" fmla="*/ 7436 h 18272"/>
                    <a:gd name="connsiteX0" fmla="*/ 35 w 8559"/>
                    <a:gd name="connsiteY0" fmla="*/ 5938 h 10000"/>
                    <a:gd name="connsiteX1" fmla="*/ 2459 w 8559"/>
                    <a:gd name="connsiteY1" fmla="*/ 2430 h 10000"/>
                    <a:gd name="connsiteX2" fmla="*/ 4583 w 8559"/>
                    <a:gd name="connsiteY2" fmla="*/ 0 h 10000"/>
                    <a:gd name="connsiteX3" fmla="*/ 6936 w 8559"/>
                    <a:gd name="connsiteY3" fmla="*/ 2432 h 10000"/>
                    <a:gd name="connsiteX4" fmla="*/ 8556 w 8559"/>
                    <a:gd name="connsiteY4" fmla="*/ 5032 h 10000"/>
                    <a:gd name="connsiteX5" fmla="*/ 7279 w 8559"/>
                    <a:gd name="connsiteY5" fmla="*/ 6925 h 10000"/>
                    <a:gd name="connsiteX6" fmla="*/ 4568 w 8559"/>
                    <a:gd name="connsiteY6" fmla="*/ 9999 h 10000"/>
                    <a:gd name="connsiteX7" fmla="*/ 2471 w 8559"/>
                    <a:gd name="connsiteY7" fmla="*/ 7302 h 10000"/>
                    <a:gd name="connsiteX8" fmla="*/ 1273 w 8559"/>
                    <a:gd name="connsiteY8" fmla="*/ 6154 h 10000"/>
                    <a:gd name="connsiteX9" fmla="*/ 35 w 8559"/>
                    <a:gd name="connsiteY9" fmla="*/ 5938 h 10000"/>
                    <a:gd name="connsiteX0" fmla="*/ 49 w 9820"/>
                    <a:gd name="connsiteY0" fmla="*/ 4655 h 10000"/>
                    <a:gd name="connsiteX1" fmla="*/ 2693 w 9820"/>
                    <a:gd name="connsiteY1" fmla="*/ 2430 h 10000"/>
                    <a:gd name="connsiteX2" fmla="*/ 5175 w 9820"/>
                    <a:gd name="connsiteY2" fmla="*/ 0 h 10000"/>
                    <a:gd name="connsiteX3" fmla="*/ 7924 w 9820"/>
                    <a:gd name="connsiteY3" fmla="*/ 2432 h 10000"/>
                    <a:gd name="connsiteX4" fmla="*/ 9816 w 9820"/>
                    <a:gd name="connsiteY4" fmla="*/ 5032 h 10000"/>
                    <a:gd name="connsiteX5" fmla="*/ 8324 w 9820"/>
                    <a:gd name="connsiteY5" fmla="*/ 6925 h 10000"/>
                    <a:gd name="connsiteX6" fmla="*/ 5157 w 9820"/>
                    <a:gd name="connsiteY6" fmla="*/ 9999 h 10000"/>
                    <a:gd name="connsiteX7" fmla="*/ 2707 w 9820"/>
                    <a:gd name="connsiteY7" fmla="*/ 7302 h 10000"/>
                    <a:gd name="connsiteX8" fmla="*/ 1307 w 9820"/>
                    <a:gd name="connsiteY8" fmla="*/ 6154 h 10000"/>
                    <a:gd name="connsiteX9" fmla="*/ 49 w 9820"/>
                    <a:gd name="connsiteY9" fmla="*/ 4655 h 10000"/>
                    <a:gd name="connsiteX0" fmla="*/ 45 w 9995"/>
                    <a:gd name="connsiteY0" fmla="*/ 4655 h 10000"/>
                    <a:gd name="connsiteX1" fmla="*/ 2737 w 9995"/>
                    <a:gd name="connsiteY1" fmla="*/ 2430 h 10000"/>
                    <a:gd name="connsiteX2" fmla="*/ 5265 w 9995"/>
                    <a:gd name="connsiteY2" fmla="*/ 0 h 10000"/>
                    <a:gd name="connsiteX3" fmla="*/ 8064 w 9995"/>
                    <a:gd name="connsiteY3" fmla="*/ 2432 h 10000"/>
                    <a:gd name="connsiteX4" fmla="*/ 9991 w 9995"/>
                    <a:gd name="connsiteY4" fmla="*/ 5032 h 10000"/>
                    <a:gd name="connsiteX5" fmla="*/ 8472 w 9995"/>
                    <a:gd name="connsiteY5" fmla="*/ 6925 h 10000"/>
                    <a:gd name="connsiteX6" fmla="*/ 5247 w 9995"/>
                    <a:gd name="connsiteY6" fmla="*/ 9999 h 10000"/>
                    <a:gd name="connsiteX7" fmla="*/ 2752 w 9995"/>
                    <a:gd name="connsiteY7" fmla="*/ 7302 h 10000"/>
                    <a:gd name="connsiteX8" fmla="*/ 1374 w 9995"/>
                    <a:gd name="connsiteY8" fmla="*/ 6984 h 10000"/>
                    <a:gd name="connsiteX9" fmla="*/ 45 w 9995"/>
                    <a:gd name="connsiteY9" fmla="*/ 4655 h 10000"/>
                    <a:gd name="connsiteX0" fmla="*/ 45 w 10000"/>
                    <a:gd name="connsiteY0" fmla="*/ 5032 h 10377"/>
                    <a:gd name="connsiteX1" fmla="*/ 2738 w 10000"/>
                    <a:gd name="connsiteY1" fmla="*/ 2807 h 10377"/>
                    <a:gd name="connsiteX2" fmla="*/ 4886 w 10000"/>
                    <a:gd name="connsiteY2" fmla="*/ 0 h 10377"/>
                    <a:gd name="connsiteX3" fmla="*/ 8068 w 10000"/>
                    <a:gd name="connsiteY3" fmla="*/ 2809 h 10377"/>
                    <a:gd name="connsiteX4" fmla="*/ 9996 w 10000"/>
                    <a:gd name="connsiteY4" fmla="*/ 5409 h 10377"/>
                    <a:gd name="connsiteX5" fmla="*/ 8476 w 10000"/>
                    <a:gd name="connsiteY5" fmla="*/ 7302 h 10377"/>
                    <a:gd name="connsiteX6" fmla="*/ 5250 w 10000"/>
                    <a:gd name="connsiteY6" fmla="*/ 10376 h 10377"/>
                    <a:gd name="connsiteX7" fmla="*/ 2753 w 10000"/>
                    <a:gd name="connsiteY7" fmla="*/ 7679 h 10377"/>
                    <a:gd name="connsiteX8" fmla="*/ 1375 w 10000"/>
                    <a:gd name="connsiteY8" fmla="*/ 7361 h 10377"/>
                    <a:gd name="connsiteX9" fmla="*/ 45 w 10000"/>
                    <a:gd name="connsiteY9" fmla="*/ 5032 h 10377"/>
                    <a:gd name="connsiteX0" fmla="*/ 45 w 10000"/>
                    <a:gd name="connsiteY0" fmla="*/ 5036 h 10381"/>
                    <a:gd name="connsiteX1" fmla="*/ 2738 w 10000"/>
                    <a:gd name="connsiteY1" fmla="*/ 2811 h 10381"/>
                    <a:gd name="connsiteX2" fmla="*/ 4886 w 10000"/>
                    <a:gd name="connsiteY2" fmla="*/ 4 h 10381"/>
                    <a:gd name="connsiteX3" fmla="*/ 8068 w 10000"/>
                    <a:gd name="connsiteY3" fmla="*/ 2813 h 10381"/>
                    <a:gd name="connsiteX4" fmla="*/ 9996 w 10000"/>
                    <a:gd name="connsiteY4" fmla="*/ 5413 h 10381"/>
                    <a:gd name="connsiteX5" fmla="*/ 8476 w 10000"/>
                    <a:gd name="connsiteY5" fmla="*/ 7306 h 10381"/>
                    <a:gd name="connsiteX6" fmla="*/ 5250 w 10000"/>
                    <a:gd name="connsiteY6" fmla="*/ 10380 h 10381"/>
                    <a:gd name="connsiteX7" fmla="*/ 2753 w 10000"/>
                    <a:gd name="connsiteY7" fmla="*/ 7683 h 10381"/>
                    <a:gd name="connsiteX8" fmla="*/ 1375 w 10000"/>
                    <a:gd name="connsiteY8" fmla="*/ 7365 h 10381"/>
                    <a:gd name="connsiteX9" fmla="*/ 45 w 10000"/>
                    <a:gd name="connsiteY9" fmla="*/ 5036 h 10381"/>
                    <a:gd name="connsiteX0" fmla="*/ 45 w 10000"/>
                    <a:gd name="connsiteY0" fmla="*/ 5036 h 10796"/>
                    <a:gd name="connsiteX1" fmla="*/ 2738 w 10000"/>
                    <a:gd name="connsiteY1" fmla="*/ 2811 h 10796"/>
                    <a:gd name="connsiteX2" fmla="*/ 4886 w 10000"/>
                    <a:gd name="connsiteY2" fmla="*/ 4 h 10796"/>
                    <a:gd name="connsiteX3" fmla="*/ 8068 w 10000"/>
                    <a:gd name="connsiteY3" fmla="*/ 2813 h 10796"/>
                    <a:gd name="connsiteX4" fmla="*/ 9996 w 10000"/>
                    <a:gd name="connsiteY4" fmla="*/ 5413 h 10796"/>
                    <a:gd name="connsiteX5" fmla="*/ 8476 w 10000"/>
                    <a:gd name="connsiteY5" fmla="*/ 7306 h 10796"/>
                    <a:gd name="connsiteX6" fmla="*/ 5202 w 10000"/>
                    <a:gd name="connsiteY6" fmla="*/ 10795 h 10796"/>
                    <a:gd name="connsiteX7" fmla="*/ 2753 w 10000"/>
                    <a:gd name="connsiteY7" fmla="*/ 7683 h 10796"/>
                    <a:gd name="connsiteX8" fmla="*/ 1375 w 10000"/>
                    <a:gd name="connsiteY8" fmla="*/ 7365 h 10796"/>
                    <a:gd name="connsiteX9" fmla="*/ 45 w 10000"/>
                    <a:gd name="connsiteY9" fmla="*/ 5036 h 10796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00" h="10795">
                      <a:moveTo>
                        <a:pt x="45" y="5036"/>
                      </a:moveTo>
                      <a:cubicBezTo>
                        <a:pt x="272" y="4277"/>
                        <a:pt x="1931" y="3650"/>
                        <a:pt x="2738" y="2811"/>
                      </a:cubicBezTo>
                      <a:cubicBezTo>
                        <a:pt x="3545" y="1972"/>
                        <a:pt x="3352" y="117"/>
                        <a:pt x="4886" y="4"/>
                      </a:cubicBezTo>
                      <a:cubicBezTo>
                        <a:pt x="6420" y="-109"/>
                        <a:pt x="7216" y="1912"/>
                        <a:pt x="8068" y="2813"/>
                      </a:cubicBezTo>
                      <a:cubicBezTo>
                        <a:pt x="8920" y="3715"/>
                        <a:pt x="9928" y="3420"/>
                        <a:pt x="9996" y="5413"/>
                      </a:cubicBezTo>
                      <a:cubicBezTo>
                        <a:pt x="10064" y="7406"/>
                        <a:pt x="9275" y="6409"/>
                        <a:pt x="8476" y="7306"/>
                      </a:cubicBezTo>
                      <a:cubicBezTo>
                        <a:pt x="7677" y="8203"/>
                        <a:pt x="7086" y="10770"/>
                        <a:pt x="5202" y="10795"/>
                      </a:cubicBezTo>
                      <a:cubicBezTo>
                        <a:pt x="3318" y="10820"/>
                        <a:pt x="3391" y="8255"/>
                        <a:pt x="2753" y="7683"/>
                      </a:cubicBezTo>
                      <a:cubicBezTo>
                        <a:pt x="2115" y="7111"/>
                        <a:pt x="2326" y="7496"/>
                        <a:pt x="1375" y="7365"/>
                      </a:cubicBezTo>
                      <a:cubicBezTo>
                        <a:pt x="493" y="6773"/>
                        <a:pt x="-182" y="5795"/>
                        <a:pt x="45" y="5036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899" name="Group 898">
                  <a:extLst>
                    <a:ext uri="{FF2B5EF4-FFF2-40B4-BE49-F238E27FC236}">
                      <a16:creationId xmlns:a16="http://schemas.microsoft.com/office/drawing/2014/main" id="{9FC17377-884C-414F-8E1D-B308CBDD5468}"/>
                    </a:ext>
                  </a:extLst>
                </p:cNvPr>
                <p:cNvGrpSpPr/>
                <p:nvPr/>
              </p:nvGrpSpPr>
              <p:grpSpPr>
                <a:xfrm>
                  <a:off x="-1935370" y="2935816"/>
                  <a:ext cx="2333625" cy="1590649"/>
                  <a:chOff x="833331" y="2873352"/>
                  <a:chExt cx="2333625" cy="1590649"/>
                </a:xfrm>
              </p:grpSpPr>
              <p:grpSp>
                <p:nvGrpSpPr>
                  <p:cNvPr id="900" name="Group 899">
                    <a:extLst>
                      <a:ext uri="{FF2B5EF4-FFF2-40B4-BE49-F238E27FC236}">
                        <a16:creationId xmlns:a16="http://schemas.microsoft.com/office/drawing/2014/main" id="{D5400FED-619F-F740-84A1-9713262070B8}"/>
                      </a:ext>
                    </a:extLst>
                  </p:cNvPr>
                  <p:cNvGrpSpPr/>
                  <p:nvPr/>
                </p:nvGrpSpPr>
                <p:grpSpPr>
                  <a:xfrm>
                    <a:off x="1736090" y="2873352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949" name="Group 327">
                      <a:extLst>
                        <a:ext uri="{FF2B5EF4-FFF2-40B4-BE49-F238E27FC236}">
                          <a16:creationId xmlns:a16="http://schemas.microsoft.com/office/drawing/2014/main" id="{3B6AB252-179E-4A40-A8FE-EF2AF309DD2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953" name="Oval 952">
                        <a:extLst>
                          <a:ext uri="{FF2B5EF4-FFF2-40B4-BE49-F238E27FC236}">
                            <a16:creationId xmlns:a16="http://schemas.microsoft.com/office/drawing/2014/main" id="{63627FC9-0B3F-664A-9E65-2EC81DABC21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54" name="Rectangle 953">
                        <a:extLst>
                          <a:ext uri="{FF2B5EF4-FFF2-40B4-BE49-F238E27FC236}">
                            <a16:creationId xmlns:a16="http://schemas.microsoft.com/office/drawing/2014/main" id="{3C2079ED-CD34-8048-9B86-CACF3B9546C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55" name="Oval 954">
                        <a:extLst>
                          <a:ext uri="{FF2B5EF4-FFF2-40B4-BE49-F238E27FC236}">
                            <a16:creationId xmlns:a16="http://schemas.microsoft.com/office/drawing/2014/main" id="{55B51C42-698C-934B-8244-908CC3429E1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56" name="Freeform 955">
                        <a:extLst>
                          <a:ext uri="{FF2B5EF4-FFF2-40B4-BE49-F238E27FC236}">
                            <a16:creationId xmlns:a16="http://schemas.microsoft.com/office/drawing/2014/main" id="{1F470D92-6D81-5C4C-A5D6-DF918E6850E2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57" name="Freeform 956">
                        <a:extLst>
                          <a:ext uri="{FF2B5EF4-FFF2-40B4-BE49-F238E27FC236}">
                            <a16:creationId xmlns:a16="http://schemas.microsoft.com/office/drawing/2014/main" id="{130139FE-1CE2-364B-989A-ACEA908EB27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58" name="Freeform 957">
                        <a:extLst>
                          <a:ext uri="{FF2B5EF4-FFF2-40B4-BE49-F238E27FC236}">
                            <a16:creationId xmlns:a16="http://schemas.microsoft.com/office/drawing/2014/main" id="{7F6DF920-A2F0-9949-9B9C-25AE50501FF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59" name="Freeform 958">
                        <a:extLst>
                          <a:ext uri="{FF2B5EF4-FFF2-40B4-BE49-F238E27FC236}">
                            <a16:creationId xmlns:a16="http://schemas.microsoft.com/office/drawing/2014/main" id="{22EDDC2B-58FC-C545-AB15-E99619BBD97D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960" name="Straight Connector 959">
                        <a:extLst>
                          <a:ext uri="{FF2B5EF4-FFF2-40B4-BE49-F238E27FC236}">
                            <a16:creationId xmlns:a16="http://schemas.microsoft.com/office/drawing/2014/main" id="{4296E775-31B6-5B4B-A5BE-4E02CDD3B469}"/>
                          </a:ext>
                        </a:extLst>
                      </p:cNvPr>
                      <p:cNvCxnSpPr>
                        <a:endCxn id="955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961" name="Straight Connector 960">
                        <a:extLst>
                          <a:ext uri="{FF2B5EF4-FFF2-40B4-BE49-F238E27FC236}">
                            <a16:creationId xmlns:a16="http://schemas.microsoft.com/office/drawing/2014/main" id="{A5D8299F-A42F-854E-9CFB-763B2778FC15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950" name="Group 949">
                      <a:extLst>
                        <a:ext uri="{FF2B5EF4-FFF2-40B4-BE49-F238E27FC236}">
                          <a16:creationId xmlns:a16="http://schemas.microsoft.com/office/drawing/2014/main" id="{1788917B-0238-8B46-BA37-30397FD3DB3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41422" cy="369332"/>
                      <a:chOff x="667045" y="1708643"/>
                      <a:chExt cx="441422" cy="369332"/>
                    </a:xfrm>
                  </p:grpSpPr>
                  <p:sp>
                    <p:nvSpPr>
                      <p:cNvPr id="951" name="Oval 950">
                        <a:extLst>
                          <a:ext uri="{FF2B5EF4-FFF2-40B4-BE49-F238E27FC236}">
                            <a16:creationId xmlns:a16="http://schemas.microsoft.com/office/drawing/2014/main" id="{923AD362-4160-3E4E-AF55-6685C7E47588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52" name="TextBox 951">
                        <a:extLst>
                          <a:ext uri="{FF2B5EF4-FFF2-40B4-BE49-F238E27FC236}">
                            <a16:creationId xmlns:a16="http://schemas.microsoft.com/office/drawing/2014/main" id="{7520A91B-2469-1944-98CE-9FDC18168C2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4142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1b</a:t>
                        </a:r>
                      </a:p>
                    </p:txBody>
                  </p:sp>
                </p:grpSp>
              </p:grpSp>
              <p:grpSp>
                <p:nvGrpSpPr>
                  <p:cNvPr id="901" name="Group 900">
                    <a:extLst>
                      <a:ext uri="{FF2B5EF4-FFF2-40B4-BE49-F238E27FC236}">
                        <a16:creationId xmlns:a16="http://schemas.microsoft.com/office/drawing/2014/main" id="{12975416-4654-EF49-B798-E43A6CC08278}"/>
                      </a:ext>
                    </a:extLst>
                  </p:cNvPr>
                  <p:cNvGrpSpPr/>
                  <p:nvPr/>
                </p:nvGrpSpPr>
                <p:grpSpPr>
                  <a:xfrm>
                    <a:off x="1740320" y="4094669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936" name="Group 327">
                      <a:extLst>
                        <a:ext uri="{FF2B5EF4-FFF2-40B4-BE49-F238E27FC236}">
                          <a16:creationId xmlns:a16="http://schemas.microsoft.com/office/drawing/2014/main" id="{74F78B6C-AE11-7F49-B2BF-EE0EB8F3B0C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940" name="Oval 939">
                        <a:extLst>
                          <a:ext uri="{FF2B5EF4-FFF2-40B4-BE49-F238E27FC236}">
                            <a16:creationId xmlns:a16="http://schemas.microsoft.com/office/drawing/2014/main" id="{1B5A764B-9605-254C-B583-FD59CBCA85BB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41" name="Rectangle 940">
                        <a:extLst>
                          <a:ext uri="{FF2B5EF4-FFF2-40B4-BE49-F238E27FC236}">
                            <a16:creationId xmlns:a16="http://schemas.microsoft.com/office/drawing/2014/main" id="{EF698BA0-40DC-4C4A-AAA0-F66D1A31AD97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42" name="Oval 941">
                        <a:extLst>
                          <a:ext uri="{FF2B5EF4-FFF2-40B4-BE49-F238E27FC236}">
                            <a16:creationId xmlns:a16="http://schemas.microsoft.com/office/drawing/2014/main" id="{6C419D27-1510-E241-A47C-000382060331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43" name="Freeform 942">
                        <a:extLst>
                          <a:ext uri="{FF2B5EF4-FFF2-40B4-BE49-F238E27FC236}">
                            <a16:creationId xmlns:a16="http://schemas.microsoft.com/office/drawing/2014/main" id="{A2E04614-58C7-2840-A2F2-BF95E0C0F81B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44" name="Freeform 943">
                        <a:extLst>
                          <a:ext uri="{FF2B5EF4-FFF2-40B4-BE49-F238E27FC236}">
                            <a16:creationId xmlns:a16="http://schemas.microsoft.com/office/drawing/2014/main" id="{A1233B70-4A82-0F47-AB61-0BE325232907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45" name="Freeform 944">
                        <a:extLst>
                          <a:ext uri="{FF2B5EF4-FFF2-40B4-BE49-F238E27FC236}">
                            <a16:creationId xmlns:a16="http://schemas.microsoft.com/office/drawing/2014/main" id="{9A22669E-0B07-3F45-9A7E-2DB8FEC962AE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46" name="Freeform 945">
                        <a:extLst>
                          <a:ext uri="{FF2B5EF4-FFF2-40B4-BE49-F238E27FC236}">
                            <a16:creationId xmlns:a16="http://schemas.microsoft.com/office/drawing/2014/main" id="{F7FE0282-0EA7-194E-B37D-32B2E192E51B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947" name="Straight Connector 946">
                        <a:extLst>
                          <a:ext uri="{FF2B5EF4-FFF2-40B4-BE49-F238E27FC236}">
                            <a16:creationId xmlns:a16="http://schemas.microsoft.com/office/drawing/2014/main" id="{A155E81A-9514-F44D-934B-C83E3DFC7AE0}"/>
                          </a:ext>
                        </a:extLst>
                      </p:cNvPr>
                      <p:cNvCxnSpPr>
                        <a:endCxn id="942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948" name="Straight Connector 947">
                        <a:extLst>
                          <a:ext uri="{FF2B5EF4-FFF2-40B4-BE49-F238E27FC236}">
                            <a16:creationId xmlns:a16="http://schemas.microsoft.com/office/drawing/2014/main" id="{7B997F24-F8DC-FC41-B104-1A9F101D8F82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937" name="Group 936">
                      <a:extLst>
                        <a:ext uri="{FF2B5EF4-FFF2-40B4-BE49-F238E27FC236}">
                          <a16:creationId xmlns:a16="http://schemas.microsoft.com/office/drawing/2014/main" id="{787F07A0-694C-9E4B-A3B3-30FF228A22E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41422" cy="369332"/>
                      <a:chOff x="667045" y="1708643"/>
                      <a:chExt cx="441422" cy="369332"/>
                    </a:xfrm>
                  </p:grpSpPr>
                  <p:sp>
                    <p:nvSpPr>
                      <p:cNvPr id="938" name="Oval 937">
                        <a:extLst>
                          <a:ext uri="{FF2B5EF4-FFF2-40B4-BE49-F238E27FC236}">
                            <a16:creationId xmlns:a16="http://schemas.microsoft.com/office/drawing/2014/main" id="{9E0669B1-E058-2D4E-953A-8DD7F13C5A21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39" name="TextBox 938">
                        <a:extLst>
                          <a:ext uri="{FF2B5EF4-FFF2-40B4-BE49-F238E27FC236}">
                            <a16:creationId xmlns:a16="http://schemas.microsoft.com/office/drawing/2014/main" id="{AF432F12-5031-CA46-ABD9-511EBDB5A9F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4142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1d</a:t>
                        </a:r>
                      </a:p>
                    </p:txBody>
                  </p:sp>
                </p:grpSp>
              </p:grpSp>
              <p:grpSp>
                <p:nvGrpSpPr>
                  <p:cNvPr id="902" name="Group 901">
                    <a:extLst>
                      <a:ext uri="{FF2B5EF4-FFF2-40B4-BE49-F238E27FC236}">
                        <a16:creationId xmlns:a16="http://schemas.microsoft.com/office/drawing/2014/main" id="{2DE65FFF-4FAF-694F-9280-D8C20647D5EC}"/>
                      </a:ext>
                    </a:extLst>
                  </p:cNvPr>
                  <p:cNvGrpSpPr/>
                  <p:nvPr/>
                </p:nvGrpSpPr>
                <p:grpSpPr>
                  <a:xfrm>
                    <a:off x="2601806" y="3485072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923" name="Group 327">
                      <a:extLst>
                        <a:ext uri="{FF2B5EF4-FFF2-40B4-BE49-F238E27FC236}">
                          <a16:creationId xmlns:a16="http://schemas.microsoft.com/office/drawing/2014/main" id="{94C911E6-C634-834E-96A6-814FBEC59AE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927" name="Oval 926">
                        <a:extLst>
                          <a:ext uri="{FF2B5EF4-FFF2-40B4-BE49-F238E27FC236}">
                            <a16:creationId xmlns:a16="http://schemas.microsoft.com/office/drawing/2014/main" id="{8C761162-B166-8849-8139-AAD7A2C4F6D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28" name="Rectangle 927">
                        <a:extLst>
                          <a:ext uri="{FF2B5EF4-FFF2-40B4-BE49-F238E27FC236}">
                            <a16:creationId xmlns:a16="http://schemas.microsoft.com/office/drawing/2014/main" id="{3D39001E-4533-0B43-905F-AA94CE839088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29" name="Oval 928">
                        <a:extLst>
                          <a:ext uri="{FF2B5EF4-FFF2-40B4-BE49-F238E27FC236}">
                            <a16:creationId xmlns:a16="http://schemas.microsoft.com/office/drawing/2014/main" id="{5E71B462-B511-4649-8673-9036C0DEA9F2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30" name="Freeform 929">
                        <a:extLst>
                          <a:ext uri="{FF2B5EF4-FFF2-40B4-BE49-F238E27FC236}">
                            <a16:creationId xmlns:a16="http://schemas.microsoft.com/office/drawing/2014/main" id="{B49EA1C5-095A-C04B-B8BD-EF8F458959D1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31" name="Freeform 930">
                        <a:extLst>
                          <a:ext uri="{FF2B5EF4-FFF2-40B4-BE49-F238E27FC236}">
                            <a16:creationId xmlns:a16="http://schemas.microsoft.com/office/drawing/2014/main" id="{C83CC63D-393D-1049-A395-4C928D5F0369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32" name="Freeform 931">
                        <a:extLst>
                          <a:ext uri="{FF2B5EF4-FFF2-40B4-BE49-F238E27FC236}">
                            <a16:creationId xmlns:a16="http://schemas.microsoft.com/office/drawing/2014/main" id="{C03181A0-E79F-D844-947E-BF87B8C423F3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33" name="Freeform 932">
                        <a:extLst>
                          <a:ext uri="{FF2B5EF4-FFF2-40B4-BE49-F238E27FC236}">
                            <a16:creationId xmlns:a16="http://schemas.microsoft.com/office/drawing/2014/main" id="{83B6EBB9-930D-0C4D-B5BC-C6B4A8EAB72B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934" name="Straight Connector 933">
                        <a:extLst>
                          <a:ext uri="{FF2B5EF4-FFF2-40B4-BE49-F238E27FC236}">
                            <a16:creationId xmlns:a16="http://schemas.microsoft.com/office/drawing/2014/main" id="{4A10BE00-6B87-FB46-AD61-287CAD87075B}"/>
                          </a:ext>
                        </a:extLst>
                      </p:cNvPr>
                      <p:cNvCxnSpPr>
                        <a:endCxn id="929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935" name="Straight Connector 934">
                        <a:extLst>
                          <a:ext uri="{FF2B5EF4-FFF2-40B4-BE49-F238E27FC236}">
                            <a16:creationId xmlns:a16="http://schemas.microsoft.com/office/drawing/2014/main" id="{230346D5-8BDD-B745-9227-4A68169D0F5E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924" name="Group 923">
                      <a:extLst>
                        <a:ext uri="{FF2B5EF4-FFF2-40B4-BE49-F238E27FC236}">
                          <a16:creationId xmlns:a16="http://schemas.microsoft.com/office/drawing/2014/main" id="{A9A703FA-0296-E94C-917B-41DC9E089E9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28460" cy="369332"/>
                      <a:chOff x="667045" y="1708643"/>
                      <a:chExt cx="428460" cy="369332"/>
                    </a:xfrm>
                  </p:grpSpPr>
                  <p:sp>
                    <p:nvSpPr>
                      <p:cNvPr id="925" name="Oval 924">
                        <a:extLst>
                          <a:ext uri="{FF2B5EF4-FFF2-40B4-BE49-F238E27FC236}">
                            <a16:creationId xmlns:a16="http://schemas.microsoft.com/office/drawing/2014/main" id="{05920D72-FEAD-F249-B9E2-78D387F26886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26" name="TextBox 925">
                        <a:extLst>
                          <a:ext uri="{FF2B5EF4-FFF2-40B4-BE49-F238E27FC236}">
                            <a16:creationId xmlns:a16="http://schemas.microsoft.com/office/drawing/2014/main" id="{1F2C5EAB-8B45-2540-A28C-11D50EE0598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2846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1c</a:t>
                        </a:r>
                      </a:p>
                    </p:txBody>
                  </p:sp>
                </p:grpSp>
              </p:grpSp>
              <p:grpSp>
                <p:nvGrpSpPr>
                  <p:cNvPr id="903" name="Group 902">
                    <a:extLst>
                      <a:ext uri="{FF2B5EF4-FFF2-40B4-BE49-F238E27FC236}">
                        <a16:creationId xmlns:a16="http://schemas.microsoft.com/office/drawing/2014/main" id="{12F3CB7B-C396-6F4F-92BE-2E64653DE3ED}"/>
                      </a:ext>
                    </a:extLst>
                  </p:cNvPr>
                  <p:cNvGrpSpPr/>
                  <p:nvPr/>
                </p:nvGrpSpPr>
                <p:grpSpPr>
                  <a:xfrm>
                    <a:off x="833331" y="3478719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910" name="Group 327">
                      <a:extLst>
                        <a:ext uri="{FF2B5EF4-FFF2-40B4-BE49-F238E27FC236}">
                          <a16:creationId xmlns:a16="http://schemas.microsoft.com/office/drawing/2014/main" id="{593ADE02-2BB8-F247-B466-624010934E1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914" name="Oval 913">
                        <a:extLst>
                          <a:ext uri="{FF2B5EF4-FFF2-40B4-BE49-F238E27FC236}">
                            <a16:creationId xmlns:a16="http://schemas.microsoft.com/office/drawing/2014/main" id="{87541E56-E5EE-8241-BCBF-55CDA84C2A13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15" name="Rectangle 914">
                        <a:extLst>
                          <a:ext uri="{FF2B5EF4-FFF2-40B4-BE49-F238E27FC236}">
                            <a16:creationId xmlns:a16="http://schemas.microsoft.com/office/drawing/2014/main" id="{F465AFB2-2CF1-4A4B-A18C-33598415B48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16" name="Oval 915">
                        <a:extLst>
                          <a:ext uri="{FF2B5EF4-FFF2-40B4-BE49-F238E27FC236}">
                            <a16:creationId xmlns:a16="http://schemas.microsoft.com/office/drawing/2014/main" id="{4B29641F-3D28-C345-94DF-0BB1F9629D68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17" name="Freeform 916">
                        <a:extLst>
                          <a:ext uri="{FF2B5EF4-FFF2-40B4-BE49-F238E27FC236}">
                            <a16:creationId xmlns:a16="http://schemas.microsoft.com/office/drawing/2014/main" id="{6E4AAF8F-2CBD-1142-9EE9-05FE92FF53F4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18" name="Freeform 917">
                        <a:extLst>
                          <a:ext uri="{FF2B5EF4-FFF2-40B4-BE49-F238E27FC236}">
                            <a16:creationId xmlns:a16="http://schemas.microsoft.com/office/drawing/2014/main" id="{BA495F97-D82B-5C4E-96B6-E82DB95F35A3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19" name="Freeform 918">
                        <a:extLst>
                          <a:ext uri="{FF2B5EF4-FFF2-40B4-BE49-F238E27FC236}">
                            <a16:creationId xmlns:a16="http://schemas.microsoft.com/office/drawing/2014/main" id="{D9B70EFE-CE31-3F47-BEB1-D4C42661C87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20" name="Freeform 919">
                        <a:extLst>
                          <a:ext uri="{FF2B5EF4-FFF2-40B4-BE49-F238E27FC236}">
                            <a16:creationId xmlns:a16="http://schemas.microsoft.com/office/drawing/2014/main" id="{C5905B1B-F644-774C-BE19-4510998084DD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921" name="Straight Connector 920">
                        <a:extLst>
                          <a:ext uri="{FF2B5EF4-FFF2-40B4-BE49-F238E27FC236}">
                            <a16:creationId xmlns:a16="http://schemas.microsoft.com/office/drawing/2014/main" id="{237AA02A-857C-A247-AC06-55D25854AF8B}"/>
                          </a:ext>
                        </a:extLst>
                      </p:cNvPr>
                      <p:cNvCxnSpPr>
                        <a:endCxn id="916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922" name="Straight Connector 921">
                        <a:extLst>
                          <a:ext uri="{FF2B5EF4-FFF2-40B4-BE49-F238E27FC236}">
                            <a16:creationId xmlns:a16="http://schemas.microsoft.com/office/drawing/2014/main" id="{CAFAEF13-0710-B74C-87F9-9E272EF7406D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911" name="Group 910">
                      <a:extLst>
                        <a:ext uri="{FF2B5EF4-FFF2-40B4-BE49-F238E27FC236}">
                          <a16:creationId xmlns:a16="http://schemas.microsoft.com/office/drawing/2014/main" id="{5BE68664-1930-8042-9913-11DBD462102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41422" cy="369332"/>
                      <a:chOff x="667045" y="1708643"/>
                      <a:chExt cx="441422" cy="369332"/>
                    </a:xfrm>
                  </p:grpSpPr>
                  <p:sp>
                    <p:nvSpPr>
                      <p:cNvPr id="912" name="Oval 911">
                        <a:extLst>
                          <a:ext uri="{FF2B5EF4-FFF2-40B4-BE49-F238E27FC236}">
                            <a16:creationId xmlns:a16="http://schemas.microsoft.com/office/drawing/2014/main" id="{F5C7195A-DF6E-0742-AB8B-F0F4AA6D8144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13" name="TextBox 912">
                        <a:extLst>
                          <a:ext uri="{FF2B5EF4-FFF2-40B4-BE49-F238E27FC236}">
                            <a16:creationId xmlns:a16="http://schemas.microsoft.com/office/drawing/2014/main" id="{139118F9-27CD-6746-B00D-B4D69FC9BBF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4142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1a</a:t>
                        </a:r>
                      </a:p>
                    </p:txBody>
                  </p:sp>
                </p:grpSp>
              </p:grpSp>
              <p:cxnSp>
                <p:nvCxnSpPr>
                  <p:cNvPr id="906" name="Straight Connector 905">
                    <a:extLst>
                      <a:ext uri="{FF2B5EF4-FFF2-40B4-BE49-F238E27FC236}">
                        <a16:creationId xmlns:a16="http://schemas.microsoft.com/office/drawing/2014/main" id="{F8011BB7-12B5-1249-8A24-DAC95B1A596F}"/>
                      </a:ext>
                    </a:extLst>
                  </p:cNvPr>
                  <p:cNvCxnSpPr>
                    <a:stCxn id="953" idx="7"/>
                  </p:cNvCxnSpPr>
                  <p:nvPr/>
                </p:nvCxnSpPr>
                <p:spPr bwMode="auto">
                  <a:xfrm>
                    <a:off x="2218708" y="3154477"/>
                    <a:ext cx="480042" cy="369773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07" name="Straight Connector 906">
                    <a:extLst>
                      <a:ext uri="{FF2B5EF4-FFF2-40B4-BE49-F238E27FC236}">
                        <a16:creationId xmlns:a16="http://schemas.microsoft.com/office/drawing/2014/main" id="{3EB6DB0D-6768-7141-8F0D-4A10BD950A1B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1300073" y="3786304"/>
                    <a:ext cx="477927" cy="357071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08" name="Straight Connector 907">
                    <a:extLst>
                      <a:ext uri="{FF2B5EF4-FFF2-40B4-BE49-F238E27FC236}">
                        <a16:creationId xmlns:a16="http://schemas.microsoft.com/office/drawing/2014/main" id="{39C8D121-355C-A244-AFDC-F0E389C307B5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2196042" y="3783542"/>
                    <a:ext cx="508002" cy="349250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09" name="Straight Connector 908">
                    <a:extLst>
                      <a:ext uri="{FF2B5EF4-FFF2-40B4-BE49-F238E27FC236}">
                        <a16:creationId xmlns:a16="http://schemas.microsoft.com/office/drawing/2014/main" id="{4C27E697-7798-CB49-B8B3-BE726B579901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1287553" y="3166946"/>
                    <a:ext cx="508002" cy="349250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</p:grpSp>
          <p:sp>
            <p:nvSpPr>
              <p:cNvPr id="1095" name="TextBox 1094">
                <a:extLst>
                  <a:ext uri="{FF2B5EF4-FFF2-40B4-BE49-F238E27FC236}">
                    <a16:creationId xmlns:a16="http://schemas.microsoft.com/office/drawing/2014/main" id="{CE2731EC-DA9C-BD46-8898-CE195B824102}"/>
                  </a:ext>
                </a:extLst>
              </p:cNvPr>
              <p:cNvSpPr txBox="1"/>
              <p:nvPr/>
            </p:nvSpPr>
            <p:spPr>
              <a:xfrm>
                <a:off x="1430686" y="4247082"/>
                <a:ext cx="7535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solidFill>
                      <a:srgbClr val="000090"/>
                    </a:solidFill>
                    <a:latin typeface="Arial" charset="0"/>
                    <a:ea typeface="ＭＳ Ｐゴシック" charset="0"/>
                  </a:rPr>
                  <a:t>AS 1</a:t>
                </a:r>
              </a:p>
            </p:txBody>
          </p:sp>
          <p:cxnSp>
            <p:nvCxnSpPr>
              <p:cNvPr id="1091" name="Straight Connector 1090">
                <a:extLst>
                  <a:ext uri="{FF2B5EF4-FFF2-40B4-BE49-F238E27FC236}">
                    <a16:creationId xmlns:a16="http://schemas.microsoft.com/office/drawing/2014/main" id="{7AF49A6F-DF6F-0046-AB9E-CBF659230BB7}"/>
                  </a:ext>
                </a:extLst>
              </p:cNvPr>
              <p:cNvCxnSpPr>
                <a:cxnSpLocks/>
                <a:stCxn id="978" idx="1"/>
              </p:cNvCxnSpPr>
              <p:nvPr/>
            </p:nvCxnSpPr>
            <p:spPr bwMode="auto">
              <a:xfrm flipH="1" flipV="1">
                <a:off x="3848374" y="5024787"/>
                <a:ext cx="1030666" cy="698992"/>
              </a:xfrm>
              <a:prstGeom prst="line">
                <a:avLst/>
              </a:prstGeom>
              <a:solidFill>
                <a:srgbClr val="00CC99"/>
              </a:solidFill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1092" name="Straight Connector 1091">
              <a:extLst>
                <a:ext uri="{FF2B5EF4-FFF2-40B4-BE49-F238E27FC236}">
                  <a16:creationId xmlns:a16="http://schemas.microsoft.com/office/drawing/2014/main" id="{BA172D50-4798-124B-9512-A8DC98B9062A}"/>
                </a:ext>
              </a:extLst>
            </p:cNvPr>
            <p:cNvCxnSpPr>
              <a:cxnSpLocks/>
              <a:stCxn id="994" idx="5"/>
              <a:endCxn id="1042" idx="1"/>
            </p:cNvCxnSpPr>
            <p:nvPr/>
          </p:nvCxnSpPr>
          <p:spPr bwMode="auto">
            <a:xfrm flipV="1">
              <a:off x="6957825" y="4543468"/>
              <a:ext cx="1398778" cy="1062884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446448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59EF9-D25E-E370-EB82-61899FAD2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50D92F0-321A-6EA7-207F-677F2E308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BGP basics</a:t>
            </a:r>
          </a:p>
        </p:txBody>
      </p:sp>
      <p:sp>
        <p:nvSpPr>
          <p:cNvPr id="229" name="Rectangle 4">
            <a:extLst>
              <a:ext uri="{FF2B5EF4-FFF2-40B4-BE49-F238E27FC236}">
                <a16:creationId xmlns:a16="http://schemas.microsoft.com/office/drawing/2014/main" id="{DA8DBBB5-ADE1-E0F2-3922-92E5672A26C5}"/>
              </a:ext>
            </a:extLst>
          </p:cNvPr>
          <p:cNvSpPr txBox="1">
            <a:spLocks noChangeArrowheads="1"/>
          </p:cNvSpPr>
          <p:nvPr/>
        </p:nvSpPr>
        <p:spPr>
          <a:xfrm>
            <a:off x="952500" y="2841538"/>
            <a:ext cx="10972278" cy="1234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indent="-282575"/>
            <a:r>
              <a:rPr lang="en-US" dirty="0"/>
              <a:t>when AS3 gateway 3a advertises </a:t>
            </a:r>
            <a:r>
              <a:rPr lang="en-US" dirty="0">
                <a:solidFill>
                  <a:srgbClr val="0000A8"/>
                </a:solidFill>
              </a:rPr>
              <a:t>path </a:t>
            </a:r>
            <a:r>
              <a:rPr lang="en-US" sz="2400" dirty="0">
                <a:solidFill>
                  <a:srgbClr val="0000A8"/>
                </a:solidFill>
              </a:rPr>
              <a:t>AS3,X </a:t>
            </a:r>
            <a:r>
              <a:rPr lang="en-US" dirty="0"/>
              <a:t>to AS2 gateway 2c:</a:t>
            </a:r>
          </a:p>
          <a:p>
            <a:pPr marL="685800" lvl="1" indent="-228600"/>
            <a:r>
              <a:rPr lang="en-US" dirty="0"/>
              <a:t>AS3 </a:t>
            </a:r>
            <a:r>
              <a:rPr lang="en-US" i="1" dirty="0">
                <a:solidFill>
                  <a:srgbClr val="0000A8"/>
                </a:solidFill>
              </a:rPr>
              <a:t>promises</a:t>
            </a:r>
            <a:r>
              <a:rPr lang="en-US" dirty="0"/>
              <a:t> to AS2 it will forward datagrams towards X</a:t>
            </a:r>
          </a:p>
          <a:p>
            <a:pPr marL="0" indent="0">
              <a:buFont typeface="Wingdings" pitchFamily="2" charset="2"/>
              <a:buNone/>
            </a:pPr>
            <a:endParaRPr lang="en-US" sz="2000" dirty="0">
              <a:latin typeface="Gill Sans MT" charset="0"/>
            </a:endParaRPr>
          </a:p>
        </p:txBody>
      </p:sp>
      <p:sp>
        <p:nvSpPr>
          <p:cNvPr id="230" name="Rectangle 116">
            <a:extLst>
              <a:ext uri="{FF2B5EF4-FFF2-40B4-BE49-F238E27FC236}">
                <a16:creationId xmlns:a16="http://schemas.microsoft.com/office/drawing/2014/main" id="{24066523-19EE-0046-BC43-17D84D53D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1307971"/>
            <a:ext cx="10784388" cy="123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2575" indent="-2825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800" dirty="0">
                <a:solidFill>
                  <a:srgbClr val="CC0000"/>
                </a:solidFill>
              </a:rPr>
              <a:t>BGP session: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two BGP routers (“</a:t>
            </a:r>
            <a:r>
              <a:rPr lang="en-US" altLang="ja-JP" sz="2800" dirty="0"/>
              <a:t>peers”) exchange BGP messages over semi-permanent TCP connection:</a:t>
            </a:r>
          </a:p>
          <a:p>
            <a:pPr marL="685800" lvl="1" indent="-2286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dirty="0">
                <a:cs typeface="Gill Sans MT"/>
              </a:rPr>
              <a:t>advertising </a:t>
            </a:r>
            <a:r>
              <a:rPr lang="en-US" sz="2400" i="1" dirty="0">
                <a:solidFill>
                  <a:srgbClr val="0000A8"/>
                </a:solidFill>
                <a:cs typeface="Gill Sans MT"/>
              </a:rPr>
              <a:t>paths</a:t>
            </a:r>
            <a:r>
              <a:rPr lang="en-US" sz="2400" dirty="0">
                <a:solidFill>
                  <a:srgbClr val="0000A8"/>
                </a:solidFill>
                <a:cs typeface="Gill Sans MT"/>
              </a:rPr>
              <a:t> </a:t>
            </a:r>
            <a:r>
              <a:rPr lang="en-US" sz="2400" dirty="0">
                <a:cs typeface="Gill Sans MT"/>
              </a:rPr>
              <a:t>to different destination network prefixes (BGP  is a “</a:t>
            </a:r>
            <a:r>
              <a:rPr lang="en-US" altLang="ja-JP" sz="2400" dirty="0">
                <a:cs typeface="Gill Sans MT"/>
              </a:rPr>
              <a:t>path vector” protocol)</a:t>
            </a:r>
            <a:endParaRPr lang="en-US" sz="2400" dirty="0">
              <a:solidFill>
                <a:srgbClr val="FF0000"/>
              </a:solidFill>
              <a:cs typeface="Gill Sans MT"/>
            </a:endParaRPr>
          </a:p>
        </p:txBody>
      </p:sp>
      <p:grpSp>
        <p:nvGrpSpPr>
          <p:cNvPr id="2" name="Group 1" descr="Example of BGP operation">
            <a:extLst>
              <a:ext uri="{FF2B5EF4-FFF2-40B4-BE49-F238E27FC236}">
                <a16:creationId xmlns:a16="http://schemas.microsoft.com/office/drawing/2014/main" id="{7C76E247-2CAF-0DE1-6A49-4614F5C317E7}"/>
              </a:ext>
            </a:extLst>
          </p:cNvPr>
          <p:cNvGrpSpPr/>
          <p:nvPr/>
        </p:nvGrpSpPr>
        <p:grpSpPr>
          <a:xfrm>
            <a:off x="1426553" y="3694542"/>
            <a:ext cx="9803609" cy="2876474"/>
            <a:chOff x="1426553" y="3694542"/>
            <a:chExt cx="9803609" cy="287647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B9207DA-EA25-F10F-1D2D-D09902EF3BCE}"/>
                </a:ext>
              </a:extLst>
            </p:cNvPr>
            <p:cNvGrpSpPr/>
            <p:nvPr/>
          </p:nvGrpSpPr>
          <p:grpSpPr>
            <a:xfrm>
              <a:off x="4625977" y="4850481"/>
              <a:ext cx="2545688" cy="1720535"/>
              <a:chOff x="4625977" y="4850481"/>
              <a:chExt cx="2545688" cy="1720535"/>
            </a:xfrm>
          </p:grpSpPr>
          <p:grpSp>
            <p:nvGrpSpPr>
              <p:cNvPr id="962" name="Group 961">
                <a:extLst>
                  <a:ext uri="{FF2B5EF4-FFF2-40B4-BE49-F238E27FC236}">
                    <a16:creationId xmlns:a16="http://schemas.microsoft.com/office/drawing/2014/main" id="{FA7BF7D5-6E25-75F6-57F3-8535A82B136D}"/>
                  </a:ext>
                </a:extLst>
              </p:cNvPr>
              <p:cNvGrpSpPr/>
              <p:nvPr/>
            </p:nvGrpSpPr>
            <p:grpSpPr>
              <a:xfrm>
                <a:off x="4625977" y="4850481"/>
                <a:ext cx="2545688" cy="1720535"/>
                <a:chOff x="-2170772" y="2784954"/>
                <a:chExt cx="2712783" cy="1853712"/>
              </a:xfrm>
            </p:grpSpPr>
            <p:sp>
              <p:nvSpPr>
                <p:cNvPr id="963" name="Freeform 2">
                  <a:extLst>
                    <a:ext uri="{FF2B5EF4-FFF2-40B4-BE49-F238E27FC236}">
                      <a16:creationId xmlns:a16="http://schemas.microsoft.com/office/drawing/2014/main" id="{F42201EF-5B8D-3A47-BEEA-2294B3FEE9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170772" y="2784954"/>
                  <a:ext cx="2712783" cy="1853712"/>
                </a:xfrm>
                <a:custGeom>
                  <a:avLst/>
                  <a:gdLst>
                    <a:gd name="T0" fmla="*/ 648763 w 10001"/>
                    <a:gd name="T1" fmla="*/ 34777612 h 10125"/>
                    <a:gd name="T2" fmla="*/ 115976403 w 10001"/>
                    <a:gd name="T3" fmla="*/ 13733703 h 10125"/>
                    <a:gd name="T4" fmla="*/ 507700960 w 10001"/>
                    <a:gd name="T5" fmla="*/ 8662125 h 10125"/>
                    <a:gd name="T6" fmla="*/ 810212713 w 10001"/>
                    <a:gd name="T7" fmla="*/ 0 h 10125"/>
                    <a:gd name="T8" fmla="*/ 1090015738 w 10001"/>
                    <a:gd name="T9" fmla="*/ 8687929 h 10125"/>
                    <a:gd name="T10" fmla="*/ 1310938763 w 10001"/>
                    <a:gd name="T11" fmla="*/ 4279362 h 10125"/>
                    <a:gd name="T12" fmla="*/ 1620263134 w 10001"/>
                    <a:gd name="T13" fmla="*/ 25736690 h 10125"/>
                    <a:gd name="T14" fmla="*/ 1394798364 w 10001"/>
                    <a:gd name="T15" fmla="*/ 58525268 h 10125"/>
                    <a:gd name="T16" fmla="*/ 1134622140 w 10001"/>
                    <a:gd name="T17" fmla="*/ 80266624 h 10125"/>
                    <a:gd name="T18" fmla="*/ 860820276 w 10001"/>
                    <a:gd name="T19" fmla="*/ 76142271 h 10125"/>
                    <a:gd name="T20" fmla="*/ 708996782 w 10001"/>
                    <a:gd name="T21" fmla="*/ 85346835 h 10125"/>
                    <a:gd name="T22" fmla="*/ 509322667 w 10001"/>
                    <a:gd name="T23" fmla="*/ 86268164 h 10125"/>
                    <a:gd name="T24" fmla="*/ 353443899 w 10001"/>
                    <a:gd name="T25" fmla="*/ 67979516 h 10125"/>
                    <a:gd name="T26" fmla="*/ 192536914 w 10001"/>
                    <a:gd name="T27" fmla="*/ 64535347 h 10125"/>
                    <a:gd name="T28" fmla="*/ 648763 w 10001"/>
                    <a:gd name="T29" fmla="*/ 34777612 h 1012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connsiteX0" fmla="*/ 4 w 10040"/>
                    <a:gd name="connsiteY0" fmla="*/ 4039 h 10125"/>
                    <a:gd name="connsiteX1" fmla="*/ 715 w 10040"/>
                    <a:gd name="connsiteY1" fmla="*/ 1595 h 10125"/>
                    <a:gd name="connsiteX2" fmla="*/ 3130 w 10040"/>
                    <a:gd name="connsiteY2" fmla="*/ 1006 h 10125"/>
                    <a:gd name="connsiteX3" fmla="*/ 4995 w 10040"/>
                    <a:gd name="connsiteY3" fmla="*/ 0 h 10125"/>
                    <a:gd name="connsiteX4" fmla="*/ 6720 w 10040"/>
                    <a:gd name="connsiteY4" fmla="*/ 1009 h 10125"/>
                    <a:gd name="connsiteX5" fmla="*/ 9989 w 10040"/>
                    <a:gd name="connsiteY5" fmla="*/ 2989 h 10125"/>
                    <a:gd name="connsiteX6" fmla="*/ 8599 w 10040"/>
                    <a:gd name="connsiteY6" fmla="*/ 6797 h 10125"/>
                    <a:gd name="connsiteX7" fmla="*/ 6995 w 10040"/>
                    <a:gd name="connsiteY7" fmla="*/ 9322 h 10125"/>
                    <a:gd name="connsiteX8" fmla="*/ 5307 w 10040"/>
                    <a:gd name="connsiteY8" fmla="*/ 8843 h 10125"/>
                    <a:gd name="connsiteX9" fmla="*/ 4371 w 10040"/>
                    <a:gd name="connsiteY9" fmla="*/ 9912 h 10125"/>
                    <a:gd name="connsiteX10" fmla="*/ 3140 w 10040"/>
                    <a:gd name="connsiteY10" fmla="*/ 10019 h 10125"/>
                    <a:gd name="connsiteX11" fmla="*/ 2179 w 10040"/>
                    <a:gd name="connsiteY11" fmla="*/ 7895 h 10125"/>
                    <a:gd name="connsiteX12" fmla="*/ 1187 w 10040"/>
                    <a:gd name="connsiteY12" fmla="*/ 7495 h 10125"/>
                    <a:gd name="connsiteX13" fmla="*/ 4 w 10040"/>
                    <a:gd name="connsiteY13" fmla="*/ 4039 h 10125"/>
                    <a:gd name="connsiteX0" fmla="*/ 4 w 8600"/>
                    <a:gd name="connsiteY0" fmla="*/ 4042 h 10128"/>
                    <a:gd name="connsiteX1" fmla="*/ 715 w 8600"/>
                    <a:gd name="connsiteY1" fmla="*/ 1598 h 10128"/>
                    <a:gd name="connsiteX2" fmla="*/ 3130 w 8600"/>
                    <a:gd name="connsiteY2" fmla="*/ 1009 h 10128"/>
                    <a:gd name="connsiteX3" fmla="*/ 4995 w 8600"/>
                    <a:gd name="connsiteY3" fmla="*/ 3 h 10128"/>
                    <a:gd name="connsiteX4" fmla="*/ 6720 w 8600"/>
                    <a:gd name="connsiteY4" fmla="*/ 1012 h 10128"/>
                    <a:gd name="connsiteX5" fmla="*/ 8599 w 8600"/>
                    <a:gd name="connsiteY5" fmla="*/ 6800 h 10128"/>
                    <a:gd name="connsiteX6" fmla="*/ 6995 w 8600"/>
                    <a:gd name="connsiteY6" fmla="*/ 9325 h 10128"/>
                    <a:gd name="connsiteX7" fmla="*/ 5307 w 8600"/>
                    <a:gd name="connsiteY7" fmla="*/ 8846 h 10128"/>
                    <a:gd name="connsiteX8" fmla="*/ 4371 w 8600"/>
                    <a:gd name="connsiteY8" fmla="*/ 9915 h 10128"/>
                    <a:gd name="connsiteX9" fmla="*/ 3140 w 8600"/>
                    <a:gd name="connsiteY9" fmla="*/ 10022 h 10128"/>
                    <a:gd name="connsiteX10" fmla="*/ 2179 w 8600"/>
                    <a:gd name="connsiteY10" fmla="*/ 7898 h 10128"/>
                    <a:gd name="connsiteX11" fmla="*/ 1187 w 8600"/>
                    <a:gd name="connsiteY11" fmla="*/ 7498 h 10128"/>
                    <a:gd name="connsiteX12" fmla="*/ 4 w 8600"/>
                    <a:gd name="connsiteY12" fmla="*/ 4042 h 10128"/>
                    <a:gd name="connsiteX0" fmla="*/ 4 w 9326"/>
                    <a:gd name="connsiteY0" fmla="*/ 3988 h 9997"/>
                    <a:gd name="connsiteX1" fmla="*/ 830 w 9326"/>
                    <a:gd name="connsiteY1" fmla="*/ 1575 h 9997"/>
                    <a:gd name="connsiteX2" fmla="*/ 3639 w 9326"/>
                    <a:gd name="connsiteY2" fmla="*/ 993 h 9997"/>
                    <a:gd name="connsiteX3" fmla="*/ 5807 w 9326"/>
                    <a:gd name="connsiteY3" fmla="*/ 0 h 9997"/>
                    <a:gd name="connsiteX4" fmla="*/ 7813 w 9326"/>
                    <a:gd name="connsiteY4" fmla="*/ 996 h 9997"/>
                    <a:gd name="connsiteX5" fmla="*/ 9324 w 9326"/>
                    <a:gd name="connsiteY5" fmla="*/ 5746 h 9997"/>
                    <a:gd name="connsiteX6" fmla="*/ 8133 w 9326"/>
                    <a:gd name="connsiteY6" fmla="*/ 9204 h 9997"/>
                    <a:gd name="connsiteX7" fmla="*/ 6170 w 9326"/>
                    <a:gd name="connsiteY7" fmla="*/ 8731 h 9997"/>
                    <a:gd name="connsiteX8" fmla="*/ 5082 w 9326"/>
                    <a:gd name="connsiteY8" fmla="*/ 9787 h 9997"/>
                    <a:gd name="connsiteX9" fmla="*/ 3650 w 9326"/>
                    <a:gd name="connsiteY9" fmla="*/ 9892 h 9997"/>
                    <a:gd name="connsiteX10" fmla="*/ 2533 w 9326"/>
                    <a:gd name="connsiteY10" fmla="*/ 7795 h 9997"/>
                    <a:gd name="connsiteX11" fmla="*/ 1379 w 9326"/>
                    <a:gd name="connsiteY11" fmla="*/ 7400 h 9997"/>
                    <a:gd name="connsiteX12" fmla="*/ 4 w 9326"/>
                    <a:gd name="connsiteY12" fmla="*/ 3988 h 9997"/>
                    <a:gd name="connsiteX0" fmla="*/ 4 w 10001"/>
                    <a:gd name="connsiteY0" fmla="*/ 3989 h 10041"/>
                    <a:gd name="connsiteX1" fmla="*/ 890 w 10001"/>
                    <a:gd name="connsiteY1" fmla="*/ 1575 h 10041"/>
                    <a:gd name="connsiteX2" fmla="*/ 3902 w 10001"/>
                    <a:gd name="connsiteY2" fmla="*/ 993 h 10041"/>
                    <a:gd name="connsiteX3" fmla="*/ 6227 w 10001"/>
                    <a:gd name="connsiteY3" fmla="*/ 0 h 10041"/>
                    <a:gd name="connsiteX4" fmla="*/ 8378 w 10001"/>
                    <a:gd name="connsiteY4" fmla="*/ 996 h 10041"/>
                    <a:gd name="connsiteX5" fmla="*/ 9998 w 10001"/>
                    <a:gd name="connsiteY5" fmla="*/ 5748 h 10041"/>
                    <a:gd name="connsiteX6" fmla="*/ 8721 w 10001"/>
                    <a:gd name="connsiteY6" fmla="*/ 9207 h 10041"/>
                    <a:gd name="connsiteX7" fmla="*/ 5449 w 10001"/>
                    <a:gd name="connsiteY7" fmla="*/ 9790 h 10041"/>
                    <a:gd name="connsiteX8" fmla="*/ 3914 w 10001"/>
                    <a:gd name="connsiteY8" fmla="*/ 9895 h 10041"/>
                    <a:gd name="connsiteX9" fmla="*/ 2716 w 10001"/>
                    <a:gd name="connsiteY9" fmla="*/ 7797 h 10041"/>
                    <a:gd name="connsiteX10" fmla="*/ 1479 w 10001"/>
                    <a:gd name="connsiteY10" fmla="*/ 7402 h 10041"/>
                    <a:gd name="connsiteX11" fmla="*/ 4 w 10001"/>
                    <a:gd name="connsiteY11" fmla="*/ 3989 h 10041"/>
                    <a:gd name="connsiteX0" fmla="*/ 4 w 10001"/>
                    <a:gd name="connsiteY0" fmla="*/ 3989 h 14825"/>
                    <a:gd name="connsiteX1" fmla="*/ 890 w 10001"/>
                    <a:gd name="connsiteY1" fmla="*/ 1575 h 14825"/>
                    <a:gd name="connsiteX2" fmla="*/ 3902 w 10001"/>
                    <a:gd name="connsiteY2" fmla="*/ 993 h 14825"/>
                    <a:gd name="connsiteX3" fmla="*/ 6227 w 10001"/>
                    <a:gd name="connsiteY3" fmla="*/ 0 h 14825"/>
                    <a:gd name="connsiteX4" fmla="*/ 8378 w 10001"/>
                    <a:gd name="connsiteY4" fmla="*/ 996 h 14825"/>
                    <a:gd name="connsiteX5" fmla="*/ 9998 w 10001"/>
                    <a:gd name="connsiteY5" fmla="*/ 5748 h 14825"/>
                    <a:gd name="connsiteX6" fmla="*/ 8721 w 10001"/>
                    <a:gd name="connsiteY6" fmla="*/ 9207 h 14825"/>
                    <a:gd name="connsiteX7" fmla="*/ 6011 w 10001"/>
                    <a:gd name="connsiteY7" fmla="*/ 14823 h 14825"/>
                    <a:gd name="connsiteX8" fmla="*/ 3914 w 10001"/>
                    <a:gd name="connsiteY8" fmla="*/ 9895 h 14825"/>
                    <a:gd name="connsiteX9" fmla="*/ 2716 w 10001"/>
                    <a:gd name="connsiteY9" fmla="*/ 7797 h 14825"/>
                    <a:gd name="connsiteX10" fmla="*/ 1479 w 10001"/>
                    <a:gd name="connsiteY10" fmla="*/ 7402 h 14825"/>
                    <a:gd name="connsiteX11" fmla="*/ 4 w 10001"/>
                    <a:gd name="connsiteY11" fmla="*/ 3989 h 14825"/>
                    <a:gd name="connsiteX0" fmla="*/ 4 w 10001"/>
                    <a:gd name="connsiteY0" fmla="*/ 7436 h 18272"/>
                    <a:gd name="connsiteX1" fmla="*/ 890 w 10001"/>
                    <a:gd name="connsiteY1" fmla="*/ 5022 h 18272"/>
                    <a:gd name="connsiteX2" fmla="*/ 3902 w 10001"/>
                    <a:gd name="connsiteY2" fmla="*/ 4440 h 18272"/>
                    <a:gd name="connsiteX3" fmla="*/ 6026 w 10001"/>
                    <a:gd name="connsiteY3" fmla="*/ 0 h 18272"/>
                    <a:gd name="connsiteX4" fmla="*/ 8378 w 10001"/>
                    <a:gd name="connsiteY4" fmla="*/ 4443 h 18272"/>
                    <a:gd name="connsiteX5" fmla="*/ 9998 w 10001"/>
                    <a:gd name="connsiteY5" fmla="*/ 9195 h 18272"/>
                    <a:gd name="connsiteX6" fmla="*/ 8721 w 10001"/>
                    <a:gd name="connsiteY6" fmla="*/ 12654 h 18272"/>
                    <a:gd name="connsiteX7" fmla="*/ 6011 w 10001"/>
                    <a:gd name="connsiteY7" fmla="*/ 18270 h 18272"/>
                    <a:gd name="connsiteX8" fmla="*/ 3914 w 10001"/>
                    <a:gd name="connsiteY8" fmla="*/ 13342 h 18272"/>
                    <a:gd name="connsiteX9" fmla="*/ 2716 w 10001"/>
                    <a:gd name="connsiteY9" fmla="*/ 11244 h 18272"/>
                    <a:gd name="connsiteX10" fmla="*/ 1479 w 10001"/>
                    <a:gd name="connsiteY10" fmla="*/ 10849 h 18272"/>
                    <a:gd name="connsiteX11" fmla="*/ 4 w 10001"/>
                    <a:gd name="connsiteY11" fmla="*/ 7436 h 18272"/>
                    <a:gd name="connsiteX0" fmla="*/ 1 w 9998"/>
                    <a:gd name="connsiteY0" fmla="*/ 7436 h 18272"/>
                    <a:gd name="connsiteX1" fmla="*/ 3899 w 9998"/>
                    <a:gd name="connsiteY1" fmla="*/ 4440 h 18272"/>
                    <a:gd name="connsiteX2" fmla="*/ 6023 w 9998"/>
                    <a:gd name="connsiteY2" fmla="*/ 0 h 18272"/>
                    <a:gd name="connsiteX3" fmla="*/ 8375 w 9998"/>
                    <a:gd name="connsiteY3" fmla="*/ 4443 h 18272"/>
                    <a:gd name="connsiteX4" fmla="*/ 9995 w 9998"/>
                    <a:gd name="connsiteY4" fmla="*/ 9195 h 18272"/>
                    <a:gd name="connsiteX5" fmla="*/ 8718 w 9998"/>
                    <a:gd name="connsiteY5" fmla="*/ 12654 h 18272"/>
                    <a:gd name="connsiteX6" fmla="*/ 6008 w 9998"/>
                    <a:gd name="connsiteY6" fmla="*/ 18270 h 18272"/>
                    <a:gd name="connsiteX7" fmla="*/ 3911 w 9998"/>
                    <a:gd name="connsiteY7" fmla="*/ 13342 h 18272"/>
                    <a:gd name="connsiteX8" fmla="*/ 2713 w 9998"/>
                    <a:gd name="connsiteY8" fmla="*/ 11244 h 18272"/>
                    <a:gd name="connsiteX9" fmla="*/ 1476 w 9998"/>
                    <a:gd name="connsiteY9" fmla="*/ 10849 h 18272"/>
                    <a:gd name="connsiteX10" fmla="*/ 1 w 9998"/>
                    <a:gd name="connsiteY10" fmla="*/ 7436 h 18272"/>
                    <a:gd name="connsiteX0" fmla="*/ 35 w 8559"/>
                    <a:gd name="connsiteY0" fmla="*/ 5938 h 10000"/>
                    <a:gd name="connsiteX1" fmla="*/ 2459 w 8559"/>
                    <a:gd name="connsiteY1" fmla="*/ 2430 h 10000"/>
                    <a:gd name="connsiteX2" fmla="*/ 4583 w 8559"/>
                    <a:gd name="connsiteY2" fmla="*/ 0 h 10000"/>
                    <a:gd name="connsiteX3" fmla="*/ 6936 w 8559"/>
                    <a:gd name="connsiteY3" fmla="*/ 2432 h 10000"/>
                    <a:gd name="connsiteX4" fmla="*/ 8556 w 8559"/>
                    <a:gd name="connsiteY4" fmla="*/ 5032 h 10000"/>
                    <a:gd name="connsiteX5" fmla="*/ 7279 w 8559"/>
                    <a:gd name="connsiteY5" fmla="*/ 6925 h 10000"/>
                    <a:gd name="connsiteX6" fmla="*/ 4568 w 8559"/>
                    <a:gd name="connsiteY6" fmla="*/ 9999 h 10000"/>
                    <a:gd name="connsiteX7" fmla="*/ 2471 w 8559"/>
                    <a:gd name="connsiteY7" fmla="*/ 7302 h 10000"/>
                    <a:gd name="connsiteX8" fmla="*/ 1273 w 8559"/>
                    <a:gd name="connsiteY8" fmla="*/ 6154 h 10000"/>
                    <a:gd name="connsiteX9" fmla="*/ 35 w 8559"/>
                    <a:gd name="connsiteY9" fmla="*/ 5938 h 10000"/>
                    <a:gd name="connsiteX0" fmla="*/ 49 w 9820"/>
                    <a:gd name="connsiteY0" fmla="*/ 4655 h 10000"/>
                    <a:gd name="connsiteX1" fmla="*/ 2693 w 9820"/>
                    <a:gd name="connsiteY1" fmla="*/ 2430 h 10000"/>
                    <a:gd name="connsiteX2" fmla="*/ 5175 w 9820"/>
                    <a:gd name="connsiteY2" fmla="*/ 0 h 10000"/>
                    <a:gd name="connsiteX3" fmla="*/ 7924 w 9820"/>
                    <a:gd name="connsiteY3" fmla="*/ 2432 h 10000"/>
                    <a:gd name="connsiteX4" fmla="*/ 9816 w 9820"/>
                    <a:gd name="connsiteY4" fmla="*/ 5032 h 10000"/>
                    <a:gd name="connsiteX5" fmla="*/ 8324 w 9820"/>
                    <a:gd name="connsiteY5" fmla="*/ 6925 h 10000"/>
                    <a:gd name="connsiteX6" fmla="*/ 5157 w 9820"/>
                    <a:gd name="connsiteY6" fmla="*/ 9999 h 10000"/>
                    <a:gd name="connsiteX7" fmla="*/ 2707 w 9820"/>
                    <a:gd name="connsiteY7" fmla="*/ 7302 h 10000"/>
                    <a:gd name="connsiteX8" fmla="*/ 1307 w 9820"/>
                    <a:gd name="connsiteY8" fmla="*/ 6154 h 10000"/>
                    <a:gd name="connsiteX9" fmla="*/ 49 w 9820"/>
                    <a:gd name="connsiteY9" fmla="*/ 4655 h 10000"/>
                    <a:gd name="connsiteX0" fmla="*/ 45 w 9995"/>
                    <a:gd name="connsiteY0" fmla="*/ 4655 h 10000"/>
                    <a:gd name="connsiteX1" fmla="*/ 2737 w 9995"/>
                    <a:gd name="connsiteY1" fmla="*/ 2430 h 10000"/>
                    <a:gd name="connsiteX2" fmla="*/ 5265 w 9995"/>
                    <a:gd name="connsiteY2" fmla="*/ 0 h 10000"/>
                    <a:gd name="connsiteX3" fmla="*/ 8064 w 9995"/>
                    <a:gd name="connsiteY3" fmla="*/ 2432 h 10000"/>
                    <a:gd name="connsiteX4" fmla="*/ 9991 w 9995"/>
                    <a:gd name="connsiteY4" fmla="*/ 5032 h 10000"/>
                    <a:gd name="connsiteX5" fmla="*/ 8472 w 9995"/>
                    <a:gd name="connsiteY5" fmla="*/ 6925 h 10000"/>
                    <a:gd name="connsiteX6" fmla="*/ 5247 w 9995"/>
                    <a:gd name="connsiteY6" fmla="*/ 9999 h 10000"/>
                    <a:gd name="connsiteX7" fmla="*/ 2752 w 9995"/>
                    <a:gd name="connsiteY7" fmla="*/ 7302 h 10000"/>
                    <a:gd name="connsiteX8" fmla="*/ 1374 w 9995"/>
                    <a:gd name="connsiteY8" fmla="*/ 6984 h 10000"/>
                    <a:gd name="connsiteX9" fmla="*/ 45 w 9995"/>
                    <a:gd name="connsiteY9" fmla="*/ 4655 h 10000"/>
                    <a:gd name="connsiteX0" fmla="*/ 45 w 10000"/>
                    <a:gd name="connsiteY0" fmla="*/ 5032 h 10377"/>
                    <a:gd name="connsiteX1" fmla="*/ 2738 w 10000"/>
                    <a:gd name="connsiteY1" fmla="*/ 2807 h 10377"/>
                    <a:gd name="connsiteX2" fmla="*/ 4886 w 10000"/>
                    <a:gd name="connsiteY2" fmla="*/ 0 h 10377"/>
                    <a:gd name="connsiteX3" fmla="*/ 8068 w 10000"/>
                    <a:gd name="connsiteY3" fmla="*/ 2809 h 10377"/>
                    <a:gd name="connsiteX4" fmla="*/ 9996 w 10000"/>
                    <a:gd name="connsiteY4" fmla="*/ 5409 h 10377"/>
                    <a:gd name="connsiteX5" fmla="*/ 8476 w 10000"/>
                    <a:gd name="connsiteY5" fmla="*/ 7302 h 10377"/>
                    <a:gd name="connsiteX6" fmla="*/ 5250 w 10000"/>
                    <a:gd name="connsiteY6" fmla="*/ 10376 h 10377"/>
                    <a:gd name="connsiteX7" fmla="*/ 2753 w 10000"/>
                    <a:gd name="connsiteY7" fmla="*/ 7679 h 10377"/>
                    <a:gd name="connsiteX8" fmla="*/ 1375 w 10000"/>
                    <a:gd name="connsiteY8" fmla="*/ 7361 h 10377"/>
                    <a:gd name="connsiteX9" fmla="*/ 45 w 10000"/>
                    <a:gd name="connsiteY9" fmla="*/ 5032 h 10377"/>
                    <a:gd name="connsiteX0" fmla="*/ 45 w 10000"/>
                    <a:gd name="connsiteY0" fmla="*/ 5036 h 10381"/>
                    <a:gd name="connsiteX1" fmla="*/ 2738 w 10000"/>
                    <a:gd name="connsiteY1" fmla="*/ 2811 h 10381"/>
                    <a:gd name="connsiteX2" fmla="*/ 4886 w 10000"/>
                    <a:gd name="connsiteY2" fmla="*/ 4 h 10381"/>
                    <a:gd name="connsiteX3" fmla="*/ 8068 w 10000"/>
                    <a:gd name="connsiteY3" fmla="*/ 2813 h 10381"/>
                    <a:gd name="connsiteX4" fmla="*/ 9996 w 10000"/>
                    <a:gd name="connsiteY4" fmla="*/ 5413 h 10381"/>
                    <a:gd name="connsiteX5" fmla="*/ 8476 w 10000"/>
                    <a:gd name="connsiteY5" fmla="*/ 7306 h 10381"/>
                    <a:gd name="connsiteX6" fmla="*/ 5250 w 10000"/>
                    <a:gd name="connsiteY6" fmla="*/ 10380 h 10381"/>
                    <a:gd name="connsiteX7" fmla="*/ 2753 w 10000"/>
                    <a:gd name="connsiteY7" fmla="*/ 7683 h 10381"/>
                    <a:gd name="connsiteX8" fmla="*/ 1375 w 10000"/>
                    <a:gd name="connsiteY8" fmla="*/ 7365 h 10381"/>
                    <a:gd name="connsiteX9" fmla="*/ 45 w 10000"/>
                    <a:gd name="connsiteY9" fmla="*/ 5036 h 10381"/>
                    <a:gd name="connsiteX0" fmla="*/ 45 w 10000"/>
                    <a:gd name="connsiteY0" fmla="*/ 5036 h 10796"/>
                    <a:gd name="connsiteX1" fmla="*/ 2738 w 10000"/>
                    <a:gd name="connsiteY1" fmla="*/ 2811 h 10796"/>
                    <a:gd name="connsiteX2" fmla="*/ 4886 w 10000"/>
                    <a:gd name="connsiteY2" fmla="*/ 4 h 10796"/>
                    <a:gd name="connsiteX3" fmla="*/ 8068 w 10000"/>
                    <a:gd name="connsiteY3" fmla="*/ 2813 h 10796"/>
                    <a:gd name="connsiteX4" fmla="*/ 9996 w 10000"/>
                    <a:gd name="connsiteY4" fmla="*/ 5413 h 10796"/>
                    <a:gd name="connsiteX5" fmla="*/ 8476 w 10000"/>
                    <a:gd name="connsiteY5" fmla="*/ 7306 h 10796"/>
                    <a:gd name="connsiteX6" fmla="*/ 5202 w 10000"/>
                    <a:gd name="connsiteY6" fmla="*/ 10795 h 10796"/>
                    <a:gd name="connsiteX7" fmla="*/ 2753 w 10000"/>
                    <a:gd name="connsiteY7" fmla="*/ 7683 h 10796"/>
                    <a:gd name="connsiteX8" fmla="*/ 1375 w 10000"/>
                    <a:gd name="connsiteY8" fmla="*/ 7365 h 10796"/>
                    <a:gd name="connsiteX9" fmla="*/ 45 w 10000"/>
                    <a:gd name="connsiteY9" fmla="*/ 5036 h 10796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00" h="10795">
                      <a:moveTo>
                        <a:pt x="45" y="5036"/>
                      </a:moveTo>
                      <a:cubicBezTo>
                        <a:pt x="272" y="4277"/>
                        <a:pt x="1931" y="3650"/>
                        <a:pt x="2738" y="2811"/>
                      </a:cubicBezTo>
                      <a:cubicBezTo>
                        <a:pt x="3545" y="1972"/>
                        <a:pt x="3352" y="117"/>
                        <a:pt x="4886" y="4"/>
                      </a:cubicBezTo>
                      <a:cubicBezTo>
                        <a:pt x="6420" y="-109"/>
                        <a:pt x="7216" y="1912"/>
                        <a:pt x="8068" y="2813"/>
                      </a:cubicBezTo>
                      <a:cubicBezTo>
                        <a:pt x="8920" y="3715"/>
                        <a:pt x="9928" y="3420"/>
                        <a:pt x="9996" y="5413"/>
                      </a:cubicBezTo>
                      <a:cubicBezTo>
                        <a:pt x="10064" y="7406"/>
                        <a:pt x="9275" y="6409"/>
                        <a:pt x="8476" y="7306"/>
                      </a:cubicBezTo>
                      <a:cubicBezTo>
                        <a:pt x="7677" y="8203"/>
                        <a:pt x="7086" y="10770"/>
                        <a:pt x="5202" y="10795"/>
                      </a:cubicBezTo>
                      <a:cubicBezTo>
                        <a:pt x="3318" y="10820"/>
                        <a:pt x="3391" y="8255"/>
                        <a:pt x="2753" y="7683"/>
                      </a:cubicBezTo>
                      <a:cubicBezTo>
                        <a:pt x="2115" y="7111"/>
                        <a:pt x="2326" y="7496"/>
                        <a:pt x="1375" y="7365"/>
                      </a:cubicBezTo>
                      <a:cubicBezTo>
                        <a:pt x="493" y="6773"/>
                        <a:pt x="-182" y="5795"/>
                        <a:pt x="45" y="5036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964" name="Group 963">
                  <a:extLst>
                    <a:ext uri="{FF2B5EF4-FFF2-40B4-BE49-F238E27FC236}">
                      <a16:creationId xmlns:a16="http://schemas.microsoft.com/office/drawing/2014/main" id="{0AAF96E1-B996-9E50-E9DA-0777540CED17}"/>
                    </a:ext>
                  </a:extLst>
                </p:cNvPr>
                <p:cNvGrpSpPr/>
                <p:nvPr/>
              </p:nvGrpSpPr>
              <p:grpSpPr>
                <a:xfrm>
                  <a:off x="-1935370" y="2935816"/>
                  <a:ext cx="2333625" cy="1590649"/>
                  <a:chOff x="833331" y="2873352"/>
                  <a:chExt cx="2333625" cy="1590649"/>
                </a:xfrm>
              </p:grpSpPr>
              <p:grpSp>
                <p:nvGrpSpPr>
                  <p:cNvPr id="965" name="Group 964">
                    <a:extLst>
                      <a:ext uri="{FF2B5EF4-FFF2-40B4-BE49-F238E27FC236}">
                        <a16:creationId xmlns:a16="http://schemas.microsoft.com/office/drawing/2014/main" id="{5F9D4C38-FF74-DCDC-FD3E-6C95F4259BE3}"/>
                      </a:ext>
                    </a:extLst>
                  </p:cNvPr>
                  <p:cNvGrpSpPr/>
                  <p:nvPr/>
                </p:nvGrpSpPr>
                <p:grpSpPr>
                  <a:xfrm>
                    <a:off x="1736090" y="2873352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1014" name="Group 327">
                      <a:extLst>
                        <a:ext uri="{FF2B5EF4-FFF2-40B4-BE49-F238E27FC236}">
                          <a16:creationId xmlns:a16="http://schemas.microsoft.com/office/drawing/2014/main" id="{10A72671-74A5-EE8B-A097-54467644301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1018" name="Oval 1017">
                        <a:extLst>
                          <a:ext uri="{FF2B5EF4-FFF2-40B4-BE49-F238E27FC236}">
                            <a16:creationId xmlns:a16="http://schemas.microsoft.com/office/drawing/2014/main" id="{6100F5E5-F16B-93C0-8FA9-E23098866850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19" name="Rectangle 1018">
                        <a:extLst>
                          <a:ext uri="{FF2B5EF4-FFF2-40B4-BE49-F238E27FC236}">
                            <a16:creationId xmlns:a16="http://schemas.microsoft.com/office/drawing/2014/main" id="{F3B7C24A-F27E-FE31-A7F0-B6E6703E27A6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20" name="Oval 1019">
                        <a:extLst>
                          <a:ext uri="{FF2B5EF4-FFF2-40B4-BE49-F238E27FC236}">
                            <a16:creationId xmlns:a16="http://schemas.microsoft.com/office/drawing/2014/main" id="{365F597D-F596-8AF4-8C4A-D10A73ED53D3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21" name="Freeform 1020">
                        <a:extLst>
                          <a:ext uri="{FF2B5EF4-FFF2-40B4-BE49-F238E27FC236}">
                            <a16:creationId xmlns:a16="http://schemas.microsoft.com/office/drawing/2014/main" id="{0B34F8CE-64DF-6070-2367-FD45E3FB07A2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22" name="Freeform 1021">
                        <a:extLst>
                          <a:ext uri="{FF2B5EF4-FFF2-40B4-BE49-F238E27FC236}">
                            <a16:creationId xmlns:a16="http://schemas.microsoft.com/office/drawing/2014/main" id="{7F7CF017-97EB-E76C-EC0C-EC302AA0D54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23" name="Freeform 1022">
                        <a:extLst>
                          <a:ext uri="{FF2B5EF4-FFF2-40B4-BE49-F238E27FC236}">
                            <a16:creationId xmlns:a16="http://schemas.microsoft.com/office/drawing/2014/main" id="{4D97454E-4866-6362-DCA3-A6E1958A77A1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24" name="Freeform 1023">
                        <a:extLst>
                          <a:ext uri="{FF2B5EF4-FFF2-40B4-BE49-F238E27FC236}">
                            <a16:creationId xmlns:a16="http://schemas.microsoft.com/office/drawing/2014/main" id="{195E8E12-F928-382E-A573-C1EDD8C6BB7E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1025" name="Straight Connector 1024">
                        <a:extLst>
                          <a:ext uri="{FF2B5EF4-FFF2-40B4-BE49-F238E27FC236}">
                            <a16:creationId xmlns:a16="http://schemas.microsoft.com/office/drawing/2014/main" id="{55A07D8F-2AD8-8EFF-85EB-3B6FD359907E}"/>
                          </a:ext>
                        </a:extLst>
                      </p:cNvPr>
                      <p:cNvCxnSpPr>
                        <a:endCxn id="1020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1026" name="Straight Connector 1025">
                        <a:extLst>
                          <a:ext uri="{FF2B5EF4-FFF2-40B4-BE49-F238E27FC236}">
                            <a16:creationId xmlns:a16="http://schemas.microsoft.com/office/drawing/2014/main" id="{73D7F041-9D36-E52E-36E8-43521F1BD3F5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1015" name="Group 1014">
                      <a:extLst>
                        <a:ext uri="{FF2B5EF4-FFF2-40B4-BE49-F238E27FC236}">
                          <a16:creationId xmlns:a16="http://schemas.microsoft.com/office/drawing/2014/main" id="{BC199124-752F-EF77-5C78-A8CA21CDDF2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41422" cy="369332"/>
                      <a:chOff x="667045" y="1708643"/>
                      <a:chExt cx="441422" cy="369332"/>
                    </a:xfrm>
                  </p:grpSpPr>
                  <p:sp>
                    <p:nvSpPr>
                      <p:cNvPr id="1016" name="Oval 1015">
                        <a:extLst>
                          <a:ext uri="{FF2B5EF4-FFF2-40B4-BE49-F238E27FC236}">
                            <a16:creationId xmlns:a16="http://schemas.microsoft.com/office/drawing/2014/main" id="{FBF29B7B-B15A-878B-25C1-281C800DC993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17" name="TextBox 1016">
                        <a:extLst>
                          <a:ext uri="{FF2B5EF4-FFF2-40B4-BE49-F238E27FC236}">
                            <a16:creationId xmlns:a16="http://schemas.microsoft.com/office/drawing/2014/main" id="{4EE1887F-0F39-BC3E-E50E-A26182757C9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4142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2b</a:t>
                        </a:r>
                      </a:p>
                    </p:txBody>
                  </p:sp>
                </p:grpSp>
              </p:grpSp>
              <p:grpSp>
                <p:nvGrpSpPr>
                  <p:cNvPr id="966" name="Group 965">
                    <a:extLst>
                      <a:ext uri="{FF2B5EF4-FFF2-40B4-BE49-F238E27FC236}">
                        <a16:creationId xmlns:a16="http://schemas.microsoft.com/office/drawing/2014/main" id="{AC62B3EC-6283-5507-1BBA-13CA8BEB23B2}"/>
                      </a:ext>
                    </a:extLst>
                  </p:cNvPr>
                  <p:cNvGrpSpPr/>
                  <p:nvPr/>
                </p:nvGrpSpPr>
                <p:grpSpPr>
                  <a:xfrm>
                    <a:off x="1740320" y="4094669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1001" name="Group 327">
                      <a:extLst>
                        <a:ext uri="{FF2B5EF4-FFF2-40B4-BE49-F238E27FC236}">
                          <a16:creationId xmlns:a16="http://schemas.microsoft.com/office/drawing/2014/main" id="{7D6400C5-FFA9-C525-168F-694095A856F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1005" name="Oval 1004">
                        <a:extLst>
                          <a:ext uri="{FF2B5EF4-FFF2-40B4-BE49-F238E27FC236}">
                            <a16:creationId xmlns:a16="http://schemas.microsoft.com/office/drawing/2014/main" id="{E169BB17-628C-73C8-5B68-CBF4B75741A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06" name="Rectangle 1005">
                        <a:extLst>
                          <a:ext uri="{FF2B5EF4-FFF2-40B4-BE49-F238E27FC236}">
                            <a16:creationId xmlns:a16="http://schemas.microsoft.com/office/drawing/2014/main" id="{1AE58FB4-95FA-ABEC-669B-D993DF6C8E53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07" name="Oval 1006">
                        <a:extLst>
                          <a:ext uri="{FF2B5EF4-FFF2-40B4-BE49-F238E27FC236}">
                            <a16:creationId xmlns:a16="http://schemas.microsoft.com/office/drawing/2014/main" id="{4D8F0124-6359-15BD-850B-5ED892282C84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08" name="Freeform 1007">
                        <a:extLst>
                          <a:ext uri="{FF2B5EF4-FFF2-40B4-BE49-F238E27FC236}">
                            <a16:creationId xmlns:a16="http://schemas.microsoft.com/office/drawing/2014/main" id="{FB3073DE-286E-D932-A844-F71AF1671CF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09" name="Freeform 1008">
                        <a:extLst>
                          <a:ext uri="{FF2B5EF4-FFF2-40B4-BE49-F238E27FC236}">
                            <a16:creationId xmlns:a16="http://schemas.microsoft.com/office/drawing/2014/main" id="{BBA0ACAF-CD20-255E-665D-AD21D7B250D7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10" name="Freeform 1009">
                        <a:extLst>
                          <a:ext uri="{FF2B5EF4-FFF2-40B4-BE49-F238E27FC236}">
                            <a16:creationId xmlns:a16="http://schemas.microsoft.com/office/drawing/2014/main" id="{20725DD1-34EE-6628-9A61-04C57AA277DB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11" name="Freeform 1010">
                        <a:extLst>
                          <a:ext uri="{FF2B5EF4-FFF2-40B4-BE49-F238E27FC236}">
                            <a16:creationId xmlns:a16="http://schemas.microsoft.com/office/drawing/2014/main" id="{694911C6-2343-0A17-09F0-4A33DDDAEE79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1012" name="Straight Connector 1011">
                        <a:extLst>
                          <a:ext uri="{FF2B5EF4-FFF2-40B4-BE49-F238E27FC236}">
                            <a16:creationId xmlns:a16="http://schemas.microsoft.com/office/drawing/2014/main" id="{4E770B47-8A94-57CF-3FA2-7AFCB561E8D5}"/>
                          </a:ext>
                        </a:extLst>
                      </p:cNvPr>
                      <p:cNvCxnSpPr>
                        <a:endCxn id="1007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1013" name="Straight Connector 1012">
                        <a:extLst>
                          <a:ext uri="{FF2B5EF4-FFF2-40B4-BE49-F238E27FC236}">
                            <a16:creationId xmlns:a16="http://schemas.microsoft.com/office/drawing/2014/main" id="{43DBCF3B-B97E-8698-D21A-1DBD218B7D6E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1002" name="Group 1001">
                      <a:extLst>
                        <a:ext uri="{FF2B5EF4-FFF2-40B4-BE49-F238E27FC236}">
                          <a16:creationId xmlns:a16="http://schemas.microsoft.com/office/drawing/2014/main" id="{A00E2BCC-C120-73CE-EF3E-758EB5DED49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41422" cy="369332"/>
                      <a:chOff x="667045" y="1708643"/>
                      <a:chExt cx="441422" cy="369332"/>
                    </a:xfrm>
                  </p:grpSpPr>
                  <p:sp>
                    <p:nvSpPr>
                      <p:cNvPr id="1003" name="Oval 1002">
                        <a:extLst>
                          <a:ext uri="{FF2B5EF4-FFF2-40B4-BE49-F238E27FC236}">
                            <a16:creationId xmlns:a16="http://schemas.microsoft.com/office/drawing/2014/main" id="{967E57B0-3BCE-4D4D-BEC2-FC865AE74CA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04" name="TextBox 1003">
                        <a:extLst>
                          <a:ext uri="{FF2B5EF4-FFF2-40B4-BE49-F238E27FC236}">
                            <a16:creationId xmlns:a16="http://schemas.microsoft.com/office/drawing/2014/main" id="{43E37BE9-551D-6E10-4E05-0BAF1B8F4F6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4142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2d</a:t>
                        </a:r>
                      </a:p>
                    </p:txBody>
                  </p:sp>
                </p:grpSp>
              </p:grpSp>
              <p:grpSp>
                <p:nvGrpSpPr>
                  <p:cNvPr id="967" name="Group 966">
                    <a:extLst>
                      <a:ext uri="{FF2B5EF4-FFF2-40B4-BE49-F238E27FC236}">
                        <a16:creationId xmlns:a16="http://schemas.microsoft.com/office/drawing/2014/main" id="{0F9985D5-29A0-6142-7A23-A470AEAAC9B8}"/>
                      </a:ext>
                    </a:extLst>
                  </p:cNvPr>
                  <p:cNvGrpSpPr/>
                  <p:nvPr/>
                </p:nvGrpSpPr>
                <p:grpSpPr>
                  <a:xfrm>
                    <a:off x="2601806" y="3485072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988" name="Group 327">
                      <a:extLst>
                        <a:ext uri="{FF2B5EF4-FFF2-40B4-BE49-F238E27FC236}">
                          <a16:creationId xmlns:a16="http://schemas.microsoft.com/office/drawing/2014/main" id="{0F9BA955-C779-A3BF-DE4A-A363A457020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992" name="Oval 991">
                        <a:extLst>
                          <a:ext uri="{FF2B5EF4-FFF2-40B4-BE49-F238E27FC236}">
                            <a16:creationId xmlns:a16="http://schemas.microsoft.com/office/drawing/2014/main" id="{2F4D828E-1682-6015-02EA-E7D2FA887ADB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93" name="Rectangle 992">
                        <a:extLst>
                          <a:ext uri="{FF2B5EF4-FFF2-40B4-BE49-F238E27FC236}">
                            <a16:creationId xmlns:a16="http://schemas.microsoft.com/office/drawing/2014/main" id="{1DF5A8E8-21C5-FBCB-2FAD-844913F36077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94" name="Oval 993">
                        <a:extLst>
                          <a:ext uri="{FF2B5EF4-FFF2-40B4-BE49-F238E27FC236}">
                            <a16:creationId xmlns:a16="http://schemas.microsoft.com/office/drawing/2014/main" id="{3C5501EB-B397-7A0E-DE41-8E0A2CD7D943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95" name="Freeform 994">
                        <a:extLst>
                          <a:ext uri="{FF2B5EF4-FFF2-40B4-BE49-F238E27FC236}">
                            <a16:creationId xmlns:a16="http://schemas.microsoft.com/office/drawing/2014/main" id="{FC04E1C5-5B6A-FF11-6E38-164EC3F7675A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96" name="Freeform 995">
                        <a:extLst>
                          <a:ext uri="{FF2B5EF4-FFF2-40B4-BE49-F238E27FC236}">
                            <a16:creationId xmlns:a16="http://schemas.microsoft.com/office/drawing/2014/main" id="{50F423C4-46AB-E462-3F85-CD640C1BB45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97" name="Freeform 996">
                        <a:extLst>
                          <a:ext uri="{FF2B5EF4-FFF2-40B4-BE49-F238E27FC236}">
                            <a16:creationId xmlns:a16="http://schemas.microsoft.com/office/drawing/2014/main" id="{1FD03058-45EE-06FA-6CA5-978AB64BB321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98" name="Freeform 997">
                        <a:extLst>
                          <a:ext uri="{FF2B5EF4-FFF2-40B4-BE49-F238E27FC236}">
                            <a16:creationId xmlns:a16="http://schemas.microsoft.com/office/drawing/2014/main" id="{D5B2C0A7-D2CB-0F9C-C5C9-7F7D6E949E88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999" name="Straight Connector 998">
                        <a:extLst>
                          <a:ext uri="{FF2B5EF4-FFF2-40B4-BE49-F238E27FC236}">
                            <a16:creationId xmlns:a16="http://schemas.microsoft.com/office/drawing/2014/main" id="{A9155FC1-F4B4-B768-9EBE-DDAA430511EB}"/>
                          </a:ext>
                        </a:extLst>
                      </p:cNvPr>
                      <p:cNvCxnSpPr>
                        <a:endCxn id="994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1000" name="Straight Connector 999">
                        <a:extLst>
                          <a:ext uri="{FF2B5EF4-FFF2-40B4-BE49-F238E27FC236}">
                            <a16:creationId xmlns:a16="http://schemas.microsoft.com/office/drawing/2014/main" id="{C79881C5-3951-87EB-6C0D-5386F410C393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989" name="Group 988">
                      <a:extLst>
                        <a:ext uri="{FF2B5EF4-FFF2-40B4-BE49-F238E27FC236}">
                          <a16:creationId xmlns:a16="http://schemas.microsoft.com/office/drawing/2014/main" id="{D0E6A697-EC0B-79D0-48EF-F896B453C6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28460" cy="369332"/>
                      <a:chOff x="667045" y="1708643"/>
                      <a:chExt cx="428460" cy="369332"/>
                    </a:xfrm>
                  </p:grpSpPr>
                  <p:sp>
                    <p:nvSpPr>
                      <p:cNvPr id="990" name="Oval 989">
                        <a:extLst>
                          <a:ext uri="{FF2B5EF4-FFF2-40B4-BE49-F238E27FC236}">
                            <a16:creationId xmlns:a16="http://schemas.microsoft.com/office/drawing/2014/main" id="{46AA4E01-9C38-00AB-B5AD-FB65632737AA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91" name="TextBox 990">
                        <a:extLst>
                          <a:ext uri="{FF2B5EF4-FFF2-40B4-BE49-F238E27FC236}">
                            <a16:creationId xmlns:a16="http://schemas.microsoft.com/office/drawing/2014/main" id="{5AC93B23-9D01-76A4-BBCA-17FC9AC94BE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2846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2c</a:t>
                        </a:r>
                      </a:p>
                    </p:txBody>
                  </p:sp>
                </p:grpSp>
              </p:grpSp>
              <p:grpSp>
                <p:nvGrpSpPr>
                  <p:cNvPr id="968" name="Group 967">
                    <a:extLst>
                      <a:ext uri="{FF2B5EF4-FFF2-40B4-BE49-F238E27FC236}">
                        <a16:creationId xmlns:a16="http://schemas.microsoft.com/office/drawing/2014/main" id="{13267962-4F03-00C7-145E-74AB19F67F0F}"/>
                      </a:ext>
                    </a:extLst>
                  </p:cNvPr>
                  <p:cNvGrpSpPr/>
                  <p:nvPr/>
                </p:nvGrpSpPr>
                <p:grpSpPr>
                  <a:xfrm>
                    <a:off x="833331" y="3478719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975" name="Group 327">
                      <a:extLst>
                        <a:ext uri="{FF2B5EF4-FFF2-40B4-BE49-F238E27FC236}">
                          <a16:creationId xmlns:a16="http://schemas.microsoft.com/office/drawing/2014/main" id="{7D16CF36-CBD1-CCCA-EB08-87E15C02146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979" name="Oval 978">
                        <a:extLst>
                          <a:ext uri="{FF2B5EF4-FFF2-40B4-BE49-F238E27FC236}">
                            <a16:creationId xmlns:a16="http://schemas.microsoft.com/office/drawing/2014/main" id="{CE6F622B-68FF-A49B-12EF-0AFAE3F228A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80" name="Rectangle 979">
                        <a:extLst>
                          <a:ext uri="{FF2B5EF4-FFF2-40B4-BE49-F238E27FC236}">
                            <a16:creationId xmlns:a16="http://schemas.microsoft.com/office/drawing/2014/main" id="{6A4C370B-C77C-E8A3-F56F-0A35D450120B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81" name="Oval 980">
                        <a:extLst>
                          <a:ext uri="{FF2B5EF4-FFF2-40B4-BE49-F238E27FC236}">
                            <a16:creationId xmlns:a16="http://schemas.microsoft.com/office/drawing/2014/main" id="{40F21D70-2F68-AA8E-BF48-1B300EDDC432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82" name="Freeform 981">
                        <a:extLst>
                          <a:ext uri="{FF2B5EF4-FFF2-40B4-BE49-F238E27FC236}">
                            <a16:creationId xmlns:a16="http://schemas.microsoft.com/office/drawing/2014/main" id="{320B68B0-2E43-F066-3082-0992A5A880B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83" name="Freeform 982">
                        <a:extLst>
                          <a:ext uri="{FF2B5EF4-FFF2-40B4-BE49-F238E27FC236}">
                            <a16:creationId xmlns:a16="http://schemas.microsoft.com/office/drawing/2014/main" id="{A2231381-73E5-8B4B-F267-0E4475DC3FD2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84" name="Freeform 983">
                        <a:extLst>
                          <a:ext uri="{FF2B5EF4-FFF2-40B4-BE49-F238E27FC236}">
                            <a16:creationId xmlns:a16="http://schemas.microsoft.com/office/drawing/2014/main" id="{1C58BDAF-5AC4-607A-BF8F-76D5BEDAD43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85" name="Freeform 984">
                        <a:extLst>
                          <a:ext uri="{FF2B5EF4-FFF2-40B4-BE49-F238E27FC236}">
                            <a16:creationId xmlns:a16="http://schemas.microsoft.com/office/drawing/2014/main" id="{8536161B-D48A-4E58-52EE-9191093A0BC1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986" name="Straight Connector 985">
                        <a:extLst>
                          <a:ext uri="{FF2B5EF4-FFF2-40B4-BE49-F238E27FC236}">
                            <a16:creationId xmlns:a16="http://schemas.microsoft.com/office/drawing/2014/main" id="{A5AA6E01-7025-82B1-FD69-59BDE362FB15}"/>
                          </a:ext>
                        </a:extLst>
                      </p:cNvPr>
                      <p:cNvCxnSpPr>
                        <a:endCxn id="981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987" name="Straight Connector 986">
                        <a:extLst>
                          <a:ext uri="{FF2B5EF4-FFF2-40B4-BE49-F238E27FC236}">
                            <a16:creationId xmlns:a16="http://schemas.microsoft.com/office/drawing/2014/main" id="{2C8E5B9B-4988-7FE8-C056-01E8759E71F0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976" name="Group 975">
                      <a:extLst>
                        <a:ext uri="{FF2B5EF4-FFF2-40B4-BE49-F238E27FC236}">
                          <a16:creationId xmlns:a16="http://schemas.microsoft.com/office/drawing/2014/main" id="{FC08909D-BCA8-AE74-D576-93189CB714C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41422" cy="369332"/>
                      <a:chOff x="667045" y="1708643"/>
                      <a:chExt cx="441422" cy="369332"/>
                    </a:xfrm>
                  </p:grpSpPr>
                  <p:sp>
                    <p:nvSpPr>
                      <p:cNvPr id="977" name="Oval 976">
                        <a:extLst>
                          <a:ext uri="{FF2B5EF4-FFF2-40B4-BE49-F238E27FC236}">
                            <a16:creationId xmlns:a16="http://schemas.microsoft.com/office/drawing/2014/main" id="{2049702C-790C-1986-604F-56441B4CE79A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78" name="TextBox 977">
                        <a:extLst>
                          <a:ext uri="{FF2B5EF4-FFF2-40B4-BE49-F238E27FC236}">
                            <a16:creationId xmlns:a16="http://schemas.microsoft.com/office/drawing/2014/main" id="{225534AB-FF9E-A304-E7DC-7A102E3D292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4142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2a</a:t>
                        </a:r>
                      </a:p>
                    </p:txBody>
                  </p:sp>
                </p:grpSp>
              </p:grpSp>
              <p:cxnSp>
                <p:nvCxnSpPr>
                  <p:cNvPr id="971" name="Straight Connector 970">
                    <a:extLst>
                      <a:ext uri="{FF2B5EF4-FFF2-40B4-BE49-F238E27FC236}">
                        <a16:creationId xmlns:a16="http://schemas.microsoft.com/office/drawing/2014/main" id="{33510F96-C4BB-8799-E44C-A89511213E9D}"/>
                      </a:ext>
                    </a:extLst>
                  </p:cNvPr>
                  <p:cNvCxnSpPr>
                    <a:stCxn id="1018" idx="7"/>
                  </p:cNvCxnSpPr>
                  <p:nvPr/>
                </p:nvCxnSpPr>
                <p:spPr bwMode="auto">
                  <a:xfrm>
                    <a:off x="2218708" y="3154477"/>
                    <a:ext cx="480042" cy="369773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72" name="Straight Connector 971">
                    <a:extLst>
                      <a:ext uri="{FF2B5EF4-FFF2-40B4-BE49-F238E27FC236}">
                        <a16:creationId xmlns:a16="http://schemas.microsoft.com/office/drawing/2014/main" id="{38967385-6762-E6C1-75F0-D5EDD21F46A1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1300073" y="3786304"/>
                    <a:ext cx="477927" cy="357071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73" name="Straight Connector 972">
                    <a:extLst>
                      <a:ext uri="{FF2B5EF4-FFF2-40B4-BE49-F238E27FC236}">
                        <a16:creationId xmlns:a16="http://schemas.microsoft.com/office/drawing/2014/main" id="{FCC8C241-88CB-AACC-8C03-778F4EAED63D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2196042" y="3783542"/>
                    <a:ext cx="508002" cy="349250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</p:grpSp>
          <p:sp>
            <p:nvSpPr>
              <p:cNvPr id="1093" name="TextBox 1092">
                <a:extLst>
                  <a:ext uri="{FF2B5EF4-FFF2-40B4-BE49-F238E27FC236}">
                    <a16:creationId xmlns:a16="http://schemas.microsoft.com/office/drawing/2014/main" id="{124D0A9C-DBC0-BCB1-C691-6917A49BCB2C}"/>
                  </a:ext>
                </a:extLst>
              </p:cNvPr>
              <p:cNvSpPr txBox="1"/>
              <p:nvPr/>
            </p:nvSpPr>
            <p:spPr>
              <a:xfrm>
                <a:off x="4833576" y="4910165"/>
                <a:ext cx="7535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solidFill>
                      <a:srgbClr val="000090"/>
                    </a:solidFill>
                    <a:latin typeface="Arial" charset="0"/>
                    <a:ea typeface="ＭＳ Ｐゴシック" charset="0"/>
                  </a:rPr>
                  <a:t>AS 2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21DEC2B-BABF-7D3E-976A-0E5332F8F282}"/>
                </a:ext>
              </a:extLst>
            </p:cNvPr>
            <p:cNvGrpSpPr/>
            <p:nvPr/>
          </p:nvGrpSpPr>
          <p:grpSpPr>
            <a:xfrm>
              <a:off x="8100574" y="3694542"/>
              <a:ext cx="2575521" cy="1672516"/>
              <a:chOff x="8100574" y="3694542"/>
              <a:chExt cx="2575521" cy="1672516"/>
            </a:xfrm>
          </p:grpSpPr>
          <p:sp>
            <p:nvSpPr>
              <p:cNvPr id="1027" name="Freeform 2">
                <a:extLst>
                  <a:ext uri="{FF2B5EF4-FFF2-40B4-BE49-F238E27FC236}">
                    <a16:creationId xmlns:a16="http://schemas.microsoft.com/office/drawing/2014/main" id="{3E6F6D39-8805-2D33-523F-DCE0C1A25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0574" y="3694542"/>
                <a:ext cx="2575521" cy="1672516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connsiteX0" fmla="*/ 4 w 10040"/>
                  <a:gd name="connsiteY0" fmla="*/ 4039 h 10125"/>
                  <a:gd name="connsiteX1" fmla="*/ 715 w 10040"/>
                  <a:gd name="connsiteY1" fmla="*/ 1595 h 10125"/>
                  <a:gd name="connsiteX2" fmla="*/ 3130 w 10040"/>
                  <a:gd name="connsiteY2" fmla="*/ 1006 h 10125"/>
                  <a:gd name="connsiteX3" fmla="*/ 4995 w 10040"/>
                  <a:gd name="connsiteY3" fmla="*/ 0 h 10125"/>
                  <a:gd name="connsiteX4" fmla="*/ 6720 w 10040"/>
                  <a:gd name="connsiteY4" fmla="*/ 1009 h 10125"/>
                  <a:gd name="connsiteX5" fmla="*/ 9989 w 10040"/>
                  <a:gd name="connsiteY5" fmla="*/ 2989 h 10125"/>
                  <a:gd name="connsiteX6" fmla="*/ 8599 w 10040"/>
                  <a:gd name="connsiteY6" fmla="*/ 6797 h 10125"/>
                  <a:gd name="connsiteX7" fmla="*/ 6995 w 10040"/>
                  <a:gd name="connsiteY7" fmla="*/ 9322 h 10125"/>
                  <a:gd name="connsiteX8" fmla="*/ 5307 w 10040"/>
                  <a:gd name="connsiteY8" fmla="*/ 8843 h 10125"/>
                  <a:gd name="connsiteX9" fmla="*/ 4371 w 10040"/>
                  <a:gd name="connsiteY9" fmla="*/ 9912 h 10125"/>
                  <a:gd name="connsiteX10" fmla="*/ 3140 w 10040"/>
                  <a:gd name="connsiteY10" fmla="*/ 10019 h 10125"/>
                  <a:gd name="connsiteX11" fmla="*/ 2179 w 10040"/>
                  <a:gd name="connsiteY11" fmla="*/ 7895 h 10125"/>
                  <a:gd name="connsiteX12" fmla="*/ 1187 w 10040"/>
                  <a:gd name="connsiteY12" fmla="*/ 7495 h 10125"/>
                  <a:gd name="connsiteX13" fmla="*/ 4 w 10040"/>
                  <a:gd name="connsiteY13" fmla="*/ 4039 h 10125"/>
                  <a:gd name="connsiteX0" fmla="*/ 4 w 8600"/>
                  <a:gd name="connsiteY0" fmla="*/ 4042 h 10128"/>
                  <a:gd name="connsiteX1" fmla="*/ 715 w 8600"/>
                  <a:gd name="connsiteY1" fmla="*/ 1598 h 10128"/>
                  <a:gd name="connsiteX2" fmla="*/ 3130 w 8600"/>
                  <a:gd name="connsiteY2" fmla="*/ 1009 h 10128"/>
                  <a:gd name="connsiteX3" fmla="*/ 4995 w 8600"/>
                  <a:gd name="connsiteY3" fmla="*/ 3 h 10128"/>
                  <a:gd name="connsiteX4" fmla="*/ 6720 w 8600"/>
                  <a:gd name="connsiteY4" fmla="*/ 1012 h 10128"/>
                  <a:gd name="connsiteX5" fmla="*/ 8599 w 8600"/>
                  <a:gd name="connsiteY5" fmla="*/ 6800 h 10128"/>
                  <a:gd name="connsiteX6" fmla="*/ 6995 w 8600"/>
                  <a:gd name="connsiteY6" fmla="*/ 9325 h 10128"/>
                  <a:gd name="connsiteX7" fmla="*/ 5307 w 8600"/>
                  <a:gd name="connsiteY7" fmla="*/ 8846 h 10128"/>
                  <a:gd name="connsiteX8" fmla="*/ 4371 w 8600"/>
                  <a:gd name="connsiteY8" fmla="*/ 9915 h 10128"/>
                  <a:gd name="connsiteX9" fmla="*/ 3140 w 8600"/>
                  <a:gd name="connsiteY9" fmla="*/ 10022 h 10128"/>
                  <a:gd name="connsiteX10" fmla="*/ 2179 w 8600"/>
                  <a:gd name="connsiteY10" fmla="*/ 7898 h 10128"/>
                  <a:gd name="connsiteX11" fmla="*/ 1187 w 8600"/>
                  <a:gd name="connsiteY11" fmla="*/ 7498 h 10128"/>
                  <a:gd name="connsiteX12" fmla="*/ 4 w 8600"/>
                  <a:gd name="connsiteY12" fmla="*/ 4042 h 10128"/>
                  <a:gd name="connsiteX0" fmla="*/ 4 w 9326"/>
                  <a:gd name="connsiteY0" fmla="*/ 3988 h 9997"/>
                  <a:gd name="connsiteX1" fmla="*/ 830 w 9326"/>
                  <a:gd name="connsiteY1" fmla="*/ 1575 h 9997"/>
                  <a:gd name="connsiteX2" fmla="*/ 3639 w 9326"/>
                  <a:gd name="connsiteY2" fmla="*/ 993 h 9997"/>
                  <a:gd name="connsiteX3" fmla="*/ 5807 w 9326"/>
                  <a:gd name="connsiteY3" fmla="*/ 0 h 9997"/>
                  <a:gd name="connsiteX4" fmla="*/ 7813 w 9326"/>
                  <a:gd name="connsiteY4" fmla="*/ 996 h 9997"/>
                  <a:gd name="connsiteX5" fmla="*/ 9324 w 9326"/>
                  <a:gd name="connsiteY5" fmla="*/ 5746 h 9997"/>
                  <a:gd name="connsiteX6" fmla="*/ 8133 w 9326"/>
                  <a:gd name="connsiteY6" fmla="*/ 9204 h 9997"/>
                  <a:gd name="connsiteX7" fmla="*/ 6170 w 9326"/>
                  <a:gd name="connsiteY7" fmla="*/ 8731 h 9997"/>
                  <a:gd name="connsiteX8" fmla="*/ 5082 w 9326"/>
                  <a:gd name="connsiteY8" fmla="*/ 9787 h 9997"/>
                  <a:gd name="connsiteX9" fmla="*/ 3650 w 9326"/>
                  <a:gd name="connsiteY9" fmla="*/ 9892 h 9997"/>
                  <a:gd name="connsiteX10" fmla="*/ 2533 w 9326"/>
                  <a:gd name="connsiteY10" fmla="*/ 7795 h 9997"/>
                  <a:gd name="connsiteX11" fmla="*/ 1379 w 9326"/>
                  <a:gd name="connsiteY11" fmla="*/ 7400 h 9997"/>
                  <a:gd name="connsiteX12" fmla="*/ 4 w 9326"/>
                  <a:gd name="connsiteY12" fmla="*/ 3988 h 9997"/>
                  <a:gd name="connsiteX0" fmla="*/ 4 w 10001"/>
                  <a:gd name="connsiteY0" fmla="*/ 3989 h 10041"/>
                  <a:gd name="connsiteX1" fmla="*/ 890 w 10001"/>
                  <a:gd name="connsiteY1" fmla="*/ 1575 h 10041"/>
                  <a:gd name="connsiteX2" fmla="*/ 3902 w 10001"/>
                  <a:gd name="connsiteY2" fmla="*/ 993 h 10041"/>
                  <a:gd name="connsiteX3" fmla="*/ 6227 w 10001"/>
                  <a:gd name="connsiteY3" fmla="*/ 0 h 10041"/>
                  <a:gd name="connsiteX4" fmla="*/ 8378 w 10001"/>
                  <a:gd name="connsiteY4" fmla="*/ 996 h 10041"/>
                  <a:gd name="connsiteX5" fmla="*/ 9998 w 10001"/>
                  <a:gd name="connsiteY5" fmla="*/ 5748 h 10041"/>
                  <a:gd name="connsiteX6" fmla="*/ 8721 w 10001"/>
                  <a:gd name="connsiteY6" fmla="*/ 9207 h 10041"/>
                  <a:gd name="connsiteX7" fmla="*/ 5449 w 10001"/>
                  <a:gd name="connsiteY7" fmla="*/ 9790 h 10041"/>
                  <a:gd name="connsiteX8" fmla="*/ 3914 w 10001"/>
                  <a:gd name="connsiteY8" fmla="*/ 9895 h 10041"/>
                  <a:gd name="connsiteX9" fmla="*/ 2716 w 10001"/>
                  <a:gd name="connsiteY9" fmla="*/ 7797 h 10041"/>
                  <a:gd name="connsiteX10" fmla="*/ 1479 w 10001"/>
                  <a:gd name="connsiteY10" fmla="*/ 7402 h 10041"/>
                  <a:gd name="connsiteX11" fmla="*/ 4 w 10001"/>
                  <a:gd name="connsiteY11" fmla="*/ 3989 h 10041"/>
                  <a:gd name="connsiteX0" fmla="*/ 4 w 10001"/>
                  <a:gd name="connsiteY0" fmla="*/ 3989 h 14825"/>
                  <a:gd name="connsiteX1" fmla="*/ 890 w 10001"/>
                  <a:gd name="connsiteY1" fmla="*/ 1575 h 14825"/>
                  <a:gd name="connsiteX2" fmla="*/ 3902 w 10001"/>
                  <a:gd name="connsiteY2" fmla="*/ 993 h 14825"/>
                  <a:gd name="connsiteX3" fmla="*/ 6227 w 10001"/>
                  <a:gd name="connsiteY3" fmla="*/ 0 h 14825"/>
                  <a:gd name="connsiteX4" fmla="*/ 8378 w 10001"/>
                  <a:gd name="connsiteY4" fmla="*/ 996 h 14825"/>
                  <a:gd name="connsiteX5" fmla="*/ 9998 w 10001"/>
                  <a:gd name="connsiteY5" fmla="*/ 5748 h 14825"/>
                  <a:gd name="connsiteX6" fmla="*/ 8721 w 10001"/>
                  <a:gd name="connsiteY6" fmla="*/ 9207 h 14825"/>
                  <a:gd name="connsiteX7" fmla="*/ 6011 w 10001"/>
                  <a:gd name="connsiteY7" fmla="*/ 14823 h 14825"/>
                  <a:gd name="connsiteX8" fmla="*/ 3914 w 10001"/>
                  <a:gd name="connsiteY8" fmla="*/ 9895 h 14825"/>
                  <a:gd name="connsiteX9" fmla="*/ 2716 w 10001"/>
                  <a:gd name="connsiteY9" fmla="*/ 7797 h 14825"/>
                  <a:gd name="connsiteX10" fmla="*/ 1479 w 10001"/>
                  <a:gd name="connsiteY10" fmla="*/ 7402 h 14825"/>
                  <a:gd name="connsiteX11" fmla="*/ 4 w 10001"/>
                  <a:gd name="connsiteY11" fmla="*/ 3989 h 14825"/>
                  <a:gd name="connsiteX0" fmla="*/ 4 w 10001"/>
                  <a:gd name="connsiteY0" fmla="*/ 7436 h 18272"/>
                  <a:gd name="connsiteX1" fmla="*/ 890 w 10001"/>
                  <a:gd name="connsiteY1" fmla="*/ 5022 h 18272"/>
                  <a:gd name="connsiteX2" fmla="*/ 3902 w 10001"/>
                  <a:gd name="connsiteY2" fmla="*/ 4440 h 18272"/>
                  <a:gd name="connsiteX3" fmla="*/ 6026 w 10001"/>
                  <a:gd name="connsiteY3" fmla="*/ 0 h 18272"/>
                  <a:gd name="connsiteX4" fmla="*/ 8378 w 10001"/>
                  <a:gd name="connsiteY4" fmla="*/ 4443 h 18272"/>
                  <a:gd name="connsiteX5" fmla="*/ 9998 w 10001"/>
                  <a:gd name="connsiteY5" fmla="*/ 9195 h 18272"/>
                  <a:gd name="connsiteX6" fmla="*/ 8721 w 10001"/>
                  <a:gd name="connsiteY6" fmla="*/ 12654 h 18272"/>
                  <a:gd name="connsiteX7" fmla="*/ 6011 w 10001"/>
                  <a:gd name="connsiteY7" fmla="*/ 18270 h 18272"/>
                  <a:gd name="connsiteX8" fmla="*/ 3914 w 10001"/>
                  <a:gd name="connsiteY8" fmla="*/ 13342 h 18272"/>
                  <a:gd name="connsiteX9" fmla="*/ 2716 w 10001"/>
                  <a:gd name="connsiteY9" fmla="*/ 11244 h 18272"/>
                  <a:gd name="connsiteX10" fmla="*/ 1479 w 10001"/>
                  <a:gd name="connsiteY10" fmla="*/ 10849 h 18272"/>
                  <a:gd name="connsiteX11" fmla="*/ 4 w 10001"/>
                  <a:gd name="connsiteY11" fmla="*/ 7436 h 18272"/>
                  <a:gd name="connsiteX0" fmla="*/ 1 w 9998"/>
                  <a:gd name="connsiteY0" fmla="*/ 7436 h 18272"/>
                  <a:gd name="connsiteX1" fmla="*/ 3899 w 9998"/>
                  <a:gd name="connsiteY1" fmla="*/ 4440 h 18272"/>
                  <a:gd name="connsiteX2" fmla="*/ 6023 w 9998"/>
                  <a:gd name="connsiteY2" fmla="*/ 0 h 18272"/>
                  <a:gd name="connsiteX3" fmla="*/ 8375 w 9998"/>
                  <a:gd name="connsiteY3" fmla="*/ 4443 h 18272"/>
                  <a:gd name="connsiteX4" fmla="*/ 9995 w 9998"/>
                  <a:gd name="connsiteY4" fmla="*/ 9195 h 18272"/>
                  <a:gd name="connsiteX5" fmla="*/ 8718 w 9998"/>
                  <a:gd name="connsiteY5" fmla="*/ 12654 h 18272"/>
                  <a:gd name="connsiteX6" fmla="*/ 6008 w 9998"/>
                  <a:gd name="connsiteY6" fmla="*/ 18270 h 18272"/>
                  <a:gd name="connsiteX7" fmla="*/ 3911 w 9998"/>
                  <a:gd name="connsiteY7" fmla="*/ 13342 h 18272"/>
                  <a:gd name="connsiteX8" fmla="*/ 2713 w 9998"/>
                  <a:gd name="connsiteY8" fmla="*/ 11244 h 18272"/>
                  <a:gd name="connsiteX9" fmla="*/ 1476 w 9998"/>
                  <a:gd name="connsiteY9" fmla="*/ 10849 h 18272"/>
                  <a:gd name="connsiteX10" fmla="*/ 1 w 9998"/>
                  <a:gd name="connsiteY10" fmla="*/ 7436 h 18272"/>
                  <a:gd name="connsiteX0" fmla="*/ 35 w 8559"/>
                  <a:gd name="connsiteY0" fmla="*/ 5938 h 10000"/>
                  <a:gd name="connsiteX1" fmla="*/ 2459 w 8559"/>
                  <a:gd name="connsiteY1" fmla="*/ 2430 h 10000"/>
                  <a:gd name="connsiteX2" fmla="*/ 4583 w 8559"/>
                  <a:gd name="connsiteY2" fmla="*/ 0 h 10000"/>
                  <a:gd name="connsiteX3" fmla="*/ 6936 w 8559"/>
                  <a:gd name="connsiteY3" fmla="*/ 2432 h 10000"/>
                  <a:gd name="connsiteX4" fmla="*/ 8556 w 8559"/>
                  <a:gd name="connsiteY4" fmla="*/ 5032 h 10000"/>
                  <a:gd name="connsiteX5" fmla="*/ 7279 w 8559"/>
                  <a:gd name="connsiteY5" fmla="*/ 6925 h 10000"/>
                  <a:gd name="connsiteX6" fmla="*/ 4568 w 8559"/>
                  <a:gd name="connsiteY6" fmla="*/ 9999 h 10000"/>
                  <a:gd name="connsiteX7" fmla="*/ 2471 w 8559"/>
                  <a:gd name="connsiteY7" fmla="*/ 7302 h 10000"/>
                  <a:gd name="connsiteX8" fmla="*/ 1273 w 8559"/>
                  <a:gd name="connsiteY8" fmla="*/ 6154 h 10000"/>
                  <a:gd name="connsiteX9" fmla="*/ 35 w 8559"/>
                  <a:gd name="connsiteY9" fmla="*/ 5938 h 10000"/>
                  <a:gd name="connsiteX0" fmla="*/ 49 w 9820"/>
                  <a:gd name="connsiteY0" fmla="*/ 4655 h 10000"/>
                  <a:gd name="connsiteX1" fmla="*/ 2693 w 9820"/>
                  <a:gd name="connsiteY1" fmla="*/ 2430 h 10000"/>
                  <a:gd name="connsiteX2" fmla="*/ 5175 w 9820"/>
                  <a:gd name="connsiteY2" fmla="*/ 0 h 10000"/>
                  <a:gd name="connsiteX3" fmla="*/ 7924 w 9820"/>
                  <a:gd name="connsiteY3" fmla="*/ 2432 h 10000"/>
                  <a:gd name="connsiteX4" fmla="*/ 9816 w 9820"/>
                  <a:gd name="connsiteY4" fmla="*/ 5032 h 10000"/>
                  <a:gd name="connsiteX5" fmla="*/ 8324 w 9820"/>
                  <a:gd name="connsiteY5" fmla="*/ 6925 h 10000"/>
                  <a:gd name="connsiteX6" fmla="*/ 5157 w 9820"/>
                  <a:gd name="connsiteY6" fmla="*/ 9999 h 10000"/>
                  <a:gd name="connsiteX7" fmla="*/ 2707 w 9820"/>
                  <a:gd name="connsiteY7" fmla="*/ 7302 h 10000"/>
                  <a:gd name="connsiteX8" fmla="*/ 1307 w 9820"/>
                  <a:gd name="connsiteY8" fmla="*/ 6154 h 10000"/>
                  <a:gd name="connsiteX9" fmla="*/ 49 w 9820"/>
                  <a:gd name="connsiteY9" fmla="*/ 4655 h 10000"/>
                  <a:gd name="connsiteX0" fmla="*/ 45 w 9995"/>
                  <a:gd name="connsiteY0" fmla="*/ 4655 h 10000"/>
                  <a:gd name="connsiteX1" fmla="*/ 2737 w 9995"/>
                  <a:gd name="connsiteY1" fmla="*/ 2430 h 10000"/>
                  <a:gd name="connsiteX2" fmla="*/ 5265 w 9995"/>
                  <a:gd name="connsiteY2" fmla="*/ 0 h 10000"/>
                  <a:gd name="connsiteX3" fmla="*/ 8064 w 9995"/>
                  <a:gd name="connsiteY3" fmla="*/ 2432 h 10000"/>
                  <a:gd name="connsiteX4" fmla="*/ 9991 w 9995"/>
                  <a:gd name="connsiteY4" fmla="*/ 5032 h 10000"/>
                  <a:gd name="connsiteX5" fmla="*/ 8472 w 9995"/>
                  <a:gd name="connsiteY5" fmla="*/ 6925 h 10000"/>
                  <a:gd name="connsiteX6" fmla="*/ 5247 w 9995"/>
                  <a:gd name="connsiteY6" fmla="*/ 9999 h 10000"/>
                  <a:gd name="connsiteX7" fmla="*/ 2752 w 9995"/>
                  <a:gd name="connsiteY7" fmla="*/ 7302 h 10000"/>
                  <a:gd name="connsiteX8" fmla="*/ 1374 w 9995"/>
                  <a:gd name="connsiteY8" fmla="*/ 6984 h 10000"/>
                  <a:gd name="connsiteX9" fmla="*/ 45 w 9995"/>
                  <a:gd name="connsiteY9" fmla="*/ 4655 h 10000"/>
                  <a:gd name="connsiteX0" fmla="*/ 45 w 10000"/>
                  <a:gd name="connsiteY0" fmla="*/ 5032 h 10377"/>
                  <a:gd name="connsiteX1" fmla="*/ 2738 w 10000"/>
                  <a:gd name="connsiteY1" fmla="*/ 2807 h 10377"/>
                  <a:gd name="connsiteX2" fmla="*/ 4886 w 10000"/>
                  <a:gd name="connsiteY2" fmla="*/ 0 h 10377"/>
                  <a:gd name="connsiteX3" fmla="*/ 8068 w 10000"/>
                  <a:gd name="connsiteY3" fmla="*/ 2809 h 10377"/>
                  <a:gd name="connsiteX4" fmla="*/ 9996 w 10000"/>
                  <a:gd name="connsiteY4" fmla="*/ 5409 h 10377"/>
                  <a:gd name="connsiteX5" fmla="*/ 8476 w 10000"/>
                  <a:gd name="connsiteY5" fmla="*/ 7302 h 10377"/>
                  <a:gd name="connsiteX6" fmla="*/ 5250 w 10000"/>
                  <a:gd name="connsiteY6" fmla="*/ 10376 h 10377"/>
                  <a:gd name="connsiteX7" fmla="*/ 2753 w 10000"/>
                  <a:gd name="connsiteY7" fmla="*/ 7679 h 10377"/>
                  <a:gd name="connsiteX8" fmla="*/ 1375 w 10000"/>
                  <a:gd name="connsiteY8" fmla="*/ 7361 h 10377"/>
                  <a:gd name="connsiteX9" fmla="*/ 45 w 10000"/>
                  <a:gd name="connsiteY9" fmla="*/ 5032 h 10377"/>
                  <a:gd name="connsiteX0" fmla="*/ 45 w 10000"/>
                  <a:gd name="connsiteY0" fmla="*/ 5036 h 10381"/>
                  <a:gd name="connsiteX1" fmla="*/ 2738 w 10000"/>
                  <a:gd name="connsiteY1" fmla="*/ 2811 h 10381"/>
                  <a:gd name="connsiteX2" fmla="*/ 4886 w 10000"/>
                  <a:gd name="connsiteY2" fmla="*/ 4 h 10381"/>
                  <a:gd name="connsiteX3" fmla="*/ 8068 w 10000"/>
                  <a:gd name="connsiteY3" fmla="*/ 2813 h 10381"/>
                  <a:gd name="connsiteX4" fmla="*/ 9996 w 10000"/>
                  <a:gd name="connsiteY4" fmla="*/ 5413 h 10381"/>
                  <a:gd name="connsiteX5" fmla="*/ 8476 w 10000"/>
                  <a:gd name="connsiteY5" fmla="*/ 7306 h 10381"/>
                  <a:gd name="connsiteX6" fmla="*/ 5250 w 10000"/>
                  <a:gd name="connsiteY6" fmla="*/ 10380 h 10381"/>
                  <a:gd name="connsiteX7" fmla="*/ 2753 w 10000"/>
                  <a:gd name="connsiteY7" fmla="*/ 7683 h 10381"/>
                  <a:gd name="connsiteX8" fmla="*/ 1375 w 10000"/>
                  <a:gd name="connsiteY8" fmla="*/ 7365 h 10381"/>
                  <a:gd name="connsiteX9" fmla="*/ 45 w 10000"/>
                  <a:gd name="connsiteY9" fmla="*/ 5036 h 10381"/>
                  <a:gd name="connsiteX0" fmla="*/ 45 w 10000"/>
                  <a:gd name="connsiteY0" fmla="*/ 5036 h 10796"/>
                  <a:gd name="connsiteX1" fmla="*/ 2738 w 10000"/>
                  <a:gd name="connsiteY1" fmla="*/ 2811 h 10796"/>
                  <a:gd name="connsiteX2" fmla="*/ 4886 w 10000"/>
                  <a:gd name="connsiteY2" fmla="*/ 4 h 10796"/>
                  <a:gd name="connsiteX3" fmla="*/ 8068 w 10000"/>
                  <a:gd name="connsiteY3" fmla="*/ 2813 h 10796"/>
                  <a:gd name="connsiteX4" fmla="*/ 9996 w 10000"/>
                  <a:gd name="connsiteY4" fmla="*/ 5413 h 10796"/>
                  <a:gd name="connsiteX5" fmla="*/ 8476 w 10000"/>
                  <a:gd name="connsiteY5" fmla="*/ 7306 h 10796"/>
                  <a:gd name="connsiteX6" fmla="*/ 5202 w 10000"/>
                  <a:gd name="connsiteY6" fmla="*/ 10795 h 10796"/>
                  <a:gd name="connsiteX7" fmla="*/ 2753 w 10000"/>
                  <a:gd name="connsiteY7" fmla="*/ 7683 h 10796"/>
                  <a:gd name="connsiteX8" fmla="*/ 1375 w 10000"/>
                  <a:gd name="connsiteY8" fmla="*/ 7365 h 10796"/>
                  <a:gd name="connsiteX9" fmla="*/ 45 w 10000"/>
                  <a:gd name="connsiteY9" fmla="*/ 5036 h 10796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000" h="10795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DC1B3ED6-0E6F-997F-DECD-1EB11EA8FA98}"/>
                  </a:ext>
                </a:extLst>
              </p:cNvPr>
              <p:cNvGrpSpPr/>
              <p:nvPr/>
            </p:nvGrpSpPr>
            <p:grpSpPr>
              <a:xfrm>
                <a:off x="8136838" y="3735782"/>
                <a:ext cx="2402775" cy="1530043"/>
                <a:chOff x="8136838" y="3735782"/>
                <a:chExt cx="2402775" cy="1530043"/>
              </a:xfrm>
            </p:grpSpPr>
            <p:grpSp>
              <p:nvGrpSpPr>
                <p:cNvPr id="1028" name="Group 1027">
                  <a:extLst>
                    <a:ext uri="{FF2B5EF4-FFF2-40B4-BE49-F238E27FC236}">
                      <a16:creationId xmlns:a16="http://schemas.microsoft.com/office/drawing/2014/main" id="{70AEE875-03E3-40AE-E50A-70F119BF1994}"/>
                    </a:ext>
                  </a:extLst>
                </p:cNvPr>
                <p:cNvGrpSpPr/>
                <p:nvPr/>
              </p:nvGrpSpPr>
              <p:grpSpPr>
                <a:xfrm>
                  <a:off x="8324065" y="3830658"/>
                  <a:ext cx="2215548" cy="1435167"/>
                  <a:chOff x="833331" y="2873352"/>
                  <a:chExt cx="2333625" cy="1590649"/>
                </a:xfrm>
              </p:grpSpPr>
              <p:grpSp>
                <p:nvGrpSpPr>
                  <p:cNvPr id="1029" name="Group 1028">
                    <a:extLst>
                      <a:ext uri="{FF2B5EF4-FFF2-40B4-BE49-F238E27FC236}">
                        <a16:creationId xmlns:a16="http://schemas.microsoft.com/office/drawing/2014/main" id="{12B2D4FC-809C-B6C0-E902-6F3799B7F871}"/>
                      </a:ext>
                    </a:extLst>
                  </p:cNvPr>
                  <p:cNvGrpSpPr/>
                  <p:nvPr/>
                </p:nvGrpSpPr>
                <p:grpSpPr>
                  <a:xfrm>
                    <a:off x="1736090" y="2873352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1078" name="Group 327">
                      <a:extLst>
                        <a:ext uri="{FF2B5EF4-FFF2-40B4-BE49-F238E27FC236}">
                          <a16:creationId xmlns:a16="http://schemas.microsoft.com/office/drawing/2014/main" id="{4684E14D-30EA-C577-6171-E6062AEFE10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1082" name="Oval 1081">
                        <a:extLst>
                          <a:ext uri="{FF2B5EF4-FFF2-40B4-BE49-F238E27FC236}">
                            <a16:creationId xmlns:a16="http://schemas.microsoft.com/office/drawing/2014/main" id="{D37CEF06-DF97-89FD-59F8-44031F799904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83" name="Rectangle 1082">
                        <a:extLst>
                          <a:ext uri="{FF2B5EF4-FFF2-40B4-BE49-F238E27FC236}">
                            <a16:creationId xmlns:a16="http://schemas.microsoft.com/office/drawing/2014/main" id="{27CA9E4B-1D87-CD69-92CE-246E4F61AA16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84" name="Oval 1083">
                        <a:extLst>
                          <a:ext uri="{FF2B5EF4-FFF2-40B4-BE49-F238E27FC236}">
                            <a16:creationId xmlns:a16="http://schemas.microsoft.com/office/drawing/2014/main" id="{AAF1FBF8-9058-9139-9070-0CB1F7AD7D9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85" name="Freeform 1084">
                        <a:extLst>
                          <a:ext uri="{FF2B5EF4-FFF2-40B4-BE49-F238E27FC236}">
                            <a16:creationId xmlns:a16="http://schemas.microsoft.com/office/drawing/2014/main" id="{D63E9C20-74EC-EC30-819F-51774A90A5E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86" name="Freeform 1085">
                        <a:extLst>
                          <a:ext uri="{FF2B5EF4-FFF2-40B4-BE49-F238E27FC236}">
                            <a16:creationId xmlns:a16="http://schemas.microsoft.com/office/drawing/2014/main" id="{2B13D9E1-1F8A-12F1-F2D0-F530D0F24289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87" name="Freeform 1086">
                        <a:extLst>
                          <a:ext uri="{FF2B5EF4-FFF2-40B4-BE49-F238E27FC236}">
                            <a16:creationId xmlns:a16="http://schemas.microsoft.com/office/drawing/2014/main" id="{414DDEE9-99DB-634D-F465-0E95468CA4B2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88" name="Freeform 1087">
                        <a:extLst>
                          <a:ext uri="{FF2B5EF4-FFF2-40B4-BE49-F238E27FC236}">
                            <a16:creationId xmlns:a16="http://schemas.microsoft.com/office/drawing/2014/main" id="{9898A644-9018-B748-15FA-9C04D7B29D81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1089" name="Straight Connector 1088">
                        <a:extLst>
                          <a:ext uri="{FF2B5EF4-FFF2-40B4-BE49-F238E27FC236}">
                            <a16:creationId xmlns:a16="http://schemas.microsoft.com/office/drawing/2014/main" id="{7866E3D5-ADA7-887A-AB5E-33FB81DF542F}"/>
                          </a:ext>
                        </a:extLst>
                      </p:cNvPr>
                      <p:cNvCxnSpPr>
                        <a:endCxn id="1084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1090" name="Straight Connector 1089">
                        <a:extLst>
                          <a:ext uri="{FF2B5EF4-FFF2-40B4-BE49-F238E27FC236}">
                            <a16:creationId xmlns:a16="http://schemas.microsoft.com/office/drawing/2014/main" id="{FD75813F-4DA6-530A-4BD5-B79B48283D10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1079" name="Group 1078">
                      <a:extLst>
                        <a:ext uri="{FF2B5EF4-FFF2-40B4-BE49-F238E27FC236}">
                          <a16:creationId xmlns:a16="http://schemas.microsoft.com/office/drawing/2014/main" id="{C6A8FDDF-C123-67A3-7AC0-33CCBF6733B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41422" cy="369332"/>
                      <a:chOff x="667045" y="1708643"/>
                      <a:chExt cx="441422" cy="369332"/>
                    </a:xfrm>
                  </p:grpSpPr>
                  <p:sp>
                    <p:nvSpPr>
                      <p:cNvPr id="1080" name="Oval 1079">
                        <a:extLst>
                          <a:ext uri="{FF2B5EF4-FFF2-40B4-BE49-F238E27FC236}">
                            <a16:creationId xmlns:a16="http://schemas.microsoft.com/office/drawing/2014/main" id="{4D865C37-63A6-C2B2-44AB-EC30A103DDC2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81" name="TextBox 1080">
                        <a:extLst>
                          <a:ext uri="{FF2B5EF4-FFF2-40B4-BE49-F238E27FC236}">
                            <a16:creationId xmlns:a16="http://schemas.microsoft.com/office/drawing/2014/main" id="{15D1A056-CC9F-6FCC-2657-58987F36A83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4142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3b</a:t>
                        </a:r>
                      </a:p>
                    </p:txBody>
                  </p:sp>
                </p:grpSp>
              </p:grpSp>
              <p:grpSp>
                <p:nvGrpSpPr>
                  <p:cNvPr id="1030" name="Group 1029">
                    <a:extLst>
                      <a:ext uri="{FF2B5EF4-FFF2-40B4-BE49-F238E27FC236}">
                        <a16:creationId xmlns:a16="http://schemas.microsoft.com/office/drawing/2014/main" id="{B69D4CD1-806B-D92A-A79A-1C2B2FA121ED}"/>
                      </a:ext>
                    </a:extLst>
                  </p:cNvPr>
                  <p:cNvGrpSpPr/>
                  <p:nvPr/>
                </p:nvGrpSpPr>
                <p:grpSpPr>
                  <a:xfrm>
                    <a:off x="1740320" y="4094669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1065" name="Group 327">
                      <a:extLst>
                        <a:ext uri="{FF2B5EF4-FFF2-40B4-BE49-F238E27FC236}">
                          <a16:creationId xmlns:a16="http://schemas.microsoft.com/office/drawing/2014/main" id="{638A1CAB-C0C4-E0D3-08E9-C3F560B11E3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1069" name="Oval 1068">
                        <a:extLst>
                          <a:ext uri="{FF2B5EF4-FFF2-40B4-BE49-F238E27FC236}">
                            <a16:creationId xmlns:a16="http://schemas.microsoft.com/office/drawing/2014/main" id="{96A6D410-881A-7D92-CF42-EFC9173BAB89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70" name="Rectangle 1069">
                        <a:extLst>
                          <a:ext uri="{FF2B5EF4-FFF2-40B4-BE49-F238E27FC236}">
                            <a16:creationId xmlns:a16="http://schemas.microsoft.com/office/drawing/2014/main" id="{EFF2FA00-EBAF-BCEB-F437-5C2E58A50DC0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71" name="Oval 1070">
                        <a:extLst>
                          <a:ext uri="{FF2B5EF4-FFF2-40B4-BE49-F238E27FC236}">
                            <a16:creationId xmlns:a16="http://schemas.microsoft.com/office/drawing/2014/main" id="{77AECDE2-026A-CC8A-F686-8A835D634AE6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72" name="Freeform 1071">
                        <a:extLst>
                          <a:ext uri="{FF2B5EF4-FFF2-40B4-BE49-F238E27FC236}">
                            <a16:creationId xmlns:a16="http://schemas.microsoft.com/office/drawing/2014/main" id="{C95C05DA-E9CD-A5A4-8BEC-0588F1FFF99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73" name="Freeform 1072">
                        <a:extLst>
                          <a:ext uri="{FF2B5EF4-FFF2-40B4-BE49-F238E27FC236}">
                            <a16:creationId xmlns:a16="http://schemas.microsoft.com/office/drawing/2014/main" id="{DBB990D6-4F37-29B7-A131-6F20E55E97B9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74" name="Freeform 1073">
                        <a:extLst>
                          <a:ext uri="{FF2B5EF4-FFF2-40B4-BE49-F238E27FC236}">
                            <a16:creationId xmlns:a16="http://schemas.microsoft.com/office/drawing/2014/main" id="{E040B0E9-6E28-6397-B2FD-E1637081A29D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75" name="Freeform 1074">
                        <a:extLst>
                          <a:ext uri="{FF2B5EF4-FFF2-40B4-BE49-F238E27FC236}">
                            <a16:creationId xmlns:a16="http://schemas.microsoft.com/office/drawing/2014/main" id="{72DE3B8F-9AA6-F4B7-E8E6-0AD05ACDE784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1076" name="Straight Connector 1075">
                        <a:extLst>
                          <a:ext uri="{FF2B5EF4-FFF2-40B4-BE49-F238E27FC236}">
                            <a16:creationId xmlns:a16="http://schemas.microsoft.com/office/drawing/2014/main" id="{F0243975-B9E6-3141-AB54-6495DCE501B9}"/>
                          </a:ext>
                        </a:extLst>
                      </p:cNvPr>
                      <p:cNvCxnSpPr>
                        <a:endCxn id="1071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1077" name="Straight Connector 1076">
                        <a:extLst>
                          <a:ext uri="{FF2B5EF4-FFF2-40B4-BE49-F238E27FC236}">
                            <a16:creationId xmlns:a16="http://schemas.microsoft.com/office/drawing/2014/main" id="{5B13BF46-8BFE-4780-CE14-68089B793B9C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1066" name="Group 1065">
                      <a:extLst>
                        <a:ext uri="{FF2B5EF4-FFF2-40B4-BE49-F238E27FC236}">
                          <a16:creationId xmlns:a16="http://schemas.microsoft.com/office/drawing/2014/main" id="{38DA0DFE-C911-77BC-6619-EAF9B5456D6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41422" cy="369332"/>
                      <a:chOff x="667045" y="1708643"/>
                      <a:chExt cx="441422" cy="369332"/>
                    </a:xfrm>
                  </p:grpSpPr>
                  <p:sp>
                    <p:nvSpPr>
                      <p:cNvPr id="1067" name="Oval 1066">
                        <a:extLst>
                          <a:ext uri="{FF2B5EF4-FFF2-40B4-BE49-F238E27FC236}">
                            <a16:creationId xmlns:a16="http://schemas.microsoft.com/office/drawing/2014/main" id="{BE219082-3009-AB03-6A7B-34B3EA406A28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68" name="TextBox 1067">
                        <a:extLst>
                          <a:ext uri="{FF2B5EF4-FFF2-40B4-BE49-F238E27FC236}">
                            <a16:creationId xmlns:a16="http://schemas.microsoft.com/office/drawing/2014/main" id="{11B8385D-5A9B-B595-CBDC-F9C560E5B7F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4142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3d</a:t>
                        </a:r>
                      </a:p>
                    </p:txBody>
                  </p:sp>
                </p:grpSp>
              </p:grpSp>
              <p:grpSp>
                <p:nvGrpSpPr>
                  <p:cNvPr id="1031" name="Group 1030">
                    <a:extLst>
                      <a:ext uri="{FF2B5EF4-FFF2-40B4-BE49-F238E27FC236}">
                        <a16:creationId xmlns:a16="http://schemas.microsoft.com/office/drawing/2014/main" id="{3FC81D1F-8FE5-8007-F07E-CCFBBF39557C}"/>
                      </a:ext>
                    </a:extLst>
                  </p:cNvPr>
                  <p:cNvGrpSpPr/>
                  <p:nvPr/>
                </p:nvGrpSpPr>
                <p:grpSpPr>
                  <a:xfrm>
                    <a:off x="2601806" y="3485072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1052" name="Group 327">
                      <a:extLst>
                        <a:ext uri="{FF2B5EF4-FFF2-40B4-BE49-F238E27FC236}">
                          <a16:creationId xmlns:a16="http://schemas.microsoft.com/office/drawing/2014/main" id="{9EA2166A-A623-E6F3-1399-BD8727BB642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1056" name="Oval 1055">
                        <a:extLst>
                          <a:ext uri="{FF2B5EF4-FFF2-40B4-BE49-F238E27FC236}">
                            <a16:creationId xmlns:a16="http://schemas.microsoft.com/office/drawing/2014/main" id="{69E2574F-D874-40F8-7A9E-8E1A9B4FC336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57" name="Rectangle 1056">
                        <a:extLst>
                          <a:ext uri="{FF2B5EF4-FFF2-40B4-BE49-F238E27FC236}">
                            <a16:creationId xmlns:a16="http://schemas.microsoft.com/office/drawing/2014/main" id="{5EF9F642-95D5-B04C-F14C-E6F3ED480493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58" name="Oval 1057">
                        <a:extLst>
                          <a:ext uri="{FF2B5EF4-FFF2-40B4-BE49-F238E27FC236}">
                            <a16:creationId xmlns:a16="http://schemas.microsoft.com/office/drawing/2014/main" id="{2E074218-12F3-3EB2-5888-015330A2F36B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59" name="Freeform 1058">
                        <a:extLst>
                          <a:ext uri="{FF2B5EF4-FFF2-40B4-BE49-F238E27FC236}">
                            <a16:creationId xmlns:a16="http://schemas.microsoft.com/office/drawing/2014/main" id="{119473CF-6183-E2ED-5D29-1CF2236DAA2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60" name="Freeform 1059">
                        <a:extLst>
                          <a:ext uri="{FF2B5EF4-FFF2-40B4-BE49-F238E27FC236}">
                            <a16:creationId xmlns:a16="http://schemas.microsoft.com/office/drawing/2014/main" id="{4D9AA582-49BE-C167-45DC-29AD94489FD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61" name="Freeform 1060">
                        <a:extLst>
                          <a:ext uri="{FF2B5EF4-FFF2-40B4-BE49-F238E27FC236}">
                            <a16:creationId xmlns:a16="http://schemas.microsoft.com/office/drawing/2014/main" id="{5DFB47E7-2453-7A30-8E8E-9A64B2960D22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62" name="Freeform 1061">
                        <a:extLst>
                          <a:ext uri="{FF2B5EF4-FFF2-40B4-BE49-F238E27FC236}">
                            <a16:creationId xmlns:a16="http://schemas.microsoft.com/office/drawing/2014/main" id="{791FDC56-984D-EA07-C686-D7C12B1D7811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1063" name="Straight Connector 1062">
                        <a:extLst>
                          <a:ext uri="{FF2B5EF4-FFF2-40B4-BE49-F238E27FC236}">
                            <a16:creationId xmlns:a16="http://schemas.microsoft.com/office/drawing/2014/main" id="{EF873C41-32E1-58FB-BD23-87167D82EDD4}"/>
                          </a:ext>
                        </a:extLst>
                      </p:cNvPr>
                      <p:cNvCxnSpPr>
                        <a:endCxn id="1058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1064" name="Straight Connector 1063">
                        <a:extLst>
                          <a:ext uri="{FF2B5EF4-FFF2-40B4-BE49-F238E27FC236}">
                            <a16:creationId xmlns:a16="http://schemas.microsoft.com/office/drawing/2014/main" id="{F856B520-CC3B-CDDB-D19F-F0343C32E1FD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1053" name="Group 1052">
                      <a:extLst>
                        <a:ext uri="{FF2B5EF4-FFF2-40B4-BE49-F238E27FC236}">
                          <a16:creationId xmlns:a16="http://schemas.microsoft.com/office/drawing/2014/main" id="{D9AA7DA3-F2E5-FA60-2979-185384D276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28460" cy="369332"/>
                      <a:chOff x="667045" y="1708643"/>
                      <a:chExt cx="428460" cy="369332"/>
                    </a:xfrm>
                  </p:grpSpPr>
                  <p:sp>
                    <p:nvSpPr>
                      <p:cNvPr id="1054" name="Oval 1053">
                        <a:extLst>
                          <a:ext uri="{FF2B5EF4-FFF2-40B4-BE49-F238E27FC236}">
                            <a16:creationId xmlns:a16="http://schemas.microsoft.com/office/drawing/2014/main" id="{E16C1DCA-6920-3CA2-E906-E9BD94320D59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55" name="TextBox 1054">
                        <a:extLst>
                          <a:ext uri="{FF2B5EF4-FFF2-40B4-BE49-F238E27FC236}">
                            <a16:creationId xmlns:a16="http://schemas.microsoft.com/office/drawing/2014/main" id="{04019DDB-6AC2-6A26-776C-A308EC75BBA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2846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3c</a:t>
                        </a:r>
                      </a:p>
                    </p:txBody>
                  </p:sp>
                </p:grpSp>
              </p:grpSp>
              <p:grpSp>
                <p:nvGrpSpPr>
                  <p:cNvPr id="1032" name="Group 1031">
                    <a:extLst>
                      <a:ext uri="{FF2B5EF4-FFF2-40B4-BE49-F238E27FC236}">
                        <a16:creationId xmlns:a16="http://schemas.microsoft.com/office/drawing/2014/main" id="{76644A30-53A2-082D-8EEF-9F0BF0D03B6B}"/>
                      </a:ext>
                    </a:extLst>
                  </p:cNvPr>
                  <p:cNvGrpSpPr/>
                  <p:nvPr/>
                </p:nvGrpSpPr>
                <p:grpSpPr>
                  <a:xfrm>
                    <a:off x="833331" y="3478719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1039" name="Group 327">
                      <a:extLst>
                        <a:ext uri="{FF2B5EF4-FFF2-40B4-BE49-F238E27FC236}">
                          <a16:creationId xmlns:a16="http://schemas.microsoft.com/office/drawing/2014/main" id="{B7D2DB5B-5A9C-FBFD-021B-B25F49308CB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1043" name="Oval 1042">
                        <a:extLst>
                          <a:ext uri="{FF2B5EF4-FFF2-40B4-BE49-F238E27FC236}">
                            <a16:creationId xmlns:a16="http://schemas.microsoft.com/office/drawing/2014/main" id="{161798B3-50E4-5700-AF76-89B761D43FCB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44" name="Rectangle 1043">
                        <a:extLst>
                          <a:ext uri="{FF2B5EF4-FFF2-40B4-BE49-F238E27FC236}">
                            <a16:creationId xmlns:a16="http://schemas.microsoft.com/office/drawing/2014/main" id="{BFFD34FC-8A69-BCD7-FAAB-2F18FCB058CB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45" name="Oval 1044">
                        <a:extLst>
                          <a:ext uri="{FF2B5EF4-FFF2-40B4-BE49-F238E27FC236}">
                            <a16:creationId xmlns:a16="http://schemas.microsoft.com/office/drawing/2014/main" id="{3E53133C-2F84-DDBC-6B1D-54CEF3A2FB0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46" name="Freeform 1045">
                        <a:extLst>
                          <a:ext uri="{FF2B5EF4-FFF2-40B4-BE49-F238E27FC236}">
                            <a16:creationId xmlns:a16="http://schemas.microsoft.com/office/drawing/2014/main" id="{E524C905-6E60-6CB8-31E8-9BD41CFB33AB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47" name="Freeform 1046">
                        <a:extLst>
                          <a:ext uri="{FF2B5EF4-FFF2-40B4-BE49-F238E27FC236}">
                            <a16:creationId xmlns:a16="http://schemas.microsoft.com/office/drawing/2014/main" id="{437D5F58-27ED-0AEE-28E4-0EEAF5F5A393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48" name="Freeform 1047">
                        <a:extLst>
                          <a:ext uri="{FF2B5EF4-FFF2-40B4-BE49-F238E27FC236}">
                            <a16:creationId xmlns:a16="http://schemas.microsoft.com/office/drawing/2014/main" id="{A1FB55B4-8B00-98F9-7169-2E437B6EF5F9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49" name="Freeform 1048">
                        <a:extLst>
                          <a:ext uri="{FF2B5EF4-FFF2-40B4-BE49-F238E27FC236}">
                            <a16:creationId xmlns:a16="http://schemas.microsoft.com/office/drawing/2014/main" id="{0E38A45B-4DAE-CEBA-EC2B-F3E0B1F54DD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1050" name="Straight Connector 1049">
                        <a:extLst>
                          <a:ext uri="{FF2B5EF4-FFF2-40B4-BE49-F238E27FC236}">
                            <a16:creationId xmlns:a16="http://schemas.microsoft.com/office/drawing/2014/main" id="{B35660A4-1473-EFB6-CDBD-FA497FB90ABC}"/>
                          </a:ext>
                        </a:extLst>
                      </p:cNvPr>
                      <p:cNvCxnSpPr>
                        <a:endCxn id="1045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1051" name="Straight Connector 1050">
                        <a:extLst>
                          <a:ext uri="{FF2B5EF4-FFF2-40B4-BE49-F238E27FC236}">
                            <a16:creationId xmlns:a16="http://schemas.microsoft.com/office/drawing/2014/main" id="{D166C0DC-777B-CF21-1CE9-2E06716245CC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1040" name="Group 1039">
                      <a:extLst>
                        <a:ext uri="{FF2B5EF4-FFF2-40B4-BE49-F238E27FC236}">
                          <a16:creationId xmlns:a16="http://schemas.microsoft.com/office/drawing/2014/main" id="{8F9A5D96-487E-9F8F-80A2-BC1122435C0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41422" cy="369332"/>
                      <a:chOff x="667045" y="1708643"/>
                      <a:chExt cx="441422" cy="369332"/>
                    </a:xfrm>
                  </p:grpSpPr>
                  <p:sp>
                    <p:nvSpPr>
                      <p:cNvPr id="1041" name="Oval 1040">
                        <a:extLst>
                          <a:ext uri="{FF2B5EF4-FFF2-40B4-BE49-F238E27FC236}">
                            <a16:creationId xmlns:a16="http://schemas.microsoft.com/office/drawing/2014/main" id="{5CDAA742-0555-DC70-1113-09953A7C74C1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042" name="TextBox 1041">
                        <a:extLst>
                          <a:ext uri="{FF2B5EF4-FFF2-40B4-BE49-F238E27FC236}">
                            <a16:creationId xmlns:a16="http://schemas.microsoft.com/office/drawing/2014/main" id="{977F1665-9CDA-4A71-38B5-0E37BC01D57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4142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3a</a:t>
                        </a:r>
                      </a:p>
                    </p:txBody>
                  </p:sp>
                </p:grpSp>
              </p:grpSp>
              <p:cxnSp>
                <p:nvCxnSpPr>
                  <p:cNvPr id="1033" name="Straight Connector 1032">
                    <a:extLst>
                      <a:ext uri="{FF2B5EF4-FFF2-40B4-BE49-F238E27FC236}">
                        <a16:creationId xmlns:a16="http://schemas.microsoft.com/office/drawing/2014/main" id="{39B7CFC3-4E90-261E-5EB2-B815DDAC7AC2}"/>
                      </a:ext>
                    </a:extLst>
                  </p:cNvPr>
                  <p:cNvCxnSpPr>
                    <a:stCxn id="1081" idx="2"/>
                    <a:endCxn id="1068" idx="0"/>
                  </p:cNvCxnSpPr>
                  <p:nvPr/>
                </p:nvCxnSpPr>
                <p:spPr bwMode="auto">
                  <a:xfrm>
                    <a:off x="1991073" y="3242684"/>
                    <a:ext cx="4230" cy="851985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rgbClr val="000090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034" name="Straight Connector 1033">
                    <a:extLst>
                      <a:ext uri="{FF2B5EF4-FFF2-40B4-BE49-F238E27FC236}">
                        <a16:creationId xmlns:a16="http://schemas.microsoft.com/office/drawing/2014/main" id="{55D36B1E-266A-F12D-8696-272D5A9E7BC2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1407477" y="3648621"/>
                    <a:ext cx="1204913" cy="6353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035" name="Straight Connector 1034">
                    <a:extLst>
                      <a:ext uri="{FF2B5EF4-FFF2-40B4-BE49-F238E27FC236}">
                        <a16:creationId xmlns:a16="http://schemas.microsoft.com/office/drawing/2014/main" id="{C20BF7A1-4505-7D04-5A99-8582D974D9B1}"/>
                      </a:ext>
                    </a:extLst>
                  </p:cNvPr>
                  <p:cNvCxnSpPr>
                    <a:stCxn id="1082" idx="7"/>
                  </p:cNvCxnSpPr>
                  <p:nvPr/>
                </p:nvCxnSpPr>
                <p:spPr bwMode="auto">
                  <a:xfrm>
                    <a:off x="2218708" y="3154477"/>
                    <a:ext cx="480042" cy="369773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036" name="Straight Connector 1035">
                    <a:extLst>
                      <a:ext uri="{FF2B5EF4-FFF2-40B4-BE49-F238E27FC236}">
                        <a16:creationId xmlns:a16="http://schemas.microsoft.com/office/drawing/2014/main" id="{FDBA812A-606E-1DA1-02EC-6725179D2A34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1300073" y="3786304"/>
                    <a:ext cx="477927" cy="357071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038" name="Straight Connector 1037">
                    <a:extLst>
                      <a:ext uri="{FF2B5EF4-FFF2-40B4-BE49-F238E27FC236}">
                        <a16:creationId xmlns:a16="http://schemas.microsoft.com/office/drawing/2014/main" id="{C889DB34-BEB8-BBDF-379E-70405B1036B7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1287553" y="3166946"/>
                    <a:ext cx="508002" cy="349250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  <p:sp>
              <p:nvSpPr>
                <p:cNvPr id="1094" name="TextBox 1093">
                  <a:extLst>
                    <a:ext uri="{FF2B5EF4-FFF2-40B4-BE49-F238E27FC236}">
                      <a16:creationId xmlns:a16="http://schemas.microsoft.com/office/drawing/2014/main" id="{632DBD44-82C3-1714-BAF3-EA790DF2D38A}"/>
                    </a:ext>
                  </a:extLst>
                </p:cNvPr>
                <p:cNvSpPr txBox="1"/>
                <p:nvPr/>
              </p:nvSpPr>
              <p:spPr>
                <a:xfrm>
                  <a:off x="8136838" y="3735782"/>
                  <a:ext cx="75353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solidFill>
                        <a:srgbClr val="000090"/>
                      </a:solidFill>
                      <a:latin typeface="Arial" charset="0"/>
                      <a:ea typeface="ＭＳ Ｐゴシック" charset="0"/>
                    </a:rPr>
                    <a:t>AS 3</a:t>
                  </a: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D403806-89CF-D5CD-935A-1820394F42B3}"/>
                </a:ext>
              </a:extLst>
            </p:cNvPr>
            <p:cNvGrpSpPr/>
            <p:nvPr/>
          </p:nvGrpSpPr>
          <p:grpSpPr>
            <a:xfrm>
              <a:off x="1426553" y="4136253"/>
              <a:ext cx="3452487" cy="1719017"/>
              <a:chOff x="1426553" y="4136253"/>
              <a:chExt cx="3452487" cy="1719017"/>
            </a:xfrm>
          </p:grpSpPr>
          <p:grpSp>
            <p:nvGrpSpPr>
              <p:cNvPr id="897" name="Group 896">
                <a:extLst>
                  <a:ext uri="{FF2B5EF4-FFF2-40B4-BE49-F238E27FC236}">
                    <a16:creationId xmlns:a16="http://schemas.microsoft.com/office/drawing/2014/main" id="{243BB27B-EF8C-B3BF-EB6D-D7C431395122}"/>
                  </a:ext>
                </a:extLst>
              </p:cNvPr>
              <p:cNvGrpSpPr/>
              <p:nvPr/>
            </p:nvGrpSpPr>
            <p:grpSpPr>
              <a:xfrm>
                <a:off x="1426553" y="4136253"/>
                <a:ext cx="2557336" cy="1719017"/>
                <a:chOff x="-2170772" y="2784954"/>
                <a:chExt cx="2712783" cy="1853712"/>
              </a:xfrm>
            </p:grpSpPr>
            <p:sp>
              <p:nvSpPr>
                <p:cNvPr id="898" name="Freeform 2">
                  <a:extLst>
                    <a:ext uri="{FF2B5EF4-FFF2-40B4-BE49-F238E27FC236}">
                      <a16:creationId xmlns:a16="http://schemas.microsoft.com/office/drawing/2014/main" id="{ED679592-5D7C-A539-97EF-FB54A17B47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170772" y="2784954"/>
                  <a:ext cx="2712783" cy="1853712"/>
                </a:xfrm>
                <a:custGeom>
                  <a:avLst/>
                  <a:gdLst>
                    <a:gd name="T0" fmla="*/ 648763 w 10001"/>
                    <a:gd name="T1" fmla="*/ 34777612 h 10125"/>
                    <a:gd name="T2" fmla="*/ 115976403 w 10001"/>
                    <a:gd name="T3" fmla="*/ 13733703 h 10125"/>
                    <a:gd name="T4" fmla="*/ 507700960 w 10001"/>
                    <a:gd name="T5" fmla="*/ 8662125 h 10125"/>
                    <a:gd name="T6" fmla="*/ 810212713 w 10001"/>
                    <a:gd name="T7" fmla="*/ 0 h 10125"/>
                    <a:gd name="T8" fmla="*/ 1090015738 w 10001"/>
                    <a:gd name="T9" fmla="*/ 8687929 h 10125"/>
                    <a:gd name="T10" fmla="*/ 1310938763 w 10001"/>
                    <a:gd name="T11" fmla="*/ 4279362 h 10125"/>
                    <a:gd name="T12" fmla="*/ 1620263134 w 10001"/>
                    <a:gd name="T13" fmla="*/ 25736690 h 10125"/>
                    <a:gd name="T14" fmla="*/ 1394798364 w 10001"/>
                    <a:gd name="T15" fmla="*/ 58525268 h 10125"/>
                    <a:gd name="T16" fmla="*/ 1134622140 w 10001"/>
                    <a:gd name="T17" fmla="*/ 80266624 h 10125"/>
                    <a:gd name="T18" fmla="*/ 860820276 w 10001"/>
                    <a:gd name="T19" fmla="*/ 76142271 h 10125"/>
                    <a:gd name="T20" fmla="*/ 708996782 w 10001"/>
                    <a:gd name="T21" fmla="*/ 85346835 h 10125"/>
                    <a:gd name="T22" fmla="*/ 509322667 w 10001"/>
                    <a:gd name="T23" fmla="*/ 86268164 h 10125"/>
                    <a:gd name="T24" fmla="*/ 353443899 w 10001"/>
                    <a:gd name="T25" fmla="*/ 67979516 h 10125"/>
                    <a:gd name="T26" fmla="*/ 192536914 w 10001"/>
                    <a:gd name="T27" fmla="*/ 64535347 h 10125"/>
                    <a:gd name="T28" fmla="*/ 648763 w 10001"/>
                    <a:gd name="T29" fmla="*/ 34777612 h 1012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connsiteX0" fmla="*/ 4 w 10040"/>
                    <a:gd name="connsiteY0" fmla="*/ 4039 h 10125"/>
                    <a:gd name="connsiteX1" fmla="*/ 715 w 10040"/>
                    <a:gd name="connsiteY1" fmla="*/ 1595 h 10125"/>
                    <a:gd name="connsiteX2" fmla="*/ 3130 w 10040"/>
                    <a:gd name="connsiteY2" fmla="*/ 1006 h 10125"/>
                    <a:gd name="connsiteX3" fmla="*/ 4995 w 10040"/>
                    <a:gd name="connsiteY3" fmla="*/ 0 h 10125"/>
                    <a:gd name="connsiteX4" fmla="*/ 6720 w 10040"/>
                    <a:gd name="connsiteY4" fmla="*/ 1009 h 10125"/>
                    <a:gd name="connsiteX5" fmla="*/ 9989 w 10040"/>
                    <a:gd name="connsiteY5" fmla="*/ 2989 h 10125"/>
                    <a:gd name="connsiteX6" fmla="*/ 8599 w 10040"/>
                    <a:gd name="connsiteY6" fmla="*/ 6797 h 10125"/>
                    <a:gd name="connsiteX7" fmla="*/ 6995 w 10040"/>
                    <a:gd name="connsiteY7" fmla="*/ 9322 h 10125"/>
                    <a:gd name="connsiteX8" fmla="*/ 5307 w 10040"/>
                    <a:gd name="connsiteY8" fmla="*/ 8843 h 10125"/>
                    <a:gd name="connsiteX9" fmla="*/ 4371 w 10040"/>
                    <a:gd name="connsiteY9" fmla="*/ 9912 h 10125"/>
                    <a:gd name="connsiteX10" fmla="*/ 3140 w 10040"/>
                    <a:gd name="connsiteY10" fmla="*/ 10019 h 10125"/>
                    <a:gd name="connsiteX11" fmla="*/ 2179 w 10040"/>
                    <a:gd name="connsiteY11" fmla="*/ 7895 h 10125"/>
                    <a:gd name="connsiteX12" fmla="*/ 1187 w 10040"/>
                    <a:gd name="connsiteY12" fmla="*/ 7495 h 10125"/>
                    <a:gd name="connsiteX13" fmla="*/ 4 w 10040"/>
                    <a:gd name="connsiteY13" fmla="*/ 4039 h 10125"/>
                    <a:gd name="connsiteX0" fmla="*/ 4 w 8600"/>
                    <a:gd name="connsiteY0" fmla="*/ 4042 h 10128"/>
                    <a:gd name="connsiteX1" fmla="*/ 715 w 8600"/>
                    <a:gd name="connsiteY1" fmla="*/ 1598 h 10128"/>
                    <a:gd name="connsiteX2" fmla="*/ 3130 w 8600"/>
                    <a:gd name="connsiteY2" fmla="*/ 1009 h 10128"/>
                    <a:gd name="connsiteX3" fmla="*/ 4995 w 8600"/>
                    <a:gd name="connsiteY3" fmla="*/ 3 h 10128"/>
                    <a:gd name="connsiteX4" fmla="*/ 6720 w 8600"/>
                    <a:gd name="connsiteY4" fmla="*/ 1012 h 10128"/>
                    <a:gd name="connsiteX5" fmla="*/ 8599 w 8600"/>
                    <a:gd name="connsiteY5" fmla="*/ 6800 h 10128"/>
                    <a:gd name="connsiteX6" fmla="*/ 6995 w 8600"/>
                    <a:gd name="connsiteY6" fmla="*/ 9325 h 10128"/>
                    <a:gd name="connsiteX7" fmla="*/ 5307 w 8600"/>
                    <a:gd name="connsiteY7" fmla="*/ 8846 h 10128"/>
                    <a:gd name="connsiteX8" fmla="*/ 4371 w 8600"/>
                    <a:gd name="connsiteY8" fmla="*/ 9915 h 10128"/>
                    <a:gd name="connsiteX9" fmla="*/ 3140 w 8600"/>
                    <a:gd name="connsiteY9" fmla="*/ 10022 h 10128"/>
                    <a:gd name="connsiteX10" fmla="*/ 2179 w 8600"/>
                    <a:gd name="connsiteY10" fmla="*/ 7898 h 10128"/>
                    <a:gd name="connsiteX11" fmla="*/ 1187 w 8600"/>
                    <a:gd name="connsiteY11" fmla="*/ 7498 h 10128"/>
                    <a:gd name="connsiteX12" fmla="*/ 4 w 8600"/>
                    <a:gd name="connsiteY12" fmla="*/ 4042 h 10128"/>
                    <a:gd name="connsiteX0" fmla="*/ 4 w 9326"/>
                    <a:gd name="connsiteY0" fmla="*/ 3988 h 9997"/>
                    <a:gd name="connsiteX1" fmla="*/ 830 w 9326"/>
                    <a:gd name="connsiteY1" fmla="*/ 1575 h 9997"/>
                    <a:gd name="connsiteX2" fmla="*/ 3639 w 9326"/>
                    <a:gd name="connsiteY2" fmla="*/ 993 h 9997"/>
                    <a:gd name="connsiteX3" fmla="*/ 5807 w 9326"/>
                    <a:gd name="connsiteY3" fmla="*/ 0 h 9997"/>
                    <a:gd name="connsiteX4" fmla="*/ 7813 w 9326"/>
                    <a:gd name="connsiteY4" fmla="*/ 996 h 9997"/>
                    <a:gd name="connsiteX5" fmla="*/ 9324 w 9326"/>
                    <a:gd name="connsiteY5" fmla="*/ 5746 h 9997"/>
                    <a:gd name="connsiteX6" fmla="*/ 8133 w 9326"/>
                    <a:gd name="connsiteY6" fmla="*/ 9204 h 9997"/>
                    <a:gd name="connsiteX7" fmla="*/ 6170 w 9326"/>
                    <a:gd name="connsiteY7" fmla="*/ 8731 h 9997"/>
                    <a:gd name="connsiteX8" fmla="*/ 5082 w 9326"/>
                    <a:gd name="connsiteY8" fmla="*/ 9787 h 9997"/>
                    <a:gd name="connsiteX9" fmla="*/ 3650 w 9326"/>
                    <a:gd name="connsiteY9" fmla="*/ 9892 h 9997"/>
                    <a:gd name="connsiteX10" fmla="*/ 2533 w 9326"/>
                    <a:gd name="connsiteY10" fmla="*/ 7795 h 9997"/>
                    <a:gd name="connsiteX11" fmla="*/ 1379 w 9326"/>
                    <a:gd name="connsiteY11" fmla="*/ 7400 h 9997"/>
                    <a:gd name="connsiteX12" fmla="*/ 4 w 9326"/>
                    <a:gd name="connsiteY12" fmla="*/ 3988 h 9997"/>
                    <a:gd name="connsiteX0" fmla="*/ 4 w 10001"/>
                    <a:gd name="connsiteY0" fmla="*/ 3989 h 10041"/>
                    <a:gd name="connsiteX1" fmla="*/ 890 w 10001"/>
                    <a:gd name="connsiteY1" fmla="*/ 1575 h 10041"/>
                    <a:gd name="connsiteX2" fmla="*/ 3902 w 10001"/>
                    <a:gd name="connsiteY2" fmla="*/ 993 h 10041"/>
                    <a:gd name="connsiteX3" fmla="*/ 6227 w 10001"/>
                    <a:gd name="connsiteY3" fmla="*/ 0 h 10041"/>
                    <a:gd name="connsiteX4" fmla="*/ 8378 w 10001"/>
                    <a:gd name="connsiteY4" fmla="*/ 996 h 10041"/>
                    <a:gd name="connsiteX5" fmla="*/ 9998 w 10001"/>
                    <a:gd name="connsiteY5" fmla="*/ 5748 h 10041"/>
                    <a:gd name="connsiteX6" fmla="*/ 8721 w 10001"/>
                    <a:gd name="connsiteY6" fmla="*/ 9207 h 10041"/>
                    <a:gd name="connsiteX7" fmla="*/ 5449 w 10001"/>
                    <a:gd name="connsiteY7" fmla="*/ 9790 h 10041"/>
                    <a:gd name="connsiteX8" fmla="*/ 3914 w 10001"/>
                    <a:gd name="connsiteY8" fmla="*/ 9895 h 10041"/>
                    <a:gd name="connsiteX9" fmla="*/ 2716 w 10001"/>
                    <a:gd name="connsiteY9" fmla="*/ 7797 h 10041"/>
                    <a:gd name="connsiteX10" fmla="*/ 1479 w 10001"/>
                    <a:gd name="connsiteY10" fmla="*/ 7402 h 10041"/>
                    <a:gd name="connsiteX11" fmla="*/ 4 w 10001"/>
                    <a:gd name="connsiteY11" fmla="*/ 3989 h 10041"/>
                    <a:gd name="connsiteX0" fmla="*/ 4 w 10001"/>
                    <a:gd name="connsiteY0" fmla="*/ 3989 h 14825"/>
                    <a:gd name="connsiteX1" fmla="*/ 890 w 10001"/>
                    <a:gd name="connsiteY1" fmla="*/ 1575 h 14825"/>
                    <a:gd name="connsiteX2" fmla="*/ 3902 w 10001"/>
                    <a:gd name="connsiteY2" fmla="*/ 993 h 14825"/>
                    <a:gd name="connsiteX3" fmla="*/ 6227 w 10001"/>
                    <a:gd name="connsiteY3" fmla="*/ 0 h 14825"/>
                    <a:gd name="connsiteX4" fmla="*/ 8378 w 10001"/>
                    <a:gd name="connsiteY4" fmla="*/ 996 h 14825"/>
                    <a:gd name="connsiteX5" fmla="*/ 9998 w 10001"/>
                    <a:gd name="connsiteY5" fmla="*/ 5748 h 14825"/>
                    <a:gd name="connsiteX6" fmla="*/ 8721 w 10001"/>
                    <a:gd name="connsiteY6" fmla="*/ 9207 h 14825"/>
                    <a:gd name="connsiteX7" fmla="*/ 6011 w 10001"/>
                    <a:gd name="connsiteY7" fmla="*/ 14823 h 14825"/>
                    <a:gd name="connsiteX8" fmla="*/ 3914 w 10001"/>
                    <a:gd name="connsiteY8" fmla="*/ 9895 h 14825"/>
                    <a:gd name="connsiteX9" fmla="*/ 2716 w 10001"/>
                    <a:gd name="connsiteY9" fmla="*/ 7797 h 14825"/>
                    <a:gd name="connsiteX10" fmla="*/ 1479 w 10001"/>
                    <a:gd name="connsiteY10" fmla="*/ 7402 h 14825"/>
                    <a:gd name="connsiteX11" fmla="*/ 4 w 10001"/>
                    <a:gd name="connsiteY11" fmla="*/ 3989 h 14825"/>
                    <a:gd name="connsiteX0" fmla="*/ 4 w 10001"/>
                    <a:gd name="connsiteY0" fmla="*/ 7436 h 18272"/>
                    <a:gd name="connsiteX1" fmla="*/ 890 w 10001"/>
                    <a:gd name="connsiteY1" fmla="*/ 5022 h 18272"/>
                    <a:gd name="connsiteX2" fmla="*/ 3902 w 10001"/>
                    <a:gd name="connsiteY2" fmla="*/ 4440 h 18272"/>
                    <a:gd name="connsiteX3" fmla="*/ 6026 w 10001"/>
                    <a:gd name="connsiteY3" fmla="*/ 0 h 18272"/>
                    <a:gd name="connsiteX4" fmla="*/ 8378 w 10001"/>
                    <a:gd name="connsiteY4" fmla="*/ 4443 h 18272"/>
                    <a:gd name="connsiteX5" fmla="*/ 9998 w 10001"/>
                    <a:gd name="connsiteY5" fmla="*/ 9195 h 18272"/>
                    <a:gd name="connsiteX6" fmla="*/ 8721 w 10001"/>
                    <a:gd name="connsiteY6" fmla="*/ 12654 h 18272"/>
                    <a:gd name="connsiteX7" fmla="*/ 6011 w 10001"/>
                    <a:gd name="connsiteY7" fmla="*/ 18270 h 18272"/>
                    <a:gd name="connsiteX8" fmla="*/ 3914 w 10001"/>
                    <a:gd name="connsiteY8" fmla="*/ 13342 h 18272"/>
                    <a:gd name="connsiteX9" fmla="*/ 2716 w 10001"/>
                    <a:gd name="connsiteY9" fmla="*/ 11244 h 18272"/>
                    <a:gd name="connsiteX10" fmla="*/ 1479 w 10001"/>
                    <a:gd name="connsiteY10" fmla="*/ 10849 h 18272"/>
                    <a:gd name="connsiteX11" fmla="*/ 4 w 10001"/>
                    <a:gd name="connsiteY11" fmla="*/ 7436 h 18272"/>
                    <a:gd name="connsiteX0" fmla="*/ 1 w 9998"/>
                    <a:gd name="connsiteY0" fmla="*/ 7436 h 18272"/>
                    <a:gd name="connsiteX1" fmla="*/ 3899 w 9998"/>
                    <a:gd name="connsiteY1" fmla="*/ 4440 h 18272"/>
                    <a:gd name="connsiteX2" fmla="*/ 6023 w 9998"/>
                    <a:gd name="connsiteY2" fmla="*/ 0 h 18272"/>
                    <a:gd name="connsiteX3" fmla="*/ 8375 w 9998"/>
                    <a:gd name="connsiteY3" fmla="*/ 4443 h 18272"/>
                    <a:gd name="connsiteX4" fmla="*/ 9995 w 9998"/>
                    <a:gd name="connsiteY4" fmla="*/ 9195 h 18272"/>
                    <a:gd name="connsiteX5" fmla="*/ 8718 w 9998"/>
                    <a:gd name="connsiteY5" fmla="*/ 12654 h 18272"/>
                    <a:gd name="connsiteX6" fmla="*/ 6008 w 9998"/>
                    <a:gd name="connsiteY6" fmla="*/ 18270 h 18272"/>
                    <a:gd name="connsiteX7" fmla="*/ 3911 w 9998"/>
                    <a:gd name="connsiteY7" fmla="*/ 13342 h 18272"/>
                    <a:gd name="connsiteX8" fmla="*/ 2713 w 9998"/>
                    <a:gd name="connsiteY8" fmla="*/ 11244 h 18272"/>
                    <a:gd name="connsiteX9" fmla="*/ 1476 w 9998"/>
                    <a:gd name="connsiteY9" fmla="*/ 10849 h 18272"/>
                    <a:gd name="connsiteX10" fmla="*/ 1 w 9998"/>
                    <a:gd name="connsiteY10" fmla="*/ 7436 h 18272"/>
                    <a:gd name="connsiteX0" fmla="*/ 35 w 8559"/>
                    <a:gd name="connsiteY0" fmla="*/ 5938 h 10000"/>
                    <a:gd name="connsiteX1" fmla="*/ 2459 w 8559"/>
                    <a:gd name="connsiteY1" fmla="*/ 2430 h 10000"/>
                    <a:gd name="connsiteX2" fmla="*/ 4583 w 8559"/>
                    <a:gd name="connsiteY2" fmla="*/ 0 h 10000"/>
                    <a:gd name="connsiteX3" fmla="*/ 6936 w 8559"/>
                    <a:gd name="connsiteY3" fmla="*/ 2432 h 10000"/>
                    <a:gd name="connsiteX4" fmla="*/ 8556 w 8559"/>
                    <a:gd name="connsiteY4" fmla="*/ 5032 h 10000"/>
                    <a:gd name="connsiteX5" fmla="*/ 7279 w 8559"/>
                    <a:gd name="connsiteY5" fmla="*/ 6925 h 10000"/>
                    <a:gd name="connsiteX6" fmla="*/ 4568 w 8559"/>
                    <a:gd name="connsiteY6" fmla="*/ 9999 h 10000"/>
                    <a:gd name="connsiteX7" fmla="*/ 2471 w 8559"/>
                    <a:gd name="connsiteY7" fmla="*/ 7302 h 10000"/>
                    <a:gd name="connsiteX8" fmla="*/ 1273 w 8559"/>
                    <a:gd name="connsiteY8" fmla="*/ 6154 h 10000"/>
                    <a:gd name="connsiteX9" fmla="*/ 35 w 8559"/>
                    <a:gd name="connsiteY9" fmla="*/ 5938 h 10000"/>
                    <a:gd name="connsiteX0" fmla="*/ 49 w 9820"/>
                    <a:gd name="connsiteY0" fmla="*/ 4655 h 10000"/>
                    <a:gd name="connsiteX1" fmla="*/ 2693 w 9820"/>
                    <a:gd name="connsiteY1" fmla="*/ 2430 h 10000"/>
                    <a:gd name="connsiteX2" fmla="*/ 5175 w 9820"/>
                    <a:gd name="connsiteY2" fmla="*/ 0 h 10000"/>
                    <a:gd name="connsiteX3" fmla="*/ 7924 w 9820"/>
                    <a:gd name="connsiteY3" fmla="*/ 2432 h 10000"/>
                    <a:gd name="connsiteX4" fmla="*/ 9816 w 9820"/>
                    <a:gd name="connsiteY4" fmla="*/ 5032 h 10000"/>
                    <a:gd name="connsiteX5" fmla="*/ 8324 w 9820"/>
                    <a:gd name="connsiteY5" fmla="*/ 6925 h 10000"/>
                    <a:gd name="connsiteX6" fmla="*/ 5157 w 9820"/>
                    <a:gd name="connsiteY6" fmla="*/ 9999 h 10000"/>
                    <a:gd name="connsiteX7" fmla="*/ 2707 w 9820"/>
                    <a:gd name="connsiteY7" fmla="*/ 7302 h 10000"/>
                    <a:gd name="connsiteX8" fmla="*/ 1307 w 9820"/>
                    <a:gd name="connsiteY8" fmla="*/ 6154 h 10000"/>
                    <a:gd name="connsiteX9" fmla="*/ 49 w 9820"/>
                    <a:gd name="connsiteY9" fmla="*/ 4655 h 10000"/>
                    <a:gd name="connsiteX0" fmla="*/ 45 w 9995"/>
                    <a:gd name="connsiteY0" fmla="*/ 4655 h 10000"/>
                    <a:gd name="connsiteX1" fmla="*/ 2737 w 9995"/>
                    <a:gd name="connsiteY1" fmla="*/ 2430 h 10000"/>
                    <a:gd name="connsiteX2" fmla="*/ 5265 w 9995"/>
                    <a:gd name="connsiteY2" fmla="*/ 0 h 10000"/>
                    <a:gd name="connsiteX3" fmla="*/ 8064 w 9995"/>
                    <a:gd name="connsiteY3" fmla="*/ 2432 h 10000"/>
                    <a:gd name="connsiteX4" fmla="*/ 9991 w 9995"/>
                    <a:gd name="connsiteY4" fmla="*/ 5032 h 10000"/>
                    <a:gd name="connsiteX5" fmla="*/ 8472 w 9995"/>
                    <a:gd name="connsiteY5" fmla="*/ 6925 h 10000"/>
                    <a:gd name="connsiteX6" fmla="*/ 5247 w 9995"/>
                    <a:gd name="connsiteY6" fmla="*/ 9999 h 10000"/>
                    <a:gd name="connsiteX7" fmla="*/ 2752 w 9995"/>
                    <a:gd name="connsiteY7" fmla="*/ 7302 h 10000"/>
                    <a:gd name="connsiteX8" fmla="*/ 1374 w 9995"/>
                    <a:gd name="connsiteY8" fmla="*/ 6984 h 10000"/>
                    <a:gd name="connsiteX9" fmla="*/ 45 w 9995"/>
                    <a:gd name="connsiteY9" fmla="*/ 4655 h 10000"/>
                    <a:gd name="connsiteX0" fmla="*/ 45 w 10000"/>
                    <a:gd name="connsiteY0" fmla="*/ 5032 h 10377"/>
                    <a:gd name="connsiteX1" fmla="*/ 2738 w 10000"/>
                    <a:gd name="connsiteY1" fmla="*/ 2807 h 10377"/>
                    <a:gd name="connsiteX2" fmla="*/ 4886 w 10000"/>
                    <a:gd name="connsiteY2" fmla="*/ 0 h 10377"/>
                    <a:gd name="connsiteX3" fmla="*/ 8068 w 10000"/>
                    <a:gd name="connsiteY3" fmla="*/ 2809 h 10377"/>
                    <a:gd name="connsiteX4" fmla="*/ 9996 w 10000"/>
                    <a:gd name="connsiteY4" fmla="*/ 5409 h 10377"/>
                    <a:gd name="connsiteX5" fmla="*/ 8476 w 10000"/>
                    <a:gd name="connsiteY5" fmla="*/ 7302 h 10377"/>
                    <a:gd name="connsiteX6" fmla="*/ 5250 w 10000"/>
                    <a:gd name="connsiteY6" fmla="*/ 10376 h 10377"/>
                    <a:gd name="connsiteX7" fmla="*/ 2753 w 10000"/>
                    <a:gd name="connsiteY7" fmla="*/ 7679 h 10377"/>
                    <a:gd name="connsiteX8" fmla="*/ 1375 w 10000"/>
                    <a:gd name="connsiteY8" fmla="*/ 7361 h 10377"/>
                    <a:gd name="connsiteX9" fmla="*/ 45 w 10000"/>
                    <a:gd name="connsiteY9" fmla="*/ 5032 h 10377"/>
                    <a:gd name="connsiteX0" fmla="*/ 45 w 10000"/>
                    <a:gd name="connsiteY0" fmla="*/ 5036 h 10381"/>
                    <a:gd name="connsiteX1" fmla="*/ 2738 w 10000"/>
                    <a:gd name="connsiteY1" fmla="*/ 2811 h 10381"/>
                    <a:gd name="connsiteX2" fmla="*/ 4886 w 10000"/>
                    <a:gd name="connsiteY2" fmla="*/ 4 h 10381"/>
                    <a:gd name="connsiteX3" fmla="*/ 8068 w 10000"/>
                    <a:gd name="connsiteY3" fmla="*/ 2813 h 10381"/>
                    <a:gd name="connsiteX4" fmla="*/ 9996 w 10000"/>
                    <a:gd name="connsiteY4" fmla="*/ 5413 h 10381"/>
                    <a:gd name="connsiteX5" fmla="*/ 8476 w 10000"/>
                    <a:gd name="connsiteY5" fmla="*/ 7306 h 10381"/>
                    <a:gd name="connsiteX6" fmla="*/ 5250 w 10000"/>
                    <a:gd name="connsiteY6" fmla="*/ 10380 h 10381"/>
                    <a:gd name="connsiteX7" fmla="*/ 2753 w 10000"/>
                    <a:gd name="connsiteY7" fmla="*/ 7683 h 10381"/>
                    <a:gd name="connsiteX8" fmla="*/ 1375 w 10000"/>
                    <a:gd name="connsiteY8" fmla="*/ 7365 h 10381"/>
                    <a:gd name="connsiteX9" fmla="*/ 45 w 10000"/>
                    <a:gd name="connsiteY9" fmla="*/ 5036 h 10381"/>
                    <a:gd name="connsiteX0" fmla="*/ 45 w 10000"/>
                    <a:gd name="connsiteY0" fmla="*/ 5036 h 10796"/>
                    <a:gd name="connsiteX1" fmla="*/ 2738 w 10000"/>
                    <a:gd name="connsiteY1" fmla="*/ 2811 h 10796"/>
                    <a:gd name="connsiteX2" fmla="*/ 4886 w 10000"/>
                    <a:gd name="connsiteY2" fmla="*/ 4 h 10796"/>
                    <a:gd name="connsiteX3" fmla="*/ 8068 w 10000"/>
                    <a:gd name="connsiteY3" fmla="*/ 2813 h 10796"/>
                    <a:gd name="connsiteX4" fmla="*/ 9996 w 10000"/>
                    <a:gd name="connsiteY4" fmla="*/ 5413 h 10796"/>
                    <a:gd name="connsiteX5" fmla="*/ 8476 w 10000"/>
                    <a:gd name="connsiteY5" fmla="*/ 7306 h 10796"/>
                    <a:gd name="connsiteX6" fmla="*/ 5202 w 10000"/>
                    <a:gd name="connsiteY6" fmla="*/ 10795 h 10796"/>
                    <a:gd name="connsiteX7" fmla="*/ 2753 w 10000"/>
                    <a:gd name="connsiteY7" fmla="*/ 7683 h 10796"/>
                    <a:gd name="connsiteX8" fmla="*/ 1375 w 10000"/>
                    <a:gd name="connsiteY8" fmla="*/ 7365 h 10796"/>
                    <a:gd name="connsiteX9" fmla="*/ 45 w 10000"/>
                    <a:gd name="connsiteY9" fmla="*/ 5036 h 10796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00" h="10795">
                      <a:moveTo>
                        <a:pt x="45" y="5036"/>
                      </a:moveTo>
                      <a:cubicBezTo>
                        <a:pt x="272" y="4277"/>
                        <a:pt x="1931" y="3650"/>
                        <a:pt x="2738" y="2811"/>
                      </a:cubicBezTo>
                      <a:cubicBezTo>
                        <a:pt x="3545" y="1972"/>
                        <a:pt x="3352" y="117"/>
                        <a:pt x="4886" y="4"/>
                      </a:cubicBezTo>
                      <a:cubicBezTo>
                        <a:pt x="6420" y="-109"/>
                        <a:pt x="7216" y="1912"/>
                        <a:pt x="8068" y="2813"/>
                      </a:cubicBezTo>
                      <a:cubicBezTo>
                        <a:pt x="8920" y="3715"/>
                        <a:pt x="9928" y="3420"/>
                        <a:pt x="9996" y="5413"/>
                      </a:cubicBezTo>
                      <a:cubicBezTo>
                        <a:pt x="10064" y="7406"/>
                        <a:pt x="9275" y="6409"/>
                        <a:pt x="8476" y="7306"/>
                      </a:cubicBezTo>
                      <a:cubicBezTo>
                        <a:pt x="7677" y="8203"/>
                        <a:pt x="7086" y="10770"/>
                        <a:pt x="5202" y="10795"/>
                      </a:cubicBezTo>
                      <a:cubicBezTo>
                        <a:pt x="3318" y="10820"/>
                        <a:pt x="3391" y="8255"/>
                        <a:pt x="2753" y="7683"/>
                      </a:cubicBezTo>
                      <a:cubicBezTo>
                        <a:pt x="2115" y="7111"/>
                        <a:pt x="2326" y="7496"/>
                        <a:pt x="1375" y="7365"/>
                      </a:cubicBezTo>
                      <a:cubicBezTo>
                        <a:pt x="493" y="6773"/>
                        <a:pt x="-182" y="5795"/>
                        <a:pt x="45" y="5036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899" name="Group 898">
                  <a:extLst>
                    <a:ext uri="{FF2B5EF4-FFF2-40B4-BE49-F238E27FC236}">
                      <a16:creationId xmlns:a16="http://schemas.microsoft.com/office/drawing/2014/main" id="{432DBAC4-56E9-52B9-F624-9425CB8F2755}"/>
                    </a:ext>
                  </a:extLst>
                </p:cNvPr>
                <p:cNvGrpSpPr/>
                <p:nvPr/>
              </p:nvGrpSpPr>
              <p:grpSpPr>
                <a:xfrm>
                  <a:off x="-1935370" y="2935816"/>
                  <a:ext cx="2333625" cy="1590649"/>
                  <a:chOff x="833331" y="2873352"/>
                  <a:chExt cx="2333625" cy="1590649"/>
                </a:xfrm>
              </p:grpSpPr>
              <p:grpSp>
                <p:nvGrpSpPr>
                  <p:cNvPr id="900" name="Group 899">
                    <a:extLst>
                      <a:ext uri="{FF2B5EF4-FFF2-40B4-BE49-F238E27FC236}">
                        <a16:creationId xmlns:a16="http://schemas.microsoft.com/office/drawing/2014/main" id="{B50EAEBD-2C9B-9E3F-8139-C9982C5FEB3E}"/>
                      </a:ext>
                    </a:extLst>
                  </p:cNvPr>
                  <p:cNvGrpSpPr/>
                  <p:nvPr/>
                </p:nvGrpSpPr>
                <p:grpSpPr>
                  <a:xfrm>
                    <a:off x="1736090" y="2873352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949" name="Group 327">
                      <a:extLst>
                        <a:ext uri="{FF2B5EF4-FFF2-40B4-BE49-F238E27FC236}">
                          <a16:creationId xmlns:a16="http://schemas.microsoft.com/office/drawing/2014/main" id="{043FEDCA-3A25-A0F7-B1D5-6DD8799D17F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953" name="Oval 952">
                        <a:extLst>
                          <a:ext uri="{FF2B5EF4-FFF2-40B4-BE49-F238E27FC236}">
                            <a16:creationId xmlns:a16="http://schemas.microsoft.com/office/drawing/2014/main" id="{A93BAD16-8B1B-D684-CB79-F74AC635B63A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54" name="Rectangle 953">
                        <a:extLst>
                          <a:ext uri="{FF2B5EF4-FFF2-40B4-BE49-F238E27FC236}">
                            <a16:creationId xmlns:a16="http://schemas.microsoft.com/office/drawing/2014/main" id="{DA74BE11-1C3B-BA63-6A04-EAE5859B79C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55" name="Oval 954">
                        <a:extLst>
                          <a:ext uri="{FF2B5EF4-FFF2-40B4-BE49-F238E27FC236}">
                            <a16:creationId xmlns:a16="http://schemas.microsoft.com/office/drawing/2014/main" id="{E0B30AF7-5E96-0F07-AA93-DE024603274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56" name="Freeform 955">
                        <a:extLst>
                          <a:ext uri="{FF2B5EF4-FFF2-40B4-BE49-F238E27FC236}">
                            <a16:creationId xmlns:a16="http://schemas.microsoft.com/office/drawing/2014/main" id="{1E345273-45EC-BC4A-45EF-CB3F146B3DC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57" name="Freeform 956">
                        <a:extLst>
                          <a:ext uri="{FF2B5EF4-FFF2-40B4-BE49-F238E27FC236}">
                            <a16:creationId xmlns:a16="http://schemas.microsoft.com/office/drawing/2014/main" id="{6881AE35-5BF1-C0A2-0A1B-99B35C46AD16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58" name="Freeform 957">
                        <a:extLst>
                          <a:ext uri="{FF2B5EF4-FFF2-40B4-BE49-F238E27FC236}">
                            <a16:creationId xmlns:a16="http://schemas.microsoft.com/office/drawing/2014/main" id="{4BCFC702-476B-EB4E-F0B1-23F3B97D096A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59" name="Freeform 958">
                        <a:extLst>
                          <a:ext uri="{FF2B5EF4-FFF2-40B4-BE49-F238E27FC236}">
                            <a16:creationId xmlns:a16="http://schemas.microsoft.com/office/drawing/2014/main" id="{92696250-70BA-54F2-C449-C6BA65D52D8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960" name="Straight Connector 959">
                        <a:extLst>
                          <a:ext uri="{FF2B5EF4-FFF2-40B4-BE49-F238E27FC236}">
                            <a16:creationId xmlns:a16="http://schemas.microsoft.com/office/drawing/2014/main" id="{2946AF6B-B8B4-71CA-E4FB-D94F3C083613}"/>
                          </a:ext>
                        </a:extLst>
                      </p:cNvPr>
                      <p:cNvCxnSpPr>
                        <a:endCxn id="955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961" name="Straight Connector 960">
                        <a:extLst>
                          <a:ext uri="{FF2B5EF4-FFF2-40B4-BE49-F238E27FC236}">
                            <a16:creationId xmlns:a16="http://schemas.microsoft.com/office/drawing/2014/main" id="{960B1B0E-B211-E916-C02D-51BFC59263EA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950" name="Group 949">
                      <a:extLst>
                        <a:ext uri="{FF2B5EF4-FFF2-40B4-BE49-F238E27FC236}">
                          <a16:creationId xmlns:a16="http://schemas.microsoft.com/office/drawing/2014/main" id="{946CAA47-3068-852E-464A-9416D6A5E82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41422" cy="369332"/>
                      <a:chOff x="667045" y="1708643"/>
                      <a:chExt cx="441422" cy="369332"/>
                    </a:xfrm>
                  </p:grpSpPr>
                  <p:sp>
                    <p:nvSpPr>
                      <p:cNvPr id="951" name="Oval 950">
                        <a:extLst>
                          <a:ext uri="{FF2B5EF4-FFF2-40B4-BE49-F238E27FC236}">
                            <a16:creationId xmlns:a16="http://schemas.microsoft.com/office/drawing/2014/main" id="{0CD5160B-F2A1-5FCD-FA54-5B919A27AAA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52" name="TextBox 951">
                        <a:extLst>
                          <a:ext uri="{FF2B5EF4-FFF2-40B4-BE49-F238E27FC236}">
                            <a16:creationId xmlns:a16="http://schemas.microsoft.com/office/drawing/2014/main" id="{AEA89F9A-1D6E-03C9-1087-D7FB3087571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4142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1b</a:t>
                        </a:r>
                      </a:p>
                    </p:txBody>
                  </p:sp>
                </p:grpSp>
              </p:grpSp>
              <p:grpSp>
                <p:nvGrpSpPr>
                  <p:cNvPr id="901" name="Group 900">
                    <a:extLst>
                      <a:ext uri="{FF2B5EF4-FFF2-40B4-BE49-F238E27FC236}">
                        <a16:creationId xmlns:a16="http://schemas.microsoft.com/office/drawing/2014/main" id="{58E7FA83-9751-FFEB-EDFC-572B0F9383B0}"/>
                      </a:ext>
                    </a:extLst>
                  </p:cNvPr>
                  <p:cNvGrpSpPr/>
                  <p:nvPr/>
                </p:nvGrpSpPr>
                <p:grpSpPr>
                  <a:xfrm>
                    <a:off x="1740320" y="4094669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936" name="Group 327">
                      <a:extLst>
                        <a:ext uri="{FF2B5EF4-FFF2-40B4-BE49-F238E27FC236}">
                          <a16:creationId xmlns:a16="http://schemas.microsoft.com/office/drawing/2014/main" id="{0665C7CB-5575-026E-D920-2F49C899C3F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940" name="Oval 939">
                        <a:extLst>
                          <a:ext uri="{FF2B5EF4-FFF2-40B4-BE49-F238E27FC236}">
                            <a16:creationId xmlns:a16="http://schemas.microsoft.com/office/drawing/2014/main" id="{A9A1F66C-F2AD-15B9-BEBC-B991F179EF2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41" name="Rectangle 940">
                        <a:extLst>
                          <a:ext uri="{FF2B5EF4-FFF2-40B4-BE49-F238E27FC236}">
                            <a16:creationId xmlns:a16="http://schemas.microsoft.com/office/drawing/2014/main" id="{D1C8DDAE-D120-5465-FDD9-D0408418BCE1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42" name="Oval 941">
                        <a:extLst>
                          <a:ext uri="{FF2B5EF4-FFF2-40B4-BE49-F238E27FC236}">
                            <a16:creationId xmlns:a16="http://schemas.microsoft.com/office/drawing/2014/main" id="{C954597A-B73B-076C-E0E3-37A4A9DE237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43" name="Freeform 942">
                        <a:extLst>
                          <a:ext uri="{FF2B5EF4-FFF2-40B4-BE49-F238E27FC236}">
                            <a16:creationId xmlns:a16="http://schemas.microsoft.com/office/drawing/2014/main" id="{247E110A-9692-23A5-8C4D-3AA4BC38BEC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44" name="Freeform 943">
                        <a:extLst>
                          <a:ext uri="{FF2B5EF4-FFF2-40B4-BE49-F238E27FC236}">
                            <a16:creationId xmlns:a16="http://schemas.microsoft.com/office/drawing/2014/main" id="{06950B75-2D11-3DA4-F889-F3DA7F5E6090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45" name="Freeform 944">
                        <a:extLst>
                          <a:ext uri="{FF2B5EF4-FFF2-40B4-BE49-F238E27FC236}">
                            <a16:creationId xmlns:a16="http://schemas.microsoft.com/office/drawing/2014/main" id="{8885B86F-DD6D-836A-4BAC-7FCBC607BCD8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46" name="Freeform 945">
                        <a:extLst>
                          <a:ext uri="{FF2B5EF4-FFF2-40B4-BE49-F238E27FC236}">
                            <a16:creationId xmlns:a16="http://schemas.microsoft.com/office/drawing/2014/main" id="{EB2205DF-C4A4-1638-9776-6B12D7B7CC9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947" name="Straight Connector 946">
                        <a:extLst>
                          <a:ext uri="{FF2B5EF4-FFF2-40B4-BE49-F238E27FC236}">
                            <a16:creationId xmlns:a16="http://schemas.microsoft.com/office/drawing/2014/main" id="{96831BA6-495D-6C35-6060-CAC268048FF2}"/>
                          </a:ext>
                        </a:extLst>
                      </p:cNvPr>
                      <p:cNvCxnSpPr>
                        <a:endCxn id="942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948" name="Straight Connector 947">
                        <a:extLst>
                          <a:ext uri="{FF2B5EF4-FFF2-40B4-BE49-F238E27FC236}">
                            <a16:creationId xmlns:a16="http://schemas.microsoft.com/office/drawing/2014/main" id="{DA3E72E0-B197-2213-0854-CD8AB1638327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937" name="Group 936">
                      <a:extLst>
                        <a:ext uri="{FF2B5EF4-FFF2-40B4-BE49-F238E27FC236}">
                          <a16:creationId xmlns:a16="http://schemas.microsoft.com/office/drawing/2014/main" id="{C58C58B7-2CCC-7878-12E6-F9EF9F0980E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41422" cy="369332"/>
                      <a:chOff x="667045" y="1708643"/>
                      <a:chExt cx="441422" cy="369332"/>
                    </a:xfrm>
                  </p:grpSpPr>
                  <p:sp>
                    <p:nvSpPr>
                      <p:cNvPr id="938" name="Oval 937">
                        <a:extLst>
                          <a:ext uri="{FF2B5EF4-FFF2-40B4-BE49-F238E27FC236}">
                            <a16:creationId xmlns:a16="http://schemas.microsoft.com/office/drawing/2014/main" id="{EB164FD4-46E1-7166-DE3B-F71A93B996B8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39" name="TextBox 938">
                        <a:extLst>
                          <a:ext uri="{FF2B5EF4-FFF2-40B4-BE49-F238E27FC236}">
                            <a16:creationId xmlns:a16="http://schemas.microsoft.com/office/drawing/2014/main" id="{3AC8B14F-EC1C-A650-B4DA-8C93DF0BB2F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4142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1d</a:t>
                        </a:r>
                      </a:p>
                    </p:txBody>
                  </p:sp>
                </p:grpSp>
              </p:grpSp>
              <p:grpSp>
                <p:nvGrpSpPr>
                  <p:cNvPr id="902" name="Group 901">
                    <a:extLst>
                      <a:ext uri="{FF2B5EF4-FFF2-40B4-BE49-F238E27FC236}">
                        <a16:creationId xmlns:a16="http://schemas.microsoft.com/office/drawing/2014/main" id="{60A6596B-9F64-EEDF-4989-CB3896D2E8E8}"/>
                      </a:ext>
                    </a:extLst>
                  </p:cNvPr>
                  <p:cNvGrpSpPr/>
                  <p:nvPr/>
                </p:nvGrpSpPr>
                <p:grpSpPr>
                  <a:xfrm>
                    <a:off x="2601806" y="3485072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923" name="Group 327">
                      <a:extLst>
                        <a:ext uri="{FF2B5EF4-FFF2-40B4-BE49-F238E27FC236}">
                          <a16:creationId xmlns:a16="http://schemas.microsoft.com/office/drawing/2014/main" id="{B168C754-B3C1-B43F-FE74-CCF9743B350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927" name="Oval 926">
                        <a:extLst>
                          <a:ext uri="{FF2B5EF4-FFF2-40B4-BE49-F238E27FC236}">
                            <a16:creationId xmlns:a16="http://schemas.microsoft.com/office/drawing/2014/main" id="{2EC2987F-EBA1-5958-BD96-68EA15DB18C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28" name="Rectangle 927">
                        <a:extLst>
                          <a:ext uri="{FF2B5EF4-FFF2-40B4-BE49-F238E27FC236}">
                            <a16:creationId xmlns:a16="http://schemas.microsoft.com/office/drawing/2014/main" id="{CCB373A3-0602-4C02-EAAC-535D4053BC38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29" name="Oval 928">
                        <a:extLst>
                          <a:ext uri="{FF2B5EF4-FFF2-40B4-BE49-F238E27FC236}">
                            <a16:creationId xmlns:a16="http://schemas.microsoft.com/office/drawing/2014/main" id="{61E58B22-22DB-9D48-D8CF-6CD3F0730227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30" name="Freeform 929">
                        <a:extLst>
                          <a:ext uri="{FF2B5EF4-FFF2-40B4-BE49-F238E27FC236}">
                            <a16:creationId xmlns:a16="http://schemas.microsoft.com/office/drawing/2014/main" id="{9E8761C2-5C17-D737-5835-CEA730CAE8C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31" name="Freeform 930">
                        <a:extLst>
                          <a:ext uri="{FF2B5EF4-FFF2-40B4-BE49-F238E27FC236}">
                            <a16:creationId xmlns:a16="http://schemas.microsoft.com/office/drawing/2014/main" id="{170A0BE2-9CD6-64D9-A4B6-3FF748AEE0F0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32" name="Freeform 931">
                        <a:extLst>
                          <a:ext uri="{FF2B5EF4-FFF2-40B4-BE49-F238E27FC236}">
                            <a16:creationId xmlns:a16="http://schemas.microsoft.com/office/drawing/2014/main" id="{9A681490-FEB9-DF49-8DD4-56FEAE8921E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33" name="Freeform 932">
                        <a:extLst>
                          <a:ext uri="{FF2B5EF4-FFF2-40B4-BE49-F238E27FC236}">
                            <a16:creationId xmlns:a16="http://schemas.microsoft.com/office/drawing/2014/main" id="{807BAE96-9187-B592-E827-8F828F6DBF8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934" name="Straight Connector 933">
                        <a:extLst>
                          <a:ext uri="{FF2B5EF4-FFF2-40B4-BE49-F238E27FC236}">
                            <a16:creationId xmlns:a16="http://schemas.microsoft.com/office/drawing/2014/main" id="{6491240F-9CDB-7702-C68A-0CF07034EDC2}"/>
                          </a:ext>
                        </a:extLst>
                      </p:cNvPr>
                      <p:cNvCxnSpPr>
                        <a:endCxn id="929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935" name="Straight Connector 934">
                        <a:extLst>
                          <a:ext uri="{FF2B5EF4-FFF2-40B4-BE49-F238E27FC236}">
                            <a16:creationId xmlns:a16="http://schemas.microsoft.com/office/drawing/2014/main" id="{2F21CAB5-250C-4661-C975-15F15A77265E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924" name="Group 923">
                      <a:extLst>
                        <a:ext uri="{FF2B5EF4-FFF2-40B4-BE49-F238E27FC236}">
                          <a16:creationId xmlns:a16="http://schemas.microsoft.com/office/drawing/2014/main" id="{DB2B5080-2373-8258-5DAD-C640CC082C6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28460" cy="369332"/>
                      <a:chOff x="667045" y="1708643"/>
                      <a:chExt cx="428460" cy="369332"/>
                    </a:xfrm>
                  </p:grpSpPr>
                  <p:sp>
                    <p:nvSpPr>
                      <p:cNvPr id="925" name="Oval 924">
                        <a:extLst>
                          <a:ext uri="{FF2B5EF4-FFF2-40B4-BE49-F238E27FC236}">
                            <a16:creationId xmlns:a16="http://schemas.microsoft.com/office/drawing/2014/main" id="{AB3C9805-27EF-6AB8-B036-DA5C2F4EDAFE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26" name="TextBox 925">
                        <a:extLst>
                          <a:ext uri="{FF2B5EF4-FFF2-40B4-BE49-F238E27FC236}">
                            <a16:creationId xmlns:a16="http://schemas.microsoft.com/office/drawing/2014/main" id="{B3DB74F1-5C6C-125D-2024-8E57332F110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2846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1c</a:t>
                        </a:r>
                      </a:p>
                    </p:txBody>
                  </p:sp>
                </p:grpSp>
              </p:grpSp>
              <p:grpSp>
                <p:nvGrpSpPr>
                  <p:cNvPr id="903" name="Group 902">
                    <a:extLst>
                      <a:ext uri="{FF2B5EF4-FFF2-40B4-BE49-F238E27FC236}">
                        <a16:creationId xmlns:a16="http://schemas.microsoft.com/office/drawing/2014/main" id="{F841F9D0-048D-1516-5554-01666A503943}"/>
                      </a:ext>
                    </a:extLst>
                  </p:cNvPr>
                  <p:cNvGrpSpPr/>
                  <p:nvPr/>
                </p:nvGrpSpPr>
                <p:grpSpPr>
                  <a:xfrm>
                    <a:off x="833331" y="3478719"/>
                    <a:ext cx="565150" cy="369332"/>
                    <a:chOff x="1736090" y="2873352"/>
                    <a:chExt cx="565150" cy="369332"/>
                  </a:xfrm>
                </p:grpSpPr>
                <p:grpSp>
                  <p:nvGrpSpPr>
                    <p:cNvPr id="910" name="Group 327">
                      <a:extLst>
                        <a:ext uri="{FF2B5EF4-FFF2-40B4-BE49-F238E27FC236}">
                          <a16:creationId xmlns:a16="http://schemas.microsoft.com/office/drawing/2014/main" id="{D073AAC0-D7BC-BE8A-E403-5BBD22AB85F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090" y="2893762"/>
                      <a:ext cx="565150" cy="292100"/>
                      <a:chOff x="1871277" y="1576300"/>
                      <a:chExt cx="1128371" cy="437861"/>
                    </a:xfrm>
                  </p:grpSpPr>
                  <p:sp>
                    <p:nvSpPr>
                      <p:cNvPr id="914" name="Oval 913">
                        <a:extLst>
                          <a:ext uri="{FF2B5EF4-FFF2-40B4-BE49-F238E27FC236}">
                            <a16:creationId xmlns:a16="http://schemas.microsoft.com/office/drawing/2014/main" id="{64ECF4ED-98BE-14B3-1C55-03C7CEE7F160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15" name="Rectangle 914">
                        <a:extLst>
                          <a:ext uri="{FF2B5EF4-FFF2-40B4-BE49-F238E27FC236}">
                            <a16:creationId xmlns:a16="http://schemas.microsoft.com/office/drawing/2014/main" id="{543348A4-8973-9709-0458-394E9369CA2E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16" name="Oval 915">
                        <a:extLst>
                          <a:ext uri="{FF2B5EF4-FFF2-40B4-BE49-F238E27FC236}">
                            <a16:creationId xmlns:a16="http://schemas.microsoft.com/office/drawing/2014/main" id="{FCB0E250-24F9-B42C-7514-6DB8F772F40E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17" name="Freeform 916">
                        <a:extLst>
                          <a:ext uri="{FF2B5EF4-FFF2-40B4-BE49-F238E27FC236}">
                            <a16:creationId xmlns:a16="http://schemas.microsoft.com/office/drawing/2014/main" id="{FFF2815F-E3A5-7A95-D9ED-5DAD4CA8F0CB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18" name="Freeform 917">
                        <a:extLst>
                          <a:ext uri="{FF2B5EF4-FFF2-40B4-BE49-F238E27FC236}">
                            <a16:creationId xmlns:a16="http://schemas.microsoft.com/office/drawing/2014/main" id="{EE3837FD-F262-CF0E-E2C8-17442DC47AEE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19" name="Freeform 918">
                        <a:extLst>
                          <a:ext uri="{FF2B5EF4-FFF2-40B4-BE49-F238E27FC236}">
                            <a16:creationId xmlns:a16="http://schemas.microsoft.com/office/drawing/2014/main" id="{EFCAA68F-224C-5F9B-3147-A7EC11510FE9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20" name="Freeform 919">
                        <a:extLst>
                          <a:ext uri="{FF2B5EF4-FFF2-40B4-BE49-F238E27FC236}">
                            <a16:creationId xmlns:a16="http://schemas.microsoft.com/office/drawing/2014/main" id="{748DC7CB-F32C-3221-EF11-77C2951B39AD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921" name="Straight Connector 920">
                        <a:extLst>
                          <a:ext uri="{FF2B5EF4-FFF2-40B4-BE49-F238E27FC236}">
                            <a16:creationId xmlns:a16="http://schemas.microsoft.com/office/drawing/2014/main" id="{181B5115-8CA5-503C-D9B2-54471DD6D2AE}"/>
                          </a:ext>
                        </a:extLst>
                      </p:cNvPr>
                      <p:cNvCxnSpPr>
                        <a:endCxn id="916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922" name="Straight Connector 921">
                        <a:extLst>
                          <a:ext uri="{FF2B5EF4-FFF2-40B4-BE49-F238E27FC236}">
                            <a16:creationId xmlns:a16="http://schemas.microsoft.com/office/drawing/2014/main" id="{252F98EF-0D4E-336B-FEFB-0D9E9E9B1E60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911" name="Group 910">
                      <a:extLst>
                        <a:ext uri="{FF2B5EF4-FFF2-40B4-BE49-F238E27FC236}">
                          <a16:creationId xmlns:a16="http://schemas.microsoft.com/office/drawing/2014/main" id="{8C48ECFC-2243-72E8-0EE0-B93555CEB3F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70362" y="2873352"/>
                      <a:ext cx="441422" cy="369332"/>
                      <a:chOff x="667045" y="1708643"/>
                      <a:chExt cx="441422" cy="369332"/>
                    </a:xfrm>
                  </p:grpSpPr>
                  <p:sp>
                    <p:nvSpPr>
                      <p:cNvPr id="912" name="Oval 911">
                        <a:extLst>
                          <a:ext uri="{FF2B5EF4-FFF2-40B4-BE49-F238E27FC236}">
                            <a16:creationId xmlns:a16="http://schemas.microsoft.com/office/drawing/2014/main" id="{A5DC181C-F51F-CA10-2E3B-B02D503E2911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913" name="TextBox 912">
                        <a:extLst>
                          <a:ext uri="{FF2B5EF4-FFF2-40B4-BE49-F238E27FC236}">
                            <a16:creationId xmlns:a16="http://schemas.microsoft.com/office/drawing/2014/main" id="{BCADBD06-6F59-F78E-35C1-A5BA6ADA790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7045" y="1708643"/>
                        <a:ext cx="44142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1a</a:t>
                        </a:r>
                      </a:p>
                    </p:txBody>
                  </p:sp>
                </p:grpSp>
              </p:grpSp>
              <p:cxnSp>
                <p:nvCxnSpPr>
                  <p:cNvPr id="906" name="Straight Connector 905">
                    <a:extLst>
                      <a:ext uri="{FF2B5EF4-FFF2-40B4-BE49-F238E27FC236}">
                        <a16:creationId xmlns:a16="http://schemas.microsoft.com/office/drawing/2014/main" id="{E9827424-B55E-3B4F-7837-0DC1E7FFC8F7}"/>
                      </a:ext>
                    </a:extLst>
                  </p:cNvPr>
                  <p:cNvCxnSpPr>
                    <a:stCxn id="953" idx="7"/>
                  </p:cNvCxnSpPr>
                  <p:nvPr/>
                </p:nvCxnSpPr>
                <p:spPr bwMode="auto">
                  <a:xfrm>
                    <a:off x="2218708" y="3154477"/>
                    <a:ext cx="480042" cy="369773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07" name="Straight Connector 906">
                    <a:extLst>
                      <a:ext uri="{FF2B5EF4-FFF2-40B4-BE49-F238E27FC236}">
                        <a16:creationId xmlns:a16="http://schemas.microsoft.com/office/drawing/2014/main" id="{4F69D5AF-B0A4-FFC9-4063-41C21FCF79E2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1300073" y="3786304"/>
                    <a:ext cx="477927" cy="357071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08" name="Straight Connector 907">
                    <a:extLst>
                      <a:ext uri="{FF2B5EF4-FFF2-40B4-BE49-F238E27FC236}">
                        <a16:creationId xmlns:a16="http://schemas.microsoft.com/office/drawing/2014/main" id="{628E7937-4F45-DDC0-187A-98CF5BFB1C97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2196042" y="3783542"/>
                    <a:ext cx="508002" cy="349250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09" name="Straight Connector 908">
                    <a:extLst>
                      <a:ext uri="{FF2B5EF4-FFF2-40B4-BE49-F238E27FC236}">
                        <a16:creationId xmlns:a16="http://schemas.microsoft.com/office/drawing/2014/main" id="{CAAE2F49-B308-A33F-9265-63351E949D10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1287553" y="3166946"/>
                    <a:ext cx="508002" cy="349250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</p:grpSp>
          <p:sp>
            <p:nvSpPr>
              <p:cNvPr id="1095" name="TextBox 1094">
                <a:extLst>
                  <a:ext uri="{FF2B5EF4-FFF2-40B4-BE49-F238E27FC236}">
                    <a16:creationId xmlns:a16="http://schemas.microsoft.com/office/drawing/2014/main" id="{8657B066-816B-EEBB-070C-9BAC231859DA}"/>
                  </a:ext>
                </a:extLst>
              </p:cNvPr>
              <p:cNvSpPr txBox="1"/>
              <p:nvPr/>
            </p:nvSpPr>
            <p:spPr>
              <a:xfrm>
                <a:off x="1430686" y="4247082"/>
                <a:ext cx="7535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solidFill>
                      <a:srgbClr val="000090"/>
                    </a:solidFill>
                    <a:latin typeface="Arial" charset="0"/>
                    <a:ea typeface="ＭＳ Ｐゴシック" charset="0"/>
                  </a:rPr>
                  <a:t>AS 1</a:t>
                </a:r>
              </a:p>
            </p:txBody>
          </p:sp>
          <p:cxnSp>
            <p:nvCxnSpPr>
              <p:cNvPr id="1091" name="Straight Connector 1090">
                <a:extLst>
                  <a:ext uri="{FF2B5EF4-FFF2-40B4-BE49-F238E27FC236}">
                    <a16:creationId xmlns:a16="http://schemas.microsoft.com/office/drawing/2014/main" id="{7824B1F2-F874-3338-E9E0-5453303E57E8}"/>
                  </a:ext>
                </a:extLst>
              </p:cNvPr>
              <p:cNvCxnSpPr>
                <a:cxnSpLocks/>
                <a:stCxn id="978" idx="1"/>
              </p:cNvCxnSpPr>
              <p:nvPr/>
            </p:nvCxnSpPr>
            <p:spPr bwMode="auto">
              <a:xfrm flipH="1" flipV="1">
                <a:off x="3848374" y="5024787"/>
                <a:ext cx="1030666" cy="698992"/>
              </a:xfrm>
              <a:prstGeom prst="line">
                <a:avLst/>
              </a:prstGeom>
              <a:solidFill>
                <a:srgbClr val="00CC99"/>
              </a:solidFill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096" name="Group 1095">
              <a:extLst>
                <a:ext uri="{FF2B5EF4-FFF2-40B4-BE49-F238E27FC236}">
                  <a16:creationId xmlns:a16="http://schemas.microsoft.com/office/drawing/2014/main" id="{62FCBB77-9C83-6CF3-7F34-0E66A6A128FA}"/>
                </a:ext>
              </a:extLst>
            </p:cNvPr>
            <p:cNvGrpSpPr/>
            <p:nvPr/>
          </p:nvGrpSpPr>
          <p:grpSpPr>
            <a:xfrm>
              <a:off x="9528428" y="4798526"/>
              <a:ext cx="1701734" cy="616172"/>
              <a:chOff x="6935906" y="5482318"/>
              <a:chExt cx="1701734" cy="616172"/>
            </a:xfrm>
          </p:grpSpPr>
          <p:grpSp>
            <p:nvGrpSpPr>
              <p:cNvPr id="1097" name="Group 1096">
                <a:extLst>
                  <a:ext uri="{FF2B5EF4-FFF2-40B4-BE49-F238E27FC236}">
                    <a16:creationId xmlns:a16="http://schemas.microsoft.com/office/drawing/2014/main" id="{DFAC68A0-B205-F860-0C29-D239FE737BBC}"/>
                  </a:ext>
                </a:extLst>
              </p:cNvPr>
              <p:cNvGrpSpPr/>
              <p:nvPr/>
            </p:nvGrpSpPr>
            <p:grpSpPr>
              <a:xfrm>
                <a:off x="6935906" y="5482318"/>
                <a:ext cx="1701734" cy="616172"/>
                <a:chOff x="6808463" y="5108795"/>
                <a:chExt cx="1701734" cy="616172"/>
              </a:xfrm>
            </p:grpSpPr>
            <p:sp>
              <p:nvSpPr>
                <p:cNvPr id="1099" name="Freeform 2">
                  <a:extLst>
                    <a:ext uri="{FF2B5EF4-FFF2-40B4-BE49-F238E27FC236}">
                      <a16:creationId xmlns:a16="http://schemas.microsoft.com/office/drawing/2014/main" id="{AC2C47A2-7432-F77F-65D4-2726BB8AC1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8463" y="5108795"/>
                  <a:ext cx="1701734" cy="616172"/>
                </a:xfrm>
                <a:custGeom>
                  <a:avLst/>
                  <a:gdLst>
                    <a:gd name="T0" fmla="*/ 648763 w 10001"/>
                    <a:gd name="T1" fmla="*/ 34777612 h 10125"/>
                    <a:gd name="T2" fmla="*/ 115976403 w 10001"/>
                    <a:gd name="T3" fmla="*/ 13733703 h 10125"/>
                    <a:gd name="T4" fmla="*/ 507700960 w 10001"/>
                    <a:gd name="T5" fmla="*/ 8662125 h 10125"/>
                    <a:gd name="T6" fmla="*/ 810212713 w 10001"/>
                    <a:gd name="T7" fmla="*/ 0 h 10125"/>
                    <a:gd name="T8" fmla="*/ 1090015738 w 10001"/>
                    <a:gd name="T9" fmla="*/ 8687929 h 10125"/>
                    <a:gd name="T10" fmla="*/ 1310938763 w 10001"/>
                    <a:gd name="T11" fmla="*/ 4279362 h 10125"/>
                    <a:gd name="T12" fmla="*/ 1620263134 w 10001"/>
                    <a:gd name="T13" fmla="*/ 25736690 h 10125"/>
                    <a:gd name="T14" fmla="*/ 1394798364 w 10001"/>
                    <a:gd name="T15" fmla="*/ 58525268 h 10125"/>
                    <a:gd name="T16" fmla="*/ 1134622140 w 10001"/>
                    <a:gd name="T17" fmla="*/ 80266624 h 10125"/>
                    <a:gd name="T18" fmla="*/ 860820276 w 10001"/>
                    <a:gd name="T19" fmla="*/ 76142271 h 10125"/>
                    <a:gd name="T20" fmla="*/ 708996782 w 10001"/>
                    <a:gd name="T21" fmla="*/ 85346835 h 10125"/>
                    <a:gd name="T22" fmla="*/ 509322667 w 10001"/>
                    <a:gd name="T23" fmla="*/ 86268164 h 10125"/>
                    <a:gd name="T24" fmla="*/ 353443899 w 10001"/>
                    <a:gd name="T25" fmla="*/ 67979516 h 10125"/>
                    <a:gd name="T26" fmla="*/ 192536914 w 10001"/>
                    <a:gd name="T27" fmla="*/ 64535347 h 10125"/>
                    <a:gd name="T28" fmla="*/ 648763 w 10001"/>
                    <a:gd name="T29" fmla="*/ 34777612 h 1012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connsiteX0" fmla="*/ 4 w 10040"/>
                    <a:gd name="connsiteY0" fmla="*/ 4039 h 10125"/>
                    <a:gd name="connsiteX1" fmla="*/ 715 w 10040"/>
                    <a:gd name="connsiteY1" fmla="*/ 1595 h 10125"/>
                    <a:gd name="connsiteX2" fmla="*/ 3130 w 10040"/>
                    <a:gd name="connsiteY2" fmla="*/ 1006 h 10125"/>
                    <a:gd name="connsiteX3" fmla="*/ 4995 w 10040"/>
                    <a:gd name="connsiteY3" fmla="*/ 0 h 10125"/>
                    <a:gd name="connsiteX4" fmla="*/ 6720 w 10040"/>
                    <a:gd name="connsiteY4" fmla="*/ 1009 h 10125"/>
                    <a:gd name="connsiteX5" fmla="*/ 9989 w 10040"/>
                    <a:gd name="connsiteY5" fmla="*/ 2989 h 10125"/>
                    <a:gd name="connsiteX6" fmla="*/ 8599 w 10040"/>
                    <a:gd name="connsiteY6" fmla="*/ 6797 h 10125"/>
                    <a:gd name="connsiteX7" fmla="*/ 6995 w 10040"/>
                    <a:gd name="connsiteY7" fmla="*/ 9322 h 10125"/>
                    <a:gd name="connsiteX8" fmla="*/ 5307 w 10040"/>
                    <a:gd name="connsiteY8" fmla="*/ 8843 h 10125"/>
                    <a:gd name="connsiteX9" fmla="*/ 4371 w 10040"/>
                    <a:gd name="connsiteY9" fmla="*/ 9912 h 10125"/>
                    <a:gd name="connsiteX10" fmla="*/ 3140 w 10040"/>
                    <a:gd name="connsiteY10" fmla="*/ 10019 h 10125"/>
                    <a:gd name="connsiteX11" fmla="*/ 2179 w 10040"/>
                    <a:gd name="connsiteY11" fmla="*/ 7895 h 10125"/>
                    <a:gd name="connsiteX12" fmla="*/ 1187 w 10040"/>
                    <a:gd name="connsiteY12" fmla="*/ 7495 h 10125"/>
                    <a:gd name="connsiteX13" fmla="*/ 4 w 10040"/>
                    <a:gd name="connsiteY13" fmla="*/ 4039 h 10125"/>
                    <a:gd name="connsiteX0" fmla="*/ 4 w 8600"/>
                    <a:gd name="connsiteY0" fmla="*/ 4042 h 10128"/>
                    <a:gd name="connsiteX1" fmla="*/ 715 w 8600"/>
                    <a:gd name="connsiteY1" fmla="*/ 1598 h 10128"/>
                    <a:gd name="connsiteX2" fmla="*/ 3130 w 8600"/>
                    <a:gd name="connsiteY2" fmla="*/ 1009 h 10128"/>
                    <a:gd name="connsiteX3" fmla="*/ 4995 w 8600"/>
                    <a:gd name="connsiteY3" fmla="*/ 3 h 10128"/>
                    <a:gd name="connsiteX4" fmla="*/ 6720 w 8600"/>
                    <a:gd name="connsiteY4" fmla="*/ 1012 h 10128"/>
                    <a:gd name="connsiteX5" fmla="*/ 8599 w 8600"/>
                    <a:gd name="connsiteY5" fmla="*/ 6800 h 10128"/>
                    <a:gd name="connsiteX6" fmla="*/ 6995 w 8600"/>
                    <a:gd name="connsiteY6" fmla="*/ 9325 h 10128"/>
                    <a:gd name="connsiteX7" fmla="*/ 5307 w 8600"/>
                    <a:gd name="connsiteY7" fmla="*/ 8846 h 10128"/>
                    <a:gd name="connsiteX8" fmla="*/ 4371 w 8600"/>
                    <a:gd name="connsiteY8" fmla="*/ 9915 h 10128"/>
                    <a:gd name="connsiteX9" fmla="*/ 3140 w 8600"/>
                    <a:gd name="connsiteY9" fmla="*/ 10022 h 10128"/>
                    <a:gd name="connsiteX10" fmla="*/ 2179 w 8600"/>
                    <a:gd name="connsiteY10" fmla="*/ 7898 h 10128"/>
                    <a:gd name="connsiteX11" fmla="*/ 1187 w 8600"/>
                    <a:gd name="connsiteY11" fmla="*/ 7498 h 10128"/>
                    <a:gd name="connsiteX12" fmla="*/ 4 w 8600"/>
                    <a:gd name="connsiteY12" fmla="*/ 4042 h 10128"/>
                    <a:gd name="connsiteX0" fmla="*/ 4 w 9326"/>
                    <a:gd name="connsiteY0" fmla="*/ 3988 h 9997"/>
                    <a:gd name="connsiteX1" fmla="*/ 830 w 9326"/>
                    <a:gd name="connsiteY1" fmla="*/ 1575 h 9997"/>
                    <a:gd name="connsiteX2" fmla="*/ 3639 w 9326"/>
                    <a:gd name="connsiteY2" fmla="*/ 993 h 9997"/>
                    <a:gd name="connsiteX3" fmla="*/ 5807 w 9326"/>
                    <a:gd name="connsiteY3" fmla="*/ 0 h 9997"/>
                    <a:gd name="connsiteX4" fmla="*/ 7813 w 9326"/>
                    <a:gd name="connsiteY4" fmla="*/ 996 h 9997"/>
                    <a:gd name="connsiteX5" fmla="*/ 9324 w 9326"/>
                    <a:gd name="connsiteY5" fmla="*/ 5746 h 9997"/>
                    <a:gd name="connsiteX6" fmla="*/ 8133 w 9326"/>
                    <a:gd name="connsiteY6" fmla="*/ 9204 h 9997"/>
                    <a:gd name="connsiteX7" fmla="*/ 6170 w 9326"/>
                    <a:gd name="connsiteY7" fmla="*/ 8731 h 9997"/>
                    <a:gd name="connsiteX8" fmla="*/ 5082 w 9326"/>
                    <a:gd name="connsiteY8" fmla="*/ 9787 h 9997"/>
                    <a:gd name="connsiteX9" fmla="*/ 3650 w 9326"/>
                    <a:gd name="connsiteY9" fmla="*/ 9892 h 9997"/>
                    <a:gd name="connsiteX10" fmla="*/ 2533 w 9326"/>
                    <a:gd name="connsiteY10" fmla="*/ 7795 h 9997"/>
                    <a:gd name="connsiteX11" fmla="*/ 1379 w 9326"/>
                    <a:gd name="connsiteY11" fmla="*/ 7400 h 9997"/>
                    <a:gd name="connsiteX12" fmla="*/ 4 w 9326"/>
                    <a:gd name="connsiteY12" fmla="*/ 3988 h 9997"/>
                    <a:gd name="connsiteX0" fmla="*/ 4 w 10001"/>
                    <a:gd name="connsiteY0" fmla="*/ 3989 h 10041"/>
                    <a:gd name="connsiteX1" fmla="*/ 890 w 10001"/>
                    <a:gd name="connsiteY1" fmla="*/ 1575 h 10041"/>
                    <a:gd name="connsiteX2" fmla="*/ 3902 w 10001"/>
                    <a:gd name="connsiteY2" fmla="*/ 993 h 10041"/>
                    <a:gd name="connsiteX3" fmla="*/ 6227 w 10001"/>
                    <a:gd name="connsiteY3" fmla="*/ 0 h 10041"/>
                    <a:gd name="connsiteX4" fmla="*/ 8378 w 10001"/>
                    <a:gd name="connsiteY4" fmla="*/ 996 h 10041"/>
                    <a:gd name="connsiteX5" fmla="*/ 9998 w 10001"/>
                    <a:gd name="connsiteY5" fmla="*/ 5748 h 10041"/>
                    <a:gd name="connsiteX6" fmla="*/ 8721 w 10001"/>
                    <a:gd name="connsiteY6" fmla="*/ 9207 h 10041"/>
                    <a:gd name="connsiteX7" fmla="*/ 5449 w 10001"/>
                    <a:gd name="connsiteY7" fmla="*/ 9790 h 10041"/>
                    <a:gd name="connsiteX8" fmla="*/ 3914 w 10001"/>
                    <a:gd name="connsiteY8" fmla="*/ 9895 h 10041"/>
                    <a:gd name="connsiteX9" fmla="*/ 2716 w 10001"/>
                    <a:gd name="connsiteY9" fmla="*/ 7797 h 10041"/>
                    <a:gd name="connsiteX10" fmla="*/ 1479 w 10001"/>
                    <a:gd name="connsiteY10" fmla="*/ 7402 h 10041"/>
                    <a:gd name="connsiteX11" fmla="*/ 4 w 10001"/>
                    <a:gd name="connsiteY11" fmla="*/ 3989 h 10041"/>
                    <a:gd name="connsiteX0" fmla="*/ 4 w 10001"/>
                    <a:gd name="connsiteY0" fmla="*/ 3989 h 14825"/>
                    <a:gd name="connsiteX1" fmla="*/ 890 w 10001"/>
                    <a:gd name="connsiteY1" fmla="*/ 1575 h 14825"/>
                    <a:gd name="connsiteX2" fmla="*/ 3902 w 10001"/>
                    <a:gd name="connsiteY2" fmla="*/ 993 h 14825"/>
                    <a:gd name="connsiteX3" fmla="*/ 6227 w 10001"/>
                    <a:gd name="connsiteY3" fmla="*/ 0 h 14825"/>
                    <a:gd name="connsiteX4" fmla="*/ 8378 w 10001"/>
                    <a:gd name="connsiteY4" fmla="*/ 996 h 14825"/>
                    <a:gd name="connsiteX5" fmla="*/ 9998 w 10001"/>
                    <a:gd name="connsiteY5" fmla="*/ 5748 h 14825"/>
                    <a:gd name="connsiteX6" fmla="*/ 8721 w 10001"/>
                    <a:gd name="connsiteY6" fmla="*/ 9207 h 14825"/>
                    <a:gd name="connsiteX7" fmla="*/ 6011 w 10001"/>
                    <a:gd name="connsiteY7" fmla="*/ 14823 h 14825"/>
                    <a:gd name="connsiteX8" fmla="*/ 3914 w 10001"/>
                    <a:gd name="connsiteY8" fmla="*/ 9895 h 14825"/>
                    <a:gd name="connsiteX9" fmla="*/ 2716 w 10001"/>
                    <a:gd name="connsiteY9" fmla="*/ 7797 h 14825"/>
                    <a:gd name="connsiteX10" fmla="*/ 1479 w 10001"/>
                    <a:gd name="connsiteY10" fmla="*/ 7402 h 14825"/>
                    <a:gd name="connsiteX11" fmla="*/ 4 w 10001"/>
                    <a:gd name="connsiteY11" fmla="*/ 3989 h 14825"/>
                    <a:gd name="connsiteX0" fmla="*/ 4 w 10001"/>
                    <a:gd name="connsiteY0" fmla="*/ 7436 h 18272"/>
                    <a:gd name="connsiteX1" fmla="*/ 890 w 10001"/>
                    <a:gd name="connsiteY1" fmla="*/ 5022 h 18272"/>
                    <a:gd name="connsiteX2" fmla="*/ 3902 w 10001"/>
                    <a:gd name="connsiteY2" fmla="*/ 4440 h 18272"/>
                    <a:gd name="connsiteX3" fmla="*/ 6026 w 10001"/>
                    <a:gd name="connsiteY3" fmla="*/ 0 h 18272"/>
                    <a:gd name="connsiteX4" fmla="*/ 8378 w 10001"/>
                    <a:gd name="connsiteY4" fmla="*/ 4443 h 18272"/>
                    <a:gd name="connsiteX5" fmla="*/ 9998 w 10001"/>
                    <a:gd name="connsiteY5" fmla="*/ 9195 h 18272"/>
                    <a:gd name="connsiteX6" fmla="*/ 8721 w 10001"/>
                    <a:gd name="connsiteY6" fmla="*/ 12654 h 18272"/>
                    <a:gd name="connsiteX7" fmla="*/ 6011 w 10001"/>
                    <a:gd name="connsiteY7" fmla="*/ 18270 h 18272"/>
                    <a:gd name="connsiteX8" fmla="*/ 3914 w 10001"/>
                    <a:gd name="connsiteY8" fmla="*/ 13342 h 18272"/>
                    <a:gd name="connsiteX9" fmla="*/ 2716 w 10001"/>
                    <a:gd name="connsiteY9" fmla="*/ 11244 h 18272"/>
                    <a:gd name="connsiteX10" fmla="*/ 1479 w 10001"/>
                    <a:gd name="connsiteY10" fmla="*/ 10849 h 18272"/>
                    <a:gd name="connsiteX11" fmla="*/ 4 w 10001"/>
                    <a:gd name="connsiteY11" fmla="*/ 7436 h 18272"/>
                    <a:gd name="connsiteX0" fmla="*/ 1 w 9998"/>
                    <a:gd name="connsiteY0" fmla="*/ 7436 h 18272"/>
                    <a:gd name="connsiteX1" fmla="*/ 3899 w 9998"/>
                    <a:gd name="connsiteY1" fmla="*/ 4440 h 18272"/>
                    <a:gd name="connsiteX2" fmla="*/ 6023 w 9998"/>
                    <a:gd name="connsiteY2" fmla="*/ 0 h 18272"/>
                    <a:gd name="connsiteX3" fmla="*/ 8375 w 9998"/>
                    <a:gd name="connsiteY3" fmla="*/ 4443 h 18272"/>
                    <a:gd name="connsiteX4" fmla="*/ 9995 w 9998"/>
                    <a:gd name="connsiteY4" fmla="*/ 9195 h 18272"/>
                    <a:gd name="connsiteX5" fmla="*/ 8718 w 9998"/>
                    <a:gd name="connsiteY5" fmla="*/ 12654 h 18272"/>
                    <a:gd name="connsiteX6" fmla="*/ 6008 w 9998"/>
                    <a:gd name="connsiteY6" fmla="*/ 18270 h 18272"/>
                    <a:gd name="connsiteX7" fmla="*/ 3911 w 9998"/>
                    <a:gd name="connsiteY7" fmla="*/ 13342 h 18272"/>
                    <a:gd name="connsiteX8" fmla="*/ 2713 w 9998"/>
                    <a:gd name="connsiteY8" fmla="*/ 11244 h 18272"/>
                    <a:gd name="connsiteX9" fmla="*/ 1476 w 9998"/>
                    <a:gd name="connsiteY9" fmla="*/ 10849 h 18272"/>
                    <a:gd name="connsiteX10" fmla="*/ 1 w 9998"/>
                    <a:gd name="connsiteY10" fmla="*/ 7436 h 18272"/>
                    <a:gd name="connsiteX0" fmla="*/ 35 w 8559"/>
                    <a:gd name="connsiteY0" fmla="*/ 5938 h 10000"/>
                    <a:gd name="connsiteX1" fmla="*/ 2459 w 8559"/>
                    <a:gd name="connsiteY1" fmla="*/ 2430 h 10000"/>
                    <a:gd name="connsiteX2" fmla="*/ 4583 w 8559"/>
                    <a:gd name="connsiteY2" fmla="*/ 0 h 10000"/>
                    <a:gd name="connsiteX3" fmla="*/ 6936 w 8559"/>
                    <a:gd name="connsiteY3" fmla="*/ 2432 h 10000"/>
                    <a:gd name="connsiteX4" fmla="*/ 8556 w 8559"/>
                    <a:gd name="connsiteY4" fmla="*/ 5032 h 10000"/>
                    <a:gd name="connsiteX5" fmla="*/ 7279 w 8559"/>
                    <a:gd name="connsiteY5" fmla="*/ 6925 h 10000"/>
                    <a:gd name="connsiteX6" fmla="*/ 4568 w 8559"/>
                    <a:gd name="connsiteY6" fmla="*/ 9999 h 10000"/>
                    <a:gd name="connsiteX7" fmla="*/ 2471 w 8559"/>
                    <a:gd name="connsiteY7" fmla="*/ 7302 h 10000"/>
                    <a:gd name="connsiteX8" fmla="*/ 1273 w 8559"/>
                    <a:gd name="connsiteY8" fmla="*/ 6154 h 10000"/>
                    <a:gd name="connsiteX9" fmla="*/ 35 w 8559"/>
                    <a:gd name="connsiteY9" fmla="*/ 5938 h 10000"/>
                    <a:gd name="connsiteX0" fmla="*/ 49 w 9820"/>
                    <a:gd name="connsiteY0" fmla="*/ 4655 h 10000"/>
                    <a:gd name="connsiteX1" fmla="*/ 2693 w 9820"/>
                    <a:gd name="connsiteY1" fmla="*/ 2430 h 10000"/>
                    <a:gd name="connsiteX2" fmla="*/ 5175 w 9820"/>
                    <a:gd name="connsiteY2" fmla="*/ 0 h 10000"/>
                    <a:gd name="connsiteX3" fmla="*/ 7924 w 9820"/>
                    <a:gd name="connsiteY3" fmla="*/ 2432 h 10000"/>
                    <a:gd name="connsiteX4" fmla="*/ 9816 w 9820"/>
                    <a:gd name="connsiteY4" fmla="*/ 5032 h 10000"/>
                    <a:gd name="connsiteX5" fmla="*/ 8324 w 9820"/>
                    <a:gd name="connsiteY5" fmla="*/ 6925 h 10000"/>
                    <a:gd name="connsiteX6" fmla="*/ 5157 w 9820"/>
                    <a:gd name="connsiteY6" fmla="*/ 9999 h 10000"/>
                    <a:gd name="connsiteX7" fmla="*/ 2707 w 9820"/>
                    <a:gd name="connsiteY7" fmla="*/ 7302 h 10000"/>
                    <a:gd name="connsiteX8" fmla="*/ 1307 w 9820"/>
                    <a:gd name="connsiteY8" fmla="*/ 6154 h 10000"/>
                    <a:gd name="connsiteX9" fmla="*/ 49 w 9820"/>
                    <a:gd name="connsiteY9" fmla="*/ 4655 h 10000"/>
                    <a:gd name="connsiteX0" fmla="*/ 45 w 9995"/>
                    <a:gd name="connsiteY0" fmla="*/ 4655 h 10000"/>
                    <a:gd name="connsiteX1" fmla="*/ 2737 w 9995"/>
                    <a:gd name="connsiteY1" fmla="*/ 2430 h 10000"/>
                    <a:gd name="connsiteX2" fmla="*/ 5265 w 9995"/>
                    <a:gd name="connsiteY2" fmla="*/ 0 h 10000"/>
                    <a:gd name="connsiteX3" fmla="*/ 8064 w 9995"/>
                    <a:gd name="connsiteY3" fmla="*/ 2432 h 10000"/>
                    <a:gd name="connsiteX4" fmla="*/ 9991 w 9995"/>
                    <a:gd name="connsiteY4" fmla="*/ 5032 h 10000"/>
                    <a:gd name="connsiteX5" fmla="*/ 8472 w 9995"/>
                    <a:gd name="connsiteY5" fmla="*/ 6925 h 10000"/>
                    <a:gd name="connsiteX6" fmla="*/ 5247 w 9995"/>
                    <a:gd name="connsiteY6" fmla="*/ 9999 h 10000"/>
                    <a:gd name="connsiteX7" fmla="*/ 2752 w 9995"/>
                    <a:gd name="connsiteY7" fmla="*/ 7302 h 10000"/>
                    <a:gd name="connsiteX8" fmla="*/ 1374 w 9995"/>
                    <a:gd name="connsiteY8" fmla="*/ 6984 h 10000"/>
                    <a:gd name="connsiteX9" fmla="*/ 45 w 9995"/>
                    <a:gd name="connsiteY9" fmla="*/ 4655 h 10000"/>
                    <a:gd name="connsiteX0" fmla="*/ 45 w 10000"/>
                    <a:gd name="connsiteY0" fmla="*/ 5032 h 10377"/>
                    <a:gd name="connsiteX1" fmla="*/ 2738 w 10000"/>
                    <a:gd name="connsiteY1" fmla="*/ 2807 h 10377"/>
                    <a:gd name="connsiteX2" fmla="*/ 4886 w 10000"/>
                    <a:gd name="connsiteY2" fmla="*/ 0 h 10377"/>
                    <a:gd name="connsiteX3" fmla="*/ 8068 w 10000"/>
                    <a:gd name="connsiteY3" fmla="*/ 2809 h 10377"/>
                    <a:gd name="connsiteX4" fmla="*/ 9996 w 10000"/>
                    <a:gd name="connsiteY4" fmla="*/ 5409 h 10377"/>
                    <a:gd name="connsiteX5" fmla="*/ 8476 w 10000"/>
                    <a:gd name="connsiteY5" fmla="*/ 7302 h 10377"/>
                    <a:gd name="connsiteX6" fmla="*/ 5250 w 10000"/>
                    <a:gd name="connsiteY6" fmla="*/ 10376 h 10377"/>
                    <a:gd name="connsiteX7" fmla="*/ 2753 w 10000"/>
                    <a:gd name="connsiteY7" fmla="*/ 7679 h 10377"/>
                    <a:gd name="connsiteX8" fmla="*/ 1375 w 10000"/>
                    <a:gd name="connsiteY8" fmla="*/ 7361 h 10377"/>
                    <a:gd name="connsiteX9" fmla="*/ 45 w 10000"/>
                    <a:gd name="connsiteY9" fmla="*/ 5032 h 10377"/>
                    <a:gd name="connsiteX0" fmla="*/ 45 w 10000"/>
                    <a:gd name="connsiteY0" fmla="*/ 5036 h 10381"/>
                    <a:gd name="connsiteX1" fmla="*/ 2738 w 10000"/>
                    <a:gd name="connsiteY1" fmla="*/ 2811 h 10381"/>
                    <a:gd name="connsiteX2" fmla="*/ 4886 w 10000"/>
                    <a:gd name="connsiteY2" fmla="*/ 4 h 10381"/>
                    <a:gd name="connsiteX3" fmla="*/ 8068 w 10000"/>
                    <a:gd name="connsiteY3" fmla="*/ 2813 h 10381"/>
                    <a:gd name="connsiteX4" fmla="*/ 9996 w 10000"/>
                    <a:gd name="connsiteY4" fmla="*/ 5413 h 10381"/>
                    <a:gd name="connsiteX5" fmla="*/ 8476 w 10000"/>
                    <a:gd name="connsiteY5" fmla="*/ 7306 h 10381"/>
                    <a:gd name="connsiteX6" fmla="*/ 5250 w 10000"/>
                    <a:gd name="connsiteY6" fmla="*/ 10380 h 10381"/>
                    <a:gd name="connsiteX7" fmla="*/ 2753 w 10000"/>
                    <a:gd name="connsiteY7" fmla="*/ 7683 h 10381"/>
                    <a:gd name="connsiteX8" fmla="*/ 1375 w 10000"/>
                    <a:gd name="connsiteY8" fmla="*/ 7365 h 10381"/>
                    <a:gd name="connsiteX9" fmla="*/ 45 w 10000"/>
                    <a:gd name="connsiteY9" fmla="*/ 5036 h 10381"/>
                    <a:gd name="connsiteX0" fmla="*/ 45 w 10000"/>
                    <a:gd name="connsiteY0" fmla="*/ 5036 h 10796"/>
                    <a:gd name="connsiteX1" fmla="*/ 2738 w 10000"/>
                    <a:gd name="connsiteY1" fmla="*/ 2811 h 10796"/>
                    <a:gd name="connsiteX2" fmla="*/ 4886 w 10000"/>
                    <a:gd name="connsiteY2" fmla="*/ 4 h 10796"/>
                    <a:gd name="connsiteX3" fmla="*/ 8068 w 10000"/>
                    <a:gd name="connsiteY3" fmla="*/ 2813 h 10796"/>
                    <a:gd name="connsiteX4" fmla="*/ 9996 w 10000"/>
                    <a:gd name="connsiteY4" fmla="*/ 5413 h 10796"/>
                    <a:gd name="connsiteX5" fmla="*/ 8476 w 10000"/>
                    <a:gd name="connsiteY5" fmla="*/ 7306 h 10796"/>
                    <a:gd name="connsiteX6" fmla="*/ 5202 w 10000"/>
                    <a:gd name="connsiteY6" fmla="*/ 10795 h 10796"/>
                    <a:gd name="connsiteX7" fmla="*/ 2753 w 10000"/>
                    <a:gd name="connsiteY7" fmla="*/ 7683 h 10796"/>
                    <a:gd name="connsiteX8" fmla="*/ 1375 w 10000"/>
                    <a:gd name="connsiteY8" fmla="*/ 7365 h 10796"/>
                    <a:gd name="connsiteX9" fmla="*/ 45 w 10000"/>
                    <a:gd name="connsiteY9" fmla="*/ 5036 h 10796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  <a:gd name="connsiteX0" fmla="*/ 4 w 9959"/>
                    <a:gd name="connsiteY0" fmla="*/ 5593 h 11352"/>
                    <a:gd name="connsiteX1" fmla="*/ 1089 w 9959"/>
                    <a:gd name="connsiteY1" fmla="*/ 469 h 11352"/>
                    <a:gd name="connsiteX2" fmla="*/ 4845 w 9959"/>
                    <a:gd name="connsiteY2" fmla="*/ 561 h 11352"/>
                    <a:gd name="connsiteX3" fmla="*/ 8027 w 9959"/>
                    <a:gd name="connsiteY3" fmla="*/ 3370 h 11352"/>
                    <a:gd name="connsiteX4" fmla="*/ 9955 w 9959"/>
                    <a:gd name="connsiteY4" fmla="*/ 5970 h 11352"/>
                    <a:gd name="connsiteX5" fmla="*/ 8435 w 9959"/>
                    <a:gd name="connsiteY5" fmla="*/ 7863 h 11352"/>
                    <a:gd name="connsiteX6" fmla="*/ 5161 w 9959"/>
                    <a:gd name="connsiteY6" fmla="*/ 11352 h 11352"/>
                    <a:gd name="connsiteX7" fmla="*/ 2712 w 9959"/>
                    <a:gd name="connsiteY7" fmla="*/ 8240 h 11352"/>
                    <a:gd name="connsiteX8" fmla="*/ 1334 w 9959"/>
                    <a:gd name="connsiteY8" fmla="*/ 7922 h 11352"/>
                    <a:gd name="connsiteX9" fmla="*/ 4 w 9959"/>
                    <a:gd name="connsiteY9" fmla="*/ 5593 h 11352"/>
                    <a:gd name="connsiteX0" fmla="*/ 0 w 11223"/>
                    <a:gd name="connsiteY0" fmla="*/ 3835 h 9929"/>
                    <a:gd name="connsiteX1" fmla="*/ 2316 w 11223"/>
                    <a:gd name="connsiteY1" fmla="*/ 342 h 9929"/>
                    <a:gd name="connsiteX2" fmla="*/ 6088 w 11223"/>
                    <a:gd name="connsiteY2" fmla="*/ 423 h 9929"/>
                    <a:gd name="connsiteX3" fmla="*/ 9283 w 11223"/>
                    <a:gd name="connsiteY3" fmla="*/ 2898 h 9929"/>
                    <a:gd name="connsiteX4" fmla="*/ 11219 w 11223"/>
                    <a:gd name="connsiteY4" fmla="*/ 5188 h 9929"/>
                    <a:gd name="connsiteX5" fmla="*/ 9693 w 11223"/>
                    <a:gd name="connsiteY5" fmla="*/ 6856 h 9929"/>
                    <a:gd name="connsiteX6" fmla="*/ 6405 w 11223"/>
                    <a:gd name="connsiteY6" fmla="*/ 9929 h 9929"/>
                    <a:gd name="connsiteX7" fmla="*/ 3946 w 11223"/>
                    <a:gd name="connsiteY7" fmla="*/ 7188 h 9929"/>
                    <a:gd name="connsiteX8" fmla="*/ 2562 w 11223"/>
                    <a:gd name="connsiteY8" fmla="*/ 6908 h 9929"/>
                    <a:gd name="connsiteX9" fmla="*/ 0 w 11223"/>
                    <a:gd name="connsiteY9" fmla="*/ 3835 h 9929"/>
                    <a:gd name="connsiteX0" fmla="*/ 0 w 9999"/>
                    <a:gd name="connsiteY0" fmla="*/ 3862 h 10000"/>
                    <a:gd name="connsiteX1" fmla="*/ 2064 w 9999"/>
                    <a:gd name="connsiteY1" fmla="*/ 344 h 10000"/>
                    <a:gd name="connsiteX2" fmla="*/ 5425 w 9999"/>
                    <a:gd name="connsiteY2" fmla="*/ 426 h 10000"/>
                    <a:gd name="connsiteX3" fmla="*/ 8271 w 9999"/>
                    <a:gd name="connsiteY3" fmla="*/ 2919 h 10000"/>
                    <a:gd name="connsiteX4" fmla="*/ 9996 w 9999"/>
                    <a:gd name="connsiteY4" fmla="*/ 5225 h 10000"/>
                    <a:gd name="connsiteX5" fmla="*/ 8637 w 9999"/>
                    <a:gd name="connsiteY5" fmla="*/ 6905 h 10000"/>
                    <a:gd name="connsiteX6" fmla="*/ 5707 w 9999"/>
                    <a:gd name="connsiteY6" fmla="*/ 10000 h 10000"/>
                    <a:gd name="connsiteX7" fmla="*/ 2283 w 9999"/>
                    <a:gd name="connsiteY7" fmla="*/ 6957 h 10000"/>
                    <a:gd name="connsiteX8" fmla="*/ 0 w 9999"/>
                    <a:gd name="connsiteY8" fmla="*/ 3862 h 10000"/>
                    <a:gd name="connsiteX0" fmla="*/ 124 w 10124"/>
                    <a:gd name="connsiteY0" fmla="*/ 3862 h 10000"/>
                    <a:gd name="connsiteX1" fmla="*/ 2188 w 10124"/>
                    <a:gd name="connsiteY1" fmla="*/ 344 h 10000"/>
                    <a:gd name="connsiteX2" fmla="*/ 5550 w 10124"/>
                    <a:gd name="connsiteY2" fmla="*/ 426 h 10000"/>
                    <a:gd name="connsiteX3" fmla="*/ 8396 w 10124"/>
                    <a:gd name="connsiteY3" fmla="*/ 2919 h 10000"/>
                    <a:gd name="connsiteX4" fmla="*/ 10121 w 10124"/>
                    <a:gd name="connsiteY4" fmla="*/ 5225 h 10000"/>
                    <a:gd name="connsiteX5" fmla="*/ 8762 w 10124"/>
                    <a:gd name="connsiteY5" fmla="*/ 6905 h 10000"/>
                    <a:gd name="connsiteX6" fmla="*/ 5832 w 10124"/>
                    <a:gd name="connsiteY6" fmla="*/ 10000 h 10000"/>
                    <a:gd name="connsiteX7" fmla="*/ 124 w 10124"/>
                    <a:gd name="connsiteY7" fmla="*/ 3862 h 10000"/>
                    <a:gd name="connsiteX0" fmla="*/ 43 w 10045"/>
                    <a:gd name="connsiteY0" fmla="*/ 3862 h 6912"/>
                    <a:gd name="connsiteX1" fmla="*/ 2107 w 10045"/>
                    <a:gd name="connsiteY1" fmla="*/ 344 h 6912"/>
                    <a:gd name="connsiteX2" fmla="*/ 5469 w 10045"/>
                    <a:gd name="connsiteY2" fmla="*/ 426 h 6912"/>
                    <a:gd name="connsiteX3" fmla="*/ 8315 w 10045"/>
                    <a:gd name="connsiteY3" fmla="*/ 2919 h 6912"/>
                    <a:gd name="connsiteX4" fmla="*/ 10040 w 10045"/>
                    <a:gd name="connsiteY4" fmla="*/ 5225 h 6912"/>
                    <a:gd name="connsiteX5" fmla="*/ 8681 w 10045"/>
                    <a:gd name="connsiteY5" fmla="*/ 6905 h 6912"/>
                    <a:gd name="connsiteX6" fmla="*/ 3967 w 10045"/>
                    <a:gd name="connsiteY6" fmla="*/ 5885 h 6912"/>
                    <a:gd name="connsiteX7" fmla="*/ 43 w 10045"/>
                    <a:gd name="connsiteY7" fmla="*/ 3862 h 6912"/>
                    <a:gd name="connsiteX0" fmla="*/ 47 w 10004"/>
                    <a:gd name="connsiteY0" fmla="*/ 5106 h 9519"/>
                    <a:gd name="connsiteX1" fmla="*/ 2102 w 10004"/>
                    <a:gd name="connsiteY1" fmla="*/ 17 h 9519"/>
                    <a:gd name="connsiteX2" fmla="*/ 6651 w 10004"/>
                    <a:gd name="connsiteY2" fmla="*/ 3484 h 9519"/>
                    <a:gd name="connsiteX3" fmla="*/ 8282 w 10004"/>
                    <a:gd name="connsiteY3" fmla="*/ 3742 h 9519"/>
                    <a:gd name="connsiteX4" fmla="*/ 9999 w 10004"/>
                    <a:gd name="connsiteY4" fmla="*/ 7078 h 9519"/>
                    <a:gd name="connsiteX5" fmla="*/ 8646 w 10004"/>
                    <a:gd name="connsiteY5" fmla="*/ 9509 h 9519"/>
                    <a:gd name="connsiteX6" fmla="*/ 3953 w 10004"/>
                    <a:gd name="connsiteY6" fmla="*/ 8033 h 9519"/>
                    <a:gd name="connsiteX7" fmla="*/ 47 w 10004"/>
                    <a:gd name="connsiteY7" fmla="*/ 5106 h 9519"/>
                    <a:gd name="connsiteX0" fmla="*/ 43 w 9996"/>
                    <a:gd name="connsiteY0" fmla="*/ 6232 h 10868"/>
                    <a:gd name="connsiteX1" fmla="*/ 2097 w 9996"/>
                    <a:gd name="connsiteY1" fmla="*/ 886 h 10868"/>
                    <a:gd name="connsiteX2" fmla="*/ 5642 w 9996"/>
                    <a:gd name="connsiteY2" fmla="*/ 385 h 10868"/>
                    <a:gd name="connsiteX3" fmla="*/ 8275 w 9996"/>
                    <a:gd name="connsiteY3" fmla="*/ 4799 h 10868"/>
                    <a:gd name="connsiteX4" fmla="*/ 9991 w 9996"/>
                    <a:gd name="connsiteY4" fmla="*/ 8304 h 10868"/>
                    <a:gd name="connsiteX5" fmla="*/ 8639 w 9996"/>
                    <a:gd name="connsiteY5" fmla="*/ 10857 h 10868"/>
                    <a:gd name="connsiteX6" fmla="*/ 3947 w 9996"/>
                    <a:gd name="connsiteY6" fmla="*/ 9307 h 10868"/>
                    <a:gd name="connsiteX7" fmla="*/ 43 w 9996"/>
                    <a:gd name="connsiteY7" fmla="*/ 6232 h 10868"/>
                    <a:gd name="connsiteX0" fmla="*/ 43 w 10004"/>
                    <a:gd name="connsiteY0" fmla="*/ 5543 h 9809"/>
                    <a:gd name="connsiteX1" fmla="*/ 2098 w 10004"/>
                    <a:gd name="connsiteY1" fmla="*/ 624 h 9809"/>
                    <a:gd name="connsiteX2" fmla="*/ 5644 w 10004"/>
                    <a:gd name="connsiteY2" fmla="*/ 163 h 9809"/>
                    <a:gd name="connsiteX3" fmla="*/ 8163 w 10004"/>
                    <a:gd name="connsiteY3" fmla="*/ 1492 h 9809"/>
                    <a:gd name="connsiteX4" fmla="*/ 9995 w 10004"/>
                    <a:gd name="connsiteY4" fmla="*/ 7450 h 9809"/>
                    <a:gd name="connsiteX5" fmla="*/ 8642 w 10004"/>
                    <a:gd name="connsiteY5" fmla="*/ 9799 h 9809"/>
                    <a:gd name="connsiteX6" fmla="*/ 3949 w 10004"/>
                    <a:gd name="connsiteY6" fmla="*/ 8373 h 9809"/>
                    <a:gd name="connsiteX7" fmla="*/ 43 w 10004"/>
                    <a:gd name="connsiteY7" fmla="*/ 5543 h 9809"/>
                    <a:gd name="connsiteX0" fmla="*/ 43 w 8950"/>
                    <a:gd name="connsiteY0" fmla="*/ 5651 h 10081"/>
                    <a:gd name="connsiteX1" fmla="*/ 2097 w 8950"/>
                    <a:gd name="connsiteY1" fmla="*/ 636 h 10081"/>
                    <a:gd name="connsiteX2" fmla="*/ 5642 w 8950"/>
                    <a:gd name="connsiteY2" fmla="*/ 166 h 10081"/>
                    <a:gd name="connsiteX3" fmla="*/ 8160 w 8950"/>
                    <a:gd name="connsiteY3" fmla="*/ 1521 h 10081"/>
                    <a:gd name="connsiteX4" fmla="*/ 8473 w 8950"/>
                    <a:gd name="connsiteY4" fmla="*/ 5322 h 10081"/>
                    <a:gd name="connsiteX5" fmla="*/ 8639 w 8950"/>
                    <a:gd name="connsiteY5" fmla="*/ 9990 h 10081"/>
                    <a:gd name="connsiteX6" fmla="*/ 3947 w 8950"/>
                    <a:gd name="connsiteY6" fmla="*/ 8536 h 10081"/>
                    <a:gd name="connsiteX7" fmla="*/ 43 w 8950"/>
                    <a:gd name="connsiteY7" fmla="*/ 5651 h 10081"/>
                    <a:gd name="connsiteX0" fmla="*/ 48 w 9651"/>
                    <a:gd name="connsiteY0" fmla="*/ 5606 h 8648"/>
                    <a:gd name="connsiteX1" fmla="*/ 2343 w 9651"/>
                    <a:gd name="connsiteY1" fmla="*/ 631 h 8648"/>
                    <a:gd name="connsiteX2" fmla="*/ 6304 w 9651"/>
                    <a:gd name="connsiteY2" fmla="*/ 165 h 8648"/>
                    <a:gd name="connsiteX3" fmla="*/ 9117 w 9651"/>
                    <a:gd name="connsiteY3" fmla="*/ 1509 h 8648"/>
                    <a:gd name="connsiteX4" fmla="*/ 9467 w 9651"/>
                    <a:gd name="connsiteY4" fmla="*/ 5279 h 8648"/>
                    <a:gd name="connsiteX5" fmla="*/ 6997 w 9651"/>
                    <a:gd name="connsiteY5" fmla="*/ 8019 h 8648"/>
                    <a:gd name="connsiteX6" fmla="*/ 4410 w 9651"/>
                    <a:gd name="connsiteY6" fmla="*/ 8467 h 8648"/>
                    <a:gd name="connsiteX7" fmla="*/ 48 w 9651"/>
                    <a:gd name="connsiteY7" fmla="*/ 5606 h 8648"/>
                    <a:gd name="connsiteX0" fmla="*/ 41 w 9991"/>
                    <a:gd name="connsiteY0" fmla="*/ 6482 h 9316"/>
                    <a:gd name="connsiteX1" fmla="*/ 2419 w 9991"/>
                    <a:gd name="connsiteY1" fmla="*/ 730 h 9316"/>
                    <a:gd name="connsiteX2" fmla="*/ 6523 w 9991"/>
                    <a:gd name="connsiteY2" fmla="*/ 191 h 9316"/>
                    <a:gd name="connsiteX3" fmla="*/ 9438 w 9991"/>
                    <a:gd name="connsiteY3" fmla="*/ 1745 h 9316"/>
                    <a:gd name="connsiteX4" fmla="*/ 9800 w 9991"/>
                    <a:gd name="connsiteY4" fmla="*/ 6104 h 9316"/>
                    <a:gd name="connsiteX5" fmla="*/ 7241 w 9991"/>
                    <a:gd name="connsiteY5" fmla="*/ 9273 h 9316"/>
                    <a:gd name="connsiteX6" fmla="*/ 1411 w 9991"/>
                    <a:gd name="connsiteY6" fmla="*/ 7856 h 9316"/>
                    <a:gd name="connsiteX7" fmla="*/ 41 w 9991"/>
                    <a:gd name="connsiteY7" fmla="*/ 6482 h 9316"/>
                    <a:gd name="connsiteX0" fmla="*/ 19 w 10708"/>
                    <a:gd name="connsiteY0" fmla="*/ 7721 h 10038"/>
                    <a:gd name="connsiteX1" fmla="*/ 3129 w 10708"/>
                    <a:gd name="connsiteY1" fmla="*/ 825 h 10038"/>
                    <a:gd name="connsiteX2" fmla="*/ 7237 w 10708"/>
                    <a:gd name="connsiteY2" fmla="*/ 246 h 10038"/>
                    <a:gd name="connsiteX3" fmla="*/ 10155 w 10708"/>
                    <a:gd name="connsiteY3" fmla="*/ 1914 h 10038"/>
                    <a:gd name="connsiteX4" fmla="*/ 10517 w 10708"/>
                    <a:gd name="connsiteY4" fmla="*/ 6593 h 10038"/>
                    <a:gd name="connsiteX5" fmla="*/ 7956 w 10708"/>
                    <a:gd name="connsiteY5" fmla="*/ 9995 h 10038"/>
                    <a:gd name="connsiteX6" fmla="*/ 2120 w 10708"/>
                    <a:gd name="connsiteY6" fmla="*/ 8474 h 10038"/>
                    <a:gd name="connsiteX7" fmla="*/ 19 w 10708"/>
                    <a:gd name="connsiteY7" fmla="*/ 7721 h 10038"/>
                    <a:gd name="connsiteX0" fmla="*/ 359 w 11048"/>
                    <a:gd name="connsiteY0" fmla="*/ 7721 h 10038"/>
                    <a:gd name="connsiteX1" fmla="*/ 3469 w 11048"/>
                    <a:gd name="connsiteY1" fmla="*/ 825 h 10038"/>
                    <a:gd name="connsiteX2" fmla="*/ 7577 w 11048"/>
                    <a:gd name="connsiteY2" fmla="*/ 246 h 10038"/>
                    <a:gd name="connsiteX3" fmla="*/ 10495 w 11048"/>
                    <a:gd name="connsiteY3" fmla="*/ 1914 h 10038"/>
                    <a:gd name="connsiteX4" fmla="*/ 10857 w 11048"/>
                    <a:gd name="connsiteY4" fmla="*/ 6593 h 10038"/>
                    <a:gd name="connsiteX5" fmla="*/ 8296 w 11048"/>
                    <a:gd name="connsiteY5" fmla="*/ 9995 h 10038"/>
                    <a:gd name="connsiteX6" fmla="*/ 2460 w 11048"/>
                    <a:gd name="connsiteY6" fmla="*/ 8474 h 10038"/>
                    <a:gd name="connsiteX7" fmla="*/ 359 w 11048"/>
                    <a:gd name="connsiteY7" fmla="*/ 7721 h 10038"/>
                    <a:gd name="connsiteX0" fmla="*/ 359 w 11048"/>
                    <a:gd name="connsiteY0" fmla="*/ 8392 h 10075"/>
                    <a:gd name="connsiteX1" fmla="*/ 3469 w 11048"/>
                    <a:gd name="connsiteY1" fmla="*/ 864 h 10075"/>
                    <a:gd name="connsiteX2" fmla="*/ 7577 w 11048"/>
                    <a:gd name="connsiteY2" fmla="*/ 285 h 10075"/>
                    <a:gd name="connsiteX3" fmla="*/ 10495 w 11048"/>
                    <a:gd name="connsiteY3" fmla="*/ 1953 h 10075"/>
                    <a:gd name="connsiteX4" fmla="*/ 10857 w 11048"/>
                    <a:gd name="connsiteY4" fmla="*/ 6632 h 10075"/>
                    <a:gd name="connsiteX5" fmla="*/ 8296 w 11048"/>
                    <a:gd name="connsiteY5" fmla="*/ 10034 h 10075"/>
                    <a:gd name="connsiteX6" fmla="*/ 2460 w 11048"/>
                    <a:gd name="connsiteY6" fmla="*/ 8513 h 10075"/>
                    <a:gd name="connsiteX7" fmla="*/ 359 w 11048"/>
                    <a:gd name="connsiteY7" fmla="*/ 8392 h 10075"/>
                    <a:gd name="connsiteX0" fmla="*/ 371 w 11060"/>
                    <a:gd name="connsiteY0" fmla="*/ 8392 h 10075"/>
                    <a:gd name="connsiteX1" fmla="*/ 3481 w 11060"/>
                    <a:gd name="connsiteY1" fmla="*/ 864 h 10075"/>
                    <a:gd name="connsiteX2" fmla="*/ 7589 w 11060"/>
                    <a:gd name="connsiteY2" fmla="*/ 285 h 10075"/>
                    <a:gd name="connsiteX3" fmla="*/ 10507 w 11060"/>
                    <a:gd name="connsiteY3" fmla="*/ 1953 h 10075"/>
                    <a:gd name="connsiteX4" fmla="*/ 10869 w 11060"/>
                    <a:gd name="connsiteY4" fmla="*/ 6632 h 10075"/>
                    <a:gd name="connsiteX5" fmla="*/ 8308 w 11060"/>
                    <a:gd name="connsiteY5" fmla="*/ 10034 h 10075"/>
                    <a:gd name="connsiteX6" fmla="*/ 2472 w 11060"/>
                    <a:gd name="connsiteY6" fmla="*/ 8513 h 10075"/>
                    <a:gd name="connsiteX7" fmla="*/ 371 w 11060"/>
                    <a:gd name="connsiteY7" fmla="*/ 8392 h 10075"/>
                    <a:gd name="connsiteX0" fmla="*/ 54 w 10743"/>
                    <a:gd name="connsiteY0" fmla="*/ 9468 h 11151"/>
                    <a:gd name="connsiteX1" fmla="*/ 4027 w 10743"/>
                    <a:gd name="connsiteY1" fmla="*/ 495 h 11151"/>
                    <a:gd name="connsiteX2" fmla="*/ 7272 w 10743"/>
                    <a:gd name="connsiteY2" fmla="*/ 1361 h 11151"/>
                    <a:gd name="connsiteX3" fmla="*/ 10190 w 10743"/>
                    <a:gd name="connsiteY3" fmla="*/ 3029 h 11151"/>
                    <a:gd name="connsiteX4" fmla="*/ 10552 w 10743"/>
                    <a:gd name="connsiteY4" fmla="*/ 7708 h 11151"/>
                    <a:gd name="connsiteX5" fmla="*/ 7991 w 10743"/>
                    <a:gd name="connsiteY5" fmla="*/ 11110 h 11151"/>
                    <a:gd name="connsiteX6" fmla="*/ 2155 w 10743"/>
                    <a:gd name="connsiteY6" fmla="*/ 9589 h 11151"/>
                    <a:gd name="connsiteX7" fmla="*/ 54 w 10743"/>
                    <a:gd name="connsiteY7" fmla="*/ 9468 h 11151"/>
                    <a:gd name="connsiteX0" fmla="*/ 54 w 10743"/>
                    <a:gd name="connsiteY0" fmla="*/ 9506 h 11189"/>
                    <a:gd name="connsiteX1" fmla="*/ 4027 w 10743"/>
                    <a:gd name="connsiteY1" fmla="*/ 533 h 11189"/>
                    <a:gd name="connsiteX2" fmla="*/ 7272 w 10743"/>
                    <a:gd name="connsiteY2" fmla="*/ 1399 h 11189"/>
                    <a:gd name="connsiteX3" fmla="*/ 10190 w 10743"/>
                    <a:gd name="connsiteY3" fmla="*/ 3067 h 11189"/>
                    <a:gd name="connsiteX4" fmla="*/ 10552 w 10743"/>
                    <a:gd name="connsiteY4" fmla="*/ 7746 h 11189"/>
                    <a:gd name="connsiteX5" fmla="*/ 7991 w 10743"/>
                    <a:gd name="connsiteY5" fmla="*/ 11148 h 11189"/>
                    <a:gd name="connsiteX6" fmla="*/ 2155 w 10743"/>
                    <a:gd name="connsiteY6" fmla="*/ 9627 h 11189"/>
                    <a:gd name="connsiteX7" fmla="*/ 54 w 10743"/>
                    <a:gd name="connsiteY7" fmla="*/ 9506 h 11189"/>
                    <a:gd name="connsiteX0" fmla="*/ 40 w 11293"/>
                    <a:gd name="connsiteY0" fmla="*/ 9082 h 11127"/>
                    <a:gd name="connsiteX1" fmla="*/ 4577 w 11293"/>
                    <a:gd name="connsiteY1" fmla="*/ 470 h 11127"/>
                    <a:gd name="connsiteX2" fmla="*/ 7822 w 11293"/>
                    <a:gd name="connsiteY2" fmla="*/ 1336 h 11127"/>
                    <a:gd name="connsiteX3" fmla="*/ 10740 w 11293"/>
                    <a:gd name="connsiteY3" fmla="*/ 3004 h 11127"/>
                    <a:gd name="connsiteX4" fmla="*/ 11102 w 11293"/>
                    <a:gd name="connsiteY4" fmla="*/ 7683 h 11127"/>
                    <a:gd name="connsiteX5" fmla="*/ 8541 w 11293"/>
                    <a:gd name="connsiteY5" fmla="*/ 11085 h 11127"/>
                    <a:gd name="connsiteX6" fmla="*/ 2705 w 11293"/>
                    <a:gd name="connsiteY6" fmla="*/ 9564 h 11127"/>
                    <a:gd name="connsiteX7" fmla="*/ 40 w 11293"/>
                    <a:gd name="connsiteY7" fmla="*/ 9082 h 111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93" h="11127">
                      <a:moveTo>
                        <a:pt x="40" y="9082"/>
                      </a:moveTo>
                      <a:cubicBezTo>
                        <a:pt x="352" y="7566"/>
                        <a:pt x="3280" y="1761"/>
                        <a:pt x="4577" y="470"/>
                      </a:cubicBezTo>
                      <a:cubicBezTo>
                        <a:pt x="5874" y="-821"/>
                        <a:pt x="6795" y="914"/>
                        <a:pt x="7822" y="1336"/>
                      </a:cubicBezTo>
                      <a:cubicBezTo>
                        <a:pt x="8849" y="1758"/>
                        <a:pt x="10193" y="1947"/>
                        <a:pt x="10740" y="3004"/>
                      </a:cubicBezTo>
                      <a:cubicBezTo>
                        <a:pt x="11287" y="4061"/>
                        <a:pt x="11468" y="6337"/>
                        <a:pt x="11102" y="7683"/>
                      </a:cubicBezTo>
                      <a:cubicBezTo>
                        <a:pt x="10736" y="9030"/>
                        <a:pt x="9940" y="10771"/>
                        <a:pt x="8541" y="11085"/>
                      </a:cubicBezTo>
                      <a:cubicBezTo>
                        <a:pt x="7141" y="11398"/>
                        <a:pt x="4122" y="9898"/>
                        <a:pt x="2705" y="9564"/>
                      </a:cubicBezTo>
                      <a:cubicBezTo>
                        <a:pt x="1288" y="9230"/>
                        <a:pt x="-272" y="10598"/>
                        <a:pt x="40" y="9082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1100" name="Group 327">
                  <a:extLst>
                    <a:ext uri="{FF2B5EF4-FFF2-40B4-BE49-F238E27FC236}">
                      <a16:creationId xmlns:a16="http://schemas.microsoft.com/office/drawing/2014/main" id="{A987E509-BDD2-9EF5-8A96-2CDACD90116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08175" y="5241780"/>
                  <a:ext cx="536554" cy="263548"/>
                  <a:chOff x="1871277" y="1576300"/>
                  <a:chExt cx="1128371" cy="437861"/>
                </a:xfrm>
              </p:grpSpPr>
              <p:sp>
                <p:nvSpPr>
                  <p:cNvPr id="1104" name="Oval 1103">
                    <a:extLst>
                      <a:ext uri="{FF2B5EF4-FFF2-40B4-BE49-F238E27FC236}">
                        <a16:creationId xmlns:a16="http://schemas.microsoft.com/office/drawing/2014/main" id="{F35A7740-416B-092C-6F9C-1330714635E6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05" name="Rectangle 1104">
                    <a:extLst>
                      <a:ext uri="{FF2B5EF4-FFF2-40B4-BE49-F238E27FC236}">
                        <a16:creationId xmlns:a16="http://schemas.microsoft.com/office/drawing/2014/main" id="{912D7D9A-351E-4613-BEAD-7C7DCB13EF1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06" name="Oval 1105">
                    <a:extLst>
                      <a:ext uri="{FF2B5EF4-FFF2-40B4-BE49-F238E27FC236}">
                        <a16:creationId xmlns:a16="http://schemas.microsoft.com/office/drawing/2014/main" id="{A67AA8FE-68AE-516A-34D4-4698A4466E63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07" name="Freeform 1106">
                    <a:extLst>
                      <a:ext uri="{FF2B5EF4-FFF2-40B4-BE49-F238E27FC236}">
                        <a16:creationId xmlns:a16="http://schemas.microsoft.com/office/drawing/2014/main" id="{186B72CC-61E2-E810-FFB2-FA363ADFFCB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08" name="Freeform 1107">
                    <a:extLst>
                      <a:ext uri="{FF2B5EF4-FFF2-40B4-BE49-F238E27FC236}">
                        <a16:creationId xmlns:a16="http://schemas.microsoft.com/office/drawing/2014/main" id="{8CDFC3BE-6E87-A275-A71C-28418E8D3D1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09" name="Freeform 1108">
                    <a:extLst>
                      <a:ext uri="{FF2B5EF4-FFF2-40B4-BE49-F238E27FC236}">
                        <a16:creationId xmlns:a16="http://schemas.microsoft.com/office/drawing/2014/main" id="{BC7F5DBA-6DD9-075A-607C-A8DB3C4B72C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0" name="Freeform 1109">
                    <a:extLst>
                      <a:ext uri="{FF2B5EF4-FFF2-40B4-BE49-F238E27FC236}">
                        <a16:creationId xmlns:a16="http://schemas.microsoft.com/office/drawing/2014/main" id="{414A764A-0EC8-DAC4-1F05-D45F65D627D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111" name="Straight Connector 1110">
                    <a:extLst>
                      <a:ext uri="{FF2B5EF4-FFF2-40B4-BE49-F238E27FC236}">
                        <a16:creationId xmlns:a16="http://schemas.microsoft.com/office/drawing/2014/main" id="{3C393947-8D38-1CC1-61F2-B226808F6726}"/>
                      </a:ext>
                    </a:extLst>
                  </p:cNvPr>
                  <p:cNvCxnSpPr>
                    <a:endCxn id="1106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1112" name="Straight Connector 1111">
                    <a:extLst>
                      <a:ext uri="{FF2B5EF4-FFF2-40B4-BE49-F238E27FC236}">
                        <a16:creationId xmlns:a16="http://schemas.microsoft.com/office/drawing/2014/main" id="{41027B0A-D47C-252D-3CC5-CB8A1BCF2E68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1101" name="Group 1100">
                  <a:extLst>
                    <a:ext uri="{FF2B5EF4-FFF2-40B4-BE49-F238E27FC236}">
                      <a16:creationId xmlns:a16="http://schemas.microsoft.com/office/drawing/2014/main" id="{42400FEE-FC93-C45B-2E9F-FD8CB73563F8}"/>
                    </a:ext>
                  </a:extLst>
                </p:cNvPr>
                <p:cNvGrpSpPr/>
                <p:nvPr/>
              </p:nvGrpSpPr>
              <p:grpSpPr>
                <a:xfrm>
                  <a:off x="7876581" y="5223365"/>
                  <a:ext cx="466894" cy="369332"/>
                  <a:chOff x="599495" y="1708643"/>
                  <a:chExt cx="491778" cy="409344"/>
                </a:xfrm>
              </p:grpSpPr>
              <p:sp>
                <p:nvSpPr>
                  <p:cNvPr id="1102" name="Oval 1101">
                    <a:extLst>
                      <a:ext uri="{FF2B5EF4-FFF2-40B4-BE49-F238E27FC236}">
                        <a16:creationId xmlns:a16="http://schemas.microsoft.com/office/drawing/2014/main" id="{7067BE86-2618-EB25-B0DD-28BC3F53AAE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03" name="TextBox 1102">
                    <a:extLst>
                      <a:ext uri="{FF2B5EF4-FFF2-40B4-BE49-F238E27FC236}">
                        <a16:creationId xmlns:a16="http://schemas.microsoft.com/office/drawing/2014/main" id="{A67317B0-498A-925B-67E6-8D6849A41ED6}"/>
                      </a:ext>
                    </a:extLst>
                  </p:cNvPr>
                  <p:cNvSpPr txBox="1"/>
                  <p:nvPr/>
                </p:nvSpPr>
                <p:spPr>
                  <a:xfrm>
                    <a:off x="599495" y="1708643"/>
                    <a:ext cx="491778" cy="4093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  X</a:t>
                    </a:r>
                  </a:p>
                </p:txBody>
              </p:sp>
            </p:grpSp>
          </p:grpSp>
          <p:cxnSp>
            <p:nvCxnSpPr>
              <p:cNvPr id="1098" name="Straight Connector 1097">
                <a:extLst>
                  <a:ext uri="{FF2B5EF4-FFF2-40B4-BE49-F238E27FC236}">
                    <a16:creationId xmlns:a16="http://schemas.microsoft.com/office/drawing/2014/main" id="{170CDF97-EDBE-96E0-B6CA-F900401CED8C}"/>
                  </a:ext>
                </a:extLst>
              </p:cNvPr>
              <p:cNvCxnSpPr/>
              <p:nvPr/>
            </p:nvCxnSpPr>
            <p:spPr bwMode="auto">
              <a:xfrm flipH="1">
                <a:off x="7158742" y="5764030"/>
                <a:ext cx="870024" cy="9999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113" name="Group 117">
              <a:extLst>
                <a:ext uri="{FF2B5EF4-FFF2-40B4-BE49-F238E27FC236}">
                  <a16:creationId xmlns:a16="http://schemas.microsoft.com/office/drawing/2014/main" id="{DDB08919-979F-42B2-AA70-D90C9DF694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26784" y="5209495"/>
              <a:ext cx="2481265" cy="884238"/>
              <a:chOff x="2282" y="2446"/>
              <a:chExt cx="1563" cy="557"/>
            </a:xfrm>
          </p:grpSpPr>
          <p:sp>
            <p:nvSpPr>
              <p:cNvPr id="1114" name="AutoShape 118">
                <a:extLst>
                  <a:ext uri="{FF2B5EF4-FFF2-40B4-BE49-F238E27FC236}">
                    <a16:creationId xmlns:a16="http://schemas.microsoft.com/office/drawing/2014/main" id="{DDDBAA3C-24D6-106D-6FC8-771F0E535A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9396893">
                <a:off x="2282" y="2446"/>
                <a:ext cx="484" cy="163"/>
              </a:xfrm>
              <a:prstGeom prst="leftArrow">
                <a:avLst>
                  <a:gd name="adj1" fmla="val 50000"/>
                  <a:gd name="adj2" fmla="val 69540"/>
                </a:avLst>
              </a:prstGeom>
              <a:gradFill rotWithShape="1">
                <a:gsLst>
                  <a:gs pos="0">
                    <a:srgbClr val="C00000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15" name="Text Box 119">
                <a:extLst>
                  <a:ext uri="{FF2B5EF4-FFF2-40B4-BE49-F238E27FC236}">
                    <a16:creationId xmlns:a16="http://schemas.microsoft.com/office/drawing/2014/main" id="{8437E3F7-4116-CC44-0306-3833B358DB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94" y="2677"/>
                <a:ext cx="1551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BGP advertisement:</a:t>
                </a:r>
              </a:p>
              <a:p>
                <a:pPr marL="0" marR="0" lvl="0" indent="0" defTabSz="914400" eaLnBrk="0" fontAlgn="base" latinLnBrk="0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u="none" strike="noStrike" kern="0" cap="none" spc="0" normalizeH="0" baseline="0" noProof="0" dirty="0">
                    <a:ln>
                      <a:noFill/>
                    </a:ln>
                    <a:solidFill>
                      <a:srgbClr val="0000A8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AS3, X</a:t>
                </a:r>
              </a:p>
            </p:txBody>
          </p:sp>
        </p:grpSp>
        <p:cxnSp>
          <p:nvCxnSpPr>
            <p:cNvPr id="1092" name="Straight Connector 1091">
              <a:extLst>
                <a:ext uri="{FF2B5EF4-FFF2-40B4-BE49-F238E27FC236}">
                  <a16:creationId xmlns:a16="http://schemas.microsoft.com/office/drawing/2014/main" id="{A702452D-4D40-1544-C3B7-6B8D55B0E4DC}"/>
                </a:ext>
              </a:extLst>
            </p:cNvPr>
            <p:cNvCxnSpPr>
              <a:cxnSpLocks/>
              <a:stCxn id="994" idx="5"/>
              <a:endCxn id="1042" idx="1"/>
            </p:cNvCxnSpPr>
            <p:nvPr/>
          </p:nvCxnSpPr>
          <p:spPr bwMode="auto">
            <a:xfrm flipV="1">
              <a:off x="6957825" y="4543468"/>
              <a:ext cx="1398778" cy="1062884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054521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Path attributes and BGP routes</a:t>
            </a:r>
          </a:p>
        </p:txBody>
      </p:sp>
      <p:sp>
        <p:nvSpPr>
          <p:cNvPr id="225" name="Rectangle 3">
            <a:extLst>
              <a:ext uri="{FF2B5EF4-FFF2-40B4-BE49-F238E27FC236}">
                <a16:creationId xmlns:a16="http://schemas.microsoft.com/office/drawing/2014/main" id="{39420582-8708-6949-93FD-0D390E28072C}"/>
              </a:ext>
            </a:extLst>
          </p:cNvPr>
          <p:cNvSpPr txBox="1">
            <a:spLocks noChangeArrowheads="1"/>
          </p:cNvSpPr>
          <p:nvPr/>
        </p:nvSpPr>
        <p:spPr>
          <a:xfrm>
            <a:off x="767350" y="1547660"/>
            <a:ext cx="10957012" cy="50410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90513"/>
            <a:r>
              <a:rPr lang="en-US" sz="3200" dirty="0"/>
              <a:t>BGP advertised route:  prefix + attributes </a:t>
            </a:r>
          </a:p>
          <a:p>
            <a:pPr lvl="1" indent="-290513"/>
            <a:r>
              <a:rPr lang="en-US" sz="2800" dirty="0"/>
              <a:t>prefix: destination being advertised</a:t>
            </a:r>
          </a:p>
          <a:p>
            <a:pPr lvl="1" indent="-290513"/>
            <a:r>
              <a:rPr lang="en-US" sz="2800" dirty="0"/>
              <a:t>two important attributes:</a:t>
            </a:r>
          </a:p>
          <a:p>
            <a:pPr marL="920750" lvl="1" indent="-211138"/>
            <a:r>
              <a:rPr lang="en-US" dirty="0">
                <a:solidFill>
                  <a:srgbClr val="000090"/>
                </a:solidFill>
              </a:rPr>
              <a:t>AS-PATH: </a:t>
            </a:r>
            <a:r>
              <a:rPr lang="en-US" dirty="0"/>
              <a:t>list of ASes through which prefix advertisement has passed</a:t>
            </a:r>
          </a:p>
          <a:p>
            <a:pPr marL="920750" lvl="1" indent="-211138"/>
            <a:r>
              <a:rPr lang="en-US" dirty="0">
                <a:solidFill>
                  <a:srgbClr val="000090"/>
                </a:solidFill>
              </a:rPr>
              <a:t>NEXT-HO</a:t>
            </a:r>
            <a:r>
              <a:rPr lang="en-US" dirty="0">
                <a:solidFill>
                  <a:srgbClr val="0000A8"/>
                </a:solidFill>
              </a:rPr>
              <a:t>P: </a:t>
            </a:r>
            <a:r>
              <a:rPr lang="en-US" dirty="0"/>
              <a:t>indicates specific internal-AS router to next-hop AS</a:t>
            </a:r>
          </a:p>
          <a:p>
            <a:pPr marL="61913" indent="0">
              <a:buNone/>
            </a:pPr>
            <a:endParaRPr lang="en-US" sz="2800" dirty="0"/>
          </a:p>
          <a:p>
            <a:pPr lvl="1"/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921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98483-88DB-13E5-E7E3-5F9AF3438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3C71BFD-C5F2-4FDC-8965-93DDB03F7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Path attributes and BGP routes</a:t>
            </a:r>
          </a:p>
        </p:txBody>
      </p:sp>
      <p:sp>
        <p:nvSpPr>
          <p:cNvPr id="225" name="Rectangle 3">
            <a:extLst>
              <a:ext uri="{FF2B5EF4-FFF2-40B4-BE49-F238E27FC236}">
                <a16:creationId xmlns:a16="http://schemas.microsoft.com/office/drawing/2014/main" id="{DAC1889E-73B4-D120-BAB5-7F521B8878D2}"/>
              </a:ext>
            </a:extLst>
          </p:cNvPr>
          <p:cNvSpPr txBox="1">
            <a:spLocks noChangeArrowheads="1"/>
          </p:cNvSpPr>
          <p:nvPr/>
        </p:nvSpPr>
        <p:spPr>
          <a:xfrm>
            <a:off x="767350" y="1547660"/>
            <a:ext cx="10957012" cy="50410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90513"/>
            <a:r>
              <a:rPr lang="en-US" sz="3200" dirty="0"/>
              <a:t>BGP advertised route:  prefix + attributes </a:t>
            </a:r>
          </a:p>
          <a:p>
            <a:pPr lvl="1" indent="-290513"/>
            <a:r>
              <a:rPr lang="en-US" sz="2800" dirty="0"/>
              <a:t>prefix: destination being advertised</a:t>
            </a:r>
          </a:p>
          <a:p>
            <a:pPr lvl="1" indent="-290513"/>
            <a:r>
              <a:rPr lang="en-US" sz="2800" dirty="0"/>
              <a:t>two important attributes:</a:t>
            </a:r>
          </a:p>
          <a:p>
            <a:pPr marL="920750" lvl="1" indent="-211138"/>
            <a:r>
              <a:rPr lang="en-US" dirty="0">
                <a:solidFill>
                  <a:srgbClr val="000090"/>
                </a:solidFill>
              </a:rPr>
              <a:t>AS-PATH: </a:t>
            </a:r>
            <a:r>
              <a:rPr lang="en-US" dirty="0"/>
              <a:t>list of ASes through which prefix advertisement has passed</a:t>
            </a:r>
          </a:p>
          <a:p>
            <a:pPr marL="920750" lvl="1" indent="-211138"/>
            <a:r>
              <a:rPr lang="en-US" dirty="0">
                <a:solidFill>
                  <a:srgbClr val="000090"/>
                </a:solidFill>
              </a:rPr>
              <a:t>NEXT-HO</a:t>
            </a:r>
            <a:r>
              <a:rPr lang="en-US" dirty="0">
                <a:solidFill>
                  <a:srgbClr val="0000A8"/>
                </a:solidFill>
              </a:rPr>
              <a:t>P: </a:t>
            </a:r>
            <a:r>
              <a:rPr lang="en-US" dirty="0"/>
              <a:t>indicates specific internal-AS router to next-hop AS</a:t>
            </a:r>
          </a:p>
          <a:p>
            <a:pPr marL="347663" indent="-285750"/>
            <a:r>
              <a:rPr lang="en-US" sz="3200" dirty="0">
                <a:solidFill>
                  <a:srgbClr val="C00000"/>
                </a:solidFill>
              </a:rPr>
              <a:t>policy-based routing:</a:t>
            </a:r>
          </a:p>
          <a:p>
            <a:pPr lvl="1"/>
            <a:r>
              <a:rPr lang="en-US" sz="2800" dirty="0"/>
              <a:t>gateway receiving route advertisement uses </a:t>
            </a:r>
            <a:r>
              <a:rPr lang="en-US" sz="2800" i="1" dirty="0">
                <a:solidFill>
                  <a:srgbClr val="0000A8"/>
                </a:solidFill>
              </a:rPr>
              <a:t>import policy </a:t>
            </a:r>
            <a:r>
              <a:rPr lang="en-US" sz="2800" dirty="0"/>
              <a:t>to accept/decline path (e.g., never route through AS Y).</a:t>
            </a:r>
          </a:p>
          <a:p>
            <a:pPr lvl="1"/>
            <a:r>
              <a:rPr lang="en-US" sz="2800" dirty="0"/>
              <a:t>AS policy also determines whether to </a:t>
            </a:r>
            <a:r>
              <a:rPr lang="en-US" sz="2800" i="1" dirty="0">
                <a:solidFill>
                  <a:srgbClr val="0000A8"/>
                </a:solidFill>
              </a:rPr>
              <a:t>advertise</a:t>
            </a:r>
            <a:r>
              <a:rPr lang="en-US" sz="2800" dirty="0">
                <a:solidFill>
                  <a:srgbClr val="0000A8"/>
                </a:solidFill>
              </a:rPr>
              <a:t> </a:t>
            </a:r>
            <a:r>
              <a:rPr lang="en-US" sz="2800" dirty="0"/>
              <a:t>path to other other neighboring ASes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505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1249416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Why different Intra-, Inter-AS routing ?</a:t>
            </a:r>
            <a:r>
              <a:rPr lang="en-US" sz="6000" dirty="0"/>
              <a:t>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6433D-1EBF-D447-9924-50E7F0E2E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Network Layer: 5-</a:t>
            </a:r>
            <a:fld id="{C4204591-24BD-A542-B9D5-F8D8A88D2FEE}" type="slidenum">
              <a:rPr lang="en-US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4AB976E8-5353-7C49-BF7F-4718E1D40008}"/>
              </a:ext>
            </a:extLst>
          </p:cNvPr>
          <p:cNvSpPr txBox="1">
            <a:spLocks noChangeArrowheads="1"/>
          </p:cNvSpPr>
          <p:nvPr/>
        </p:nvSpPr>
        <p:spPr>
          <a:xfrm>
            <a:off x="952500" y="1421534"/>
            <a:ext cx="10318605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policy: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  <a:p>
            <a:pPr marL="460375" indent="-223838"/>
            <a:r>
              <a:rPr lang="en-US" dirty="0"/>
              <a:t>inter-AS: admin wants control over how its traffic routed, who routes through its network </a:t>
            </a:r>
          </a:p>
          <a:p>
            <a:pPr marL="460375" indent="-223838"/>
            <a:r>
              <a:rPr lang="en-US" dirty="0"/>
              <a:t>intra-AS: single admin, so policy less of an issue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scale:</a:t>
            </a:r>
            <a:endParaRPr lang="en-US" dirty="0">
              <a:solidFill>
                <a:srgbClr val="C00000"/>
              </a:solidFill>
            </a:endParaRPr>
          </a:p>
          <a:p>
            <a:pPr marL="460375" indent="-223838"/>
            <a:r>
              <a:rPr lang="en-US" dirty="0"/>
              <a:t>hierarchical routing saves table size, reduced update traffic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performance: </a:t>
            </a:r>
          </a:p>
          <a:p>
            <a:pPr marL="460375" indent="-223838"/>
            <a:r>
              <a:rPr lang="en-US" dirty="0"/>
              <a:t>intra-AS: can focus on performance</a:t>
            </a:r>
          </a:p>
          <a:p>
            <a:pPr marL="460375" indent="-223838"/>
            <a:r>
              <a:rPr lang="en-US" dirty="0"/>
              <a:t>inter-AS: policy dominates over performance</a:t>
            </a:r>
          </a:p>
        </p:txBody>
      </p:sp>
    </p:spTree>
    <p:extLst>
      <p:ext uri="{BB962C8B-B14F-4D97-AF65-F5344CB8AC3E}">
        <p14:creationId xmlns:p14="http://schemas.microsoft.com/office/powerpoint/2010/main" val="33233041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Hot potato routing</a:t>
            </a:r>
          </a:p>
        </p:txBody>
      </p:sp>
      <p:sp>
        <p:nvSpPr>
          <p:cNvPr id="280" name="Content Placeholder 39">
            <a:extLst>
              <a:ext uri="{FF2B5EF4-FFF2-40B4-BE49-F238E27FC236}">
                <a16:creationId xmlns:a16="http://schemas.microsoft.com/office/drawing/2014/main" id="{B4272163-18FE-8D42-9D74-AD852AF94689}"/>
              </a:ext>
            </a:extLst>
          </p:cNvPr>
          <p:cNvSpPr txBox="1">
            <a:spLocks/>
          </p:cNvSpPr>
          <p:nvPr/>
        </p:nvSpPr>
        <p:spPr bwMode="auto">
          <a:xfrm>
            <a:off x="1102290" y="4634378"/>
            <a:ext cx="10809962" cy="1866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2d learns (via iBGP) it can route to X via 2a or 2c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b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ＭＳ Ｐゴシック" charset="0"/>
              </a:rPr>
              <a:t>hot potato routing: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choose local gateway that has least </a:t>
            </a: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intra-domain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 cost (e.g., 2d chooses 2a, even though more AS hops to </a:t>
            </a: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X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): don’t worry about inter-domain cost!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2D2DB9">
                  <a:lumMod val="75000"/>
                </a:srgbClr>
              </a:solidFill>
              <a:effectLst/>
              <a:uLnTx/>
              <a:uFillTx/>
              <a:ea typeface="ＭＳ Ｐゴシック" charset="0"/>
            </a:endParaRPr>
          </a:p>
        </p:txBody>
      </p:sp>
      <p:grpSp>
        <p:nvGrpSpPr>
          <p:cNvPr id="3" name="Group 2" descr="Illustration of Hot Potato routing">
            <a:extLst>
              <a:ext uri="{FF2B5EF4-FFF2-40B4-BE49-F238E27FC236}">
                <a16:creationId xmlns:a16="http://schemas.microsoft.com/office/drawing/2014/main" id="{C826E3A2-1890-8D60-0F4F-574377ABF284}"/>
              </a:ext>
            </a:extLst>
          </p:cNvPr>
          <p:cNvGrpSpPr/>
          <p:nvPr/>
        </p:nvGrpSpPr>
        <p:grpSpPr>
          <a:xfrm>
            <a:off x="1163507" y="1064076"/>
            <a:ext cx="9801110" cy="2967597"/>
            <a:chOff x="1163507" y="1064076"/>
            <a:chExt cx="9801110" cy="2967597"/>
          </a:xfrm>
        </p:grpSpPr>
        <p:grpSp>
          <p:nvGrpSpPr>
            <p:cNvPr id="709" name="Group 708" descr="Hot potato routing illustration">
              <a:extLst>
                <a:ext uri="{FF2B5EF4-FFF2-40B4-BE49-F238E27FC236}">
                  <a16:creationId xmlns:a16="http://schemas.microsoft.com/office/drawing/2014/main" id="{1F41E039-69B1-C84B-A231-87568310385C}"/>
                </a:ext>
              </a:extLst>
            </p:cNvPr>
            <p:cNvGrpSpPr/>
            <p:nvPr/>
          </p:nvGrpSpPr>
          <p:grpSpPr>
            <a:xfrm>
              <a:off x="1163507" y="1064076"/>
              <a:ext cx="9801110" cy="2876474"/>
              <a:chOff x="1113403" y="1064076"/>
              <a:chExt cx="9801110" cy="2876474"/>
            </a:xfrm>
          </p:grpSpPr>
          <p:grpSp>
            <p:nvGrpSpPr>
              <p:cNvPr id="710" name="Group 709">
                <a:extLst>
                  <a:ext uri="{FF2B5EF4-FFF2-40B4-BE49-F238E27FC236}">
                    <a16:creationId xmlns:a16="http://schemas.microsoft.com/office/drawing/2014/main" id="{358F421E-8ED0-8E45-B17C-02ACEF578637}"/>
                  </a:ext>
                </a:extLst>
              </p:cNvPr>
              <p:cNvGrpSpPr/>
              <p:nvPr/>
            </p:nvGrpSpPr>
            <p:grpSpPr>
              <a:xfrm>
                <a:off x="1113403" y="1064076"/>
                <a:ext cx="9801110" cy="2876474"/>
                <a:chOff x="1426553" y="3694542"/>
                <a:chExt cx="9801110" cy="2876474"/>
              </a:xfrm>
            </p:grpSpPr>
            <p:grpSp>
              <p:nvGrpSpPr>
                <p:cNvPr id="712" name="Group 711">
                  <a:extLst>
                    <a:ext uri="{FF2B5EF4-FFF2-40B4-BE49-F238E27FC236}">
                      <a16:creationId xmlns:a16="http://schemas.microsoft.com/office/drawing/2014/main" id="{1BC421A3-D5D4-D44E-B01C-625A8BEB17CB}"/>
                    </a:ext>
                  </a:extLst>
                </p:cNvPr>
                <p:cNvGrpSpPr/>
                <p:nvPr/>
              </p:nvGrpSpPr>
              <p:grpSpPr>
                <a:xfrm>
                  <a:off x="1426553" y="3694542"/>
                  <a:ext cx="9249542" cy="2876474"/>
                  <a:chOff x="1426553" y="3694542"/>
                  <a:chExt cx="9249542" cy="2876474"/>
                </a:xfrm>
              </p:grpSpPr>
              <p:grpSp>
                <p:nvGrpSpPr>
                  <p:cNvPr id="730" name="Group 729">
                    <a:extLst>
                      <a:ext uri="{FF2B5EF4-FFF2-40B4-BE49-F238E27FC236}">
                        <a16:creationId xmlns:a16="http://schemas.microsoft.com/office/drawing/2014/main" id="{ABD7D0B3-FF50-7F41-A3A6-44EAF38A4B70}"/>
                      </a:ext>
                    </a:extLst>
                  </p:cNvPr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4625977" y="4850481"/>
                    <a:chExt cx="2545688" cy="1720535"/>
                  </a:xfrm>
                </p:grpSpPr>
                <p:grpSp>
                  <p:nvGrpSpPr>
                    <p:cNvPr id="864" name="Group 863">
                      <a:extLst>
                        <a:ext uri="{FF2B5EF4-FFF2-40B4-BE49-F238E27FC236}">
                          <a16:creationId xmlns:a16="http://schemas.microsoft.com/office/drawing/2014/main" id="{DD424EE1-85A8-444D-A8D1-7D38FAD0886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25977" y="4850481"/>
                      <a:ext cx="2545688" cy="1720535"/>
                      <a:chOff x="-2170772" y="2784954"/>
                      <a:chExt cx="2712783" cy="1853712"/>
                    </a:xfrm>
                  </p:grpSpPr>
                  <p:sp>
                    <p:nvSpPr>
                      <p:cNvPr id="866" name="Freeform 2">
                        <a:extLst>
                          <a:ext uri="{FF2B5EF4-FFF2-40B4-BE49-F238E27FC236}">
                            <a16:creationId xmlns:a16="http://schemas.microsoft.com/office/drawing/2014/main" id="{A08F267F-4261-B94D-A420-8BAFE1C906D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-2170772" y="2784954"/>
                        <a:ext cx="2712783" cy="1853712"/>
                      </a:xfrm>
                      <a:custGeom>
                        <a:avLst/>
                        <a:gdLst>
                          <a:gd name="T0" fmla="*/ 648763 w 10001"/>
                          <a:gd name="T1" fmla="*/ 34777612 h 10125"/>
                          <a:gd name="T2" fmla="*/ 115976403 w 10001"/>
                          <a:gd name="T3" fmla="*/ 13733703 h 10125"/>
                          <a:gd name="T4" fmla="*/ 507700960 w 10001"/>
                          <a:gd name="T5" fmla="*/ 8662125 h 10125"/>
                          <a:gd name="T6" fmla="*/ 810212713 w 10001"/>
                          <a:gd name="T7" fmla="*/ 0 h 10125"/>
                          <a:gd name="T8" fmla="*/ 1090015738 w 10001"/>
                          <a:gd name="T9" fmla="*/ 8687929 h 10125"/>
                          <a:gd name="T10" fmla="*/ 1310938763 w 10001"/>
                          <a:gd name="T11" fmla="*/ 4279362 h 10125"/>
                          <a:gd name="T12" fmla="*/ 1620263134 w 10001"/>
                          <a:gd name="T13" fmla="*/ 25736690 h 10125"/>
                          <a:gd name="T14" fmla="*/ 1394798364 w 10001"/>
                          <a:gd name="T15" fmla="*/ 58525268 h 10125"/>
                          <a:gd name="T16" fmla="*/ 1134622140 w 10001"/>
                          <a:gd name="T17" fmla="*/ 80266624 h 10125"/>
                          <a:gd name="T18" fmla="*/ 860820276 w 10001"/>
                          <a:gd name="T19" fmla="*/ 76142271 h 10125"/>
                          <a:gd name="T20" fmla="*/ 708996782 w 10001"/>
                          <a:gd name="T21" fmla="*/ 85346835 h 10125"/>
                          <a:gd name="T22" fmla="*/ 509322667 w 10001"/>
                          <a:gd name="T23" fmla="*/ 86268164 h 10125"/>
                          <a:gd name="T24" fmla="*/ 353443899 w 10001"/>
                          <a:gd name="T25" fmla="*/ 67979516 h 10125"/>
                          <a:gd name="T26" fmla="*/ 192536914 w 10001"/>
                          <a:gd name="T27" fmla="*/ 64535347 h 10125"/>
                          <a:gd name="T28" fmla="*/ 648763 w 10001"/>
                          <a:gd name="T29" fmla="*/ 34777612 h 10125"/>
                          <a:gd name="T30" fmla="*/ 0 60000 65536"/>
                          <a:gd name="T31" fmla="*/ 0 60000 65536"/>
                          <a:gd name="T32" fmla="*/ 0 60000 65536"/>
                          <a:gd name="T33" fmla="*/ 0 60000 65536"/>
                          <a:gd name="T34" fmla="*/ 0 60000 65536"/>
                          <a:gd name="T35" fmla="*/ 0 60000 65536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connsiteX0" fmla="*/ 4 w 10040"/>
                          <a:gd name="connsiteY0" fmla="*/ 4039 h 10125"/>
                          <a:gd name="connsiteX1" fmla="*/ 715 w 10040"/>
                          <a:gd name="connsiteY1" fmla="*/ 1595 h 10125"/>
                          <a:gd name="connsiteX2" fmla="*/ 3130 w 10040"/>
                          <a:gd name="connsiteY2" fmla="*/ 1006 h 10125"/>
                          <a:gd name="connsiteX3" fmla="*/ 4995 w 10040"/>
                          <a:gd name="connsiteY3" fmla="*/ 0 h 10125"/>
                          <a:gd name="connsiteX4" fmla="*/ 6720 w 10040"/>
                          <a:gd name="connsiteY4" fmla="*/ 1009 h 10125"/>
                          <a:gd name="connsiteX5" fmla="*/ 9989 w 10040"/>
                          <a:gd name="connsiteY5" fmla="*/ 2989 h 10125"/>
                          <a:gd name="connsiteX6" fmla="*/ 8599 w 10040"/>
                          <a:gd name="connsiteY6" fmla="*/ 6797 h 10125"/>
                          <a:gd name="connsiteX7" fmla="*/ 6995 w 10040"/>
                          <a:gd name="connsiteY7" fmla="*/ 9322 h 10125"/>
                          <a:gd name="connsiteX8" fmla="*/ 5307 w 10040"/>
                          <a:gd name="connsiteY8" fmla="*/ 8843 h 10125"/>
                          <a:gd name="connsiteX9" fmla="*/ 4371 w 10040"/>
                          <a:gd name="connsiteY9" fmla="*/ 9912 h 10125"/>
                          <a:gd name="connsiteX10" fmla="*/ 3140 w 10040"/>
                          <a:gd name="connsiteY10" fmla="*/ 10019 h 10125"/>
                          <a:gd name="connsiteX11" fmla="*/ 2179 w 10040"/>
                          <a:gd name="connsiteY11" fmla="*/ 7895 h 10125"/>
                          <a:gd name="connsiteX12" fmla="*/ 1187 w 10040"/>
                          <a:gd name="connsiteY12" fmla="*/ 7495 h 10125"/>
                          <a:gd name="connsiteX13" fmla="*/ 4 w 10040"/>
                          <a:gd name="connsiteY13" fmla="*/ 4039 h 10125"/>
                          <a:gd name="connsiteX0" fmla="*/ 4 w 8600"/>
                          <a:gd name="connsiteY0" fmla="*/ 4042 h 10128"/>
                          <a:gd name="connsiteX1" fmla="*/ 715 w 8600"/>
                          <a:gd name="connsiteY1" fmla="*/ 1598 h 10128"/>
                          <a:gd name="connsiteX2" fmla="*/ 3130 w 8600"/>
                          <a:gd name="connsiteY2" fmla="*/ 1009 h 10128"/>
                          <a:gd name="connsiteX3" fmla="*/ 4995 w 8600"/>
                          <a:gd name="connsiteY3" fmla="*/ 3 h 10128"/>
                          <a:gd name="connsiteX4" fmla="*/ 6720 w 8600"/>
                          <a:gd name="connsiteY4" fmla="*/ 1012 h 10128"/>
                          <a:gd name="connsiteX5" fmla="*/ 8599 w 8600"/>
                          <a:gd name="connsiteY5" fmla="*/ 6800 h 10128"/>
                          <a:gd name="connsiteX6" fmla="*/ 6995 w 8600"/>
                          <a:gd name="connsiteY6" fmla="*/ 9325 h 10128"/>
                          <a:gd name="connsiteX7" fmla="*/ 5307 w 8600"/>
                          <a:gd name="connsiteY7" fmla="*/ 8846 h 10128"/>
                          <a:gd name="connsiteX8" fmla="*/ 4371 w 8600"/>
                          <a:gd name="connsiteY8" fmla="*/ 9915 h 10128"/>
                          <a:gd name="connsiteX9" fmla="*/ 3140 w 8600"/>
                          <a:gd name="connsiteY9" fmla="*/ 10022 h 10128"/>
                          <a:gd name="connsiteX10" fmla="*/ 2179 w 8600"/>
                          <a:gd name="connsiteY10" fmla="*/ 7898 h 10128"/>
                          <a:gd name="connsiteX11" fmla="*/ 1187 w 8600"/>
                          <a:gd name="connsiteY11" fmla="*/ 7498 h 10128"/>
                          <a:gd name="connsiteX12" fmla="*/ 4 w 8600"/>
                          <a:gd name="connsiteY12" fmla="*/ 4042 h 10128"/>
                          <a:gd name="connsiteX0" fmla="*/ 4 w 9326"/>
                          <a:gd name="connsiteY0" fmla="*/ 3988 h 9997"/>
                          <a:gd name="connsiteX1" fmla="*/ 830 w 9326"/>
                          <a:gd name="connsiteY1" fmla="*/ 1575 h 9997"/>
                          <a:gd name="connsiteX2" fmla="*/ 3639 w 9326"/>
                          <a:gd name="connsiteY2" fmla="*/ 993 h 9997"/>
                          <a:gd name="connsiteX3" fmla="*/ 5807 w 9326"/>
                          <a:gd name="connsiteY3" fmla="*/ 0 h 9997"/>
                          <a:gd name="connsiteX4" fmla="*/ 7813 w 9326"/>
                          <a:gd name="connsiteY4" fmla="*/ 996 h 9997"/>
                          <a:gd name="connsiteX5" fmla="*/ 9324 w 9326"/>
                          <a:gd name="connsiteY5" fmla="*/ 5746 h 9997"/>
                          <a:gd name="connsiteX6" fmla="*/ 8133 w 9326"/>
                          <a:gd name="connsiteY6" fmla="*/ 9204 h 9997"/>
                          <a:gd name="connsiteX7" fmla="*/ 6170 w 9326"/>
                          <a:gd name="connsiteY7" fmla="*/ 8731 h 9997"/>
                          <a:gd name="connsiteX8" fmla="*/ 5082 w 9326"/>
                          <a:gd name="connsiteY8" fmla="*/ 9787 h 9997"/>
                          <a:gd name="connsiteX9" fmla="*/ 3650 w 9326"/>
                          <a:gd name="connsiteY9" fmla="*/ 9892 h 9997"/>
                          <a:gd name="connsiteX10" fmla="*/ 2533 w 9326"/>
                          <a:gd name="connsiteY10" fmla="*/ 7795 h 9997"/>
                          <a:gd name="connsiteX11" fmla="*/ 1379 w 9326"/>
                          <a:gd name="connsiteY11" fmla="*/ 7400 h 9997"/>
                          <a:gd name="connsiteX12" fmla="*/ 4 w 9326"/>
                          <a:gd name="connsiteY12" fmla="*/ 3988 h 9997"/>
                          <a:gd name="connsiteX0" fmla="*/ 4 w 10001"/>
                          <a:gd name="connsiteY0" fmla="*/ 3989 h 10041"/>
                          <a:gd name="connsiteX1" fmla="*/ 890 w 10001"/>
                          <a:gd name="connsiteY1" fmla="*/ 1575 h 10041"/>
                          <a:gd name="connsiteX2" fmla="*/ 3902 w 10001"/>
                          <a:gd name="connsiteY2" fmla="*/ 993 h 10041"/>
                          <a:gd name="connsiteX3" fmla="*/ 6227 w 10001"/>
                          <a:gd name="connsiteY3" fmla="*/ 0 h 10041"/>
                          <a:gd name="connsiteX4" fmla="*/ 8378 w 10001"/>
                          <a:gd name="connsiteY4" fmla="*/ 996 h 10041"/>
                          <a:gd name="connsiteX5" fmla="*/ 9998 w 10001"/>
                          <a:gd name="connsiteY5" fmla="*/ 5748 h 10041"/>
                          <a:gd name="connsiteX6" fmla="*/ 8721 w 10001"/>
                          <a:gd name="connsiteY6" fmla="*/ 9207 h 10041"/>
                          <a:gd name="connsiteX7" fmla="*/ 5449 w 10001"/>
                          <a:gd name="connsiteY7" fmla="*/ 9790 h 10041"/>
                          <a:gd name="connsiteX8" fmla="*/ 3914 w 10001"/>
                          <a:gd name="connsiteY8" fmla="*/ 9895 h 10041"/>
                          <a:gd name="connsiteX9" fmla="*/ 2716 w 10001"/>
                          <a:gd name="connsiteY9" fmla="*/ 7797 h 10041"/>
                          <a:gd name="connsiteX10" fmla="*/ 1479 w 10001"/>
                          <a:gd name="connsiteY10" fmla="*/ 7402 h 10041"/>
                          <a:gd name="connsiteX11" fmla="*/ 4 w 10001"/>
                          <a:gd name="connsiteY11" fmla="*/ 3989 h 10041"/>
                          <a:gd name="connsiteX0" fmla="*/ 4 w 10001"/>
                          <a:gd name="connsiteY0" fmla="*/ 3989 h 14825"/>
                          <a:gd name="connsiteX1" fmla="*/ 890 w 10001"/>
                          <a:gd name="connsiteY1" fmla="*/ 1575 h 14825"/>
                          <a:gd name="connsiteX2" fmla="*/ 3902 w 10001"/>
                          <a:gd name="connsiteY2" fmla="*/ 993 h 14825"/>
                          <a:gd name="connsiteX3" fmla="*/ 6227 w 10001"/>
                          <a:gd name="connsiteY3" fmla="*/ 0 h 14825"/>
                          <a:gd name="connsiteX4" fmla="*/ 8378 w 10001"/>
                          <a:gd name="connsiteY4" fmla="*/ 996 h 14825"/>
                          <a:gd name="connsiteX5" fmla="*/ 9998 w 10001"/>
                          <a:gd name="connsiteY5" fmla="*/ 5748 h 14825"/>
                          <a:gd name="connsiteX6" fmla="*/ 8721 w 10001"/>
                          <a:gd name="connsiteY6" fmla="*/ 9207 h 14825"/>
                          <a:gd name="connsiteX7" fmla="*/ 6011 w 10001"/>
                          <a:gd name="connsiteY7" fmla="*/ 14823 h 14825"/>
                          <a:gd name="connsiteX8" fmla="*/ 3914 w 10001"/>
                          <a:gd name="connsiteY8" fmla="*/ 9895 h 14825"/>
                          <a:gd name="connsiteX9" fmla="*/ 2716 w 10001"/>
                          <a:gd name="connsiteY9" fmla="*/ 7797 h 14825"/>
                          <a:gd name="connsiteX10" fmla="*/ 1479 w 10001"/>
                          <a:gd name="connsiteY10" fmla="*/ 7402 h 14825"/>
                          <a:gd name="connsiteX11" fmla="*/ 4 w 10001"/>
                          <a:gd name="connsiteY11" fmla="*/ 3989 h 14825"/>
                          <a:gd name="connsiteX0" fmla="*/ 4 w 10001"/>
                          <a:gd name="connsiteY0" fmla="*/ 7436 h 18272"/>
                          <a:gd name="connsiteX1" fmla="*/ 890 w 10001"/>
                          <a:gd name="connsiteY1" fmla="*/ 5022 h 18272"/>
                          <a:gd name="connsiteX2" fmla="*/ 3902 w 10001"/>
                          <a:gd name="connsiteY2" fmla="*/ 4440 h 18272"/>
                          <a:gd name="connsiteX3" fmla="*/ 6026 w 10001"/>
                          <a:gd name="connsiteY3" fmla="*/ 0 h 18272"/>
                          <a:gd name="connsiteX4" fmla="*/ 8378 w 10001"/>
                          <a:gd name="connsiteY4" fmla="*/ 4443 h 18272"/>
                          <a:gd name="connsiteX5" fmla="*/ 9998 w 10001"/>
                          <a:gd name="connsiteY5" fmla="*/ 9195 h 18272"/>
                          <a:gd name="connsiteX6" fmla="*/ 8721 w 10001"/>
                          <a:gd name="connsiteY6" fmla="*/ 12654 h 18272"/>
                          <a:gd name="connsiteX7" fmla="*/ 6011 w 10001"/>
                          <a:gd name="connsiteY7" fmla="*/ 18270 h 18272"/>
                          <a:gd name="connsiteX8" fmla="*/ 3914 w 10001"/>
                          <a:gd name="connsiteY8" fmla="*/ 13342 h 18272"/>
                          <a:gd name="connsiteX9" fmla="*/ 2716 w 10001"/>
                          <a:gd name="connsiteY9" fmla="*/ 11244 h 18272"/>
                          <a:gd name="connsiteX10" fmla="*/ 1479 w 10001"/>
                          <a:gd name="connsiteY10" fmla="*/ 10849 h 18272"/>
                          <a:gd name="connsiteX11" fmla="*/ 4 w 10001"/>
                          <a:gd name="connsiteY11" fmla="*/ 7436 h 18272"/>
                          <a:gd name="connsiteX0" fmla="*/ 1 w 9998"/>
                          <a:gd name="connsiteY0" fmla="*/ 7436 h 18272"/>
                          <a:gd name="connsiteX1" fmla="*/ 3899 w 9998"/>
                          <a:gd name="connsiteY1" fmla="*/ 4440 h 18272"/>
                          <a:gd name="connsiteX2" fmla="*/ 6023 w 9998"/>
                          <a:gd name="connsiteY2" fmla="*/ 0 h 18272"/>
                          <a:gd name="connsiteX3" fmla="*/ 8375 w 9998"/>
                          <a:gd name="connsiteY3" fmla="*/ 4443 h 18272"/>
                          <a:gd name="connsiteX4" fmla="*/ 9995 w 9998"/>
                          <a:gd name="connsiteY4" fmla="*/ 9195 h 18272"/>
                          <a:gd name="connsiteX5" fmla="*/ 8718 w 9998"/>
                          <a:gd name="connsiteY5" fmla="*/ 12654 h 18272"/>
                          <a:gd name="connsiteX6" fmla="*/ 6008 w 9998"/>
                          <a:gd name="connsiteY6" fmla="*/ 18270 h 18272"/>
                          <a:gd name="connsiteX7" fmla="*/ 3911 w 9998"/>
                          <a:gd name="connsiteY7" fmla="*/ 13342 h 18272"/>
                          <a:gd name="connsiteX8" fmla="*/ 2713 w 9998"/>
                          <a:gd name="connsiteY8" fmla="*/ 11244 h 18272"/>
                          <a:gd name="connsiteX9" fmla="*/ 1476 w 9998"/>
                          <a:gd name="connsiteY9" fmla="*/ 10849 h 18272"/>
                          <a:gd name="connsiteX10" fmla="*/ 1 w 9998"/>
                          <a:gd name="connsiteY10" fmla="*/ 7436 h 18272"/>
                          <a:gd name="connsiteX0" fmla="*/ 35 w 8559"/>
                          <a:gd name="connsiteY0" fmla="*/ 5938 h 10000"/>
                          <a:gd name="connsiteX1" fmla="*/ 2459 w 8559"/>
                          <a:gd name="connsiteY1" fmla="*/ 2430 h 10000"/>
                          <a:gd name="connsiteX2" fmla="*/ 4583 w 8559"/>
                          <a:gd name="connsiteY2" fmla="*/ 0 h 10000"/>
                          <a:gd name="connsiteX3" fmla="*/ 6936 w 8559"/>
                          <a:gd name="connsiteY3" fmla="*/ 2432 h 10000"/>
                          <a:gd name="connsiteX4" fmla="*/ 8556 w 8559"/>
                          <a:gd name="connsiteY4" fmla="*/ 5032 h 10000"/>
                          <a:gd name="connsiteX5" fmla="*/ 7279 w 8559"/>
                          <a:gd name="connsiteY5" fmla="*/ 6925 h 10000"/>
                          <a:gd name="connsiteX6" fmla="*/ 4568 w 8559"/>
                          <a:gd name="connsiteY6" fmla="*/ 9999 h 10000"/>
                          <a:gd name="connsiteX7" fmla="*/ 2471 w 8559"/>
                          <a:gd name="connsiteY7" fmla="*/ 7302 h 10000"/>
                          <a:gd name="connsiteX8" fmla="*/ 1273 w 8559"/>
                          <a:gd name="connsiteY8" fmla="*/ 6154 h 10000"/>
                          <a:gd name="connsiteX9" fmla="*/ 35 w 8559"/>
                          <a:gd name="connsiteY9" fmla="*/ 5938 h 10000"/>
                          <a:gd name="connsiteX0" fmla="*/ 49 w 9820"/>
                          <a:gd name="connsiteY0" fmla="*/ 4655 h 10000"/>
                          <a:gd name="connsiteX1" fmla="*/ 2693 w 9820"/>
                          <a:gd name="connsiteY1" fmla="*/ 2430 h 10000"/>
                          <a:gd name="connsiteX2" fmla="*/ 5175 w 9820"/>
                          <a:gd name="connsiteY2" fmla="*/ 0 h 10000"/>
                          <a:gd name="connsiteX3" fmla="*/ 7924 w 9820"/>
                          <a:gd name="connsiteY3" fmla="*/ 2432 h 10000"/>
                          <a:gd name="connsiteX4" fmla="*/ 9816 w 9820"/>
                          <a:gd name="connsiteY4" fmla="*/ 5032 h 10000"/>
                          <a:gd name="connsiteX5" fmla="*/ 8324 w 9820"/>
                          <a:gd name="connsiteY5" fmla="*/ 6925 h 10000"/>
                          <a:gd name="connsiteX6" fmla="*/ 5157 w 9820"/>
                          <a:gd name="connsiteY6" fmla="*/ 9999 h 10000"/>
                          <a:gd name="connsiteX7" fmla="*/ 2707 w 9820"/>
                          <a:gd name="connsiteY7" fmla="*/ 7302 h 10000"/>
                          <a:gd name="connsiteX8" fmla="*/ 1307 w 9820"/>
                          <a:gd name="connsiteY8" fmla="*/ 6154 h 10000"/>
                          <a:gd name="connsiteX9" fmla="*/ 49 w 9820"/>
                          <a:gd name="connsiteY9" fmla="*/ 4655 h 10000"/>
                          <a:gd name="connsiteX0" fmla="*/ 45 w 9995"/>
                          <a:gd name="connsiteY0" fmla="*/ 4655 h 10000"/>
                          <a:gd name="connsiteX1" fmla="*/ 2737 w 9995"/>
                          <a:gd name="connsiteY1" fmla="*/ 2430 h 10000"/>
                          <a:gd name="connsiteX2" fmla="*/ 5265 w 9995"/>
                          <a:gd name="connsiteY2" fmla="*/ 0 h 10000"/>
                          <a:gd name="connsiteX3" fmla="*/ 8064 w 9995"/>
                          <a:gd name="connsiteY3" fmla="*/ 2432 h 10000"/>
                          <a:gd name="connsiteX4" fmla="*/ 9991 w 9995"/>
                          <a:gd name="connsiteY4" fmla="*/ 5032 h 10000"/>
                          <a:gd name="connsiteX5" fmla="*/ 8472 w 9995"/>
                          <a:gd name="connsiteY5" fmla="*/ 6925 h 10000"/>
                          <a:gd name="connsiteX6" fmla="*/ 5247 w 9995"/>
                          <a:gd name="connsiteY6" fmla="*/ 9999 h 10000"/>
                          <a:gd name="connsiteX7" fmla="*/ 2752 w 9995"/>
                          <a:gd name="connsiteY7" fmla="*/ 7302 h 10000"/>
                          <a:gd name="connsiteX8" fmla="*/ 1374 w 9995"/>
                          <a:gd name="connsiteY8" fmla="*/ 6984 h 10000"/>
                          <a:gd name="connsiteX9" fmla="*/ 45 w 9995"/>
                          <a:gd name="connsiteY9" fmla="*/ 4655 h 10000"/>
                          <a:gd name="connsiteX0" fmla="*/ 45 w 10000"/>
                          <a:gd name="connsiteY0" fmla="*/ 5032 h 10377"/>
                          <a:gd name="connsiteX1" fmla="*/ 2738 w 10000"/>
                          <a:gd name="connsiteY1" fmla="*/ 2807 h 10377"/>
                          <a:gd name="connsiteX2" fmla="*/ 4886 w 10000"/>
                          <a:gd name="connsiteY2" fmla="*/ 0 h 10377"/>
                          <a:gd name="connsiteX3" fmla="*/ 8068 w 10000"/>
                          <a:gd name="connsiteY3" fmla="*/ 2809 h 10377"/>
                          <a:gd name="connsiteX4" fmla="*/ 9996 w 10000"/>
                          <a:gd name="connsiteY4" fmla="*/ 5409 h 10377"/>
                          <a:gd name="connsiteX5" fmla="*/ 8476 w 10000"/>
                          <a:gd name="connsiteY5" fmla="*/ 7302 h 10377"/>
                          <a:gd name="connsiteX6" fmla="*/ 5250 w 10000"/>
                          <a:gd name="connsiteY6" fmla="*/ 10376 h 10377"/>
                          <a:gd name="connsiteX7" fmla="*/ 2753 w 10000"/>
                          <a:gd name="connsiteY7" fmla="*/ 7679 h 10377"/>
                          <a:gd name="connsiteX8" fmla="*/ 1375 w 10000"/>
                          <a:gd name="connsiteY8" fmla="*/ 7361 h 10377"/>
                          <a:gd name="connsiteX9" fmla="*/ 45 w 10000"/>
                          <a:gd name="connsiteY9" fmla="*/ 5032 h 10377"/>
                          <a:gd name="connsiteX0" fmla="*/ 45 w 10000"/>
                          <a:gd name="connsiteY0" fmla="*/ 5036 h 10381"/>
                          <a:gd name="connsiteX1" fmla="*/ 2738 w 10000"/>
                          <a:gd name="connsiteY1" fmla="*/ 2811 h 10381"/>
                          <a:gd name="connsiteX2" fmla="*/ 4886 w 10000"/>
                          <a:gd name="connsiteY2" fmla="*/ 4 h 10381"/>
                          <a:gd name="connsiteX3" fmla="*/ 8068 w 10000"/>
                          <a:gd name="connsiteY3" fmla="*/ 2813 h 10381"/>
                          <a:gd name="connsiteX4" fmla="*/ 9996 w 10000"/>
                          <a:gd name="connsiteY4" fmla="*/ 5413 h 10381"/>
                          <a:gd name="connsiteX5" fmla="*/ 8476 w 10000"/>
                          <a:gd name="connsiteY5" fmla="*/ 7306 h 10381"/>
                          <a:gd name="connsiteX6" fmla="*/ 5250 w 10000"/>
                          <a:gd name="connsiteY6" fmla="*/ 10380 h 10381"/>
                          <a:gd name="connsiteX7" fmla="*/ 2753 w 10000"/>
                          <a:gd name="connsiteY7" fmla="*/ 7683 h 10381"/>
                          <a:gd name="connsiteX8" fmla="*/ 1375 w 10000"/>
                          <a:gd name="connsiteY8" fmla="*/ 7365 h 10381"/>
                          <a:gd name="connsiteX9" fmla="*/ 45 w 10000"/>
                          <a:gd name="connsiteY9" fmla="*/ 5036 h 10381"/>
                          <a:gd name="connsiteX0" fmla="*/ 45 w 10000"/>
                          <a:gd name="connsiteY0" fmla="*/ 5036 h 10796"/>
                          <a:gd name="connsiteX1" fmla="*/ 2738 w 10000"/>
                          <a:gd name="connsiteY1" fmla="*/ 2811 h 10796"/>
                          <a:gd name="connsiteX2" fmla="*/ 4886 w 10000"/>
                          <a:gd name="connsiteY2" fmla="*/ 4 h 10796"/>
                          <a:gd name="connsiteX3" fmla="*/ 8068 w 10000"/>
                          <a:gd name="connsiteY3" fmla="*/ 2813 h 10796"/>
                          <a:gd name="connsiteX4" fmla="*/ 9996 w 10000"/>
                          <a:gd name="connsiteY4" fmla="*/ 5413 h 10796"/>
                          <a:gd name="connsiteX5" fmla="*/ 8476 w 10000"/>
                          <a:gd name="connsiteY5" fmla="*/ 7306 h 10796"/>
                          <a:gd name="connsiteX6" fmla="*/ 5202 w 10000"/>
                          <a:gd name="connsiteY6" fmla="*/ 10795 h 10796"/>
                          <a:gd name="connsiteX7" fmla="*/ 2753 w 10000"/>
                          <a:gd name="connsiteY7" fmla="*/ 7683 h 10796"/>
                          <a:gd name="connsiteX8" fmla="*/ 1375 w 10000"/>
                          <a:gd name="connsiteY8" fmla="*/ 7365 h 10796"/>
                          <a:gd name="connsiteX9" fmla="*/ 45 w 10000"/>
                          <a:gd name="connsiteY9" fmla="*/ 5036 h 10796"/>
                          <a:gd name="connsiteX0" fmla="*/ 45 w 10000"/>
                          <a:gd name="connsiteY0" fmla="*/ 5036 h 10795"/>
                          <a:gd name="connsiteX1" fmla="*/ 2738 w 10000"/>
                          <a:gd name="connsiteY1" fmla="*/ 2811 h 10795"/>
                          <a:gd name="connsiteX2" fmla="*/ 4886 w 10000"/>
                          <a:gd name="connsiteY2" fmla="*/ 4 h 10795"/>
                          <a:gd name="connsiteX3" fmla="*/ 8068 w 10000"/>
                          <a:gd name="connsiteY3" fmla="*/ 2813 h 10795"/>
                          <a:gd name="connsiteX4" fmla="*/ 9996 w 10000"/>
                          <a:gd name="connsiteY4" fmla="*/ 5413 h 10795"/>
                          <a:gd name="connsiteX5" fmla="*/ 8476 w 10000"/>
                          <a:gd name="connsiteY5" fmla="*/ 7306 h 10795"/>
                          <a:gd name="connsiteX6" fmla="*/ 5202 w 10000"/>
                          <a:gd name="connsiteY6" fmla="*/ 10795 h 10795"/>
                          <a:gd name="connsiteX7" fmla="*/ 2753 w 10000"/>
                          <a:gd name="connsiteY7" fmla="*/ 7683 h 10795"/>
                          <a:gd name="connsiteX8" fmla="*/ 1375 w 10000"/>
                          <a:gd name="connsiteY8" fmla="*/ 7365 h 10795"/>
                          <a:gd name="connsiteX9" fmla="*/ 45 w 10000"/>
                          <a:gd name="connsiteY9" fmla="*/ 5036 h 10795"/>
                          <a:gd name="connsiteX0" fmla="*/ 45 w 10000"/>
                          <a:gd name="connsiteY0" fmla="*/ 5036 h 10795"/>
                          <a:gd name="connsiteX1" fmla="*/ 2738 w 10000"/>
                          <a:gd name="connsiteY1" fmla="*/ 2811 h 10795"/>
                          <a:gd name="connsiteX2" fmla="*/ 4886 w 10000"/>
                          <a:gd name="connsiteY2" fmla="*/ 4 h 10795"/>
                          <a:gd name="connsiteX3" fmla="*/ 8068 w 10000"/>
                          <a:gd name="connsiteY3" fmla="*/ 2813 h 10795"/>
                          <a:gd name="connsiteX4" fmla="*/ 9996 w 10000"/>
                          <a:gd name="connsiteY4" fmla="*/ 5413 h 10795"/>
                          <a:gd name="connsiteX5" fmla="*/ 8476 w 10000"/>
                          <a:gd name="connsiteY5" fmla="*/ 7306 h 10795"/>
                          <a:gd name="connsiteX6" fmla="*/ 5202 w 10000"/>
                          <a:gd name="connsiteY6" fmla="*/ 10795 h 10795"/>
                          <a:gd name="connsiteX7" fmla="*/ 2753 w 10000"/>
                          <a:gd name="connsiteY7" fmla="*/ 7683 h 10795"/>
                          <a:gd name="connsiteX8" fmla="*/ 1375 w 10000"/>
                          <a:gd name="connsiteY8" fmla="*/ 7365 h 10795"/>
                          <a:gd name="connsiteX9" fmla="*/ 45 w 10000"/>
                          <a:gd name="connsiteY9" fmla="*/ 5036 h 1079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0000" h="10795">
                            <a:moveTo>
                              <a:pt x="45" y="5036"/>
                            </a:moveTo>
                            <a:cubicBezTo>
                              <a:pt x="272" y="4277"/>
                              <a:pt x="1931" y="3650"/>
                              <a:pt x="2738" y="2811"/>
                            </a:cubicBezTo>
                            <a:cubicBezTo>
                              <a:pt x="3545" y="1972"/>
                              <a:pt x="3352" y="117"/>
                              <a:pt x="4886" y="4"/>
                            </a:cubicBezTo>
                            <a:cubicBezTo>
                              <a:pt x="6420" y="-109"/>
                              <a:pt x="7216" y="1912"/>
                              <a:pt x="8068" y="2813"/>
                            </a:cubicBezTo>
                            <a:cubicBezTo>
                              <a:pt x="8920" y="3715"/>
                              <a:pt x="9928" y="3420"/>
                              <a:pt x="9996" y="5413"/>
                            </a:cubicBezTo>
                            <a:cubicBezTo>
                              <a:pt x="10064" y="7406"/>
                              <a:pt x="9275" y="6409"/>
                              <a:pt x="8476" y="7306"/>
                            </a:cubicBezTo>
                            <a:cubicBezTo>
                              <a:pt x="7677" y="8203"/>
                              <a:pt x="7086" y="10770"/>
                              <a:pt x="5202" y="10795"/>
                            </a:cubicBezTo>
                            <a:cubicBezTo>
                              <a:pt x="3318" y="10820"/>
                              <a:pt x="3391" y="8255"/>
                              <a:pt x="2753" y="7683"/>
                            </a:cubicBezTo>
                            <a:cubicBezTo>
                              <a:pt x="2115" y="7111"/>
                              <a:pt x="2326" y="7496"/>
                              <a:pt x="1375" y="7365"/>
                            </a:cubicBezTo>
                            <a:cubicBezTo>
                              <a:pt x="493" y="6773"/>
                              <a:pt x="-182" y="5795"/>
                              <a:pt x="45" y="5036"/>
                            </a:cubicBezTo>
                            <a:close/>
                          </a:path>
                        </a:pathLst>
                      </a:custGeom>
                      <a:solidFill>
                        <a:srgbClr val="9CE0FA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grpSp>
                    <p:nvGrpSpPr>
                      <p:cNvPr id="867" name="Group 866">
                        <a:extLst>
                          <a:ext uri="{FF2B5EF4-FFF2-40B4-BE49-F238E27FC236}">
                            <a16:creationId xmlns:a16="http://schemas.microsoft.com/office/drawing/2014/main" id="{6C152276-B4D4-DD40-9914-32913FAF749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-1935370" y="2935816"/>
                        <a:ext cx="2333625" cy="1590649"/>
                        <a:chOff x="833331" y="2873352"/>
                        <a:chExt cx="2333625" cy="1590649"/>
                      </a:xfrm>
                    </p:grpSpPr>
                    <p:grpSp>
                      <p:nvGrpSpPr>
                        <p:cNvPr id="868" name="Group 867">
                          <a:extLst>
                            <a:ext uri="{FF2B5EF4-FFF2-40B4-BE49-F238E27FC236}">
                              <a16:creationId xmlns:a16="http://schemas.microsoft.com/office/drawing/2014/main" id="{984DD8A4-E214-7F4B-90A9-8295BFEB5C2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36090" y="2873352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914" name="Group 327">
                            <a:extLst>
                              <a:ext uri="{FF2B5EF4-FFF2-40B4-BE49-F238E27FC236}">
                                <a16:creationId xmlns:a16="http://schemas.microsoft.com/office/drawing/2014/main" id="{16416F8E-73DA-7E44-A2E1-11F9A389B401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918" name="Oval 917">
                              <a:extLst>
                                <a:ext uri="{FF2B5EF4-FFF2-40B4-BE49-F238E27FC236}">
                                  <a16:creationId xmlns:a16="http://schemas.microsoft.com/office/drawing/2014/main" id="{45F6DB6D-85EE-CF48-AC13-61C36E830622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919" name="Rectangle 918">
                              <a:extLst>
                                <a:ext uri="{FF2B5EF4-FFF2-40B4-BE49-F238E27FC236}">
                                  <a16:creationId xmlns:a16="http://schemas.microsoft.com/office/drawing/2014/main" id="{3A14DF77-624B-E44E-87A5-E8B586AC4880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920" name="Oval 919">
                              <a:extLst>
                                <a:ext uri="{FF2B5EF4-FFF2-40B4-BE49-F238E27FC236}">
                                  <a16:creationId xmlns:a16="http://schemas.microsoft.com/office/drawing/2014/main" id="{C264CA65-7553-FD42-9C26-EB736D772FB4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921" name="Freeform 920">
                              <a:extLst>
                                <a:ext uri="{FF2B5EF4-FFF2-40B4-BE49-F238E27FC236}">
                                  <a16:creationId xmlns:a16="http://schemas.microsoft.com/office/drawing/2014/main" id="{9D17FB0D-D5F8-D24E-A415-30E6C2573D30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922" name="Freeform 921">
                              <a:extLst>
                                <a:ext uri="{FF2B5EF4-FFF2-40B4-BE49-F238E27FC236}">
                                  <a16:creationId xmlns:a16="http://schemas.microsoft.com/office/drawing/2014/main" id="{F9A51000-975B-EB40-8B99-2B6B64AC2436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923" name="Freeform 922">
                              <a:extLst>
                                <a:ext uri="{FF2B5EF4-FFF2-40B4-BE49-F238E27FC236}">
                                  <a16:creationId xmlns:a16="http://schemas.microsoft.com/office/drawing/2014/main" id="{CBF9A2EE-5BAF-6347-8868-546C1DA662E5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924" name="Freeform 923">
                              <a:extLst>
                                <a:ext uri="{FF2B5EF4-FFF2-40B4-BE49-F238E27FC236}">
                                  <a16:creationId xmlns:a16="http://schemas.microsoft.com/office/drawing/2014/main" id="{66A8568D-930B-A144-96E9-3A6098D46662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925" name="Straight Connector 924">
                              <a:extLst>
                                <a:ext uri="{FF2B5EF4-FFF2-40B4-BE49-F238E27FC236}">
                                  <a16:creationId xmlns:a16="http://schemas.microsoft.com/office/drawing/2014/main" id="{B45965DA-8119-F346-B78B-95D8507549C3}"/>
                                </a:ext>
                              </a:extLst>
                            </p:cNvPr>
                            <p:cNvCxnSpPr>
                              <a:endCxn id="920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926" name="Straight Connector 925">
                              <a:extLst>
                                <a:ext uri="{FF2B5EF4-FFF2-40B4-BE49-F238E27FC236}">
                                  <a16:creationId xmlns:a16="http://schemas.microsoft.com/office/drawing/2014/main" id="{358648E1-B6D7-BB4E-B30C-0ABC3A20459F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915" name="Group 914">
                            <a:extLst>
                              <a:ext uri="{FF2B5EF4-FFF2-40B4-BE49-F238E27FC236}">
                                <a16:creationId xmlns:a16="http://schemas.microsoft.com/office/drawing/2014/main" id="{6E3FD144-ACD9-8B46-8DFA-31013DF1021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41422" cy="369332"/>
                            <a:chOff x="667045" y="1708643"/>
                            <a:chExt cx="441422" cy="369332"/>
                          </a:xfrm>
                        </p:grpSpPr>
                        <p:sp>
                          <p:nvSpPr>
                            <p:cNvPr id="916" name="Oval 915">
                              <a:extLst>
                                <a:ext uri="{FF2B5EF4-FFF2-40B4-BE49-F238E27FC236}">
                                  <a16:creationId xmlns:a16="http://schemas.microsoft.com/office/drawing/2014/main" id="{521E7560-3C19-5445-8F40-2B5FD84E923A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917" name="TextBox 916">
                              <a:extLst>
                                <a:ext uri="{FF2B5EF4-FFF2-40B4-BE49-F238E27FC236}">
                                  <a16:creationId xmlns:a16="http://schemas.microsoft.com/office/drawing/2014/main" id="{6CC18FED-8C8E-6746-82C1-76A1B1E31A06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41422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2b</a:t>
                              </a:r>
                            </a:p>
                          </p:txBody>
                        </p:sp>
                      </p:grpSp>
                    </p:grpSp>
                    <p:grpSp>
                      <p:nvGrpSpPr>
                        <p:cNvPr id="869" name="Group 868">
                          <a:extLst>
                            <a:ext uri="{FF2B5EF4-FFF2-40B4-BE49-F238E27FC236}">
                              <a16:creationId xmlns:a16="http://schemas.microsoft.com/office/drawing/2014/main" id="{24CDA961-8A3C-1A4A-87FF-9ED829FB0BB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40320" y="4094669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901" name="Group 327">
                            <a:extLst>
                              <a:ext uri="{FF2B5EF4-FFF2-40B4-BE49-F238E27FC236}">
                                <a16:creationId xmlns:a16="http://schemas.microsoft.com/office/drawing/2014/main" id="{FBB55B34-4F76-4F45-A2E1-FE6143EE8638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905" name="Oval 904">
                              <a:extLst>
                                <a:ext uri="{FF2B5EF4-FFF2-40B4-BE49-F238E27FC236}">
                                  <a16:creationId xmlns:a16="http://schemas.microsoft.com/office/drawing/2014/main" id="{9C6C507D-6C63-294A-B3E6-403FABD134BF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906" name="Rectangle 905">
                              <a:extLst>
                                <a:ext uri="{FF2B5EF4-FFF2-40B4-BE49-F238E27FC236}">
                                  <a16:creationId xmlns:a16="http://schemas.microsoft.com/office/drawing/2014/main" id="{9E22BB70-F61E-D04A-A519-1D0AF342067F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907" name="Oval 906">
                              <a:extLst>
                                <a:ext uri="{FF2B5EF4-FFF2-40B4-BE49-F238E27FC236}">
                                  <a16:creationId xmlns:a16="http://schemas.microsoft.com/office/drawing/2014/main" id="{D1104472-DC58-0E48-A05B-CA908F609B9F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908" name="Freeform 907">
                              <a:extLst>
                                <a:ext uri="{FF2B5EF4-FFF2-40B4-BE49-F238E27FC236}">
                                  <a16:creationId xmlns:a16="http://schemas.microsoft.com/office/drawing/2014/main" id="{DEA263ED-CEC5-DA4F-B4B0-51403C49CE08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909" name="Freeform 908">
                              <a:extLst>
                                <a:ext uri="{FF2B5EF4-FFF2-40B4-BE49-F238E27FC236}">
                                  <a16:creationId xmlns:a16="http://schemas.microsoft.com/office/drawing/2014/main" id="{397C235E-CDFA-4049-BB15-744CA4F76114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910" name="Freeform 909">
                              <a:extLst>
                                <a:ext uri="{FF2B5EF4-FFF2-40B4-BE49-F238E27FC236}">
                                  <a16:creationId xmlns:a16="http://schemas.microsoft.com/office/drawing/2014/main" id="{FCD39440-5B9B-7746-A7C3-024B9988D5C9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911" name="Freeform 910">
                              <a:extLst>
                                <a:ext uri="{FF2B5EF4-FFF2-40B4-BE49-F238E27FC236}">
                                  <a16:creationId xmlns:a16="http://schemas.microsoft.com/office/drawing/2014/main" id="{6BC1008D-C639-2946-B788-616DC1D442E1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912" name="Straight Connector 911">
                              <a:extLst>
                                <a:ext uri="{FF2B5EF4-FFF2-40B4-BE49-F238E27FC236}">
                                  <a16:creationId xmlns:a16="http://schemas.microsoft.com/office/drawing/2014/main" id="{52AF9C52-A2A0-DB45-B6D1-87BCCD857535}"/>
                                </a:ext>
                              </a:extLst>
                            </p:cNvPr>
                            <p:cNvCxnSpPr>
                              <a:endCxn id="907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913" name="Straight Connector 912">
                              <a:extLst>
                                <a:ext uri="{FF2B5EF4-FFF2-40B4-BE49-F238E27FC236}">
                                  <a16:creationId xmlns:a16="http://schemas.microsoft.com/office/drawing/2014/main" id="{3045BEB5-088F-4041-BC9C-FC9418665394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902" name="Group 901">
                            <a:extLst>
                              <a:ext uri="{FF2B5EF4-FFF2-40B4-BE49-F238E27FC236}">
                                <a16:creationId xmlns:a16="http://schemas.microsoft.com/office/drawing/2014/main" id="{2A51E43C-BAA7-0042-8AAA-798AC744927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41422" cy="369332"/>
                            <a:chOff x="667045" y="1708643"/>
                            <a:chExt cx="441422" cy="369332"/>
                          </a:xfrm>
                        </p:grpSpPr>
                        <p:sp>
                          <p:nvSpPr>
                            <p:cNvPr id="903" name="Oval 902">
                              <a:extLst>
                                <a:ext uri="{FF2B5EF4-FFF2-40B4-BE49-F238E27FC236}">
                                  <a16:creationId xmlns:a16="http://schemas.microsoft.com/office/drawing/2014/main" id="{50FB2868-EF79-8146-9629-D6ED30AF39B2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904" name="TextBox 903">
                              <a:extLst>
                                <a:ext uri="{FF2B5EF4-FFF2-40B4-BE49-F238E27FC236}">
                                  <a16:creationId xmlns:a16="http://schemas.microsoft.com/office/drawing/2014/main" id="{BF56E4DD-3E9B-734D-A27A-A1D220E3D2EA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41422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2d</a:t>
                              </a:r>
                            </a:p>
                          </p:txBody>
                        </p:sp>
                      </p:grpSp>
                    </p:grpSp>
                    <p:grpSp>
                      <p:nvGrpSpPr>
                        <p:cNvPr id="870" name="Group 869">
                          <a:extLst>
                            <a:ext uri="{FF2B5EF4-FFF2-40B4-BE49-F238E27FC236}">
                              <a16:creationId xmlns:a16="http://schemas.microsoft.com/office/drawing/2014/main" id="{D438F4A2-E4FF-7F41-B86F-D77DCC378D3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601806" y="3485072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888" name="Group 327">
                            <a:extLst>
                              <a:ext uri="{FF2B5EF4-FFF2-40B4-BE49-F238E27FC236}">
                                <a16:creationId xmlns:a16="http://schemas.microsoft.com/office/drawing/2014/main" id="{8C7E775C-1367-9049-B5AD-A39C7DC7FCC5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892" name="Oval 891">
                              <a:extLst>
                                <a:ext uri="{FF2B5EF4-FFF2-40B4-BE49-F238E27FC236}">
                                  <a16:creationId xmlns:a16="http://schemas.microsoft.com/office/drawing/2014/main" id="{0599E5C5-DAA9-0242-9F3C-91363C5B82BB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93" name="Rectangle 892">
                              <a:extLst>
                                <a:ext uri="{FF2B5EF4-FFF2-40B4-BE49-F238E27FC236}">
                                  <a16:creationId xmlns:a16="http://schemas.microsoft.com/office/drawing/2014/main" id="{97711880-E256-7746-83DE-1059E47DA5FD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94" name="Oval 893">
                              <a:extLst>
                                <a:ext uri="{FF2B5EF4-FFF2-40B4-BE49-F238E27FC236}">
                                  <a16:creationId xmlns:a16="http://schemas.microsoft.com/office/drawing/2014/main" id="{0F65D2F0-AA32-2143-A1DA-1FB3459451D1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95" name="Freeform 894">
                              <a:extLst>
                                <a:ext uri="{FF2B5EF4-FFF2-40B4-BE49-F238E27FC236}">
                                  <a16:creationId xmlns:a16="http://schemas.microsoft.com/office/drawing/2014/main" id="{7F060615-5429-5F4F-8931-4F3531FAC56D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96" name="Freeform 895">
                              <a:extLst>
                                <a:ext uri="{FF2B5EF4-FFF2-40B4-BE49-F238E27FC236}">
                                  <a16:creationId xmlns:a16="http://schemas.microsoft.com/office/drawing/2014/main" id="{0227F0D2-46F1-DD48-99E9-CCE7B0B163B6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97" name="Freeform 896">
                              <a:extLst>
                                <a:ext uri="{FF2B5EF4-FFF2-40B4-BE49-F238E27FC236}">
                                  <a16:creationId xmlns:a16="http://schemas.microsoft.com/office/drawing/2014/main" id="{B2AE2C46-5E54-B949-B61D-DDDAF1F92C32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98" name="Freeform 897">
                              <a:extLst>
                                <a:ext uri="{FF2B5EF4-FFF2-40B4-BE49-F238E27FC236}">
                                  <a16:creationId xmlns:a16="http://schemas.microsoft.com/office/drawing/2014/main" id="{E62940AD-612B-3640-8ED1-AFA8A7AEC6A0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899" name="Straight Connector 898">
                              <a:extLst>
                                <a:ext uri="{FF2B5EF4-FFF2-40B4-BE49-F238E27FC236}">
                                  <a16:creationId xmlns:a16="http://schemas.microsoft.com/office/drawing/2014/main" id="{C783DA74-AC98-084E-8C9B-9A40409A8290}"/>
                                </a:ext>
                              </a:extLst>
                            </p:cNvPr>
                            <p:cNvCxnSpPr>
                              <a:endCxn id="894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900" name="Straight Connector 899">
                              <a:extLst>
                                <a:ext uri="{FF2B5EF4-FFF2-40B4-BE49-F238E27FC236}">
                                  <a16:creationId xmlns:a16="http://schemas.microsoft.com/office/drawing/2014/main" id="{FCA5460F-9A86-9E48-A6D1-6448FEB282CB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889" name="Group 888">
                            <a:extLst>
                              <a:ext uri="{FF2B5EF4-FFF2-40B4-BE49-F238E27FC236}">
                                <a16:creationId xmlns:a16="http://schemas.microsoft.com/office/drawing/2014/main" id="{418A8BBE-82F4-0447-8BAD-72DBA791E42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28460" cy="369332"/>
                            <a:chOff x="667045" y="1708643"/>
                            <a:chExt cx="428460" cy="369332"/>
                          </a:xfrm>
                        </p:grpSpPr>
                        <p:sp>
                          <p:nvSpPr>
                            <p:cNvPr id="890" name="Oval 889">
                              <a:extLst>
                                <a:ext uri="{FF2B5EF4-FFF2-40B4-BE49-F238E27FC236}">
                                  <a16:creationId xmlns:a16="http://schemas.microsoft.com/office/drawing/2014/main" id="{68C1CC24-1322-304B-AA91-1A45B88054C4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91" name="TextBox 890">
                              <a:extLst>
                                <a:ext uri="{FF2B5EF4-FFF2-40B4-BE49-F238E27FC236}">
                                  <a16:creationId xmlns:a16="http://schemas.microsoft.com/office/drawing/2014/main" id="{3736B38C-24F8-7F45-A7AB-38AF3A9B596A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28460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2c</a:t>
                              </a:r>
                            </a:p>
                          </p:txBody>
                        </p:sp>
                      </p:grpSp>
                    </p:grpSp>
                    <p:grpSp>
                      <p:nvGrpSpPr>
                        <p:cNvPr id="871" name="Group 870">
                          <a:extLst>
                            <a:ext uri="{FF2B5EF4-FFF2-40B4-BE49-F238E27FC236}">
                              <a16:creationId xmlns:a16="http://schemas.microsoft.com/office/drawing/2014/main" id="{2C74275F-BBFE-6447-843A-7EC70E8CD1D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33331" y="3478719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875" name="Group 327">
                            <a:extLst>
                              <a:ext uri="{FF2B5EF4-FFF2-40B4-BE49-F238E27FC236}">
                                <a16:creationId xmlns:a16="http://schemas.microsoft.com/office/drawing/2014/main" id="{D0AE3EC0-5AED-5C42-A3E9-2B6A4F31A3D5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879" name="Oval 878">
                              <a:extLst>
                                <a:ext uri="{FF2B5EF4-FFF2-40B4-BE49-F238E27FC236}">
                                  <a16:creationId xmlns:a16="http://schemas.microsoft.com/office/drawing/2014/main" id="{6A1C7C0B-D9BE-5B47-BAEA-4ECE7B460324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80" name="Rectangle 879">
                              <a:extLst>
                                <a:ext uri="{FF2B5EF4-FFF2-40B4-BE49-F238E27FC236}">
                                  <a16:creationId xmlns:a16="http://schemas.microsoft.com/office/drawing/2014/main" id="{FC785F69-7AC5-DD41-9551-7E83D1AEAC3E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81" name="Oval 880">
                              <a:extLst>
                                <a:ext uri="{FF2B5EF4-FFF2-40B4-BE49-F238E27FC236}">
                                  <a16:creationId xmlns:a16="http://schemas.microsoft.com/office/drawing/2014/main" id="{B93AB64D-3B6F-C24C-83B6-D356C7CDB590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82" name="Freeform 881">
                              <a:extLst>
                                <a:ext uri="{FF2B5EF4-FFF2-40B4-BE49-F238E27FC236}">
                                  <a16:creationId xmlns:a16="http://schemas.microsoft.com/office/drawing/2014/main" id="{41809955-8183-3142-B344-7571F9E26B27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83" name="Freeform 882">
                              <a:extLst>
                                <a:ext uri="{FF2B5EF4-FFF2-40B4-BE49-F238E27FC236}">
                                  <a16:creationId xmlns:a16="http://schemas.microsoft.com/office/drawing/2014/main" id="{C8469625-6E06-9845-8260-D6163EBF6C64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84" name="Freeform 883">
                              <a:extLst>
                                <a:ext uri="{FF2B5EF4-FFF2-40B4-BE49-F238E27FC236}">
                                  <a16:creationId xmlns:a16="http://schemas.microsoft.com/office/drawing/2014/main" id="{136A834D-35D4-0D44-942B-5144B62D80AC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85" name="Freeform 884">
                              <a:extLst>
                                <a:ext uri="{FF2B5EF4-FFF2-40B4-BE49-F238E27FC236}">
                                  <a16:creationId xmlns:a16="http://schemas.microsoft.com/office/drawing/2014/main" id="{B9D90F43-3AD5-FF4B-BA60-21F0FEAC3691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886" name="Straight Connector 885">
                              <a:extLst>
                                <a:ext uri="{FF2B5EF4-FFF2-40B4-BE49-F238E27FC236}">
                                  <a16:creationId xmlns:a16="http://schemas.microsoft.com/office/drawing/2014/main" id="{7F23707A-76AD-2347-B654-9F3BCB3429D2}"/>
                                </a:ext>
                              </a:extLst>
                            </p:cNvPr>
                            <p:cNvCxnSpPr>
                              <a:endCxn id="881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887" name="Straight Connector 886">
                              <a:extLst>
                                <a:ext uri="{FF2B5EF4-FFF2-40B4-BE49-F238E27FC236}">
                                  <a16:creationId xmlns:a16="http://schemas.microsoft.com/office/drawing/2014/main" id="{9F19899B-1A48-7049-8FFC-A709621ECD1E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876" name="Group 875">
                            <a:extLst>
                              <a:ext uri="{FF2B5EF4-FFF2-40B4-BE49-F238E27FC236}">
                                <a16:creationId xmlns:a16="http://schemas.microsoft.com/office/drawing/2014/main" id="{7BBC5130-A420-2445-99B2-7B8D78F70D8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41422" cy="369332"/>
                            <a:chOff x="667045" y="1708643"/>
                            <a:chExt cx="441422" cy="369332"/>
                          </a:xfrm>
                        </p:grpSpPr>
                        <p:sp>
                          <p:nvSpPr>
                            <p:cNvPr id="877" name="Oval 876">
                              <a:extLst>
                                <a:ext uri="{FF2B5EF4-FFF2-40B4-BE49-F238E27FC236}">
                                  <a16:creationId xmlns:a16="http://schemas.microsoft.com/office/drawing/2014/main" id="{4A4979ED-9DB5-5B43-B1BD-990D4B3E3B84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78" name="TextBox 877">
                              <a:extLst>
                                <a:ext uri="{FF2B5EF4-FFF2-40B4-BE49-F238E27FC236}">
                                  <a16:creationId xmlns:a16="http://schemas.microsoft.com/office/drawing/2014/main" id="{C37287CE-B17F-944D-9D74-B45F5DB3187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41422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2a</a:t>
                              </a:r>
                            </a:p>
                          </p:txBody>
                        </p:sp>
                      </p:grpSp>
                    </p:grpSp>
                    <p:cxnSp>
                      <p:nvCxnSpPr>
                        <p:cNvPr id="872" name="Straight Connector 871">
                          <a:extLst>
                            <a:ext uri="{FF2B5EF4-FFF2-40B4-BE49-F238E27FC236}">
                              <a16:creationId xmlns:a16="http://schemas.microsoft.com/office/drawing/2014/main" id="{53A5BF8E-8026-7544-B095-2B0810EC45C7}"/>
                            </a:ext>
                          </a:extLst>
                        </p:cNvPr>
                        <p:cNvCxnSpPr>
                          <a:stCxn id="918" idx="7"/>
                        </p:cNvCxnSpPr>
                        <p:nvPr/>
                      </p:nvCxnSpPr>
                      <p:spPr bwMode="auto">
                        <a:xfrm>
                          <a:off x="2218708" y="3154477"/>
                          <a:ext cx="480042" cy="369773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873" name="Straight Connector 872">
                          <a:extLst>
                            <a:ext uri="{FF2B5EF4-FFF2-40B4-BE49-F238E27FC236}">
                              <a16:creationId xmlns:a16="http://schemas.microsoft.com/office/drawing/2014/main" id="{ACB55289-44C7-324C-BFC9-1ED03EFCF8F9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>
                          <a:off x="1300073" y="3786304"/>
                          <a:ext cx="477927" cy="357071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874" name="Straight Connector 873">
                          <a:extLst>
                            <a:ext uri="{FF2B5EF4-FFF2-40B4-BE49-F238E27FC236}">
                              <a16:creationId xmlns:a16="http://schemas.microsoft.com/office/drawing/2014/main" id="{1EC0EB31-5ADC-0C48-AFEC-E9E36690E86E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>
                          <a:off x="2196042" y="3783542"/>
                          <a:ext cx="508002" cy="349250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</p:grpSp>
                </p:grpSp>
                <p:sp>
                  <p:nvSpPr>
                    <p:cNvPr id="865" name="TextBox 864">
                      <a:extLst>
                        <a:ext uri="{FF2B5EF4-FFF2-40B4-BE49-F238E27FC236}">
                          <a16:creationId xmlns:a16="http://schemas.microsoft.com/office/drawing/2014/main" id="{7C5DA395-36E1-DD47-882C-C99275A943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33576" y="4910165"/>
                      <a:ext cx="75353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solidFill>
                            <a:srgbClr val="000090"/>
                          </a:solidFill>
                          <a:latin typeface="Arial" charset="0"/>
                          <a:ea typeface="ＭＳ Ｐゴシック" charset="0"/>
                        </a:rPr>
                        <a:t>AS 2</a:t>
                      </a:r>
                    </a:p>
                  </p:txBody>
                </p:sp>
              </p:grpSp>
              <p:grpSp>
                <p:nvGrpSpPr>
                  <p:cNvPr id="731" name="Group 730">
                    <a:extLst>
                      <a:ext uri="{FF2B5EF4-FFF2-40B4-BE49-F238E27FC236}">
                        <a16:creationId xmlns:a16="http://schemas.microsoft.com/office/drawing/2014/main" id="{0C916CC7-B4E3-6E47-B4D4-FF966179F5F8}"/>
                      </a:ext>
                    </a:extLst>
                  </p:cNvPr>
                  <p:cNvGrpSpPr/>
                  <p:nvPr/>
                </p:nvGrpSpPr>
                <p:grpSpPr>
                  <a:xfrm>
                    <a:off x="8100574" y="3694542"/>
                    <a:ext cx="2575521" cy="1672516"/>
                    <a:chOff x="8100574" y="3694542"/>
                    <a:chExt cx="2575521" cy="1672516"/>
                  </a:xfrm>
                </p:grpSpPr>
                <p:sp>
                  <p:nvSpPr>
                    <p:cNvPr id="799" name="Freeform 2">
                      <a:extLst>
                        <a:ext uri="{FF2B5EF4-FFF2-40B4-BE49-F238E27FC236}">
                          <a16:creationId xmlns:a16="http://schemas.microsoft.com/office/drawing/2014/main" id="{C9F1C8EF-9CA0-DF4E-BF7B-98289E3B0EA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8100574" y="3694542"/>
                      <a:ext cx="2575521" cy="1672516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dirty="0">
                        <a:solidFill>
                          <a:srgbClr val="000000"/>
                        </a:solidFill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800" name="Group 799">
                      <a:extLst>
                        <a:ext uri="{FF2B5EF4-FFF2-40B4-BE49-F238E27FC236}">
                          <a16:creationId xmlns:a16="http://schemas.microsoft.com/office/drawing/2014/main" id="{326D4158-E78D-4546-871D-E05C73E9AA2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136838" y="3735782"/>
                      <a:ext cx="2402775" cy="1530043"/>
                      <a:chOff x="8136838" y="3735782"/>
                      <a:chExt cx="2402775" cy="1530043"/>
                    </a:xfrm>
                  </p:grpSpPr>
                  <p:grpSp>
                    <p:nvGrpSpPr>
                      <p:cNvPr id="801" name="Group 800">
                        <a:extLst>
                          <a:ext uri="{FF2B5EF4-FFF2-40B4-BE49-F238E27FC236}">
                            <a16:creationId xmlns:a16="http://schemas.microsoft.com/office/drawing/2014/main" id="{AC187CFF-80D8-C74D-B9E1-7BF4C1B951F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24065" y="3830658"/>
                        <a:ext cx="2215548" cy="1435167"/>
                        <a:chOff x="833331" y="2873352"/>
                        <a:chExt cx="2333625" cy="1590649"/>
                      </a:xfrm>
                    </p:grpSpPr>
                    <p:grpSp>
                      <p:nvGrpSpPr>
                        <p:cNvPr id="803" name="Group 802">
                          <a:extLst>
                            <a:ext uri="{FF2B5EF4-FFF2-40B4-BE49-F238E27FC236}">
                              <a16:creationId xmlns:a16="http://schemas.microsoft.com/office/drawing/2014/main" id="{CB08FB85-D943-144F-B125-69A1C14B73A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36090" y="2873352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851" name="Group 327">
                            <a:extLst>
                              <a:ext uri="{FF2B5EF4-FFF2-40B4-BE49-F238E27FC236}">
                                <a16:creationId xmlns:a16="http://schemas.microsoft.com/office/drawing/2014/main" id="{2B8FE84F-C44F-EA4C-A549-35EA36422370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855" name="Oval 854">
                              <a:extLst>
                                <a:ext uri="{FF2B5EF4-FFF2-40B4-BE49-F238E27FC236}">
                                  <a16:creationId xmlns:a16="http://schemas.microsoft.com/office/drawing/2014/main" id="{AE2BBEA1-8076-5645-86CE-C5805362D835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56" name="Rectangle 855">
                              <a:extLst>
                                <a:ext uri="{FF2B5EF4-FFF2-40B4-BE49-F238E27FC236}">
                                  <a16:creationId xmlns:a16="http://schemas.microsoft.com/office/drawing/2014/main" id="{B8A5768D-3F4A-7C4D-878E-9B015CD110BD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57" name="Oval 856">
                              <a:extLst>
                                <a:ext uri="{FF2B5EF4-FFF2-40B4-BE49-F238E27FC236}">
                                  <a16:creationId xmlns:a16="http://schemas.microsoft.com/office/drawing/2014/main" id="{6BD7EA63-23AB-0241-9C6E-B4354EAF50F6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58" name="Freeform 857">
                              <a:extLst>
                                <a:ext uri="{FF2B5EF4-FFF2-40B4-BE49-F238E27FC236}">
                                  <a16:creationId xmlns:a16="http://schemas.microsoft.com/office/drawing/2014/main" id="{0AF22987-4194-544D-A544-71116358FA66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59" name="Freeform 858">
                              <a:extLst>
                                <a:ext uri="{FF2B5EF4-FFF2-40B4-BE49-F238E27FC236}">
                                  <a16:creationId xmlns:a16="http://schemas.microsoft.com/office/drawing/2014/main" id="{4CED5FED-05FD-9D48-A262-AE91D9D25F10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60" name="Freeform 859">
                              <a:extLst>
                                <a:ext uri="{FF2B5EF4-FFF2-40B4-BE49-F238E27FC236}">
                                  <a16:creationId xmlns:a16="http://schemas.microsoft.com/office/drawing/2014/main" id="{ED6BD9FD-C89E-0949-9804-02451005F431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61" name="Freeform 860">
                              <a:extLst>
                                <a:ext uri="{FF2B5EF4-FFF2-40B4-BE49-F238E27FC236}">
                                  <a16:creationId xmlns:a16="http://schemas.microsoft.com/office/drawing/2014/main" id="{2DBBB645-187E-5747-84B2-B71897F6E882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862" name="Straight Connector 861">
                              <a:extLst>
                                <a:ext uri="{FF2B5EF4-FFF2-40B4-BE49-F238E27FC236}">
                                  <a16:creationId xmlns:a16="http://schemas.microsoft.com/office/drawing/2014/main" id="{443D5C88-8856-7D41-93D0-8D377BB3ABAE}"/>
                                </a:ext>
                              </a:extLst>
                            </p:cNvPr>
                            <p:cNvCxnSpPr>
                              <a:endCxn id="857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863" name="Straight Connector 862">
                              <a:extLst>
                                <a:ext uri="{FF2B5EF4-FFF2-40B4-BE49-F238E27FC236}">
                                  <a16:creationId xmlns:a16="http://schemas.microsoft.com/office/drawing/2014/main" id="{94FB2721-9B50-6F47-9890-E9309552F94A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852" name="Group 851">
                            <a:extLst>
                              <a:ext uri="{FF2B5EF4-FFF2-40B4-BE49-F238E27FC236}">
                                <a16:creationId xmlns:a16="http://schemas.microsoft.com/office/drawing/2014/main" id="{9C98ECD3-27C8-D14F-A2E7-A4C3DEE2363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41422" cy="369332"/>
                            <a:chOff x="667045" y="1708643"/>
                            <a:chExt cx="441422" cy="369332"/>
                          </a:xfrm>
                        </p:grpSpPr>
                        <p:sp>
                          <p:nvSpPr>
                            <p:cNvPr id="853" name="Oval 852">
                              <a:extLst>
                                <a:ext uri="{FF2B5EF4-FFF2-40B4-BE49-F238E27FC236}">
                                  <a16:creationId xmlns:a16="http://schemas.microsoft.com/office/drawing/2014/main" id="{936E1921-DF37-F041-A022-931108C16025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54" name="TextBox 853">
                              <a:extLst>
                                <a:ext uri="{FF2B5EF4-FFF2-40B4-BE49-F238E27FC236}">
                                  <a16:creationId xmlns:a16="http://schemas.microsoft.com/office/drawing/2014/main" id="{35F627A8-A033-7649-A179-1DD10B438F94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41422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3b</a:t>
                              </a:r>
                            </a:p>
                          </p:txBody>
                        </p:sp>
                      </p:grpSp>
                    </p:grpSp>
                    <p:grpSp>
                      <p:nvGrpSpPr>
                        <p:cNvPr id="804" name="Group 803">
                          <a:extLst>
                            <a:ext uri="{FF2B5EF4-FFF2-40B4-BE49-F238E27FC236}">
                              <a16:creationId xmlns:a16="http://schemas.microsoft.com/office/drawing/2014/main" id="{721F473A-15B1-574E-9233-E08F643328F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40320" y="4094669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838" name="Group 327">
                            <a:extLst>
                              <a:ext uri="{FF2B5EF4-FFF2-40B4-BE49-F238E27FC236}">
                                <a16:creationId xmlns:a16="http://schemas.microsoft.com/office/drawing/2014/main" id="{5D2FFA4B-7F26-084C-89F3-0B3F268F8032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842" name="Oval 841">
                              <a:extLst>
                                <a:ext uri="{FF2B5EF4-FFF2-40B4-BE49-F238E27FC236}">
                                  <a16:creationId xmlns:a16="http://schemas.microsoft.com/office/drawing/2014/main" id="{2E44E194-EC26-FE4B-B328-D97C450E3250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43" name="Rectangle 842">
                              <a:extLst>
                                <a:ext uri="{FF2B5EF4-FFF2-40B4-BE49-F238E27FC236}">
                                  <a16:creationId xmlns:a16="http://schemas.microsoft.com/office/drawing/2014/main" id="{617D718E-FF6F-1145-A08E-49249BADA56E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44" name="Oval 843">
                              <a:extLst>
                                <a:ext uri="{FF2B5EF4-FFF2-40B4-BE49-F238E27FC236}">
                                  <a16:creationId xmlns:a16="http://schemas.microsoft.com/office/drawing/2014/main" id="{64E6AA91-8404-E040-8791-0DA5B730A101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45" name="Freeform 844">
                              <a:extLst>
                                <a:ext uri="{FF2B5EF4-FFF2-40B4-BE49-F238E27FC236}">
                                  <a16:creationId xmlns:a16="http://schemas.microsoft.com/office/drawing/2014/main" id="{35AA234B-14C9-934A-A247-AB3777025398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46" name="Freeform 845">
                              <a:extLst>
                                <a:ext uri="{FF2B5EF4-FFF2-40B4-BE49-F238E27FC236}">
                                  <a16:creationId xmlns:a16="http://schemas.microsoft.com/office/drawing/2014/main" id="{0C22DB79-CD97-234D-847F-E68CC9693D20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47" name="Freeform 846">
                              <a:extLst>
                                <a:ext uri="{FF2B5EF4-FFF2-40B4-BE49-F238E27FC236}">
                                  <a16:creationId xmlns:a16="http://schemas.microsoft.com/office/drawing/2014/main" id="{26401730-ACB4-104C-9FA1-7653AED3B8D7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48" name="Freeform 847">
                              <a:extLst>
                                <a:ext uri="{FF2B5EF4-FFF2-40B4-BE49-F238E27FC236}">
                                  <a16:creationId xmlns:a16="http://schemas.microsoft.com/office/drawing/2014/main" id="{E10FF36F-2EBF-2648-8C45-ADE3962380F7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849" name="Straight Connector 848">
                              <a:extLst>
                                <a:ext uri="{FF2B5EF4-FFF2-40B4-BE49-F238E27FC236}">
                                  <a16:creationId xmlns:a16="http://schemas.microsoft.com/office/drawing/2014/main" id="{0F24D3EE-9895-C640-A0C0-61A7B1299E3E}"/>
                                </a:ext>
                              </a:extLst>
                            </p:cNvPr>
                            <p:cNvCxnSpPr>
                              <a:endCxn id="844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850" name="Straight Connector 849">
                              <a:extLst>
                                <a:ext uri="{FF2B5EF4-FFF2-40B4-BE49-F238E27FC236}">
                                  <a16:creationId xmlns:a16="http://schemas.microsoft.com/office/drawing/2014/main" id="{765EDC04-7E30-954A-B0F3-00CCC7404803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839" name="Group 838">
                            <a:extLst>
                              <a:ext uri="{FF2B5EF4-FFF2-40B4-BE49-F238E27FC236}">
                                <a16:creationId xmlns:a16="http://schemas.microsoft.com/office/drawing/2014/main" id="{57BB86FC-7295-EB45-932B-17FAD0875FB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41422" cy="369332"/>
                            <a:chOff x="667045" y="1708643"/>
                            <a:chExt cx="441422" cy="369332"/>
                          </a:xfrm>
                        </p:grpSpPr>
                        <p:sp>
                          <p:nvSpPr>
                            <p:cNvPr id="840" name="Oval 839">
                              <a:extLst>
                                <a:ext uri="{FF2B5EF4-FFF2-40B4-BE49-F238E27FC236}">
                                  <a16:creationId xmlns:a16="http://schemas.microsoft.com/office/drawing/2014/main" id="{C03DDE60-B168-F24E-BAB8-C9ED48A56DC8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41" name="TextBox 840">
                              <a:extLst>
                                <a:ext uri="{FF2B5EF4-FFF2-40B4-BE49-F238E27FC236}">
                                  <a16:creationId xmlns:a16="http://schemas.microsoft.com/office/drawing/2014/main" id="{532CEA14-D8F9-F44B-8A93-C1D4196FFA2D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41422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3d</a:t>
                              </a:r>
                            </a:p>
                          </p:txBody>
                        </p:sp>
                      </p:grpSp>
                    </p:grpSp>
                    <p:grpSp>
                      <p:nvGrpSpPr>
                        <p:cNvPr id="805" name="Group 804">
                          <a:extLst>
                            <a:ext uri="{FF2B5EF4-FFF2-40B4-BE49-F238E27FC236}">
                              <a16:creationId xmlns:a16="http://schemas.microsoft.com/office/drawing/2014/main" id="{71F2ABB3-1F37-1749-A71A-D55C4164C6D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601806" y="3485072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825" name="Group 327">
                            <a:extLst>
                              <a:ext uri="{FF2B5EF4-FFF2-40B4-BE49-F238E27FC236}">
                                <a16:creationId xmlns:a16="http://schemas.microsoft.com/office/drawing/2014/main" id="{2651DCEF-09B4-C942-A0F3-FA87951DD865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829" name="Oval 828">
                              <a:extLst>
                                <a:ext uri="{FF2B5EF4-FFF2-40B4-BE49-F238E27FC236}">
                                  <a16:creationId xmlns:a16="http://schemas.microsoft.com/office/drawing/2014/main" id="{CA0BA046-ADD1-DF43-9064-2BD897B3CAB8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30" name="Rectangle 829">
                              <a:extLst>
                                <a:ext uri="{FF2B5EF4-FFF2-40B4-BE49-F238E27FC236}">
                                  <a16:creationId xmlns:a16="http://schemas.microsoft.com/office/drawing/2014/main" id="{882472DD-BC97-CA41-B9FE-B478A85C5FC6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31" name="Oval 830">
                              <a:extLst>
                                <a:ext uri="{FF2B5EF4-FFF2-40B4-BE49-F238E27FC236}">
                                  <a16:creationId xmlns:a16="http://schemas.microsoft.com/office/drawing/2014/main" id="{0DF677DC-458B-4249-9F0B-4BEA8992A469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32" name="Freeform 831">
                              <a:extLst>
                                <a:ext uri="{FF2B5EF4-FFF2-40B4-BE49-F238E27FC236}">
                                  <a16:creationId xmlns:a16="http://schemas.microsoft.com/office/drawing/2014/main" id="{0F164491-88B9-F549-89BF-3249CF0EC7AE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33" name="Freeform 832">
                              <a:extLst>
                                <a:ext uri="{FF2B5EF4-FFF2-40B4-BE49-F238E27FC236}">
                                  <a16:creationId xmlns:a16="http://schemas.microsoft.com/office/drawing/2014/main" id="{2758E550-A851-E74D-8E4C-C8A45774D081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34" name="Freeform 833">
                              <a:extLst>
                                <a:ext uri="{FF2B5EF4-FFF2-40B4-BE49-F238E27FC236}">
                                  <a16:creationId xmlns:a16="http://schemas.microsoft.com/office/drawing/2014/main" id="{1350CAC8-6F9F-564A-823C-89EC27BAC74D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35" name="Freeform 834">
                              <a:extLst>
                                <a:ext uri="{FF2B5EF4-FFF2-40B4-BE49-F238E27FC236}">
                                  <a16:creationId xmlns:a16="http://schemas.microsoft.com/office/drawing/2014/main" id="{97B1F333-DA1A-0F4B-B54D-DB2B8B8F2B9B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836" name="Straight Connector 835">
                              <a:extLst>
                                <a:ext uri="{FF2B5EF4-FFF2-40B4-BE49-F238E27FC236}">
                                  <a16:creationId xmlns:a16="http://schemas.microsoft.com/office/drawing/2014/main" id="{0A3849EA-872C-6847-A5A3-116B6EC439E7}"/>
                                </a:ext>
                              </a:extLst>
                            </p:cNvPr>
                            <p:cNvCxnSpPr>
                              <a:endCxn id="831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837" name="Straight Connector 836">
                              <a:extLst>
                                <a:ext uri="{FF2B5EF4-FFF2-40B4-BE49-F238E27FC236}">
                                  <a16:creationId xmlns:a16="http://schemas.microsoft.com/office/drawing/2014/main" id="{56B8C882-098F-AD46-B77F-9CC83FFDFA36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826" name="Group 825">
                            <a:extLst>
                              <a:ext uri="{FF2B5EF4-FFF2-40B4-BE49-F238E27FC236}">
                                <a16:creationId xmlns:a16="http://schemas.microsoft.com/office/drawing/2014/main" id="{250BE9B6-B57D-F94F-BCB6-B73C86BEC82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28460" cy="369332"/>
                            <a:chOff x="667045" y="1708643"/>
                            <a:chExt cx="428460" cy="369332"/>
                          </a:xfrm>
                        </p:grpSpPr>
                        <p:sp>
                          <p:nvSpPr>
                            <p:cNvPr id="827" name="Oval 826">
                              <a:extLst>
                                <a:ext uri="{FF2B5EF4-FFF2-40B4-BE49-F238E27FC236}">
                                  <a16:creationId xmlns:a16="http://schemas.microsoft.com/office/drawing/2014/main" id="{440673B1-5B90-3B47-B433-5B745BEF7ED0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28" name="TextBox 827">
                              <a:extLst>
                                <a:ext uri="{FF2B5EF4-FFF2-40B4-BE49-F238E27FC236}">
                                  <a16:creationId xmlns:a16="http://schemas.microsoft.com/office/drawing/2014/main" id="{CEFFE0E5-506B-494E-9F80-E0ED1385C913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28460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3c</a:t>
                              </a:r>
                            </a:p>
                          </p:txBody>
                        </p:sp>
                      </p:grpSp>
                    </p:grpSp>
                    <p:grpSp>
                      <p:nvGrpSpPr>
                        <p:cNvPr id="806" name="Group 805">
                          <a:extLst>
                            <a:ext uri="{FF2B5EF4-FFF2-40B4-BE49-F238E27FC236}">
                              <a16:creationId xmlns:a16="http://schemas.microsoft.com/office/drawing/2014/main" id="{934EAAF5-7899-6048-985B-55771C310E3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33331" y="3478719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812" name="Group 327">
                            <a:extLst>
                              <a:ext uri="{FF2B5EF4-FFF2-40B4-BE49-F238E27FC236}">
                                <a16:creationId xmlns:a16="http://schemas.microsoft.com/office/drawing/2014/main" id="{EA2F9A36-B4FF-064C-8E95-B92BA1EFBC03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816" name="Oval 815">
                              <a:extLst>
                                <a:ext uri="{FF2B5EF4-FFF2-40B4-BE49-F238E27FC236}">
                                  <a16:creationId xmlns:a16="http://schemas.microsoft.com/office/drawing/2014/main" id="{C9B42101-EA24-6842-96B2-075E8CDEE552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17" name="Rectangle 816">
                              <a:extLst>
                                <a:ext uri="{FF2B5EF4-FFF2-40B4-BE49-F238E27FC236}">
                                  <a16:creationId xmlns:a16="http://schemas.microsoft.com/office/drawing/2014/main" id="{DD6446F3-EBED-4C4E-98E8-DFA3342992AF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18" name="Oval 817">
                              <a:extLst>
                                <a:ext uri="{FF2B5EF4-FFF2-40B4-BE49-F238E27FC236}">
                                  <a16:creationId xmlns:a16="http://schemas.microsoft.com/office/drawing/2014/main" id="{276754CC-BC24-D645-88C4-AD8ABBDAC205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19" name="Freeform 818">
                              <a:extLst>
                                <a:ext uri="{FF2B5EF4-FFF2-40B4-BE49-F238E27FC236}">
                                  <a16:creationId xmlns:a16="http://schemas.microsoft.com/office/drawing/2014/main" id="{5A8BD987-737D-FA44-B273-88A8F35DF04E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20" name="Freeform 819">
                              <a:extLst>
                                <a:ext uri="{FF2B5EF4-FFF2-40B4-BE49-F238E27FC236}">
                                  <a16:creationId xmlns:a16="http://schemas.microsoft.com/office/drawing/2014/main" id="{F85E71B3-F6FD-5D41-8B69-1BEF4807052C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21" name="Freeform 820">
                              <a:extLst>
                                <a:ext uri="{FF2B5EF4-FFF2-40B4-BE49-F238E27FC236}">
                                  <a16:creationId xmlns:a16="http://schemas.microsoft.com/office/drawing/2014/main" id="{D1004E37-7132-B444-A2A9-00EFCF8A5B13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22" name="Freeform 821">
                              <a:extLst>
                                <a:ext uri="{FF2B5EF4-FFF2-40B4-BE49-F238E27FC236}">
                                  <a16:creationId xmlns:a16="http://schemas.microsoft.com/office/drawing/2014/main" id="{D1933192-6FC3-1F4C-A774-BFD867FD86BB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823" name="Straight Connector 822">
                              <a:extLst>
                                <a:ext uri="{FF2B5EF4-FFF2-40B4-BE49-F238E27FC236}">
                                  <a16:creationId xmlns:a16="http://schemas.microsoft.com/office/drawing/2014/main" id="{90A448BE-7308-2149-A3B1-04243C3579A4}"/>
                                </a:ext>
                              </a:extLst>
                            </p:cNvPr>
                            <p:cNvCxnSpPr>
                              <a:endCxn id="818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824" name="Straight Connector 823">
                              <a:extLst>
                                <a:ext uri="{FF2B5EF4-FFF2-40B4-BE49-F238E27FC236}">
                                  <a16:creationId xmlns:a16="http://schemas.microsoft.com/office/drawing/2014/main" id="{3D23F772-4772-4944-9814-58585E15D2CC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813" name="Group 812">
                            <a:extLst>
                              <a:ext uri="{FF2B5EF4-FFF2-40B4-BE49-F238E27FC236}">
                                <a16:creationId xmlns:a16="http://schemas.microsoft.com/office/drawing/2014/main" id="{3960218D-0B99-B847-9F2F-6D6844AA31C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41422" cy="369332"/>
                            <a:chOff x="667045" y="1708643"/>
                            <a:chExt cx="441422" cy="369332"/>
                          </a:xfrm>
                        </p:grpSpPr>
                        <p:sp>
                          <p:nvSpPr>
                            <p:cNvPr id="814" name="Oval 813">
                              <a:extLst>
                                <a:ext uri="{FF2B5EF4-FFF2-40B4-BE49-F238E27FC236}">
                                  <a16:creationId xmlns:a16="http://schemas.microsoft.com/office/drawing/2014/main" id="{5EA97AFC-9556-FA4F-A9FC-32D54BB6DE7D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15" name="TextBox 814">
                              <a:extLst>
                                <a:ext uri="{FF2B5EF4-FFF2-40B4-BE49-F238E27FC236}">
                                  <a16:creationId xmlns:a16="http://schemas.microsoft.com/office/drawing/2014/main" id="{ADC46399-42EC-C546-9364-6036E45185B9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41422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3a</a:t>
                              </a:r>
                            </a:p>
                          </p:txBody>
                        </p:sp>
                      </p:grpSp>
                    </p:grpSp>
                    <p:cxnSp>
                      <p:nvCxnSpPr>
                        <p:cNvPr id="807" name="Straight Connector 806">
                          <a:extLst>
                            <a:ext uri="{FF2B5EF4-FFF2-40B4-BE49-F238E27FC236}">
                              <a16:creationId xmlns:a16="http://schemas.microsoft.com/office/drawing/2014/main" id="{D595D77F-9B17-014B-A773-8B7499AF21FE}"/>
                            </a:ext>
                          </a:extLst>
                        </p:cNvPr>
                        <p:cNvCxnSpPr>
                          <a:stCxn id="854" idx="2"/>
                          <a:endCxn id="841" idx="0"/>
                        </p:cNvCxnSpPr>
                        <p:nvPr/>
                      </p:nvCxnSpPr>
                      <p:spPr bwMode="auto">
                        <a:xfrm>
                          <a:off x="1991073" y="3242684"/>
                          <a:ext cx="4230" cy="851985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rgbClr val="000090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808" name="Straight Connector 807">
                          <a:extLst>
                            <a:ext uri="{FF2B5EF4-FFF2-40B4-BE49-F238E27FC236}">
                              <a16:creationId xmlns:a16="http://schemas.microsoft.com/office/drawing/2014/main" id="{B60EB8E1-3F2D-124E-9763-9324DE9A9749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>
                          <a:off x="1407477" y="3648621"/>
                          <a:ext cx="1204913" cy="6353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809" name="Straight Connector 808">
                          <a:extLst>
                            <a:ext uri="{FF2B5EF4-FFF2-40B4-BE49-F238E27FC236}">
                              <a16:creationId xmlns:a16="http://schemas.microsoft.com/office/drawing/2014/main" id="{C0B2D073-9741-6549-9449-917E9E16C403}"/>
                            </a:ext>
                          </a:extLst>
                        </p:cNvPr>
                        <p:cNvCxnSpPr>
                          <a:stCxn id="855" idx="7"/>
                        </p:cNvCxnSpPr>
                        <p:nvPr/>
                      </p:nvCxnSpPr>
                      <p:spPr bwMode="auto">
                        <a:xfrm>
                          <a:off x="2218708" y="3154477"/>
                          <a:ext cx="480042" cy="369773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810" name="Straight Connector 809">
                          <a:extLst>
                            <a:ext uri="{FF2B5EF4-FFF2-40B4-BE49-F238E27FC236}">
                              <a16:creationId xmlns:a16="http://schemas.microsoft.com/office/drawing/2014/main" id="{4D5C178E-157A-D64F-AE50-0F9655E535BF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>
                          <a:off x="1300073" y="3786304"/>
                          <a:ext cx="477927" cy="357071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811" name="Straight Connector 810">
                          <a:extLst>
                            <a:ext uri="{FF2B5EF4-FFF2-40B4-BE49-F238E27FC236}">
                              <a16:creationId xmlns:a16="http://schemas.microsoft.com/office/drawing/2014/main" id="{A5E3182C-7425-E749-BFC7-44DF79905B35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>
                          <a:off x="1287553" y="3166946"/>
                          <a:ext cx="508002" cy="349250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</p:grpSp>
                  <p:sp>
                    <p:nvSpPr>
                      <p:cNvPr id="802" name="TextBox 801">
                        <a:extLst>
                          <a:ext uri="{FF2B5EF4-FFF2-40B4-BE49-F238E27FC236}">
                            <a16:creationId xmlns:a16="http://schemas.microsoft.com/office/drawing/2014/main" id="{19BEA4DD-02C9-1742-B68A-DDA636E6625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136838" y="3735782"/>
                        <a:ext cx="753532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lang="en-US" sz="2000" dirty="0">
                            <a:solidFill>
                              <a:srgbClr val="000090"/>
                            </a:solidFill>
                            <a:latin typeface="Arial" charset="0"/>
                            <a:ea typeface="ＭＳ Ｐゴシック" charset="0"/>
                          </a:rPr>
                          <a:t>AS 3</a:t>
                        </a:r>
                      </a:p>
                    </p:txBody>
                  </p:sp>
                </p:grpSp>
              </p:grpSp>
              <p:grpSp>
                <p:nvGrpSpPr>
                  <p:cNvPr id="732" name="Group 731">
                    <a:extLst>
                      <a:ext uri="{FF2B5EF4-FFF2-40B4-BE49-F238E27FC236}">
                        <a16:creationId xmlns:a16="http://schemas.microsoft.com/office/drawing/2014/main" id="{25B703B0-45F9-AF4D-95BF-5DCFD65E5FBA}"/>
                      </a:ext>
                    </a:extLst>
                  </p:cNvPr>
                  <p:cNvGrpSpPr/>
                  <p:nvPr/>
                </p:nvGrpSpPr>
                <p:grpSpPr>
                  <a:xfrm>
                    <a:off x="1426553" y="4136253"/>
                    <a:ext cx="3452487" cy="1719017"/>
                    <a:chOff x="1426553" y="4136253"/>
                    <a:chExt cx="3452487" cy="1719017"/>
                  </a:xfrm>
                </p:grpSpPr>
                <p:grpSp>
                  <p:nvGrpSpPr>
                    <p:cNvPr id="734" name="Group 733">
                      <a:extLst>
                        <a:ext uri="{FF2B5EF4-FFF2-40B4-BE49-F238E27FC236}">
                          <a16:creationId xmlns:a16="http://schemas.microsoft.com/office/drawing/2014/main" id="{61CE85DF-9928-444A-87E7-24AA52EF62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26553" y="4136253"/>
                      <a:ext cx="2557336" cy="1719017"/>
                      <a:chOff x="-2170772" y="2784954"/>
                      <a:chExt cx="2712783" cy="1853712"/>
                    </a:xfrm>
                  </p:grpSpPr>
                  <p:sp>
                    <p:nvSpPr>
                      <p:cNvPr id="737" name="Freeform 2">
                        <a:extLst>
                          <a:ext uri="{FF2B5EF4-FFF2-40B4-BE49-F238E27FC236}">
                            <a16:creationId xmlns:a16="http://schemas.microsoft.com/office/drawing/2014/main" id="{E74A625E-9A5E-C54E-9177-7F6CDAD9708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-2170772" y="2784954"/>
                        <a:ext cx="2712783" cy="1853712"/>
                      </a:xfrm>
                      <a:custGeom>
                        <a:avLst/>
                        <a:gdLst>
                          <a:gd name="T0" fmla="*/ 648763 w 10001"/>
                          <a:gd name="T1" fmla="*/ 34777612 h 10125"/>
                          <a:gd name="T2" fmla="*/ 115976403 w 10001"/>
                          <a:gd name="T3" fmla="*/ 13733703 h 10125"/>
                          <a:gd name="T4" fmla="*/ 507700960 w 10001"/>
                          <a:gd name="T5" fmla="*/ 8662125 h 10125"/>
                          <a:gd name="T6" fmla="*/ 810212713 w 10001"/>
                          <a:gd name="T7" fmla="*/ 0 h 10125"/>
                          <a:gd name="T8" fmla="*/ 1090015738 w 10001"/>
                          <a:gd name="T9" fmla="*/ 8687929 h 10125"/>
                          <a:gd name="T10" fmla="*/ 1310938763 w 10001"/>
                          <a:gd name="T11" fmla="*/ 4279362 h 10125"/>
                          <a:gd name="T12" fmla="*/ 1620263134 w 10001"/>
                          <a:gd name="T13" fmla="*/ 25736690 h 10125"/>
                          <a:gd name="T14" fmla="*/ 1394798364 w 10001"/>
                          <a:gd name="T15" fmla="*/ 58525268 h 10125"/>
                          <a:gd name="T16" fmla="*/ 1134622140 w 10001"/>
                          <a:gd name="T17" fmla="*/ 80266624 h 10125"/>
                          <a:gd name="T18" fmla="*/ 860820276 w 10001"/>
                          <a:gd name="T19" fmla="*/ 76142271 h 10125"/>
                          <a:gd name="T20" fmla="*/ 708996782 w 10001"/>
                          <a:gd name="T21" fmla="*/ 85346835 h 10125"/>
                          <a:gd name="T22" fmla="*/ 509322667 w 10001"/>
                          <a:gd name="T23" fmla="*/ 86268164 h 10125"/>
                          <a:gd name="T24" fmla="*/ 353443899 w 10001"/>
                          <a:gd name="T25" fmla="*/ 67979516 h 10125"/>
                          <a:gd name="T26" fmla="*/ 192536914 w 10001"/>
                          <a:gd name="T27" fmla="*/ 64535347 h 10125"/>
                          <a:gd name="T28" fmla="*/ 648763 w 10001"/>
                          <a:gd name="T29" fmla="*/ 34777612 h 10125"/>
                          <a:gd name="T30" fmla="*/ 0 60000 65536"/>
                          <a:gd name="T31" fmla="*/ 0 60000 65536"/>
                          <a:gd name="T32" fmla="*/ 0 60000 65536"/>
                          <a:gd name="T33" fmla="*/ 0 60000 65536"/>
                          <a:gd name="T34" fmla="*/ 0 60000 65536"/>
                          <a:gd name="T35" fmla="*/ 0 60000 65536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connsiteX0" fmla="*/ 4 w 10040"/>
                          <a:gd name="connsiteY0" fmla="*/ 4039 h 10125"/>
                          <a:gd name="connsiteX1" fmla="*/ 715 w 10040"/>
                          <a:gd name="connsiteY1" fmla="*/ 1595 h 10125"/>
                          <a:gd name="connsiteX2" fmla="*/ 3130 w 10040"/>
                          <a:gd name="connsiteY2" fmla="*/ 1006 h 10125"/>
                          <a:gd name="connsiteX3" fmla="*/ 4995 w 10040"/>
                          <a:gd name="connsiteY3" fmla="*/ 0 h 10125"/>
                          <a:gd name="connsiteX4" fmla="*/ 6720 w 10040"/>
                          <a:gd name="connsiteY4" fmla="*/ 1009 h 10125"/>
                          <a:gd name="connsiteX5" fmla="*/ 9989 w 10040"/>
                          <a:gd name="connsiteY5" fmla="*/ 2989 h 10125"/>
                          <a:gd name="connsiteX6" fmla="*/ 8599 w 10040"/>
                          <a:gd name="connsiteY6" fmla="*/ 6797 h 10125"/>
                          <a:gd name="connsiteX7" fmla="*/ 6995 w 10040"/>
                          <a:gd name="connsiteY7" fmla="*/ 9322 h 10125"/>
                          <a:gd name="connsiteX8" fmla="*/ 5307 w 10040"/>
                          <a:gd name="connsiteY8" fmla="*/ 8843 h 10125"/>
                          <a:gd name="connsiteX9" fmla="*/ 4371 w 10040"/>
                          <a:gd name="connsiteY9" fmla="*/ 9912 h 10125"/>
                          <a:gd name="connsiteX10" fmla="*/ 3140 w 10040"/>
                          <a:gd name="connsiteY10" fmla="*/ 10019 h 10125"/>
                          <a:gd name="connsiteX11" fmla="*/ 2179 w 10040"/>
                          <a:gd name="connsiteY11" fmla="*/ 7895 h 10125"/>
                          <a:gd name="connsiteX12" fmla="*/ 1187 w 10040"/>
                          <a:gd name="connsiteY12" fmla="*/ 7495 h 10125"/>
                          <a:gd name="connsiteX13" fmla="*/ 4 w 10040"/>
                          <a:gd name="connsiteY13" fmla="*/ 4039 h 10125"/>
                          <a:gd name="connsiteX0" fmla="*/ 4 w 8600"/>
                          <a:gd name="connsiteY0" fmla="*/ 4042 h 10128"/>
                          <a:gd name="connsiteX1" fmla="*/ 715 w 8600"/>
                          <a:gd name="connsiteY1" fmla="*/ 1598 h 10128"/>
                          <a:gd name="connsiteX2" fmla="*/ 3130 w 8600"/>
                          <a:gd name="connsiteY2" fmla="*/ 1009 h 10128"/>
                          <a:gd name="connsiteX3" fmla="*/ 4995 w 8600"/>
                          <a:gd name="connsiteY3" fmla="*/ 3 h 10128"/>
                          <a:gd name="connsiteX4" fmla="*/ 6720 w 8600"/>
                          <a:gd name="connsiteY4" fmla="*/ 1012 h 10128"/>
                          <a:gd name="connsiteX5" fmla="*/ 8599 w 8600"/>
                          <a:gd name="connsiteY5" fmla="*/ 6800 h 10128"/>
                          <a:gd name="connsiteX6" fmla="*/ 6995 w 8600"/>
                          <a:gd name="connsiteY6" fmla="*/ 9325 h 10128"/>
                          <a:gd name="connsiteX7" fmla="*/ 5307 w 8600"/>
                          <a:gd name="connsiteY7" fmla="*/ 8846 h 10128"/>
                          <a:gd name="connsiteX8" fmla="*/ 4371 w 8600"/>
                          <a:gd name="connsiteY8" fmla="*/ 9915 h 10128"/>
                          <a:gd name="connsiteX9" fmla="*/ 3140 w 8600"/>
                          <a:gd name="connsiteY9" fmla="*/ 10022 h 10128"/>
                          <a:gd name="connsiteX10" fmla="*/ 2179 w 8600"/>
                          <a:gd name="connsiteY10" fmla="*/ 7898 h 10128"/>
                          <a:gd name="connsiteX11" fmla="*/ 1187 w 8600"/>
                          <a:gd name="connsiteY11" fmla="*/ 7498 h 10128"/>
                          <a:gd name="connsiteX12" fmla="*/ 4 w 8600"/>
                          <a:gd name="connsiteY12" fmla="*/ 4042 h 10128"/>
                          <a:gd name="connsiteX0" fmla="*/ 4 w 9326"/>
                          <a:gd name="connsiteY0" fmla="*/ 3988 h 9997"/>
                          <a:gd name="connsiteX1" fmla="*/ 830 w 9326"/>
                          <a:gd name="connsiteY1" fmla="*/ 1575 h 9997"/>
                          <a:gd name="connsiteX2" fmla="*/ 3639 w 9326"/>
                          <a:gd name="connsiteY2" fmla="*/ 993 h 9997"/>
                          <a:gd name="connsiteX3" fmla="*/ 5807 w 9326"/>
                          <a:gd name="connsiteY3" fmla="*/ 0 h 9997"/>
                          <a:gd name="connsiteX4" fmla="*/ 7813 w 9326"/>
                          <a:gd name="connsiteY4" fmla="*/ 996 h 9997"/>
                          <a:gd name="connsiteX5" fmla="*/ 9324 w 9326"/>
                          <a:gd name="connsiteY5" fmla="*/ 5746 h 9997"/>
                          <a:gd name="connsiteX6" fmla="*/ 8133 w 9326"/>
                          <a:gd name="connsiteY6" fmla="*/ 9204 h 9997"/>
                          <a:gd name="connsiteX7" fmla="*/ 6170 w 9326"/>
                          <a:gd name="connsiteY7" fmla="*/ 8731 h 9997"/>
                          <a:gd name="connsiteX8" fmla="*/ 5082 w 9326"/>
                          <a:gd name="connsiteY8" fmla="*/ 9787 h 9997"/>
                          <a:gd name="connsiteX9" fmla="*/ 3650 w 9326"/>
                          <a:gd name="connsiteY9" fmla="*/ 9892 h 9997"/>
                          <a:gd name="connsiteX10" fmla="*/ 2533 w 9326"/>
                          <a:gd name="connsiteY10" fmla="*/ 7795 h 9997"/>
                          <a:gd name="connsiteX11" fmla="*/ 1379 w 9326"/>
                          <a:gd name="connsiteY11" fmla="*/ 7400 h 9997"/>
                          <a:gd name="connsiteX12" fmla="*/ 4 w 9326"/>
                          <a:gd name="connsiteY12" fmla="*/ 3988 h 9997"/>
                          <a:gd name="connsiteX0" fmla="*/ 4 w 10001"/>
                          <a:gd name="connsiteY0" fmla="*/ 3989 h 10041"/>
                          <a:gd name="connsiteX1" fmla="*/ 890 w 10001"/>
                          <a:gd name="connsiteY1" fmla="*/ 1575 h 10041"/>
                          <a:gd name="connsiteX2" fmla="*/ 3902 w 10001"/>
                          <a:gd name="connsiteY2" fmla="*/ 993 h 10041"/>
                          <a:gd name="connsiteX3" fmla="*/ 6227 w 10001"/>
                          <a:gd name="connsiteY3" fmla="*/ 0 h 10041"/>
                          <a:gd name="connsiteX4" fmla="*/ 8378 w 10001"/>
                          <a:gd name="connsiteY4" fmla="*/ 996 h 10041"/>
                          <a:gd name="connsiteX5" fmla="*/ 9998 w 10001"/>
                          <a:gd name="connsiteY5" fmla="*/ 5748 h 10041"/>
                          <a:gd name="connsiteX6" fmla="*/ 8721 w 10001"/>
                          <a:gd name="connsiteY6" fmla="*/ 9207 h 10041"/>
                          <a:gd name="connsiteX7" fmla="*/ 5449 w 10001"/>
                          <a:gd name="connsiteY7" fmla="*/ 9790 h 10041"/>
                          <a:gd name="connsiteX8" fmla="*/ 3914 w 10001"/>
                          <a:gd name="connsiteY8" fmla="*/ 9895 h 10041"/>
                          <a:gd name="connsiteX9" fmla="*/ 2716 w 10001"/>
                          <a:gd name="connsiteY9" fmla="*/ 7797 h 10041"/>
                          <a:gd name="connsiteX10" fmla="*/ 1479 w 10001"/>
                          <a:gd name="connsiteY10" fmla="*/ 7402 h 10041"/>
                          <a:gd name="connsiteX11" fmla="*/ 4 w 10001"/>
                          <a:gd name="connsiteY11" fmla="*/ 3989 h 10041"/>
                          <a:gd name="connsiteX0" fmla="*/ 4 w 10001"/>
                          <a:gd name="connsiteY0" fmla="*/ 3989 h 14825"/>
                          <a:gd name="connsiteX1" fmla="*/ 890 w 10001"/>
                          <a:gd name="connsiteY1" fmla="*/ 1575 h 14825"/>
                          <a:gd name="connsiteX2" fmla="*/ 3902 w 10001"/>
                          <a:gd name="connsiteY2" fmla="*/ 993 h 14825"/>
                          <a:gd name="connsiteX3" fmla="*/ 6227 w 10001"/>
                          <a:gd name="connsiteY3" fmla="*/ 0 h 14825"/>
                          <a:gd name="connsiteX4" fmla="*/ 8378 w 10001"/>
                          <a:gd name="connsiteY4" fmla="*/ 996 h 14825"/>
                          <a:gd name="connsiteX5" fmla="*/ 9998 w 10001"/>
                          <a:gd name="connsiteY5" fmla="*/ 5748 h 14825"/>
                          <a:gd name="connsiteX6" fmla="*/ 8721 w 10001"/>
                          <a:gd name="connsiteY6" fmla="*/ 9207 h 14825"/>
                          <a:gd name="connsiteX7" fmla="*/ 6011 w 10001"/>
                          <a:gd name="connsiteY7" fmla="*/ 14823 h 14825"/>
                          <a:gd name="connsiteX8" fmla="*/ 3914 w 10001"/>
                          <a:gd name="connsiteY8" fmla="*/ 9895 h 14825"/>
                          <a:gd name="connsiteX9" fmla="*/ 2716 w 10001"/>
                          <a:gd name="connsiteY9" fmla="*/ 7797 h 14825"/>
                          <a:gd name="connsiteX10" fmla="*/ 1479 w 10001"/>
                          <a:gd name="connsiteY10" fmla="*/ 7402 h 14825"/>
                          <a:gd name="connsiteX11" fmla="*/ 4 w 10001"/>
                          <a:gd name="connsiteY11" fmla="*/ 3989 h 14825"/>
                          <a:gd name="connsiteX0" fmla="*/ 4 w 10001"/>
                          <a:gd name="connsiteY0" fmla="*/ 7436 h 18272"/>
                          <a:gd name="connsiteX1" fmla="*/ 890 w 10001"/>
                          <a:gd name="connsiteY1" fmla="*/ 5022 h 18272"/>
                          <a:gd name="connsiteX2" fmla="*/ 3902 w 10001"/>
                          <a:gd name="connsiteY2" fmla="*/ 4440 h 18272"/>
                          <a:gd name="connsiteX3" fmla="*/ 6026 w 10001"/>
                          <a:gd name="connsiteY3" fmla="*/ 0 h 18272"/>
                          <a:gd name="connsiteX4" fmla="*/ 8378 w 10001"/>
                          <a:gd name="connsiteY4" fmla="*/ 4443 h 18272"/>
                          <a:gd name="connsiteX5" fmla="*/ 9998 w 10001"/>
                          <a:gd name="connsiteY5" fmla="*/ 9195 h 18272"/>
                          <a:gd name="connsiteX6" fmla="*/ 8721 w 10001"/>
                          <a:gd name="connsiteY6" fmla="*/ 12654 h 18272"/>
                          <a:gd name="connsiteX7" fmla="*/ 6011 w 10001"/>
                          <a:gd name="connsiteY7" fmla="*/ 18270 h 18272"/>
                          <a:gd name="connsiteX8" fmla="*/ 3914 w 10001"/>
                          <a:gd name="connsiteY8" fmla="*/ 13342 h 18272"/>
                          <a:gd name="connsiteX9" fmla="*/ 2716 w 10001"/>
                          <a:gd name="connsiteY9" fmla="*/ 11244 h 18272"/>
                          <a:gd name="connsiteX10" fmla="*/ 1479 w 10001"/>
                          <a:gd name="connsiteY10" fmla="*/ 10849 h 18272"/>
                          <a:gd name="connsiteX11" fmla="*/ 4 w 10001"/>
                          <a:gd name="connsiteY11" fmla="*/ 7436 h 18272"/>
                          <a:gd name="connsiteX0" fmla="*/ 1 w 9998"/>
                          <a:gd name="connsiteY0" fmla="*/ 7436 h 18272"/>
                          <a:gd name="connsiteX1" fmla="*/ 3899 w 9998"/>
                          <a:gd name="connsiteY1" fmla="*/ 4440 h 18272"/>
                          <a:gd name="connsiteX2" fmla="*/ 6023 w 9998"/>
                          <a:gd name="connsiteY2" fmla="*/ 0 h 18272"/>
                          <a:gd name="connsiteX3" fmla="*/ 8375 w 9998"/>
                          <a:gd name="connsiteY3" fmla="*/ 4443 h 18272"/>
                          <a:gd name="connsiteX4" fmla="*/ 9995 w 9998"/>
                          <a:gd name="connsiteY4" fmla="*/ 9195 h 18272"/>
                          <a:gd name="connsiteX5" fmla="*/ 8718 w 9998"/>
                          <a:gd name="connsiteY5" fmla="*/ 12654 h 18272"/>
                          <a:gd name="connsiteX6" fmla="*/ 6008 w 9998"/>
                          <a:gd name="connsiteY6" fmla="*/ 18270 h 18272"/>
                          <a:gd name="connsiteX7" fmla="*/ 3911 w 9998"/>
                          <a:gd name="connsiteY7" fmla="*/ 13342 h 18272"/>
                          <a:gd name="connsiteX8" fmla="*/ 2713 w 9998"/>
                          <a:gd name="connsiteY8" fmla="*/ 11244 h 18272"/>
                          <a:gd name="connsiteX9" fmla="*/ 1476 w 9998"/>
                          <a:gd name="connsiteY9" fmla="*/ 10849 h 18272"/>
                          <a:gd name="connsiteX10" fmla="*/ 1 w 9998"/>
                          <a:gd name="connsiteY10" fmla="*/ 7436 h 18272"/>
                          <a:gd name="connsiteX0" fmla="*/ 35 w 8559"/>
                          <a:gd name="connsiteY0" fmla="*/ 5938 h 10000"/>
                          <a:gd name="connsiteX1" fmla="*/ 2459 w 8559"/>
                          <a:gd name="connsiteY1" fmla="*/ 2430 h 10000"/>
                          <a:gd name="connsiteX2" fmla="*/ 4583 w 8559"/>
                          <a:gd name="connsiteY2" fmla="*/ 0 h 10000"/>
                          <a:gd name="connsiteX3" fmla="*/ 6936 w 8559"/>
                          <a:gd name="connsiteY3" fmla="*/ 2432 h 10000"/>
                          <a:gd name="connsiteX4" fmla="*/ 8556 w 8559"/>
                          <a:gd name="connsiteY4" fmla="*/ 5032 h 10000"/>
                          <a:gd name="connsiteX5" fmla="*/ 7279 w 8559"/>
                          <a:gd name="connsiteY5" fmla="*/ 6925 h 10000"/>
                          <a:gd name="connsiteX6" fmla="*/ 4568 w 8559"/>
                          <a:gd name="connsiteY6" fmla="*/ 9999 h 10000"/>
                          <a:gd name="connsiteX7" fmla="*/ 2471 w 8559"/>
                          <a:gd name="connsiteY7" fmla="*/ 7302 h 10000"/>
                          <a:gd name="connsiteX8" fmla="*/ 1273 w 8559"/>
                          <a:gd name="connsiteY8" fmla="*/ 6154 h 10000"/>
                          <a:gd name="connsiteX9" fmla="*/ 35 w 8559"/>
                          <a:gd name="connsiteY9" fmla="*/ 5938 h 10000"/>
                          <a:gd name="connsiteX0" fmla="*/ 49 w 9820"/>
                          <a:gd name="connsiteY0" fmla="*/ 4655 h 10000"/>
                          <a:gd name="connsiteX1" fmla="*/ 2693 w 9820"/>
                          <a:gd name="connsiteY1" fmla="*/ 2430 h 10000"/>
                          <a:gd name="connsiteX2" fmla="*/ 5175 w 9820"/>
                          <a:gd name="connsiteY2" fmla="*/ 0 h 10000"/>
                          <a:gd name="connsiteX3" fmla="*/ 7924 w 9820"/>
                          <a:gd name="connsiteY3" fmla="*/ 2432 h 10000"/>
                          <a:gd name="connsiteX4" fmla="*/ 9816 w 9820"/>
                          <a:gd name="connsiteY4" fmla="*/ 5032 h 10000"/>
                          <a:gd name="connsiteX5" fmla="*/ 8324 w 9820"/>
                          <a:gd name="connsiteY5" fmla="*/ 6925 h 10000"/>
                          <a:gd name="connsiteX6" fmla="*/ 5157 w 9820"/>
                          <a:gd name="connsiteY6" fmla="*/ 9999 h 10000"/>
                          <a:gd name="connsiteX7" fmla="*/ 2707 w 9820"/>
                          <a:gd name="connsiteY7" fmla="*/ 7302 h 10000"/>
                          <a:gd name="connsiteX8" fmla="*/ 1307 w 9820"/>
                          <a:gd name="connsiteY8" fmla="*/ 6154 h 10000"/>
                          <a:gd name="connsiteX9" fmla="*/ 49 w 9820"/>
                          <a:gd name="connsiteY9" fmla="*/ 4655 h 10000"/>
                          <a:gd name="connsiteX0" fmla="*/ 45 w 9995"/>
                          <a:gd name="connsiteY0" fmla="*/ 4655 h 10000"/>
                          <a:gd name="connsiteX1" fmla="*/ 2737 w 9995"/>
                          <a:gd name="connsiteY1" fmla="*/ 2430 h 10000"/>
                          <a:gd name="connsiteX2" fmla="*/ 5265 w 9995"/>
                          <a:gd name="connsiteY2" fmla="*/ 0 h 10000"/>
                          <a:gd name="connsiteX3" fmla="*/ 8064 w 9995"/>
                          <a:gd name="connsiteY3" fmla="*/ 2432 h 10000"/>
                          <a:gd name="connsiteX4" fmla="*/ 9991 w 9995"/>
                          <a:gd name="connsiteY4" fmla="*/ 5032 h 10000"/>
                          <a:gd name="connsiteX5" fmla="*/ 8472 w 9995"/>
                          <a:gd name="connsiteY5" fmla="*/ 6925 h 10000"/>
                          <a:gd name="connsiteX6" fmla="*/ 5247 w 9995"/>
                          <a:gd name="connsiteY6" fmla="*/ 9999 h 10000"/>
                          <a:gd name="connsiteX7" fmla="*/ 2752 w 9995"/>
                          <a:gd name="connsiteY7" fmla="*/ 7302 h 10000"/>
                          <a:gd name="connsiteX8" fmla="*/ 1374 w 9995"/>
                          <a:gd name="connsiteY8" fmla="*/ 6984 h 10000"/>
                          <a:gd name="connsiteX9" fmla="*/ 45 w 9995"/>
                          <a:gd name="connsiteY9" fmla="*/ 4655 h 10000"/>
                          <a:gd name="connsiteX0" fmla="*/ 45 w 10000"/>
                          <a:gd name="connsiteY0" fmla="*/ 5032 h 10377"/>
                          <a:gd name="connsiteX1" fmla="*/ 2738 w 10000"/>
                          <a:gd name="connsiteY1" fmla="*/ 2807 h 10377"/>
                          <a:gd name="connsiteX2" fmla="*/ 4886 w 10000"/>
                          <a:gd name="connsiteY2" fmla="*/ 0 h 10377"/>
                          <a:gd name="connsiteX3" fmla="*/ 8068 w 10000"/>
                          <a:gd name="connsiteY3" fmla="*/ 2809 h 10377"/>
                          <a:gd name="connsiteX4" fmla="*/ 9996 w 10000"/>
                          <a:gd name="connsiteY4" fmla="*/ 5409 h 10377"/>
                          <a:gd name="connsiteX5" fmla="*/ 8476 w 10000"/>
                          <a:gd name="connsiteY5" fmla="*/ 7302 h 10377"/>
                          <a:gd name="connsiteX6" fmla="*/ 5250 w 10000"/>
                          <a:gd name="connsiteY6" fmla="*/ 10376 h 10377"/>
                          <a:gd name="connsiteX7" fmla="*/ 2753 w 10000"/>
                          <a:gd name="connsiteY7" fmla="*/ 7679 h 10377"/>
                          <a:gd name="connsiteX8" fmla="*/ 1375 w 10000"/>
                          <a:gd name="connsiteY8" fmla="*/ 7361 h 10377"/>
                          <a:gd name="connsiteX9" fmla="*/ 45 w 10000"/>
                          <a:gd name="connsiteY9" fmla="*/ 5032 h 10377"/>
                          <a:gd name="connsiteX0" fmla="*/ 45 w 10000"/>
                          <a:gd name="connsiteY0" fmla="*/ 5036 h 10381"/>
                          <a:gd name="connsiteX1" fmla="*/ 2738 w 10000"/>
                          <a:gd name="connsiteY1" fmla="*/ 2811 h 10381"/>
                          <a:gd name="connsiteX2" fmla="*/ 4886 w 10000"/>
                          <a:gd name="connsiteY2" fmla="*/ 4 h 10381"/>
                          <a:gd name="connsiteX3" fmla="*/ 8068 w 10000"/>
                          <a:gd name="connsiteY3" fmla="*/ 2813 h 10381"/>
                          <a:gd name="connsiteX4" fmla="*/ 9996 w 10000"/>
                          <a:gd name="connsiteY4" fmla="*/ 5413 h 10381"/>
                          <a:gd name="connsiteX5" fmla="*/ 8476 w 10000"/>
                          <a:gd name="connsiteY5" fmla="*/ 7306 h 10381"/>
                          <a:gd name="connsiteX6" fmla="*/ 5250 w 10000"/>
                          <a:gd name="connsiteY6" fmla="*/ 10380 h 10381"/>
                          <a:gd name="connsiteX7" fmla="*/ 2753 w 10000"/>
                          <a:gd name="connsiteY7" fmla="*/ 7683 h 10381"/>
                          <a:gd name="connsiteX8" fmla="*/ 1375 w 10000"/>
                          <a:gd name="connsiteY8" fmla="*/ 7365 h 10381"/>
                          <a:gd name="connsiteX9" fmla="*/ 45 w 10000"/>
                          <a:gd name="connsiteY9" fmla="*/ 5036 h 10381"/>
                          <a:gd name="connsiteX0" fmla="*/ 45 w 10000"/>
                          <a:gd name="connsiteY0" fmla="*/ 5036 h 10796"/>
                          <a:gd name="connsiteX1" fmla="*/ 2738 w 10000"/>
                          <a:gd name="connsiteY1" fmla="*/ 2811 h 10796"/>
                          <a:gd name="connsiteX2" fmla="*/ 4886 w 10000"/>
                          <a:gd name="connsiteY2" fmla="*/ 4 h 10796"/>
                          <a:gd name="connsiteX3" fmla="*/ 8068 w 10000"/>
                          <a:gd name="connsiteY3" fmla="*/ 2813 h 10796"/>
                          <a:gd name="connsiteX4" fmla="*/ 9996 w 10000"/>
                          <a:gd name="connsiteY4" fmla="*/ 5413 h 10796"/>
                          <a:gd name="connsiteX5" fmla="*/ 8476 w 10000"/>
                          <a:gd name="connsiteY5" fmla="*/ 7306 h 10796"/>
                          <a:gd name="connsiteX6" fmla="*/ 5202 w 10000"/>
                          <a:gd name="connsiteY6" fmla="*/ 10795 h 10796"/>
                          <a:gd name="connsiteX7" fmla="*/ 2753 w 10000"/>
                          <a:gd name="connsiteY7" fmla="*/ 7683 h 10796"/>
                          <a:gd name="connsiteX8" fmla="*/ 1375 w 10000"/>
                          <a:gd name="connsiteY8" fmla="*/ 7365 h 10796"/>
                          <a:gd name="connsiteX9" fmla="*/ 45 w 10000"/>
                          <a:gd name="connsiteY9" fmla="*/ 5036 h 10796"/>
                          <a:gd name="connsiteX0" fmla="*/ 45 w 10000"/>
                          <a:gd name="connsiteY0" fmla="*/ 5036 h 10795"/>
                          <a:gd name="connsiteX1" fmla="*/ 2738 w 10000"/>
                          <a:gd name="connsiteY1" fmla="*/ 2811 h 10795"/>
                          <a:gd name="connsiteX2" fmla="*/ 4886 w 10000"/>
                          <a:gd name="connsiteY2" fmla="*/ 4 h 10795"/>
                          <a:gd name="connsiteX3" fmla="*/ 8068 w 10000"/>
                          <a:gd name="connsiteY3" fmla="*/ 2813 h 10795"/>
                          <a:gd name="connsiteX4" fmla="*/ 9996 w 10000"/>
                          <a:gd name="connsiteY4" fmla="*/ 5413 h 10795"/>
                          <a:gd name="connsiteX5" fmla="*/ 8476 w 10000"/>
                          <a:gd name="connsiteY5" fmla="*/ 7306 h 10795"/>
                          <a:gd name="connsiteX6" fmla="*/ 5202 w 10000"/>
                          <a:gd name="connsiteY6" fmla="*/ 10795 h 10795"/>
                          <a:gd name="connsiteX7" fmla="*/ 2753 w 10000"/>
                          <a:gd name="connsiteY7" fmla="*/ 7683 h 10795"/>
                          <a:gd name="connsiteX8" fmla="*/ 1375 w 10000"/>
                          <a:gd name="connsiteY8" fmla="*/ 7365 h 10795"/>
                          <a:gd name="connsiteX9" fmla="*/ 45 w 10000"/>
                          <a:gd name="connsiteY9" fmla="*/ 5036 h 10795"/>
                          <a:gd name="connsiteX0" fmla="*/ 45 w 10000"/>
                          <a:gd name="connsiteY0" fmla="*/ 5036 h 10795"/>
                          <a:gd name="connsiteX1" fmla="*/ 2738 w 10000"/>
                          <a:gd name="connsiteY1" fmla="*/ 2811 h 10795"/>
                          <a:gd name="connsiteX2" fmla="*/ 4886 w 10000"/>
                          <a:gd name="connsiteY2" fmla="*/ 4 h 10795"/>
                          <a:gd name="connsiteX3" fmla="*/ 8068 w 10000"/>
                          <a:gd name="connsiteY3" fmla="*/ 2813 h 10795"/>
                          <a:gd name="connsiteX4" fmla="*/ 9996 w 10000"/>
                          <a:gd name="connsiteY4" fmla="*/ 5413 h 10795"/>
                          <a:gd name="connsiteX5" fmla="*/ 8476 w 10000"/>
                          <a:gd name="connsiteY5" fmla="*/ 7306 h 10795"/>
                          <a:gd name="connsiteX6" fmla="*/ 5202 w 10000"/>
                          <a:gd name="connsiteY6" fmla="*/ 10795 h 10795"/>
                          <a:gd name="connsiteX7" fmla="*/ 2753 w 10000"/>
                          <a:gd name="connsiteY7" fmla="*/ 7683 h 10795"/>
                          <a:gd name="connsiteX8" fmla="*/ 1375 w 10000"/>
                          <a:gd name="connsiteY8" fmla="*/ 7365 h 10795"/>
                          <a:gd name="connsiteX9" fmla="*/ 45 w 10000"/>
                          <a:gd name="connsiteY9" fmla="*/ 5036 h 1079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0000" h="10795">
                            <a:moveTo>
                              <a:pt x="45" y="5036"/>
                            </a:moveTo>
                            <a:cubicBezTo>
                              <a:pt x="272" y="4277"/>
                              <a:pt x="1931" y="3650"/>
                              <a:pt x="2738" y="2811"/>
                            </a:cubicBezTo>
                            <a:cubicBezTo>
                              <a:pt x="3545" y="1972"/>
                              <a:pt x="3352" y="117"/>
                              <a:pt x="4886" y="4"/>
                            </a:cubicBezTo>
                            <a:cubicBezTo>
                              <a:pt x="6420" y="-109"/>
                              <a:pt x="7216" y="1912"/>
                              <a:pt x="8068" y="2813"/>
                            </a:cubicBezTo>
                            <a:cubicBezTo>
                              <a:pt x="8920" y="3715"/>
                              <a:pt x="9928" y="3420"/>
                              <a:pt x="9996" y="5413"/>
                            </a:cubicBezTo>
                            <a:cubicBezTo>
                              <a:pt x="10064" y="7406"/>
                              <a:pt x="9275" y="6409"/>
                              <a:pt x="8476" y="7306"/>
                            </a:cubicBezTo>
                            <a:cubicBezTo>
                              <a:pt x="7677" y="8203"/>
                              <a:pt x="7086" y="10770"/>
                              <a:pt x="5202" y="10795"/>
                            </a:cubicBezTo>
                            <a:cubicBezTo>
                              <a:pt x="3318" y="10820"/>
                              <a:pt x="3391" y="8255"/>
                              <a:pt x="2753" y="7683"/>
                            </a:cubicBezTo>
                            <a:cubicBezTo>
                              <a:pt x="2115" y="7111"/>
                              <a:pt x="2326" y="7496"/>
                              <a:pt x="1375" y="7365"/>
                            </a:cubicBezTo>
                            <a:cubicBezTo>
                              <a:pt x="493" y="6773"/>
                              <a:pt x="-182" y="5795"/>
                              <a:pt x="45" y="5036"/>
                            </a:cubicBezTo>
                            <a:close/>
                          </a:path>
                        </a:pathLst>
                      </a:custGeom>
                      <a:solidFill>
                        <a:srgbClr val="9CE0FA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grpSp>
                    <p:nvGrpSpPr>
                      <p:cNvPr id="738" name="Group 737">
                        <a:extLst>
                          <a:ext uri="{FF2B5EF4-FFF2-40B4-BE49-F238E27FC236}">
                            <a16:creationId xmlns:a16="http://schemas.microsoft.com/office/drawing/2014/main" id="{005DCEEF-EFC7-514E-8C89-60C23B8D100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-1935370" y="2935816"/>
                        <a:ext cx="2333625" cy="1590649"/>
                        <a:chOff x="833331" y="2873352"/>
                        <a:chExt cx="2333625" cy="1590649"/>
                      </a:xfrm>
                    </p:grpSpPr>
                    <p:grpSp>
                      <p:nvGrpSpPr>
                        <p:cNvPr id="739" name="Group 738">
                          <a:extLst>
                            <a:ext uri="{FF2B5EF4-FFF2-40B4-BE49-F238E27FC236}">
                              <a16:creationId xmlns:a16="http://schemas.microsoft.com/office/drawing/2014/main" id="{AAB72804-6BE8-5748-9B24-6E0EE728AAD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36090" y="2873352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786" name="Group 327">
                            <a:extLst>
                              <a:ext uri="{FF2B5EF4-FFF2-40B4-BE49-F238E27FC236}">
                                <a16:creationId xmlns:a16="http://schemas.microsoft.com/office/drawing/2014/main" id="{FA68E032-55E8-8B40-ABAE-F05183A62D56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790" name="Oval 789">
                              <a:extLst>
                                <a:ext uri="{FF2B5EF4-FFF2-40B4-BE49-F238E27FC236}">
                                  <a16:creationId xmlns:a16="http://schemas.microsoft.com/office/drawing/2014/main" id="{BD10E64F-4CF2-F34E-AEB0-AD8997DFD8BD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91" name="Rectangle 790">
                              <a:extLst>
                                <a:ext uri="{FF2B5EF4-FFF2-40B4-BE49-F238E27FC236}">
                                  <a16:creationId xmlns:a16="http://schemas.microsoft.com/office/drawing/2014/main" id="{AE94B377-C034-D840-B45A-4702304B1614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92" name="Oval 791">
                              <a:extLst>
                                <a:ext uri="{FF2B5EF4-FFF2-40B4-BE49-F238E27FC236}">
                                  <a16:creationId xmlns:a16="http://schemas.microsoft.com/office/drawing/2014/main" id="{58728178-E5A9-DC40-B418-327E8A4F9D8F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93" name="Freeform 792">
                              <a:extLst>
                                <a:ext uri="{FF2B5EF4-FFF2-40B4-BE49-F238E27FC236}">
                                  <a16:creationId xmlns:a16="http://schemas.microsoft.com/office/drawing/2014/main" id="{5AEB7CD2-090F-794C-AA70-233ED633DA23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94" name="Freeform 793">
                              <a:extLst>
                                <a:ext uri="{FF2B5EF4-FFF2-40B4-BE49-F238E27FC236}">
                                  <a16:creationId xmlns:a16="http://schemas.microsoft.com/office/drawing/2014/main" id="{83125BAA-FA09-E747-974E-E0F54A470A46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95" name="Freeform 794">
                              <a:extLst>
                                <a:ext uri="{FF2B5EF4-FFF2-40B4-BE49-F238E27FC236}">
                                  <a16:creationId xmlns:a16="http://schemas.microsoft.com/office/drawing/2014/main" id="{87103A88-30C2-5345-982D-0F945134F712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96" name="Freeform 795">
                              <a:extLst>
                                <a:ext uri="{FF2B5EF4-FFF2-40B4-BE49-F238E27FC236}">
                                  <a16:creationId xmlns:a16="http://schemas.microsoft.com/office/drawing/2014/main" id="{5047CBF9-975B-9C45-99F0-408800C1BB79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797" name="Straight Connector 796">
                              <a:extLst>
                                <a:ext uri="{FF2B5EF4-FFF2-40B4-BE49-F238E27FC236}">
                                  <a16:creationId xmlns:a16="http://schemas.microsoft.com/office/drawing/2014/main" id="{AD2BA30B-6DEF-894C-907B-399D236BCF34}"/>
                                </a:ext>
                              </a:extLst>
                            </p:cNvPr>
                            <p:cNvCxnSpPr>
                              <a:endCxn id="792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798" name="Straight Connector 797">
                              <a:extLst>
                                <a:ext uri="{FF2B5EF4-FFF2-40B4-BE49-F238E27FC236}">
                                  <a16:creationId xmlns:a16="http://schemas.microsoft.com/office/drawing/2014/main" id="{F207D725-2B15-474F-90B1-EFB0D8D008A9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787" name="Group 786">
                            <a:extLst>
                              <a:ext uri="{FF2B5EF4-FFF2-40B4-BE49-F238E27FC236}">
                                <a16:creationId xmlns:a16="http://schemas.microsoft.com/office/drawing/2014/main" id="{B2436551-7EC1-D94E-88A5-A751023040D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41422" cy="369332"/>
                            <a:chOff x="667045" y="1708643"/>
                            <a:chExt cx="441422" cy="369332"/>
                          </a:xfrm>
                        </p:grpSpPr>
                        <p:sp>
                          <p:nvSpPr>
                            <p:cNvPr id="788" name="Oval 787">
                              <a:extLst>
                                <a:ext uri="{FF2B5EF4-FFF2-40B4-BE49-F238E27FC236}">
                                  <a16:creationId xmlns:a16="http://schemas.microsoft.com/office/drawing/2014/main" id="{ACD4F590-5511-8C49-856C-D9F61EC3A6F1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89" name="TextBox 788">
                              <a:extLst>
                                <a:ext uri="{FF2B5EF4-FFF2-40B4-BE49-F238E27FC236}">
                                  <a16:creationId xmlns:a16="http://schemas.microsoft.com/office/drawing/2014/main" id="{C2CDE2C1-D78A-0441-8274-26D8DC0CF38C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41422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1b</a:t>
                              </a:r>
                            </a:p>
                          </p:txBody>
                        </p:sp>
                      </p:grpSp>
                    </p:grpSp>
                    <p:grpSp>
                      <p:nvGrpSpPr>
                        <p:cNvPr id="740" name="Group 739">
                          <a:extLst>
                            <a:ext uri="{FF2B5EF4-FFF2-40B4-BE49-F238E27FC236}">
                              <a16:creationId xmlns:a16="http://schemas.microsoft.com/office/drawing/2014/main" id="{30B06503-E49F-DC47-9B3A-3731490D11B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40320" y="4094669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773" name="Group 327">
                            <a:extLst>
                              <a:ext uri="{FF2B5EF4-FFF2-40B4-BE49-F238E27FC236}">
                                <a16:creationId xmlns:a16="http://schemas.microsoft.com/office/drawing/2014/main" id="{2DF5F91E-84FA-834A-B744-DDF2B6BE2C6B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777" name="Oval 776">
                              <a:extLst>
                                <a:ext uri="{FF2B5EF4-FFF2-40B4-BE49-F238E27FC236}">
                                  <a16:creationId xmlns:a16="http://schemas.microsoft.com/office/drawing/2014/main" id="{E9733A7F-2AA5-2E4A-A2DB-9A5E48276362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78" name="Rectangle 777">
                              <a:extLst>
                                <a:ext uri="{FF2B5EF4-FFF2-40B4-BE49-F238E27FC236}">
                                  <a16:creationId xmlns:a16="http://schemas.microsoft.com/office/drawing/2014/main" id="{42A70AC3-35DD-6C4E-81FA-829BE6DA3CA0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79" name="Oval 778">
                              <a:extLst>
                                <a:ext uri="{FF2B5EF4-FFF2-40B4-BE49-F238E27FC236}">
                                  <a16:creationId xmlns:a16="http://schemas.microsoft.com/office/drawing/2014/main" id="{A2304BF1-3DDD-9340-8A84-AE9C369F51D4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80" name="Freeform 779">
                              <a:extLst>
                                <a:ext uri="{FF2B5EF4-FFF2-40B4-BE49-F238E27FC236}">
                                  <a16:creationId xmlns:a16="http://schemas.microsoft.com/office/drawing/2014/main" id="{C3970DA3-3E29-074C-AC04-97FF17D7508B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81" name="Freeform 780">
                              <a:extLst>
                                <a:ext uri="{FF2B5EF4-FFF2-40B4-BE49-F238E27FC236}">
                                  <a16:creationId xmlns:a16="http://schemas.microsoft.com/office/drawing/2014/main" id="{A39C2CAD-8AE3-D646-96F8-76FA1622C78A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82" name="Freeform 781">
                              <a:extLst>
                                <a:ext uri="{FF2B5EF4-FFF2-40B4-BE49-F238E27FC236}">
                                  <a16:creationId xmlns:a16="http://schemas.microsoft.com/office/drawing/2014/main" id="{8E58313C-9438-C241-BDDB-74043441908A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83" name="Freeform 782">
                              <a:extLst>
                                <a:ext uri="{FF2B5EF4-FFF2-40B4-BE49-F238E27FC236}">
                                  <a16:creationId xmlns:a16="http://schemas.microsoft.com/office/drawing/2014/main" id="{9CBF95A9-3F3A-1444-B368-813148C6B131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784" name="Straight Connector 783">
                              <a:extLst>
                                <a:ext uri="{FF2B5EF4-FFF2-40B4-BE49-F238E27FC236}">
                                  <a16:creationId xmlns:a16="http://schemas.microsoft.com/office/drawing/2014/main" id="{A0367D39-3CC9-2441-B780-91D982F2F0E8}"/>
                                </a:ext>
                              </a:extLst>
                            </p:cNvPr>
                            <p:cNvCxnSpPr>
                              <a:endCxn id="779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785" name="Straight Connector 784">
                              <a:extLst>
                                <a:ext uri="{FF2B5EF4-FFF2-40B4-BE49-F238E27FC236}">
                                  <a16:creationId xmlns:a16="http://schemas.microsoft.com/office/drawing/2014/main" id="{8F40F5A7-D40E-8B4C-AFDC-FC86F9537BCD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774" name="Group 773">
                            <a:extLst>
                              <a:ext uri="{FF2B5EF4-FFF2-40B4-BE49-F238E27FC236}">
                                <a16:creationId xmlns:a16="http://schemas.microsoft.com/office/drawing/2014/main" id="{192D6118-E0AD-F84C-A99E-31288D389E7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41422" cy="369332"/>
                            <a:chOff x="667045" y="1708643"/>
                            <a:chExt cx="441422" cy="369332"/>
                          </a:xfrm>
                        </p:grpSpPr>
                        <p:sp>
                          <p:nvSpPr>
                            <p:cNvPr id="775" name="Oval 774">
                              <a:extLst>
                                <a:ext uri="{FF2B5EF4-FFF2-40B4-BE49-F238E27FC236}">
                                  <a16:creationId xmlns:a16="http://schemas.microsoft.com/office/drawing/2014/main" id="{FD8BB520-2A90-7449-A407-C092110AE6DC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76" name="TextBox 775">
                              <a:extLst>
                                <a:ext uri="{FF2B5EF4-FFF2-40B4-BE49-F238E27FC236}">
                                  <a16:creationId xmlns:a16="http://schemas.microsoft.com/office/drawing/2014/main" id="{0F6981BB-37AF-5849-86B5-6BCEE26BBDC0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41422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1d</a:t>
                              </a:r>
                            </a:p>
                          </p:txBody>
                        </p:sp>
                      </p:grpSp>
                    </p:grpSp>
                    <p:grpSp>
                      <p:nvGrpSpPr>
                        <p:cNvPr id="741" name="Group 740">
                          <a:extLst>
                            <a:ext uri="{FF2B5EF4-FFF2-40B4-BE49-F238E27FC236}">
                              <a16:creationId xmlns:a16="http://schemas.microsoft.com/office/drawing/2014/main" id="{32F58F87-527B-1B40-ACA5-ACBABC3E393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601806" y="3485072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760" name="Group 327">
                            <a:extLst>
                              <a:ext uri="{FF2B5EF4-FFF2-40B4-BE49-F238E27FC236}">
                                <a16:creationId xmlns:a16="http://schemas.microsoft.com/office/drawing/2014/main" id="{26A2847C-9B2E-3B4D-A0A8-23BF9E8573CE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764" name="Oval 763">
                              <a:extLst>
                                <a:ext uri="{FF2B5EF4-FFF2-40B4-BE49-F238E27FC236}">
                                  <a16:creationId xmlns:a16="http://schemas.microsoft.com/office/drawing/2014/main" id="{30C26719-CE59-9542-89AE-113EE4378C15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65" name="Rectangle 764">
                              <a:extLst>
                                <a:ext uri="{FF2B5EF4-FFF2-40B4-BE49-F238E27FC236}">
                                  <a16:creationId xmlns:a16="http://schemas.microsoft.com/office/drawing/2014/main" id="{A8E5EF72-8959-A141-A27F-DCBB3B6FC5F6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66" name="Oval 765">
                              <a:extLst>
                                <a:ext uri="{FF2B5EF4-FFF2-40B4-BE49-F238E27FC236}">
                                  <a16:creationId xmlns:a16="http://schemas.microsoft.com/office/drawing/2014/main" id="{DB0E1E96-6E05-444E-AFE1-7FED441A28DB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67" name="Freeform 766">
                              <a:extLst>
                                <a:ext uri="{FF2B5EF4-FFF2-40B4-BE49-F238E27FC236}">
                                  <a16:creationId xmlns:a16="http://schemas.microsoft.com/office/drawing/2014/main" id="{D804BAE9-01C9-F04F-864A-DC69CA8704C8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68" name="Freeform 767">
                              <a:extLst>
                                <a:ext uri="{FF2B5EF4-FFF2-40B4-BE49-F238E27FC236}">
                                  <a16:creationId xmlns:a16="http://schemas.microsoft.com/office/drawing/2014/main" id="{B80D1005-8D7E-794B-B66A-BBEE9BB83D43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69" name="Freeform 768">
                              <a:extLst>
                                <a:ext uri="{FF2B5EF4-FFF2-40B4-BE49-F238E27FC236}">
                                  <a16:creationId xmlns:a16="http://schemas.microsoft.com/office/drawing/2014/main" id="{26061C07-030E-2943-8233-ED972C0F1DED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70" name="Freeform 769">
                              <a:extLst>
                                <a:ext uri="{FF2B5EF4-FFF2-40B4-BE49-F238E27FC236}">
                                  <a16:creationId xmlns:a16="http://schemas.microsoft.com/office/drawing/2014/main" id="{3BC56B66-F93D-6E4E-9C3A-FA330ACFD489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771" name="Straight Connector 770">
                              <a:extLst>
                                <a:ext uri="{FF2B5EF4-FFF2-40B4-BE49-F238E27FC236}">
                                  <a16:creationId xmlns:a16="http://schemas.microsoft.com/office/drawing/2014/main" id="{FA079037-40EF-364F-8071-B27874032277}"/>
                                </a:ext>
                              </a:extLst>
                            </p:cNvPr>
                            <p:cNvCxnSpPr>
                              <a:endCxn id="766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772" name="Straight Connector 771">
                              <a:extLst>
                                <a:ext uri="{FF2B5EF4-FFF2-40B4-BE49-F238E27FC236}">
                                  <a16:creationId xmlns:a16="http://schemas.microsoft.com/office/drawing/2014/main" id="{D68AD61A-014B-2C44-AEA7-6534E8E342D2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761" name="Group 760">
                            <a:extLst>
                              <a:ext uri="{FF2B5EF4-FFF2-40B4-BE49-F238E27FC236}">
                                <a16:creationId xmlns:a16="http://schemas.microsoft.com/office/drawing/2014/main" id="{87F5F90C-BD59-C24C-B311-C965CD629E1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28460" cy="369332"/>
                            <a:chOff x="667045" y="1708643"/>
                            <a:chExt cx="428460" cy="369332"/>
                          </a:xfrm>
                        </p:grpSpPr>
                        <p:sp>
                          <p:nvSpPr>
                            <p:cNvPr id="762" name="Oval 761">
                              <a:extLst>
                                <a:ext uri="{FF2B5EF4-FFF2-40B4-BE49-F238E27FC236}">
                                  <a16:creationId xmlns:a16="http://schemas.microsoft.com/office/drawing/2014/main" id="{7C520CBA-321F-F843-9FC1-D6E80EC7AEDF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63" name="TextBox 762">
                              <a:extLst>
                                <a:ext uri="{FF2B5EF4-FFF2-40B4-BE49-F238E27FC236}">
                                  <a16:creationId xmlns:a16="http://schemas.microsoft.com/office/drawing/2014/main" id="{ECCEE075-3442-A44F-BF70-46ED02410670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28460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1c</a:t>
                              </a:r>
                            </a:p>
                          </p:txBody>
                        </p:sp>
                      </p:grpSp>
                    </p:grpSp>
                    <p:grpSp>
                      <p:nvGrpSpPr>
                        <p:cNvPr id="742" name="Group 741">
                          <a:extLst>
                            <a:ext uri="{FF2B5EF4-FFF2-40B4-BE49-F238E27FC236}">
                              <a16:creationId xmlns:a16="http://schemas.microsoft.com/office/drawing/2014/main" id="{A020CA2E-AA9F-4E45-9B49-88BD8CF4D58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33331" y="3478719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747" name="Group 327">
                            <a:extLst>
                              <a:ext uri="{FF2B5EF4-FFF2-40B4-BE49-F238E27FC236}">
                                <a16:creationId xmlns:a16="http://schemas.microsoft.com/office/drawing/2014/main" id="{1D1A1E72-3B17-A940-AC16-3BF9D55AC222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751" name="Oval 750">
                              <a:extLst>
                                <a:ext uri="{FF2B5EF4-FFF2-40B4-BE49-F238E27FC236}">
                                  <a16:creationId xmlns:a16="http://schemas.microsoft.com/office/drawing/2014/main" id="{B433E55A-8E54-A948-BFFA-495C9897ED55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52" name="Rectangle 751">
                              <a:extLst>
                                <a:ext uri="{FF2B5EF4-FFF2-40B4-BE49-F238E27FC236}">
                                  <a16:creationId xmlns:a16="http://schemas.microsoft.com/office/drawing/2014/main" id="{1FAC2971-718D-8749-B0A3-A391F5616E3E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53" name="Oval 752">
                              <a:extLst>
                                <a:ext uri="{FF2B5EF4-FFF2-40B4-BE49-F238E27FC236}">
                                  <a16:creationId xmlns:a16="http://schemas.microsoft.com/office/drawing/2014/main" id="{9CB00B62-F2EF-4245-907B-8857ED29453C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54" name="Freeform 753">
                              <a:extLst>
                                <a:ext uri="{FF2B5EF4-FFF2-40B4-BE49-F238E27FC236}">
                                  <a16:creationId xmlns:a16="http://schemas.microsoft.com/office/drawing/2014/main" id="{776591EF-CB11-1B4F-8B98-2BD585425445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55" name="Freeform 754">
                              <a:extLst>
                                <a:ext uri="{FF2B5EF4-FFF2-40B4-BE49-F238E27FC236}">
                                  <a16:creationId xmlns:a16="http://schemas.microsoft.com/office/drawing/2014/main" id="{70168348-6BB3-A44B-B3DC-B315B168EF41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56" name="Freeform 755">
                              <a:extLst>
                                <a:ext uri="{FF2B5EF4-FFF2-40B4-BE49-F238E27FC236}">
                                  <a16:creationId xmlns:a16="http://schemas.microsoft.com/office/drawing/2014/main" id="{5BBBC961-9879-9F47-83D3-63D60E7E7616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57" name="Freeform 756">
                              <a:extLst>
                                <a:ext uri="{FF2B5EF4-FFF2-40B4-BE49-F238E27FC236}">
                                  <a16:creationId xmlns:a16="http://schemas.microsoft.com/office/drawing/2014/main" id="{9F7AF4E8-DF0D-574C-AE6D-C228DDB00439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758" name="Straight Connector 757">
                              <a:extLst>
                                <a:ext uri="{FF2B5EF4-FFF2-40B4-BE49-F238E27FC236}">
                                  <a16:creationId xmlns:a16="http://schemas.microsoft.com/office/drawing/2014/main" id="{AFD7AD8E-766C-EF47-B73B-8661F3511F9F}"/>
                                </a:ext>
                              </a:extLst>
                            </p:cNvPr>
                            <p:cNvCxnSpPr>
                              <a:endCxn id="753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759" name="Straight Connector 758">
                              <a:extLst>
                                <a:ext uri="{FF2B5EF4-FFF2-40B4-BE49-F238E27FC236}">
                                  <a16:creationId xmlns:a16="http://schemas.microsoft.com/office/drawing/2014/main" id="{18A9AECB-70DF-CD4B-8109-6E3587A404DB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748" name="Group 747">
                            <a:extLst>
                              <a:ext uri="{FF2B5EF4-FFF2-40B4-BE49-F238E27FC236}">
                                <a16:creationId xmlns:a16="http://schemas.microsoft.com/office/drawing/2014/main" id="{6DBAAB73-EF58-DC45-99FD-A7CCF2A1344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41422" cy="369332"/>
                            <a:chOff x="667045" y="1708643"/>
                            <a:chExt cx="441422" cy="369332"/>
                          </a:xfrm>
                        </p:grpSpPr>
                        <p:sp>
                          <p:nvSpPr>
                            <p:cNvPr id="749" name="Oval 748">
                              <a:extLst>
                                <a:ext uri="{FF2B5EF4-FFF2-40B4-BE49-F238E27FC236}">
                                  <a16:creationId xmlns:a16="http://schemas.microsoft.com/office/drawing/2014/main" id="{81F5B65C-090F-864B-9D3D-6862C07634E5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50" name="TextBox 749">
                              <a:extLst>
                                <a:ext uri="{FF2B5EF4-FFF2-40B4-BE49-F238E27FC236}">
                                  <a16:creationId xmlns:a16="http://schemas.microsoft.com/office/drawing/2014/main" id="{C53E106B-77FA-C14C-9B6D-EE6DFB6EC332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41422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1a</a:t>
                              </a:r>
                            </a:p>
                          </p:txBody>
                        </p:sp>
                      </p:grpSp>
                    </p:grpSp>
                    <p:cxnSp>
                      <p:nvCxnSpPr>
                        <p:cNvPr id="743" name="Straight Connector 742">
                          <a:extLst>
                            <a:ext uri="{FF2B5EF4-FFF2-40B4-BE49-F238E27FC236}">
                              <a16:creationId xmlns:a16="http://schemas.microsoft.com/office/drawing/2014/main" id="{E4797E7A-8ED8-6C41-8674-EAEC8D18D707}"/>
                            </a:ext>
                          </a:extLst>
                        </p:cNvPr>
                        <p:cNvCxnSpPr>
                          <a:stCxn id="790" idx="7"/>
                        </p:cNvCxnSpPr>
                        <p:nvPr/>
                      </p:nvCxnSpPr>
                      <p:spPr bwMode="auto">
                        <a:xfrm>
                          <a:off x="2218708" y="3154477"/>
                          <a:ext cx="480042" cy="369773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744" name="Straight Connector 743">
                          <a:extLst>
                            <a:ext uri="{FF2B5EF4-FFF2-40B4-BE49-F238E27FC236}">
                              <a16:creationId xmlns:a16="http://schemas.microsoft.com/office/drawing/2014/main" id="{54F17AFF-28C1-274F-9EF2-34DCACE28535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>
                          <a:off x="1300073" y="3786304"/>
                          <a:ext cx="477927" cy="357071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745" name="Straight Connector 744">
                          <a:extLst>
                            <a:ext uri="{FF2B5EF4-FFF2-40B4-BE49-F238E27FC236}">
                              <a16:creationId xmlns:a16="http://schemas.microsoft.com/office/drawing/2014/main" id="{AFC3917C-96A3-2D47-9010-605714E6DC3A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>
                          <a:off x="2196042" y="3783542"/>
                          <a:ext cx="508002" cy="349250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746" name="Straight Connector 745">
                          <a:extLst>
                            <a:ext uri="{FF2B5EF4-FFF2-40B4-BE49-F238E27FC236}">
                              <a16:creationId xmlns:a16="http://schemas.microsoft.com/office/drawing/2014/main" id="{FDD35AF7-CBC3-BA4C-88CF-D5CCFA98DA28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>
                          <a:off x="1287553" y="3166946"/>
                          <a:ext cx="508002" cy="349250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</p:grpSp>
                </p:grpSp>
                <p:sp>
                  <p:nvSpPr>
                    <p:cNvPr id="735" name="TextBox 734">
                      <a:extLst>
                        <a:ext uri="{FF2B5EF4-FFF2-40B4-BE49-F238E27FC236}">
                          <a16:creationId xmlns:a16="http://schemas.microsoft.com/office/drawing/2014/main" id="{3A6530A1-EBC7-8447-8BD9-642637A446B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30686" y="4247082"/>
                      <a:ext cx="75353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solidFill>
                            <a:srgbClr val="000090"/>
                          </a:solidFill>
                          <a:latin typeface="Arial" charset="0"/>
                          <a:ea typeface="ＭＳ Ｐゴシック" charset="0"/>
                        </a:rPr>
                        <a:t>AS 1</a:t>
                      </a:r>
                    </a:p>
                  </p:txBody>
                </p:sp>
                <p:cxnSp>
                  <p:nvCxnSpPr>
                    <p:cNvPr id="736" name="Straight Connector 735">
                      <a:extLst>
                        <a:ext uri="{FF2B5EF4-FFF2-40B4-BE49-F238E27FC236}">
                          <a16:creationId xmlns:a16="http://schemas.microsoft.com/office/drawing/2014/main" id="{E0FCBE3F-E795-4C4B-B0C1-FC7BC0309C04}"/>
                        </a:ext>
                      </a:extLst>
                    </p:cNvPr>
                    <p:cNvCxnSpPr>
                      <a:cxnSpLocks/>
                      <a:stCxn id="878" idx="1"/>
                    </p:cNvCxnSpPr>
                    <p:nvPr/>
                  </p:nvCxnSpPr>
                  <p:spPr bwMode="auto">
                    <a:xfrm flipH="1" flipV="1">
                      <a:off x="3848374" y="5024787"/>
                      <a:ext cx="1030666" cy="698992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  <p:cxnSp>
                <p:nvCxnSpPr>
                  <p:cNvPr id="733" name="Straight Connector 732">
                    <a:extLst>
                      <a:ext uri="{FF2B5EF4-FFF2-40B4-BE49-F238E27FC236}">
                        <a16:creationId xmlns:a16="http://schemas.microsoft.com/office/drawing/2014/main" id="{CE901D66-734E-3F4B-9A7E-8C2A3FBAE777}"/>
                      </a:ext>
                    </a:extLst>
                  </p:cNvPr>
                  <p:cNvCxnSpPr>
                    <a:cxnSpLocks/>
                    <a:stCxn id="894" idx="5"/>
                    <a:endCxn id="815" idx="1"/>
                  </p:cNvCxnSpPr>
                  <p:nvPr/>
                </p:nvCxnSpPr>
                <p:spPr bwMode="auto">
                  <a:xfrm flipV="1">
                    <a:off x="6957825" y="4543468"/>
                    <a:ext cx="1398778" cy="1062884"/>
                  </a:xfrm>
                  <a:prstGeom prst="line">
                    <a:avLst/>
                  </a:prstGeom>
                  <a:solidFill>
                    <a:srgbClr val="00CC99"/>
                  </a:solidFill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  <p:grpSp>
              <p:nvGrpSpPr>
                <p:cNvPr id="713" name="Group 712">
                  <a:extLst>
                    <a:ext uri="{FF2B5EF4-FFF2-40B4-BE49-F238E27FC236}">
                      <a16:creationId xmlns:a16="http://schemas.microsoft.com/office/drawing/2014/main" id="{1D597A85-C1F2-AB46-89D9-E4C6C845E8E2}"/>
                    </a:ext>
                  </a:extLst>
                </p:cNvPr>
                <p:cNvGrpSpPr/>
                <p:nvPr/>
              </p:nvGrpSpPr>
              <p:grpSpPr>
                <a:xfrm>
                  <a:off x="9525929" y="4809915"/>
                  <a:ext cx="1701734" cy="616172"/>
                  <a:chOff x="6935906" y="5482318"/>
                  <a:chExt cx="1701734" cy="616172"/>
                </a:xfrm>
              </p:grpSpPr>
              <p:grpSp>
                <p:nvGrpSpPr>
                  <p:cNvPr id="714" name="Group 713">
                    <a:extLst>
                      <a:ext uri="{FF2B5EF4-FFF2-40B4-BE49-F238E27FC236}">
                        <a16:creationId xmlns:a16="http://schemas.microsoft.com/office/drawing/2014/main" id="{006FF1F8-A5A0-924F-A5B5-1B52B2E05516}"/>
                      </a:ext>
                    </a:extLst>
                  </p:cNvPr>
                  <p:cNvGrpSpPr/>
                  <p:nvPr/>
                </p:nvGrpSpPr>
                <p:grpSpPr>
                  <a:xfrm>
                    <a:off x="6935906" y="5482318"/>
                    <a:ext cx="1701734" cy="616172"/>
                    <a:chOff x="6808463" y="5108795"/>
                    <a:chExt cx="1701734" cy="616172"/>
                  </a:xfrm>
                </p:grpSpPr>
                <p:sp>
                  <p:nvSpPr>
                    <p:cNvPr id="716" name="Freeform 2">
                      <a:extLst>
                        <a:ext uri="{FF2B5EF4-FFF2-40B4-BE49-F238E27FC236}">
                          <a16:creationId xmlns:a16="http://schemas.microsoft.com/office/drawing/2014/main" id="{FC1D2B11-E513-554D-8A7B-8D69AC28C80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808463" y="5108795"/>
                      <a:ext cx="1701734" cy="616172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 w 9959"/>
                        <a:gd name="connsiteY0" fmla="*/ 5593 h 11352"/>
                        <a:gd name="connsiteX1" fmla="*/ 1089 w 9959"/>
                        <a:gd name="connsiteY1" fmla="*/ 469 h 11352"/>
                        <a:gd name="connsiteX2" fmla="*/ 4845 w 9959"/>
                        <a:gd name="connsiteY2" fmla="*/ 561 h 11352"/>
                        <a:gd name="connsiteX3" fmla="*/ 8027 w 9959"/>
                        <a:gd name="connsiteY3" fmla="*/ 3370 h 11352"/>
                        <a:gd name="connsiteX4" fmla="*/ 9955 w 9959"/>
                        <a:gd name="connsiteY4" fmla="*/ 5970 h 11352"/>
                        <a:gd name="connsiteX5" fmla="*/ 8435 w 9959"/>
                        <a:gd name="connsiteY5" fmla="*/ 7863 h 11352"/>
                        <a:gd name="connsiteX6" fmla="*/ 5161 w 9959"/>
                        <a:gd name="connsiteY6" fmla="*/ 11352 h 11352"/>
                        <a:gd name="connsiteX7" fmla="*/ 2712 w 9959"/>
                        <a:gd name="connsiteY7" fmla="*/ 8240 h 11352"/>
                        <a:gd name="connsiteX8" fmla="*/ 1334 w 9959"/>
                        <a:gd name="connsiteY8" fmla="*/ 7922 h 11352"/>
                        <a:gd name="connsiteX9" fmla="*/ 4 w 9959"/>
                        <a:gd name="connsiteY9" fmla="*/ 5593 h 11352"/>
                        <a:gd name="connsiteX0" fmla="*/ 0 w 11223"/>
                        <a:gd name="connsiteY0" fmla="*/ 3835 h 9929"/>
                        <a:gd name="connsiteX1" fmla="*/ 2316 w 11223"/>
                        <a:gd name="connsiteY1" fmla="*/ 342 h 9929"/>
                        <a:gd name="connsiteX2" fmla="*/ 6088 w 11223"/>
                        <a:gd name="connsiteY2" fmla="*/ 423 h 9929"/>
                        <a:gd name="connsiteX3" fmla="*/ 9283 w 11223"/>
                        <a:gd name="connsiteY3" fmla="*/ 2898 h 9929"/>
                        <a:gd name="connsiteX4" fmla="*/ 11219 w 11223"/>
                        <a:gd name="connsiteY4" fmla="*/ 5188 h 9929"/>
                        <a:gd name="connsiteX5" fmla="*/ 9693 w 11223"/>
                        <a:gd name="connsiteY5" fmla="*/ 6856 h 9929"/>
                        <a:gd name="connsiteX6" fmla="*/ 6405 w 11223"/>
                        <a:gd name="connsiteY6" fmla="*/ 9929 h 9929"/>
                        <a:gd name="connsiteX7" fmla="*/ 3946 w 11223"/>
                        <a:gd name="connsiteY7" fmla="*/ 7188 h 9929"/>
                        <a:gd name="connsiteX8" fmla="*/ 2562 w 11223"/>
                        <a:gd name="connsiteY8" fmla="*/ 6908 h 9929"/>
                        <a:gd name="connsiteX9" fmla="*/ 0 w 11223"/>
                        <a:gd name="connsiteY9" fmla="*/ 3835 h 9929"/>
                        <a:gd name="connsiteX0" fmla="*/ 0 w 9999"/>
                        <a:gd name="connsiteY0" fmla="*/ 3862 h 10000"/>
                        <a:gd name="connsiteX1" fmla="*/ 2064 w 9999"/>
                        <a:gd name="connsiteY1" fmla="*/ 344 h 10000"/>
                        <a:gd name="connsiteX2" fmla="*/ 5425 w 9999"/>
                        <a:gd name="connsiteY2" fmla="*/ 426 h 10000"/>
                        <a:gd name="connsiteX3" fmla="*/ 8271 w 9999"/>
                        <a:gd name="connsiteY3" fmla="*/ 2919 h 10000"/>
                        <a:gd name="connsiteX4" fmla="*/ 9996 w 9999"/>
                        <a:gd name="connsiteY4" fmla="*/ 5225 h 10000"/>
                        <a:gd name="connsiteX5" fmla="*/ 8637 w 9999"/>
                        <a:gd name="connsiteY5" fmla="*/ 6905 h 10000"/>
                        <a:gd name="connsiteX6" fmla="*/ 5707 w 9999"/>
                        <a:gd name="connsiteY6" fmla="*/ 10000 h 10000"/>
                        <a:gd name="connsiteX7" fmla="*/ 2283 w 9999"/>
                        <a:gd name="connsiteY7" fmla="*/ 6957 h 10000"/>
                        <a:gd name="connsiteX8" fmla="*/ 0 w 9999"/>
                        <a:gd name="connsiteY8" fmla="*/ 3862 h 10000"/>
                        <a:gd name="connsiteX0" fmla="*/ 124 w 10124"/>
                        <a:gd name="connsiteY0" fmla="*/ 3862 h 10000"/>
                        <a:gd name="connsiteX1" fmla="*/ 2188 w 10124"/>
                        <a:gd name="connsiteY1" fmla="*/ 344 h 10000"/>
                        <a:gd name="connsiteX2" fmla="*/ 5550 w 10124"/>
                        <a:gd name="connsiteY2" fmla="*/ 426 h 10000"/>
                        <a:gd name="connsiteX3" fmla="*/ 8396 w 10124"/>
                        <a:gd name="connsiteY3" fmla="*/ 2919 h 10000"/>
                        <a:gd name="connsiteX4" fmla="*/ 10121 w 10124"/>
                        <a:gd name="connsiteY4" fmla="*/ 5225 h 10000"/>
                        <a:gd name="connsiteX5" fmla="*/ 8762 w 10124"/>
                        <a:gd name="connsiteY5" fmla="*/ 6905 h 10000"/>
                        <a:gd name="connsiteX6" fmla="*/ 5832 w 10124"/>
                        <a:gd name="connsiteY6" fmla="*/ 10000 h 10000"/>
                        <a:gd name="connsiteX7" fmla="*/ 124 w 10124"/>
                        <a:gd name="connsiteY7" fmla="*/ 3862 h 10000"/>
                        <a:gd name="connsiteX0" fmla="*/ 43 w 10045"/>
                        <a:gd name="connsiteY0" fmla="*/ 3862 h 6912"/>
                        <a:gd name="connsiteX1" fmla="*/ 2107 w 10045"/>
                        <a:gd name="connsiteY1" fmla="*/ 344 h 6912"/>
                        <a:gd name="connsiteX2" fmla="*/ 5469 w 10045"/>
                        <a:gd name="connsiteY2" fmla="*/ 426 h 6912"/>
                        <a:gd name="connsiteX3" fmla="*/ 8315 w 10045"/>
                        <a:gd name="connsiteY3" fmla="*/ 2919 h 6912"/>
                        <a:gd name="connsiteX4" fmla="*/ 10040 w 10045"/>
                        <a:gd name="connsiteY4" fmla="*/ 5225 h 6912"/>
                        <a:gd name="connsiteX5" fmla="*/ 8681 w 10045"/>
                        <a:gd name="connsiteY5" fmla="*/ 6905 h 6912"/>
                        <a:gd name="connsiteX6" fmla="*/ 3967 w 10045"/>
                        <a:gd name="connsiteY6" fmla="*/ 5885 h 6912"/>
                        <a:gd name="connsiteX7" fmla="*/ 43 w 10045"/>
                        <a:gd name="connsiteY7" fmla="*/ 3862 h 6912"/>
                        <a:gd name="connsiteX0" fmla="*/ 47 w 10004"/>
                        <a:gd name="connsiteY0" fmla="*/ 5106 h 9519"/>
                        <a:gd name="connsiteX1" fmla="*/ 2102 w 10004"/>
                        <a:gd name="connsiteY1" fmla="*/ 17 h 9519"/>
                        <a:gd name="connsiteX2" fmla="*/ 6651 w 10004"/>
                        <a:gd name="connsiteY2" fmla="*/ 3484 h 9519"/>
                        <a:gd name="connsiteX3" fmla="*/ 8282 w 10004"/>
                        <a:gd name="connsiteY3" fmla="*/ 3742 h 9519"/>
                        <a:gd name="connsiteX4" fmla="*/ 9999 w 10004"/>
                        <a:gd name="connsiteY4" fmla="*/ 7078 h 9519"/>
                        <a:gd name="connsiteX5" fmla="*/ 8646 w 10004"/>
                        <a:gd name="connsiteY5" fmla="*/ 9509 h 9519"/>
                        <a:gd name="connsiteX6" fmla="*/ 3953 w 10004"/>
                        <a:gd name="connsiteY6" fmla="*/ 8033 h 9519"/>
                        <a:gd name="connsiteX7" fmla="*/ 47 w 10004"/>
                        <a:gd name="connsiteY7" fmla="*/ 5106 h 9519"/>
                        <a:gd name="connsiteX0" fmla="*/ 43 w 9996"/>
                        <a:gd name="connsiteY0" fmla="*/ 6232 h 10868"/>
                        <a:gd name="connsiteX1" fmla="*/ 2097 w 9996"/>
                        <a:gd name="connsiteY1" fmla="*/ 886 h 10868"/>
                        <a:gd name="connsiteX2" fmla="*/ 5642 w 9996"/>
                        <a:gd name="connsiteY2" fmla="*/ 385 h 10868"/>
                        <a:gd name="connsiteX3" fmla="*/ 8275 w 9996"/>
                        <a:gd name="connsiteY3" fmla="*/ 4799 h 10868"/>
                        <a:gd name="connsiteX4" fmla="*/ 9991 w 9996"/>
                        <a:gd name="connsiteY4" fmla="*/ 8304 h 10868"/>
                        <a:gd name="connsiteX5" fmla="*/ 8639 w 9996"/>
                        <a:gd name="connsiteY5" fmla="*/ 10857 h 10868"/>
                        <a:gd name="connsiteX6" fmla="*/ 3947 w 9996"/>
                        <a:gd name="connsiteY6" fmla="*/ 9307 h 10868"/>
                        <a:gd name="connsiteX7" fmla="*/ 43 w 9996"/>
                        <a:gd name="connsiteY7" fmla="*/ 6232 h 10868"/>
                        <a:gd name="connsiteX0" fmla="*/ 43 w 10004"/>
                        <a:gd name="connsiteY0" fmla="*/ 5543 h 9809"/>
                        <a:gd name="connsiteX1" fmla="*/ 2098 w 10004"/>
                        <a:gd name="connsiteY1" fmla="*/ 624 h 9809"/>
                        <a:gd name="connsiteX2" fmla="*/ 5644 w 10004"/>
                        <a:gd name="connsiteY2" fmla="*/ 163 h 9809"/>
                        <a:gd name="connsiteX3" fmla="*/ 8163 w 10004"/>
                        <a:gd name="connsiteY3" fmla="*/ 1492 h 9809"/>
                        <a:gd name="connsiteX4" fmla="*/ 9995 w 10004"/>
                        <a:gd name="connsiteY4" fmla="*/ 7450 h 9809"/>
                        <a:gd name="connsiteX5" fmla="*/ 8642 w 10004"/>
                        <a:gd name="connsiteY5" fmla="*/ 9799 h 9809"/>
                        <a:gd name="connsiteX6" fmla="*/ 3949 w 10004"/>
                        <a:gd name="connsiteY6" fmla="*/ 8373 h 9809"/>
                        <a:gd name="connsiteX7" fmla="*/ 43 w 10004"/>
                        <a:gd name="connsiteY7" fmla="*/ 5543 h 9809"/>
                        <a:gd name="connsiteX0" fmla="*/ 43 w 8950"/>
                        <a:gd name="connsiteY0" fmla="*/ 5651 h 10081"/>
                        <a:gd name="connsiteX1" fmla="*/ 2097 w 8950"/>
                        <a:gd name="connsiteY1" fmla="*/ 636 h 10081"/>
                        <a:gd name="connsiteX2" fmla="*/ 5642 w 8950"/>
                        <a:gd name="connsiteY2" fmla="*/ 166 h 10081"/>
                        <a:gd name="connsiteX3" fmla="*/ 8160 w 8950"/>
                        <a:gd name="connsiteY3" fmla="*/ 1521 h 10081"/>
                        <a:gd name="connsiteX4" fmla="*/ 8473 w 8950"/>
                        <a:gd name="connsiteY4" fmla="*/ 5322 h 10081"/>
                        <a:gd name="connsiteX5" fmla="*/ 8639 w 8950"/>
                        <a:gd name="connsiteY5" fmla="*/ 9990 h 10081"/>
                        <a:gd name="connsiteX6" fmla="*/ 3947 w 8950"/>
                        <a:gd name="connsiteY6" fmla="*/ 8536 h 10081"/>
                        <a:gd name="connsiteX7" fmla="*/ 43 w 8950"/>
                        <a:gd name="connsiteY7" fmla="*/ 5651 h 10081"/>
                        <a:gd name="connsiteX0" fmla="*/ 48 w 9651"/>
                        <a:gd name="connsiteY0" fmla="*/ 5606 h 8648"/>
                        <a:gd name="connsiteX1" fmla="*/ 2343 w 9651"/>
                        <a:gd name="connsiteY1" fmla="*/ 631 h 8648"/>
                        <a:gd name="connsiteX2" fmla="*/ 6304 w 9651"/>
                        <a:gd name="connsiteY2" fmla="*/ 165 h 8648"/>
                        <a:gd name="connsiteX3" fmla="*/ 9117 w 9651"/>
                        <a:gd name="connsiteY3" fmla="*/ 1509 h 8648"/>
                        <a:gd name="connsiteX4" fmla="*/ 9467 w 9651"/>
                        <a:gd name="connsiteY4" fmla="*/ 5279 h 8648"/>
                        <a:gd name="connsiteX5" fmla="*/ 6997 w 9651"/>
                        <a:gd name="connsiteY5" fmla="*/ 8019 h 8648"/>
                        <a:gd name="connsiteX6" fmla="*/ 4410 w 9651"/>
                        <a:gd name="connsiteY6" fmla="*/ 8467 h 8648"/>
                        <a:gd name="connsiteX7" fmla="*/ 48 w 9651"/>
                        <a:gd name="connsiteY7" fmla="*/ 5606 h 8648"/>
                        <a:gd name="connsiteX0" fmla="*/ 41 w 9991"/>
                        <a:gd name="connsiteY0" fmla="*/ 6482 h 9316"/>
                        <a:gd name="connsiteX1" fmla="*/ 2419 w 9991"/>
                        <a:gd name="connsiteY1" fmla="*/ 730 h 9316"/>
                        <a:gd name="connsiteX2" fmla="*/ 6523 w 9991"/>
                        <a:gd name="connsiteY2" fmla="*/ 191 h 9316"/>
                        <a:gd name="connsiteX3" fmla="*/ 9438 w 9991"/>
                        <a:gd name="connsiteY3" fmla="*/ 1745 h 9316"/>
                        <a:gd name="connsiteX4" fmla="*/ 9800 w 9991"/>
                        <a:gd name="connsiteY4" fmla="*/ 6104 h 9316"/>
                        <a:gd name="connsiteX5" fmla="*/ 7241 w 9991"/>
                        <a:gd name="connsiteY5" fmla="*/ 9273 h 9316"/>
                        <a:gd name="connsiteX6" fmla="*/ 1411 w 9991"/>
                        <a:gd name="connsiteY6" fmla="*/ 7856 h 9316"/>
                        <a:gd name="connsiteX7" fmla="*/ 41 w 9991"/>
                        <a:gd name="connsiteY7" fmla="*/ 6482 h 9316"/>
                        <a:gd name="connsiteX0" fmla="*/ 19 w 10708"/>
                        <a:gd name="connsiteY0" fmla="*/ 7721 h 10038"/>
                        <a:gd name="connsiteX1" fmla="*/ 3129 w 10708"/>
                        <a:gd name="connsiteY1" fmla="*/ 825 h 10038"/>
                        <a:gd name="connsiteX2" fmla="*/ 7237 w 10708"/>
                        <a:gd name="connsiteY2" fmla="*/ 246 h 10038"/>
                        <a:gd name="connsiteX3" fmla="*/ 10155 w 10708"/>
                        <a:gd name="connsiteY3" fmla="*/ 1914 h 10038"/>
                        <a:gd name="connsiteX4" fmla="*/ 10517 w 10708"/>
                        <a:gd name="connsiteY4" fmla="*/ 6593 h 10038"/>
                        <a:gd name="connsiteX5" fmla="*/ 7956 w 10708"/>
                        <a:gd name="connsiteY5" fmla="*/ 9995 h 10038"/>
                        <a:gd name="connsiteX6" fmla="*/ 2120 w 10708"/>
                        <a:gd name="connsiteY6" fmla="*/ 8474 h 10038"/>
                        <a:gd name="connsiteX7" fmla="*/ 19 w 10708"/>
                        <a:gd name="connsiteY7" fmla="*/ 7721 h 10038"/>
                        <a:gd name="connsiteX0" fmla="*/ 359 w 11048"/>
                        <a:gd name="connsiteY0" fmla="*/ 7721 h 10038"/>
                        <a:gd name="connsiteX1" fmla="*/ 3469 w 11048"/>
                        <a:gd name="connsiteY1" fmla="*/ 825 h 10038"/>
                        <a:gd name="connsiteX2" fmla="*/ 7577 w 11048"/>
                        <a:gd name="connsiteY2" fmla="*/ 246 h 10038"/>
                        <a:gd name="connsiteX3" fmla="*/ 10495 w 11048"/>
                        <a:gd name="connsiteY3" fmla="*/ 1914 h 10038"/>
                        <a:gd name="connsiteX4" fmla="*/ 10857 w 11048"/>
                        <a:gd name="connsiteY4" fmla="*/ 6593 h 10038"/>
                        <a:gd name="connsiteX5" fmla="*/ 8296 w 11048"/>
                        <a:gd name="connsiteY5" fmla="*/ 9995 h 10038"/>
                        <a:gd name="connsiteX6" fmla="*/ 2460 w 11048"/>
                        <a:gd name="connsiteY6" fmla="*/ 8474 h 10038"/>
                        <a:gd name="connsiteX7" fmla="*/ 359 w 11048"/>
                        <a:gd name="connsiteY7" fmla="*/ 7721 h 10038"/>
                        <a:gd name="connsiteX0" fmla="*/ 359 w 11048"/>
                        <a:gd name="connsiteY0" fmla="*/ 8392 h 10075"/>
                        <a:gd name="connsiteX1" fmla="*/ 3469 w 11048"/>
                        <a:gd name="connsiteY1" fmla="*/ 864 h 10075"/>
                        <a:gd name="connsiteX2" fmla="*/ 7577 w 11048"/>
                        <a:gd name="connsiteY2" fmla="*/ 285 h 10075"/>
                        <a:gd name="connsiteX3" fmla="*/ 10495 w 11048"/>
                        <a:gd name="connsiteY3" fmla="*/ 1953 h 10075"/>
                        <a:gd name="connsiteX4" fmla="*/ 10857 w 11048"/>
                        <a:gd name="connsiteY4" fmla="*/ 6632 h 10075"/>
                        <a:gd name="connsiteX5" fmla="*/ 8296 w 11048"/>
                        <a:gd name="connsiteY5" fmla="*/ 10034 h 10075"/>
                        <a:gd name="connsiteX6" fmla="*/ 2460 w 11048"/>
                        <a:gd name="connsiteY6" fmla="*/ 8513 h 10075"/>
                        <a:gd name="connsiteX7" fmla="*/ 359 w 11048"/>
                        <a:gd name="connsiteY7" fmla="*/ 8392 h 10075"/>
                        <a:gd name="connsiteX0" fmla="*/ 371 w 11060"/>
                        <a:gd name="connsiteY0" fmla="*/ 8392 h 10075"/>
                        <a:gd name="connsiteX1" fmla="*/ 3481 w 11060"/>
                        <a:gd name="connsiteY1" fmla="*/ 864 h 10075"/>
                        <a:gd name="connsiteX2" fmla="*/ 7589 w 11060"/>
                        <a:gd name="connsiteY2" fmla="*/ 285 h 10075"/>
                        <a:gd name="connsiteX3" fmla="*/ 10507 w 11060"/>
                        <a:gd name="connsiteY3" fmla="*/ 1953 h 10075"/>
                        <a:gd name="connsiteX4" fmla="*/ 10869 w 11060"/>
                        <a:gd name="connsiteY4" fmla="*/ 6632 h 10075"/>
                        <a:gd name="connsiteX5" fmla="*/ 8308 w 11060"/>
                        <a:gd name="connsiteY5" fmla="*/ 10034 h 10075"/>
                        <a:gd name="connsiteX6" fmla="*/ 2472 w 11060"/>
                        <a:gd name="connsiteY6" fmla="*/ 8513 h 10075"/>
                        <a:gd name="connsiteX7" fmla="*/ 371 w 11060"/>
                        <a:gd name="connsiteY7" fmla="*/ 8392 h 10075"/>
                        <a:gd name="connsiteX0" fmla="*/ 54 w 10743"/>
                        <a:gd name="connsiteY0" fmla="*/ 9468 h 11151"/>
                        <a:gd name="connsiteX1" fmla="*/ 4027 w 10743"/>
                        <a:gd name="connsiteY1" fmla="*/ 495 h 11151"/>
                        <a:gd name="connsiteX2" fmla="*/ 7272 w 10743"/>
                        <a:gd name="connsiteY2" fmla="*/ 1361 h 11151"/>
                        <a:gd name="connsiteX3" fmla="*/ 10190 w 10743"/>
                        <a:gd name="connsiteY3" fmla="*/ 3029 h 11151"/>
                        <a:gd name="connsiteX4" fmla="*/ 10552 w 10743"/>
                        <a:gd name="connsiteY4" fmla="*/ 7708 h 11151"/>
                        <a:gd name="connsiteX5" fmla="*/ 7991 w 10743"/>
                        <a:gd name="connsiteY5" fmla="*/ 11110 h 11151"/>
                        <a:gd name="connsiteX6" fmla="*/ 2155 w 10743"/>
                        <a:gd name="connsiteY6" fmla="*/ 9589 h 11151"/>
                        <a:gd name="connsiteX7" fmla="*/ 54 w 10743"/>
                        <a:gd name="connsiteY7" fmla="*/ 9468 h 11151"/>
                        <a:gd name="connsiteX0" fmla="*/ 54 w 10743"/>
                        <a:gd name="connsiteY0" fmla="*/ 9506 h 11189"/>
                        <a:gd name="connsiteX1" fmla="*/ 4027 w 10743"/>
                        <a:gd name="connsiteY1" fmla="*/ 533 h 11189"/>
                        <a:gd name="connsiteX2" fmla="*/ 7272 w 10743"/>
                        <a:gd name="connsiteY2" fmla="*/ 1399 h 11189"/>
                        <a:gd name="connsiteX3" fmla="*/ 10190 w 10743"/>
                        <a:gd name="connsiteY3" fmla="*/ 3067 h 11189"/>
                        <a:gd name="connsiteX4" fmla="*/ 10552 w 10743"/>
                        <a:gd name="connsiteY4" fmla="*/ 7746 h 11189"/>
                        <a:gd name="connsiteX5" fmla="*/ 7991 w 10743"/>
                        <a:gd name="connsiteY5" fmla="*/ 11148 h 11189"/>
                        <a:gd name="connsiteX6" fmla="*/ 2155 w 10743"/>
                        <a:gd name="connsiteY6" fmla="*/ 9627 h 11189"/>
                        <a:gd name="connsiteX7" fmla="*/ 54 w 10743"/>
                        <a:gd name="connsiteY7" fmla="*/ 9506 h 11189"/>
                        <a:gd name="connsiteX0" fmla="*/ 40 w 11293"/>
                        <a:gd name="connsiteY0" fmla="*/ 9082 h 11127"/>
                        <a:gd name="connsiteX1" fmla="*/ 4577 w 11293"/>
                        <a:gd name="connsiteY1" fmla="*/ 470 h 11127"/>
                        <a:gd name="connsiteX2" fmla="*/ 7822 w 11293"/>
                        <a:gd name="connsiteY2" fmla="*/ 1336 h 11127"/>
                        <a:gd name="connsiteX3" fmla="*/ 10740 w 11293"/>
                        <a:gd name="connsiteY3" fmla="*/ 3004 h 11127"/>
                        <a:gd name="connsiteX4" fmla="*/ 11102 w 11293"/>
                        <a:gd name="connsiteY4" fmla="*/ 7683 h 11127"/>
                        <a:gd name="connsiteX5" fmla="*/ 8541 w 11293"/>
                        <a:gd name="connsiteY5" fmla="*/ 11085 h 11127"/>
                        <a:gd name="connsiteX6" fmla="*/ 2705 w 11293"/>
                        <a:gd name="connsiteY6" fmla="*/ 9564 h 11127"/>
                        <a:gd name="connsiteX7" fmla="*/ 40 w 11293"/>
                        <a:gd name="connsiteY7" fmla="*/ 9082 h 1112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293" h="11127">
                          <a:moveTo>
                            <a:pt x="40" y="9082"/>
                          </a:moveTo>
                          <a:cubicBezTo>
                            <a:pt x="352" y="7566"/>
                            <a:pt x="3280" y="1761"/>
                            <a:pt x="4577" y="470"/>
                          </a:cubicBezTo>
                          <a:cubicBezTo>
                            <a:pt x="5874" y="-821"/>
                            <a:pt x="6795" y="914"/>
                            <a:pt x="7822" y="1336"/>
                          </a:cubicBezTo>
                          <a:cubicBezTo>
                            <a:pt x="8849" y="1758"/>
                            <a:pt x="10193" y="1947"/>
                            <a:pt x="10740" y="3004"/>
                          </a:cubicBezTo>
                          <a:cubicBezTo>
                            <a:pt x="11287" y="4061"/>
                            <a:pt x="11468" y="6337"/>
                            <a:pt x="11102" y="7683"/>
                          </a:cubicBezTo>
                          <a:cubicBezTo>
                            <a:pt x="10736" y="9030"/>
                            <a:pt x="9940" y="10771"/>
                            <a:pt x="8541" y="11085"/>
                          </a:cubicBezTo>
                          <a:cubicBezTo>
                            <a:pt x="7141" y="11398"/>
                            <a:pt x="4122" y="9898"/>
                            <a:pt x="2705" y="9564"/>
                          </a:cubicBezTo>
                          <a:cubicBezTo>
                            <a:pt x="1288" y="9230"/>
                            <a:pt x="-272" y="10598"/>
                            <a:pt x="40" y="9082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717" name="Group 327">
                      <a:extLst>
                        <a:ext uri="{FF2B5EF4-FFF2-40B4-BE49-F238E27FC236}">
                          <a16:creationId xmlns:a16="http://schemas.microsoft.com/office/drawing/2014/main" id="{71072E0A-A047-B247-A8EE-DF18CE2E5CD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7908175" y="5241780"/>
                      <a:ext cx="536554" cy="263548"/>
                      <a:chOff x="1871277" y="1576300"/>
                      <a:chExt cx="1128371" cy="437861"/>
                    </a:xfrm>
                  </p:grpSpPr>
                  <p:sp>
                    <p:nvSpPr>
                      <p:cNvPr id="721" name="Oval 720">
                        <a:extLst>
                          <a:ext uri="{FF2B5EF4-FFF2-40B4-BE49-F238E27FC236}">
                            <a16:creationId xmlns:a16="http://schemas.microsoft.com/office/drawing/2014/main" id="{91D06C98-59E7-614E-8273-42A55EA47213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722" name="Rectangle 721">
                        <a:extLst>
                          <a:ext uri="{FF2B5EF4-FFF2-40B4-BE49-F238E27FC236}">
                            <a16:creationId xmlns:a16="http://schemas.microsoft.com/office/drawing/2014/main" id="{09278EB9-8AC0-1447-BAD1-DD9B5D739EF8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723" name="Oval 722">
                        <a:extLst>
                          <a:ext uri="{FF2B5EF4-FFF2-40B4-BE49-F238E27FC236}">
                            <a16:creationId xmlns:a16="http://schemas.microsoft.com/office/drawing/2014/main" id="{2CBE7AD0-5785-9747-9E56-4BF8ABD881A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724" name="Freeform 723">
                        <a:extLst>
                          <a:ext uri="{FF2B5EF4-FFF2-40B4-BE49-F238E27FC236}">
                            <a16:creationId xmlns:a16="http://schemas.microsoft.com/office/drawing/2014/main" id="{BFA7769B-9F89-0943-9A16-C637EBA41BDD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725" name="Freeform 724">
                        <a:extLst>
                          <a:ext uri="{FF2B5EF4-FFF2-40B4-BE49-F238E27FC236}">
                            <a16:creationId xmlns:a16="http://schemas.microsoft.com/office/drawing/2014/main" id="{2BA9B2FD-ED67-5C46-990C-DEBD4552CBEE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726" name="Freeform 725">
                        <a:extLst>
                          <a:ext uri="{FF2B5EF4-FFF2-40B4-BE49-F238E27FC236}">
                            <a16:creationId xmlns:a16="http://schemas.microsoft.com/office/drawing/2014/main" id="{852C178C-5A80-FA47-96E6-19EA6DCEC686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727" name="Freeform 726">
                        <a:extLst>
                          <a:ext uri="{FF2B5EF4-FFF2-40B4-BE49-F238E27FC236}">
                            <a16:creationId xmlns:a16="http://schemas.microsoft.com/office/drawing/2014/main" id="{BCCDAE1A-37E6-A740-84AD-3651F301C818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728" name="Straight Connector 727">
                        <a:extLst>
                          <a:ext uri="{FF2B5EF4-FFF2-40B4-BE49-F238E27FC236}">
                            <a16:creationId xmlns:a16="http://schemas.microsoft.com/office/drawing/2014/main" id="{79278D10-2F66-4843-BE2D-75C1E444A3FF}"/>
                          </a:ext>
                        </a:extLst>
                      </p:cNvPr>
                      <p:cNvCxnSpPr>
                        <a:endCxn id="723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729" name="Straight Connector 728">
                        <a:extLst>
                          <a:ext uri="{FF2B5EF4-FFF2-40B4-BE49-F238E27FC236}">
                            <a16:creationId xmlns:a16="http://schemas.microsoft.com/office/drawing/2014/main" id="{64D394C8-4031-A04B-B39E-D20F14081771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718" name="Group 717">
                      <a:extLst>
                        <a:ext uri="{FF2B5EF4-FFF2-40B4-BE49-F238E27FC236}">
                          <a16:creationId xmlns:a16="http://schemas.microsoft.com/office/drawing/2014/main" id="{0BE34F3B-D7A6-C645-98A7-AC12A17D32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76581" y="5223365"/>
                      <a:ext cx="466894" cy="369332"/>
                      <a:chOff x="599495" y="1708643"/>
                      <a:chExt cx="491778" cy="409344"/>
                    </a:xfrm>
                  </p:grpSpPr>
                  <p:sp>
                    <p:nvSpPr>
                      <p:cNvPr id="719" name="Oval 718">
                        <a:extLst>
                          <a:ext uri="{FF2B5EF4-FFF2-40B4-BE49-F238E27FC236}">
                            <a16:creationId xmlns:a16="http://schemas.microsoft.com/office/drawing/2014/main" id="{D3AA4D2D-9268-D54B-A609-2916D44A7228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720" name="TextBox 719">
                        <a:extLst>
                          <a:ext uri="{FF2B5EF4-FFF2-40B4-BE49-F238E27FC236}">
                            <a16:creationId xmlns:a16="http://schemas.microsoft.com/office/drawing/2014/main" id="{D7C545A8-1974-314F-8B84-D3FC912EB8D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99495" y="1708643"/>
                        <a:ext cx="491778" cy="4093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  X</a:t>
                        </a:r>
                      </a:p>
                    </p:txBody>
                  </p:sp>
                </p:grpSp>
              </p:grpSp>
              <p:cxnSp>
                <p:nvCxnSpPr>
                  <p:cNvPr id="715" name="Straight Connector 714">
                    <a:extLst>
                      <a:ext uri="{FF2B5EF4-FFF2-40B4-BE49-F238E27FC236}">
                        <a16:creationId xmlns:a16="http://schemas.microsoft.com/office/drawing/2014/main" id="{C7AD81D7-3B6A-D844-ABEA-CAF2858DD417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7158742" y="5764030"/>
                    <a:ext cx="870024" cy="9999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</p:grpSp>
          <p:cxnSp>
            <p:nvCxnSpPr>
              <p:cNvPr id="711" name="Straight Connector 710">
                <a:extLst>
                  <a:ext uri="{FF2B5EF4-FFF2-40B4-BE49-F238E27FC236}">
                    <a16:creationId xmlns:a16="http://schemas.microsoft.com/office/drawing/2014/main" id="{A7F0587B-29EA-584F-81E3-E24C967738B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3540307" y="1929008"/>
                <a:ext cx="4451299" cy="422665"/>
              </a:xfrm>
              <a:prstGeom prst="line">
                <a:avLst/>
              </a:prstGeom>
              <a:solidFill>
                <a:srgbClr val="00CC99"/>
              </a:solidFill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31BA1DB9-2969-4441-97FB-835EAFDCA3ED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6000873" y="3328637"/>
              <a:ext cx="424979" cy="441697"/>
            </a:xfrm>
            <a:prstGeom prst="line">
              <a:avLst/>
            </a:prstGeom>
            <a:solidFill>
              <a:srgbClr val="00CC99"/>
            </a:solidFill>
            <a:ln w="6350" cap="flat" cmpd="sng" algn="ctr">
              <a:solidFill>
                <a:srgbClr val="0000A8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282" name="Group 281">
              <a:extLst>
                <a:ext uri="{FF2B5EF4-FFF2-40B4-BE49-F238E27FC236}">
                  <a16:creationId xmlns:a16="http://schemas.microsoft.com/office/drawing/2014/main" id="{9B38A050-67CE-5644-A229-647B38C7B4DC}"/>
                </a:ext>
              </a:extLst>
            </p:cNvPr>
            <p:cNvGrpSpPr/>
            <p:nvPr/>
          </p:nvGrpSpPr>
          <p:grpSpPr>
            <a:xfrm>
              <a:off x="7095765" y="2483791"/>
              <a:ext cx="880227" cy="680442"/>
              <a:chOff x="5705376" y="2487543"/>
              <a:chExt cx="880227" cy="680442"/>
            </a:xfrm>
          </p:grpSpPr>
          <p:sp>
            <p:nvSpPr>
              <p:cNvPr id="283" name="AutoShape 118">
                <a:extLst>
                  <a:ext uri="{FF2B5EF4-FFF2-40B4-BE49-F238E27FC236}">
                    <a16:creationId xmlns:a16="http://schemas.microsoft.com/office/drawing/2014/main" id="{D2EA5418-D2F2-9942-BF52-2F0B35DDEB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9229657">
                <a:off x="5705376" y="2487543"/>
                <a:ext cx="768350" cy="276226"/>
              </a:xfrm>
              <a:prstGeom prst="leftArrow">
                <a:avLst>
                  <a:gd name="adj1" fmla="val 50000"/>
                  <a:gd name="adj2" fmla="val 69540"/>
                </a:avLst>
              </a:prstGeom>
              <a:gradFill rotWithShape="1">
                <a:gsLst>
                  <a:gs pos="0">
                    <a:srgbClr val="C00000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84" name="Text Box 119">
                <a:extLst>
                  <a:ext uri="{FF2B5EF4-FFF2-40B4-BE49-F238E27FC236}">
                    <a16:creationId xmlns:a16="http://schemas.microsoft.com/office/drawing/2014/main" id="{127D65CD-9295-E948-976F-8A832CE287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48435" y="2887139"/>
                <a:ext cx="737168" cy="280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AS3,X </a:t>
                </a:r>
              </a:p>
            </p:txBody>
          </p: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0084D847-A5E4-7448-8369-247D24C1C4FF}"/>
                </a:ext>
              </a:extLst>
            </p:cNvPr>
            <p:cNvGrpSpPr/>
            <p:nvPr/>
          </p:nvGrpSpPr>
          <p:grpSpPr>
            <a:xfrm>
              <a:off x="2970239" y="2693439"/>
              <a:ext cx="1359693" cy="525314"/>
              <a:chOff x="2143521" y="2684666"/>
              <a:chExt cx="1359693" cy="525314"/>
            </a:xfrm>
          </p:grpSpPr>
          <p:sp>
            <p:nvSpPr>
              <p:cNvPr id="286" name="Text Box 119">
                <a:extLst>
                  <a:ext uri="{FF2B5EF4-FFF2-40B4-BE49-F238E27FC236}">
                    <a16:creationId xmlns:a16="http://schemas.microsoft.com/office/drawing/2014/main" id="{30A1DC45-762F-1E47-8308-E4920AA2B1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3521" y="2929134"/>
                <a:ext cx="1126397" cy="280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AS1,AS3,X </a:t>
                </a:r>
              </a:p>
            </p:txBody>
          </p:sp>
          <p:sp>
            <p:nvSpPr>
              <p:cNvPr id="287" name="AutoShape 118">
                <a:extLst>
                  <a:ext uri="{FF2B5EF4-FFF2-40B4-BE49-F238E27FC236}">
                    <a16:creationId xmlns:a16="http://schemas.microsoft.com/office/drawing/2014/main" id="{24E303A9-1C25-904F-85A7-12C9D1683C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975073">
                <a:off x="2734864" y="2684666"/>
                <a:ext cx="768350" cy="276225"/>
              </a:xfrm>
              <a:prstGeom prst="leftArrow">
                <a:avLst>
                  <a:gd name="adj1" fmla="val 50000"/>
                  <a:gd name="adj2" fmla="val 69540"/>
                </a:avLst>
              </a:prstGeom>
              <a:gradFill rotWithShape="1">
                <a:gsLst>
                  <a:gs pos="0">
                    <a:srgbClr val="C00000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6B1E1F16-BB2B-0F4C-9B24-BC894FF5CF79}"/>
                </a:ext>
              </a:extLst>
            </p:cNvPr>
            <p:cNvSpPr txBox="1"/>
            <p:nvPr/>
          </p:nvSpPr>
          <p:spPr>
            <a:xfrm>
              <a:off x="6375649" y="3642958"/>
              <a:ext cx="18609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Arial" charset="0"/>
                  <a:ea typeface="ＭＳ Ｐゴシック" charset="0"/>
                </a:rPr>
                <a:t>OSPF link weights</a:t>
              </a:r>
            </a:p>
          </p:txBody>
        </p: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9F04B398-1488-B84F-9A96-5791902C5242}"/>
                </a:ext>
              </a:extLst>
            </p:cNvPr>
            <p:cNvSpPr txBox="1"/>
            <p:nvPr/>
          </p:nvSpPr>
          <p:spPr>
            <a:xfrm>
              <a:off x="5162685" y="3108488"/>
              <a:ext cx="48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i="1" dirty="0">
                  <a:latin typeface="Arial" charset="0"/>
                  <a:ea typeface="ＭＳ Ｐゴシック" charset="0"/>
                </a:rPr>
                <a:t>201</a:t>
              </a:r>
              <a:endParaRPr lang="en-US" i="1" dirty="0">
                <a:latin typeface="Arial" charset="0"/>
                <a:ea typeface="ＭＳ Ｐゴシック" charset="0"/>
              </a:endParaRPr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7CAA43C0-74F2-9947-B546-F8906DDD43BC}"/>
                </a:ext>
              </a:extLst>
            </p:cNvPr>
            <p:cNvSpPr txBox="1"/>
            <p:nvPr/>
          </p:nvSpPr>
          <p:spPr>
            <a:xfrm>
              <a:off x="5952201" y="2502930"/>
              <a:ext cx="4694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i="1" dirty="0">
                  <a:latin typeface="Arial" charset="0"/>
                  <a:ea typeface="ＭＳ Ｐゴシック" charset="0"/>
                </a:rPr>
                <a:t>112</a:t>
              </a:r>
              <a:endParaRPr lang="en-US" i="1" dirty="0">
                <a:latin typeface="Arial" charset="0"/>
                <a:ea typeface="ＭＳ Ｐゴシック" charset="0"/>
              </a:endParaRP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BFFFC794-EB31-D845-8AFC-0FADD753D327}"/>
                </a:ext>
              </a:extLst>
            </p:cNvPr>
            <p:cNvSpPr txBox="1"/>
            <p:nvPr/>
          </p:nvSpPr>
          <p:spPr>
            <a:xfrm>
              <a:off x="5702048" y="3095306"/>
              <a:ext cx="48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i="1" dirty="0">
                  <a:latin typeface="Arial" charset="0"/>
                  <a:ea typeface="ＭＳ Ｐゴシック" charset="0"/>
                </a:rPr>
                <a:t>263</a:t>
              </a:r>
              <a:endParaRPr lang="en-US" i="1" dirty="0">
                <a:latin typeface="Arial" charset="0"/>
                <a:ea typeface="ＭＳ Ｐゴシック" charset="0"/>
              </a:endParaRPr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0F43C6FC-329A-BD41-8BB6-95A12D72D350}"/>
                </a:ext>
              </a:extLst>
            </p:cNvPr>
            <p:cNvSpPr/>
            <p:nvPr/>
          </p:nvSpPr>
          <p:spPr>
            <a:xfrm>
              <a:off x="5334000" y="3352800"/>
              <a:ext cx="720436" cy="678873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87542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898688" cy="894622"/>
          </a:xfrm>
        </p:spPr>
        <p:txBody>
          <a:bodyPr>
            <a:normAutofit/>
          </a:bodyPr>
          <a:lstStyle/>
          <a:p>
            <a:r>
              <a:rPr lang="en-US" dirty="0"/>
              <a:t>BGP: achieving policy via advertisements</a:t>
            </a:r>
          </a:p>
        </p:txBody>
      </p:sp>
      <p:sp>
        <p:nvSpPr>
          <p:cNvPr id="235" name="AutoShape 6" descr="BGP: advertisements">
            <a:extLst>
              <a:ext uri="{FF2B5EF4-FFF2-40B4-BE49-F238E27FC236}">
                <a16:creationId xmlns:a16="http://schemas.microsoft.com/office/drawing/2014/main" id="{A6E685A0-E830-5248-8CAD-7A0887943BA1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916743" y="1048794"/>
            <a:ext cx="7539038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72" name="Rectangle 4">
            <a:extLst>
              <a:ext uri="{FF2B5EF4-FFF2-40B4-BE49-F238E27FC236}">
                <a16:creationId xmlns:a16="http://schemas.microsoft.com/office/drawing/2014/main" id="{75942C0D-9686-7045-8336-48F964013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7929" y="4358794"/>
            <a:ext cx="10802636" cy="205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A advertises path Aw to B and to C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B </a:t>
            </a:r>
            <a:r>
              <a:rPr lang="en-US" sz="2400" i="1" dirty="0">
                <a:solidFill>
                  <a:srgbClr val="0000A8"/>
                </a:solidFill>
                <a:latin typeface="+mn-lt"/>
              </a:rPr>
              <a:t>chooses not to advertise </a:t>
            </a:r>
            <a:r>
              <a:rPr lang="en-US" sz="2400" dirty="0">
                <a:latin typeface="+mn-lt"/>
              </a:rPr>
              <a:t>BAw to C!  </a:t>
            </a:r>
          </a:p>
          <a:p>
            <a:pPr marL="800100" lvl="1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B gets no </a:t>
            </a:r>
            <a:r>
              <a:rPr lang="en-US" sz="2400" dirty="0"/>
              <a:t>“</a:t>
            </a:r>
            <a:r>
              <a:rPr lang="en-US" altLang="ja-JP" sz="2400" dirty="0">
                <a:latin typeface="+mn-lt"/>
              </a:rPr>
              <a:t>revenue</a:t>
            </a:r>
            <a:r>
              <a:rPr lang="en-US" altLang="ja-JP" sz="2400" dirty="0"/>
              <a:t>”</a:t>
            </a:r>
            <a:r>
              <a:rPr lang="en-US" altLang="ja-JP" sz="2400" dirty="0">
                <a:latin typeface="+mn-lt"/>
              </a:rPr>
              <a:t> for routing CBAw, since none of  C, A, w are B</a:t>
            </a:r>
            <a:r>
              <a:rPr lang="en-US" altLang="ja-JP" sz="2400" dirty="0"/>
              <a:t>’</a:t>
            </a:r>
            <a:r>
              <a:rPr lang="en-US" altLang="ja-JP" sz="2400" dirty="0">
                <a:latin typeface="+mn-lt"/>
              </a:rPr>
              <a:t>s customers</a:t>
            </a:r>
          </a:p>
          <a:p>
            <a:pPr marL="800100" lvl="1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altLang="ja-JP" sz="2400" dirty="0">
                <a:latin typeface="+mn-lt"/>
              </a:rPr>
              <a:t>C does </a:t>
            </a:r>
            <a:r>
              <a:rPr lang="en-US" altLang="ja-JP" sz="2400" i="1" dirty="0">
                <a:latin typeface="+mn-lt"/>
              </a:rPr>
              <a:t>not</a:t>
            </a:r>
            <a:r>
              <a:rPr lang="en-US" altLang="ja-JP" sz="2400" dirty="0">
                <a:latin typeface="+mn-lt"/>
              </a:rPr>
              <a:t> learn about CBAw path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C will route CAw (not using B) to get to w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33DA0E0B-DE29-3147-B564-0EB3AC2AD342}"/>
              </a:ext>
            </a:extLst>
          </p:cNvPr>
          <p:cNvSpPr txBox="1"/>
          <p:nvPr/>
        </p:nvSpPr>
        <p:spPr>
          <a:xfrm>
            <a:off x="655786" y="3397142"/>
            <a:ext cx="1107361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ISP only wants to route traffic to/from its customer networks </a:t>
            </a:r>
            <a:r>
              <a:rPr lang="en-US" sz="2400" dirty="0"/>
              <a:t>(does not want to carry transit traffic between other ISPs – a typical “real world” policy)</a:t>
            </a:r>
          </a:p>
        </p:txBody>
      </p:sp>
      <p:grpSp>
        <p:nvGrpSpPr>
          <p:cNvPr id="5" name="Group 4" descr="Illustration of BGP advertisements">
            <a:extLst>
              <a:ext uri="{FF2B5EF4-FFF2-40B4-BE49-F238E27FC236}">
                <a16:creationId xmlns:a16="http://schemas.microsoft.com/office/drawing/2014/main" id="{A76AFFB8-D755-AE20-4BEA-3058F7D32EF7}"/>
              </a:ext>
            </a:extLst>
          </p:cNvPr>
          <p:cNvGrpSpPr/>
          <p:nvPr/>
        </p:nvGrpSpPr>
        <p:grpSpPr>
          <a:xfrm>
            <a:off x="2143756" y="1440907"/>
            <a:ext cx="7300913" cy="1868057"/>
            <a:chOff x="2143756" y="1440907"/>
            <a:chExt cx="7300913" cy="186805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5446BEA-A2E3-EC46-9788-E956885E072B}"/>
                </a:ext>
              </a:extLst>
            </p:cNvPr>
            <p:cNvGrpSpPr/>
            <p:nvPr/>
          </p:nvGrpSpPr>
          <p:grpSpPr>
            <a:xfrm>
              <a:off x="3983668" y="1440907"/>
              <a:ext cx="893763" cy="577850"/>
              <a:chOff x="3983668" y="1440907"/>
              <a:chExt cx="893763" cy="577850"/>
            </a:xfrm>
          </p:grpSpPr>
          <p:sp>
            <p:nvSpPr>
              <p:cNvPr id="236" name="Freeform 7">
                <a:extLst>
                  <a:ext uri="{FF2B5EF4-FFF2-40B4-BE49-F238E27FC236}">
                    <a16:creationId xmlns:a16="http://schemas.microsoft.com/office/drawing/2014/main" id="{1EE69C16-4ABC-414D-8A5B-6DABA7A84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3668" y="1440907"/>
                <a:ext cx="893763" cy="577850"/>
              </a:xfrm>
              <a:custGeom>
                <a:avLst/>
                <a:gdLst>
                  <a:gd name="T0" fmla="*/ 148 w 563"/>
                  <a:gd name="T1" fmla="*/ 5 h 364"/>
                  <a:gd name="T2" fmla="*/ 119 w 563"/>
                  <a:gd name="T3" fmla="*/ 10 h 364"/>
                  <a:gd name="T4" fmla="*/ 94 w 563"/>
                  <a:gd name="T5" fmla="*/ 21 h 364"/>
                  <a:gd name="T6" fmla="*/ 70 w 563"/>
                  <a:gd name="T7" fmla="*/ 37 h 364"/>
                  <a:gd name="T8" fmla="*/ 46 w 563"/>
                  <a:gd name="T9" fmla="*/ 61 h 364"/>
                  <a:gd name="T10" fmla="*/ 24 w 563"/>
                  <a:gd name="T11" fmla="*/ 91 h 364"/>
                  <a:gd name="T12" fmla="*/ 8 w 563"/>
                  <a:gd name="T13" fmla="*/ 120 h 364"/>
                  <a:gd name="T14" fmla="*/ 3 w 563"/>
                  <a:gd name="T15" fmla="*/ 136 h 364"/>
                  <a:gd name="T16" fmla="*/ 0 w 563"/>
                  <a:gd name="T17" fmla="*/ 150 h 364"/>
                  <a:gd name="T18" fmla="*/ 0 w 563"/>
                  <a:gd name="T19" fmla="*/ 166 h 364"/>
                  <a:gd name="T20" fmla="*/ 8 w 563"/>
                  <a:gd name="T21" fmla="*/ 195 h 364"/>
                  <a:gd name="T22" fmla="*/ 27 w 563"/>
                  <a:gd name="T23" fmla="*/ 228 h 364"/>
                  <a:gd name="T24" fmla="*/ 49 w 563"/>
                  <a:gd name="T25" fmla="*/ 257 h 364"/>
                  <a:gd name="T26" fmla="*/ 70 w 563"/>
                  <a:gd name="T27" fmla="*/ 284 h 364"/>
                  <a:gd name="T28" fmla="*/ 92 w 563"/>
                  <a:gd name="T29" fmla="*/ 305 h 364"/>
                  <a:gd name="T30" fmla="*/ 111 w 563"/>
                  <a:gd name="T31" fmla="*/ 321 h 364"/>
                  <a:gd name="T32" fmla="*/ 127 w 563"/>
                  <a:gd name="T33" fmla="*/ 332 h 364"/>
                  <a:gd name="T34" fmla="*/ 146 w 563"/>
                  <a:gd name="T35" fmla="*/ 340 h 364"/>
                  <a:gd name="T36" fmla="*/ 170 w 563"/>
                  <a:gd name="T37" fmla="*/ 346 h 364"/>
                  <a:gd name="T38" fmla="*/ 191 w 563"/>
                  <a:gd name="T39" fmla="*/ 348 h 364"/>
                  <a:gd name="T40" fmla="*/ 218 w 563"/>
                  <a:gd name="T41" fmla="*/ 354 h 364"/>
                  <a:gd name="T42" fmla="*/ 261 w 563"/>
                  <a:gd name="T43" fmla="*/ 356 h 364"/>
                  <a:gd name="T44" fmla="*/ 310 w 563"/>
                  <a:gd name="T45" fmla="*/ 362 h 364"/>
                  <a:gd name="T46" fmla="*/ 361 w 563"/>
                  <a:gd name="T47" fmla="*/ 364 h 364"/>
                  <a:gd name="T48" fmla="*/ 409 w 563"/>
                  <a:gd name="T49" fmla="*/ 362 h 364"/>
                  <a:gd name="T50" fmla="*/ 458 w 563"/>
                  <a:gd name="T51" fmla="*/ 359 h 364"/>
                  <a:gd name="T52" fmla="*/ 495 w 563"/>
                  <a:gd name="T53" fmla="*/ 348 h 364"/>
                  <a:gd name="T54" fmla="*/ 511 w 563"/>
                  <a:gd name="T55" fmla="*/ 340 h 364"/>
                  <a:gd name="T56" fmla="*/ 525 w 563"/>
                  <a:gd name="T57" fmla="*/ 332 h 364"/>
                  <a:gd name="T58" fmla="*/ 536 w 563"/>
                  <a:gd name="T59" fmla="*/ 321 h 364"/>
                  <a:gd name="T60" fmla="*/ 549 w 563"/>
                  <a:gd name="T61" fmla="*/ 295 h 364"/>
                  <a:gd name="T62" fmla="*/ 557 w 563"/>
                  <a:gd name="T63" fmla="*/ 257 h 364"/>
                  <a:gd name="T64" fmla="*/ 563 w 563"/>
                  <a:gd name="T65" fmla="*/ 217 h 364"/>
                  <a:gd name="T66" fmla="*/ 563 w 563"/>
                  <a:gd name="T67" fmla="*/ 174 h 364"/>
                  <a:gd name="T68" fmla="*/ 557 w 563"/>
                  <a:gd name="T69" fmla="*/ 134 h 364"/>
                  <a:gd name="T70" fmla="*/ 555 w 563"/>
                  <a:gd name="T71" fmla="*/ 96 h 364"/>
                  <a:gd name="T72" fmla="*/ 549 w 563"/>
                  <a:gd name="T73" fmla="*/ 67 h 364"/>
                  <a:gd name="T74" fmla="*/ 546 w 563"/>
                  <a:gd name="T75" fmla="*/ 56 h 364"/>
                  <a:gd name="T76" fmla="*/ 541 w 563"/>
                  <a:gd name="T77" fmla="*/ 40 h 364"/>
                  <a:gd name="T78" fmla="*/ 536 w 563"/>
                  <a:gd name="T79" fmla="*/ 29 h 364"/>
                  <a:gd name="T80" fmla="*/ 528 w 563"/>
                  <a:gd name="T81" fmla="*/ 21 h 364"/>
                  <a:gd name="T82" fmla="*/ 520 w 563"/>
                  <a:gd name="T83" fmla="*/ 18 h 364"/>
                  <a:gd name="T84" fmla="*/ 495 w 563"/>
                  <a:gd name="T85" fmla="*/ 16 h 364"/>
                  <a:gd name="T86" fmla="*/ 466 w 563"/>
                  <a:gd name="T87" fmla="*/ 16 h 364"/>
                  <a:gd name="T88" fmla="*/ 450 w 563"/>
                  <a:gd name="T89" fmla="*/ 13 h 364"/>
                  <a:gd name="T90" fmla="*/ 409 w 563"/>
                  <a:gd name="T91" fmla="*/ 13 h 364"/>
                  <a:gd name="T92" fmla="*/ 364 w 563"/>
                  <a:gd name="T93" fmla="*/ 16 h 364"/>
                  <a:gd name="T94" fmla="*/ 320 w 563"/>
                  <a:gd name="T95" fmla="*/ 16 h 364"/>
                  <a:gd name="T96" fmla="*/ 283 w 563"/>
                  <a:gd name="T97" fmla="*/ 13 h 364"/>
                  <a:gd name="T98" fmla="*/ 248 w 563"/>
                  <a:gd name="T99" fmla="*/ 8 h 364"/>
                  <a:gd name="T100" fmla="*/ 213 w 563"/>
                  <a:gd name="T101" fmla="*/ 2 h 364"/>
                  <a:gd name="T102" fmla="*/ 186 w 563"/>
                  <a:gd name="T103" fmla="*/ 0 h 364"/>
                  <a:gd name="T104" fmla="*/ 175 w 563"/>
                  <a:gd name="T105" fmla="*/ 0 h 364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563"/>
                  <a:gd name="T160" fmla="*/ 0 h 364"/>
                  <a:gd name="T161" fmla="*/ 563 w 563"/>
                  <a:gd name="T162" fmla="*/ 364 h 364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563" h="364">
                    <a:moveTo>
                      <a:pt x="175" y="0"/>
                    </a:moveTo>
                    <a:lnTo>
                      <a:pt x="148" y="5"/>
                    </a:lnTo>
                    <a:lnTo>
                      <a:pt x="132" y="8"/>
                    </a:lnTo>
                    <a:lnTo>
                      <a:pt x="119" y="10"/>
                    </a:lnTo>
                    <a:lnTo>
                      <a:pt x="108" y="16"/>
                    </a:lnTo>
                    <a:lnTo>
                      <a:pt x="94" y="21"/>
                    </a:lnTo>
                    <a:lnTo>
                      <a:pt x="81" y="29"/>
                    </a:lnTo>
                    <a:lnTo>
                      <a:pt x="70" y="37"/>
                    </a:lnTo>
                    <a:lnTo>
                      <a:pt x="59" y="48"/>
                    </a:lnTo>
                    <a:lnTo>
                      <a:pt x="46" y="61"/>
                    </a:lnTo>
                    <a:lnTo>
                      <a:pt x="35" y="75"/>
                    </a:lnTo>
                    <a:lnTo>
                      <a:pt x="24" y="91"/>
                    </a:lnTo>
                    <a:lnTo>
                      <a:pt x="14" y="104"/>
                    </a:lnTo>
                    <a:lnTo>
                      <a:pt x="8" y="120"/>
                    </a:lnTo>
                    <a:lnTo>
                      <a:pt x="3" y="128"/>
                    </a:lnTo>
                    <a:lnTo>
                      <a:pt x="3" y="136"/>
                    </a:lnTo>
                    <a:lnTo>
                      <a:pt x="0" y="142"/>
                    </a:lnTo>
                    <a:lnTo>
                      <a:pt x="0" y="150"/>
                    </a:lnTo>
                    <a:lnTo>
                      <a:pt x="0" y="158"/>
                    </a:lnTo>
                    <a:lnTo>
                      <a:pt x="0" y="166"/>
                    </a:lnTo>
                    <a:lnTo>
                      <a:pt x="3" y="182"/>
                    </a:lnTo>
                    <a:lnTo>
                      <a:pt x="8" y="195"/>
                    </a:lnTo>
                    <a:lnTo>
                      <a:pt x="16" y="212"/>
                    </a:lnTo>
                    <a:lnTo>
                      <a:pt x="27" y="228"/>
                    </a:lnTo>
                    <a:lnTo>
                      <a:pt x="35" y="244"/>
                    </a:lnTo>
                    <a:lnTo>
                      <a:pt x="49" y="257"/>
                    </a:lnTo>
                    <a:lnTo>
                      <a:pt x="59" y="271"/>
                    </a:lnTo>
                    <a:lnTo>
                      <a:pt x="70" y="284"/>
                    </a:lnTo>
                    <a:lnTo>
                      <a:pt x="81" y="295"/>
                    </a:lnTo>
                    <a:lnTo>
                      <a:pt x="92" y="305"/>
                    </a:lnTo>
                    <a:lnTo>
                      <a:pt x="103" y="319"/>
                    </a:lnTo>
                    <a:lnTo>
                      <a:pt x="111" y="321"/>
                    </a:lnTo>
                    <a:lnTo>
                      <a:pt x="119" y="327"/>
                    </a:lnTo>
                    <a:lnTo>
                      <a:pt x="127" y="332"/>
                    </a:lnTo>
                    <a:lnTo>
                      <a:pt x="135" y="335"/>
                    </a:lnTo>
                    <a:lnTo>
                      <a:pt x="146" y="340"/>
                    </a:lnTo>
                    <a:lnTo>
                      <a:pt x="156" y="343"/>
                    </a:lnTo>
                    <a:lnTo>
                      <a:pt x="170" y="346"/>
                    </a:lnTo>
                    <a:lnTo>
                      <a:pt x="183" y="348"/>
                    </a:lnTo>
                    <a:lnTo>
                      <a:pt x="191" y="348"/>
                    </a:lnTo>
                    <a:lnTo>
                      <a:pt x="199" y="351"/>
                    </a:lnTo>
                    <a:lnTo>
                      <a:pt x="218" y="354"/>
                    </a:lnTo>
                    <a:lnTo>
                      <a:pt x="240" y="356"/>
                    </a:lnTo>
                    <a:lnTo>
                      <a:pt x="261" y="356"/>
                    </a:lnTo>
                    <a:lnTo>
                      <a:pt x="285" y="359"/>
                    </a:lnTo>
                    <a:lnTo>
                      <a:pt x="310" y="362"/>
                    </a:lnTo>
                    <a:lnTo>
                      <a:pt x="334" y="362"/>
                    </a:lnTo>
                    <a:lnTo>
                      <a:pt x="361" y="364"/>
                    </a:lnTo>
                    <a:lnTo>
                      <a:pt x="385" y="364"/>
                    </a:lnTo>
                    <a:lnTo>
                      <a:pt x="409" y="362"/>
                    </a:lnTo>
                    <a:lnTo>
                      <a:pt x="433" y="362"/>
                    </a:lnTo>
                    <a:lnTo>
                      <a:pt x="458" y="359"/>
                    </a:lnTo>
                    <a:lnTo>
                      <a:pt x="477" y="354"/>
                    </a:lnTo>
                    <a:lnTo>
                      <a:pt x="495" y="348"/>
                    </a:lnTo>
                    <a:lnTo>
                      <a:pt x="503" y="346"/>
                    </a:lnTo>
                    <a:lnTo>
                      <a:pt x="511" y="340"/>
                    </a:lnTo>
                    <a:lnTo>
                      <a:pt x="520" y="338"/>
                    </a:lnTo>
                    <a:lnTo>
                      <a:pt x="525" y="332"/>
                    </a:lnTo>
                    <a:lnTo>
                      <a:pt x="530" y="327"/>
                    </a:lnTo>
                    <a:lnTo>
                      <a:pt x="536" y="321"/>
                    </a:lnTo>
                    <a:lnTo>
                      <a:pt x="544" y="308"/>
                    </a:lnTo>
                    <a:lnTo>
                      <a:pt x="549" y="295"/>
                    </a:lnTo>
                    <a:lnTo>
                      <a:pt x="555" y="276"/>
                    </a:lnTo>
                    <a:lnTo>
                      <a:pt x="557" y="257"/>
                    </a:lnTo>
                    <a:lnTo>
                      <a:pt x="560" y="238"/>
                    </a:lnTo>
                    <a:lnTo>
                      <a:pt x="563" y="217"/>
                    </a:lnTo>
                    <a:lnTo>
                      <a:pt x="563" y="195"/>
                    </a:lnTo>
                    <a:lnTo>
                      <a:pt x="563" y="174"/>
                    </a:lnTo>
                    <a:lnTo>
                      <a:pt x="560" y="155"/>
                    </a:lnTo>
                    <a:lnTo>
                      <a:pt x="557" y="134"/>
                    </a:lnTo>
                    <a:lnTo>
                      <a:pt x="557" y="115"/>
                    </a:lnTo>
                    <a:lnTo>
                      <a:pt x="555" y="96"/>
                    </a:lnTo>
                    <a:lnTo>
                      <a:pt x="552" y="80"/>
                    </a:lnTo>
                    <a:lnTo>
                      <a:pt x="549" y="67"/>
                    </a:lnTo>
                    <a:lnTo>
                      <a:pt x="546" y="61"/>
                    </a:lnTo>
                    <a:lnTo>
                      <a:pt x="546" y="56"/>
                    </a:lnTo>
                    <a:lnTo>
                      <a:pt x="544" y="48"/>
                    </a:lnTo>
                    <a:lnTo>
                      <a:pt x="541" y="40"/>
                    </a:lnTo>
                    <a:lnTo>
                      <a:pt x="538" y="32"/>
                    </a:lnTo>
                    <a:lnTo>
                      <a:pt x="536" y="29"/>
                    </a:lnTo>
                    <a:lnTo>
                      <a:pt x="533" y="24"/>
                    </a:lnTo>
                    <a:lnTo>
                      <a:pt x="528" y="21"/>
                    </a:lnTo>
                    <a:lnTo>
                      <a:pt x="522" y="18"/>
                    </a:lnTo>
                    <a:lnTo>
                      <a:pt x="520" y="18"/>
                    </a:lnTo>
                    <a:lnTo>
                      <a:pt x="506" y="16"/>
                    </a:lnTo>
                    <a:lnTo>
                      <a:pt x="495" y="16"/>
                    </a:lnTo>
                    <a:lnTo>
                      <a:pt x="479" y="16"/>
                    </a:lnTo>
                    <a:lnTo>
                      <a:pt x="466" y="16"/>
                    </a:lnTo>
                    <a:lnTo>
                      <a:pt x="458" y="16"/>
                    </a:lnTo>
                    <a:lnTo>
                      <a:pt x="450" y="13"/>
                    </a:lnTo>
                    <a:lnTo>
                      <a:pt x="431" y="13"/>
                    </a:lnTo>
                    <a:lnTo>
                      <a:pt x="409" y="13"/>
                    </a:lnTo>
                    <a:lnTo>
                      <a:pt x="388" y="13"/>
                    </a:lnTo>
                    <a:lnTo>
                      <a:pt x="364" y="16"/>
                    </a:lnTo>
                    <a:lnTo>
                      <a:pt x="342" y="16"/>
                    </a:lnTo>
                    <a:lnTo>
                      <a:pt x="320" y="16"/>
                    </a:lnTo>
                    <a:lnTo>
                      <a:pt x="302" y="16"/>
                    </a:lnTo>
                    <a:lnTo>
                      <a:pt x="283" y="13"/>
                    </a:lnTo>
                    <a:lnTo>
                      <a:pt x="264" y="13"/>
                    </a:lnTo>
                    <a:lnTo>
                      <a:pt x="248" y="8"/>
                    </a:lnTo>
                    <a:lnTo>
                      <a:pt x="229" y="5"/>
                    </a:lnTo>
                    <a:lnTo>
                      <a:pt x="213" y="2"/>
                    </a:lnTo>
                    <a:lnTo>
                      <a:pt x="199" y="0"/>
                    </a:lnTo>
                    <a:lnTo>
                      <a:pt x="186" y="0"/>
                    </a:lnTo>
                    <a:lnTo>
                      <a:pt x="181" y="0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39" name="Rectangle 10">
                <a:extLst>
                  <a:ext uri="{FF2B5EF4-FFF2-40B4-BE49-F238E27FC236}">
                    <a16:creationId xmlns:a16="http://schemas.microsoft.com/office/drawing/2014/main" id="{12E42E00-0E52-4F48-9E47-69FF57625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6086" y="1490773"/>
                <a:ext cx="222818" cy="4924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3200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</p:grpSp>
        <p:sp>
          <p:nvSpPr>
            <p:cNvPr id="251" name="Line 22">
              <a:extLst>
                <a:ext uri="{FF2B5EF4-FFF2-40B4-BE49-F238E27FC236}">
                  <a16:creationId xmlns:a16="http://schemas.microsoft.com/office/drawing/2014/main" id="{AA591A70-D865-DF48-A927-67C81D6901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7431" y="1734594"/>
              <a:ext cx="665163" cy="27622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2" name="Line 23">
              <a:extLst>
                <a:ext uri="{FF2B5EF4-FFF2-40B4-BE49-F238E27FC236}">
                  <a16:creationId xmlns:a16="http://schemas.microsoft.com/office/drawing/2014/main" id="{F6A31CA1-6D75-4F45-8F9E-E7EE6105F5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20293" y="2117182"/>
              <a:ext cx="669925" cy="56673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4" name="Line 25">
              <a:extLst>
                <a:ext uri="{FF2B5EF4-FFF2-40B4-BE49-F238E27FC236}">
                  <a16:creationId xmlns:a16="http://schemas.microsoft.com/office/drawing/2014/main" id="{804A668C-99C3-C34B-A510-DEAA2A5837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1581" y="1874294"/>
              <a:ext cx="290513" cy="234950"/>
            </a:xfrm>
            <a:prstGeom prst="line">
              <a:avLst/>
            </a:prstGeom>
            <a:noFill/>
            <a:ln w="555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5" name="Line 26">
              <a:extLst>
                <a:ext uri="{FF2B5EF4-FFF2-40B4-BE49-F238E27FC236}">
                  <a16:creationId xmlns:a16="http://schemas.microsoft.com/office/drawing/2014/main" id="{E1D1A110-7690-7041-9B8F-73E3BA5CD6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64705" y="2002882"/>
              <a:ext cx="1423" cy="538612"/>
            </a:xfrm>
            <a:prstGeom prst="line">
              <a:avLst/>
            </a:prstGeom>
            <a:noFill/>
            <a:ln w="555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6" name="Line 27">
              <a:extLst>
                <a:ext uri="{FF2B5EF4-FFF2-40B4-BE49-F238E27FC236}">
                  <a16:creationId xmlns:a16="http://schemas.microsoft.com/office/drawing/2014/main" id="{A9456C19-2E00-BC4E-AEB5-F981440BD8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6981" y="2428332"/>
              <a:ext cx="265113" cy="165100"/>
            </a:xfrm>
            <a:prstGeom prst="line">
              <a:avLst/>
            </a:prstGeom>
            <a:noFill/>
            <a:ln w="555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D28DBA4-809E-E445-96B6-C8231D3525DE}"/>
                </a:ext>
              </a:extLst>
            </p:cNvPr>
            <p:cNvGrpSpPr/>
            <p:nvPr/>
          </p:nvGrpSpPr>
          <p:grpSpPr>
            <a:xfrm>
              <a:off x="6282368" y="1597639"/>
              <a:ext cx="3162301" cy="1711325"/>
              <a:chOff x="6282368" y="1597639"/>
              <a:chExt cx="3162301" cy="1711325"/>
            </a:xfrm>
          </p:grpSpPr>
          <p:sp>
            <p:nvSpPr>
              <p:cNvPr id="257" name="Rectangle 28">
                <a:extLst>
                  <a:ext uri="{FF2B5EF4-FFF2-40B4-BE49-F238E27FC236}">
                    <a16:creationId xmlns:a16="http://schemas.microsoft.com/office/drawing/2014/main" id="{EA3BB9F5-969D-254D-AAFB-97DB8E65C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2368" y="1597639"/>
                <a:ext cx="965200" cy="4508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58" name="Rectangle 29">
                <a:extLst>
                  <a:ext uri="{FF2B5EF4-FFF2-40B4-BE49-F238E27FC236}">
                    <a16:creationId xmlns:a16="http://schemas.microsoft.com/office/drawing/2014/main" id="{0F2B0DF9-A08C-E449-8820-FB88603361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57320" y="2261646"/>
                <a:ext cx="835025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legend</a:t>
                </a:r>
                <a:r>
                  <a:rPr lang="en-US" sz="1700" b="1" dirty="0">
                    <a:solidFill>
                      <a:srgbClr val="000000"/>
                    </a:solidFill>
                  </a:rPr>
                  <a:t>:</a:t>
                </a:r>
                <a:endParaRPr lang="en-US" dirty="0"/>
              </a:p>
            </p:txBody>
          </p:sp>
          <p:sp>
            <p:nvSpPr>
              <p:cNvPr id="259" name="Rectangle 30">
                <a:extLst>
                  <a:ext uri="{FF2B5EF4-FFF2-40B4-BE49-F238E27FC236}">
                    <a16:creationId xmlns:a16="http://schemas.microsoft.com/office/drawing/2014/main" id="{38525EEC-220F-6442-A6FD-576D6BDF7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72943" y="1669076"/>
                <a:ext cx="60325" cy="258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 dirty="0">
                    <a:solidFill>
                      <a:srgbClr val="000000"/>
                    </a:solidFill>
                  </a:rPr>
                  <a:t> </a:t>
                </a:r>
                <a:endParaRPr lang="en-US" dirty="0"/>
              </a:p>
            </p:txBody>
          </p:sp>
          <p:sp>
            <p:nvSpPr>
              <p:cNvPr id="260" name="Rectangle 31">
                <a:extLst>
                  <a:ext uri="{FF2B5EF4-FFF2-40B4-BE49-F238E27FC236}">
                    <a16:creationId xmlns:a16="http://schemas.microsoft.com/office/drawing/2014/main" id="{BBF94024-B3CB-F54E-A997-091AAB21C8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04831" y="2516801"/>
                <a:ext cx="1160463" cy="7921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61" name="Rectangle 32">
                <a:extLst>
                  <a:ext uri="{FF2B5EF4-FFF2-40B4-BE49-F238E27FC236}">
                    <a16:creationId xmlns:a16="http://schemas.microsoft.com/office/drawing/2014/main" id="{86876C5B-4C7E-6045-A2E6-2D64AA586E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31831" y="2580301"/>
                <a:ext cx="1112838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customer </a:t>
                </a:r>
                <a:endParaRPr lang="en-US" sz="2000" dirty="0"/>
              </a:p>
            </p:txBody>
          </p:sp>
          <p:sp>
            <p:nvSpPr>
              <p:cNvPr id="262" name="Rectangle 33">
                <a:extLst>
                  <a:ext uri="{FF2B5EF4-FFF2-40B4-BE49-F238E27FC236}">
                    <a16:creationId xmlns:a16="http://schemas.microsoft.com/office/drawing/2014/main" id="{91309A28-5587-B847-921C-1169530D0C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31831" y="2831126"/>
                <a:ext cx="958850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network:</a:t>
                </a:r>
                <a:endParaRPr lang="en-US" sz="2000" dirty="0"/>
              </a:p>
            </p:txBody>
          </p:sp>
          <p:sp>
            <p:nvSpPr>
              <p:cNvPr id="263" name="Rectangle 34">
                <a:extLst>
                  <a:ext uri="{FF2B5EF4-FFF2-40B4-BE49-F238E27FC236}">
                    <a16:creationId xmlns:a16="http://schemas.microsoft.com/office/drawing/2014/main" id="{D88C1427-E785-594C-A147-9BF9C7A01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97006" y="2831126"/>
                <a:ext cx="69850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:endParaRPr lang="en-US" sz="2000" dirty="0"/>
              </a:p>
            </p:txBody>
          </p:sp>
          <p:sp>
            <p:nvSpPr>
              <p:cNvPr id="264" name="Rectangle 35">
                <a:extLst>
                  <a:ext uri="{FF2B5EF4-FFF2-40B4-BE49-F238E27FC236}">
                    <a16:creationId xmlns:a16="http://schemas.microsoft.com/office/drawing/2014/main" id="{09BE3C5F-6857-0641-A39C-3D26CF65DF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04831" y="1623039"/>
                <a:ext cx="1106488" cy="673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65" name="Rectangle 36">
                <a:extLst>
                  <a:ext uri="{FF2B5EF4-FFF2-40B4-BE49-F238E27FC236}">
                    <a16:creationId xmlns:a16="http://schemas.microsoft.com/office/drawing/2014/main" id="{79A54306-01E1-864E-89D7-889A01740E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31831" y="1686539"/>
                <a:ext cx="917575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provider</a:t>
                </a:r>
                <a:endParaRPr lang="en-US" sz="2000" dirty="0"/>
              </a:p>
            </p:txBody>
          </p:sp>
          <p:sp>
            <p:nvSpPr>
              <p:cNvPr id="266" name="Rectangle 37">
                <a:extLst>
                  <a:ext uri="{FF2B5EF4-FFF2-40B4-BE49-F238E27FC236}">
                    <a16:creationId xmlns:a16="http://schemas.microsoft.com/office/drawing/2014/main" id="{ACDD58AC-25A2-0E46-8F1B-98BD264311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54143" y="1686539"/>
                <a:ext cx="69850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:endParaRPr lang="en-US" sz="2000" dirty="0"/>
              </a:p>
            </p:txBody>
          </p:sp>
          <p:sp>
            <p:nvSpPr>
              <p:cNvPr id="267" name="Rectangle 38">
                <a:extLst>
                  <a:ext uri="{FF2B5EF4-FFF2-40B4-BE49-F238E27FC236}">
                    <a16:creationId xmlns:a16="http://schemas.microsoft.com/office/drawing/2014/main" id="{CAF41458-347C-CE42-B2A1-363CAF8D8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31831" y="1932601"/>
                <a:ext cx="889000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network</a:t>
                </a:r>
                <a:endParaRPr lang="en-US" sz="2000" dirty="0"/>
              </a:p>
            </p:txBody>
          </p:sp>
          <p:sp>
            <p:nvSpPr>
              <p:cNvPr id="268" name="Rectangle 39">
                <a:extLst>
                  <a:ext uri="{FF2B5EF4-FFF2-40B4-BE49-F238E27FC236}">
                    <a16:creationId xmlns:a16="http://schemas.microsoft.com/office/drawing/2014/main" id="{91ACC31C-BC1D-C64F-809C-7953465C7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36681" y="1932601"/>
                <a:ext cx="69850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:endParaRPr lang="en-US" sz="2000" dirty="0"/>
              </a:p>
            </p:txBody>
          </p:sp>
          <p:sp>
            <p:nvSpPr>
              <p:cNvPr id="269" name="Freeform 40">
                <a:extLst>
                  <a:ext uri="{FF2B5EF4-FFF2-40B4-BE49-F238E27FC236}">
                    <a16:creationId xmlns:a16="http://schemas.microsoft.com/office/drawing/2014/main" id="{20CA1EB8-B9A7-6F47-A51D-2BBBDD4C72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2031" y="1673839"/>
                <a:ext cx="893763" cy="574675"/>
              </a:xfrm>
              <a:custGeom>
                <a:avLst/>
                <a:gdLst>
                  <a:gd name="T0" fmla="*/ 162 w 563"/>
                  <a:gd name="T1" fmla="*/ 0 h 362"/>
                  <a:gd name="T2" fmla="*/ 132 w 563"/>
                  <a:gd name="T3" fmla="*/ 5 h 362"/>
                  <a:gd name="T4" fmla="*/ 108 w 563"/>
                  <a:gd name="T5" fmla="*/ 13 h 362"/>
                  <a:gd name="T6" fmla="*/ 81 w 563"/>
                  <a:gd name="T7" fmla="*/ 30 h 362"/>
                  <a:gd name="T8" fmla="*/ 60 w 563"/>
                  <a:gd name="T9" fmla="*/ 48 h 362"/>
                  <a:gd name="T10" fmla="*/ 35 w 563"/>
                  <a:gd name="T11" fmla="*/ 72 h 362"/>
                  <a:gd name="T12" fmla="*/ 14 w 563"/>
                  <a:gd name="T13" fmla="*/ 102 h 362"/>
                  <a:gd name="T14" fmla="*/ 3 w 563"/>
                  <a:gd name="T15" fmla="*/ 126 h 362"/>
                  <a:gd name="T16" fmla="*/ 0 w 563"/>
                  <a:gd name="T17" fmla="*/ 140 h 362"/>
                  <a:gd name="T18" fmla="*/ 0 w 563"/>
                  <a:gd name="T19" fmla="*/ 156 h 362"/>
                  <a:gd name="T20" fmla="*/ 3 w 563"/>
                  <a:gd name="T21" fmla="*/ 180 h 362"/>
                  <a:gd name="T22" fmla="*/ 17 w 563"/>
                  <a:gd name="T23" fmla="*/ 212 h 362"/>
                  <a:gd name="T24" fmla="*/ 35 w 563"/>
                  <a:gd name="T25" fmla="*/ 241 h 362"/>
                  <a:gd name="T26" fmla="*/ 60 w 563"/>
                  <a:gd name="T27" fmla="*/ 268 h 362"/>
                  <a:gd name="T28" fmla="*/ 81 w 563"/>
                  <a:gd name="T29" fmla="*/ 292 h 362"/>
                  <a:gd name="T30" fmla="*/ 103 w 563"/>
                  <a:gd name="T31" fmla="*/ 316 h 362"/>
                  <a:gd name="T32" fmla="*/ 119 w 563"/>
                  <a:gd name="T33" fmla="*/ 327 h 362"/>
                  <a:gd name="T34" fmla="*/ 135 w 563"/>
                  <a:gd name="T35" fmla="*/ 335 h 362"/>
                  <a:gd name="T36" fmla="*/ 156 w 563"/>
                  <a:gd name="T37" fmla="*/ 341 h 362"/>
                  <a:gd name="T38" fmla="*/ 183 w 563"/>
                  <a:gd name="T39" fmla="*/ 346 h 362"/>
                  <a:gd name="T40" fmla="*/ 200 w 563"/>
                  <a:gd name="T41" fmla="*/ 349 h 362"/>
                  <a:gd name="T42" fmla="*/ 240 w 563"/>
                  <a:gd name="T43" fmla="*/ 354 h 362"/>
                  <a:gd name="T44" fmla="*/ 286 w 563"/>
                  <a:gd name="T45" fmla="*/ 357 h 362"/>
                  <a:gd name="T46" fmla="*/ 334 w 563"/>
                  <a:gd name="T47" fmla="*/ 359 h 362"/>
                  <a:gd name="T48" fmla="*/ 385 w 563"/>
                  <a:gd name="T49" fmla="*/ 362 h 362"/>
                  <a:gd name="T50" fmla="*/ 434 w 563"/>
                  <a:gd name="T51" fmla="*/ 359 h 362"/>
                  <a:gd name="T52" fmla="*/ 477 w 563"/>
                  <a:gd name="T53" fmla="*/ 351 h 362"/>
                  <a:gd name="T54" fmla="*/ 504 w 563"/>
                  <a:gd name="T55" fmla="*/ 343 h 362"/>
                  <a:gd name="T56" fmla="*/ 517 w 563"/>
                  <a:gd name="T57" fmla="*/ 335 h 362"/>
                  <a:gd name="T58" fmla="*/ 528 w 563"/>
                  <a:gd name="T59" fmla="*/ 325 h 362"/>
                  <a:gd name="T60" fmla="*/ 541 w 563"/>
                  <a:gd name="T61" fmla="*/ 306 h 362"/>
                  <a:gd name="T62" fmla="*/ 555 w 563"/>
                  <a:gd name="T63" fmla="*/ 274 h 362"/>
                  <a:gd name="T64" fmla="*/ 560 w 563"/>
                  <a:gd name="T65" fmla="*/ 236 h 362"/>
                  <a:gd name="T66" fmla="*/ 563 w 563"/>
                  <a:gd name="T67" fmla="*/ 193 h 362"/>
                  <a:gd name="T68" fmla="*/ 560 w 563"/>
                  <a:gd name="T69" fmla="*/ 153 h 362"/>
                  <a:gd name="T70" fmla="*/ 557 w 563"/>
                  <a:gd name="T71" fmla="*/ 113 h 362"/>
                  <a:gd name="T72" fmla="*/ 552 w 563"/>
                  <a:gd name="T73" fmla="*/ 78 h 362"/>
                  <a:gd name="T74" fmla="*/ 547 w 563"/>
                  <a:gd name="T75" fmla="*/ 59 h 362"/>
                  <a:gd name="T76" fmla="*/ 544 w 563"/>
                  <a:gd name="T77" fmla="*/ 46 h 362"/>
                  <a:gd name="T78" fmla="*/ 539 w 563"/>
                  <a:gd name="T79" fmla="*/ 30 h 362"/>
                  <a:gd name="T80" fmla="*/ 533 w 563"/>
                  <a:gd name="T81" fmla="*/ 22 h 362"/>
                  <a:gd name="T82" fmla="*/ 522 w 563"/>
                  <a:gd name="T83" fmla="*/ 19 h 362"/>
                  <a:gd name="T84" fmla="*/ 506 w 563"/>
                  <a:gd name="T85" fmla="*/ 16 h 362"/>
                  <a:gd name="T86" fmla="*/ 479 w 563"/>
                  <a:gd name="T87" fmla="*/ 16 h 362"/>
                  <a:gd name="T88" fmla="*/ 466 w 563"/>
                  <a:gd name="T89" fmla="*/ 13 h 362"/>
                  <a:gd name="T90" fmla="*/ 450 w 563"/>
                  <a:gd name="T91" fmla="*/ 11 h 362"/>
                  <a:gd name="T92" fmla="*/ 409 w 563"/>
                  <a:gd name="T93" fmla="*/ 11 h 362"/>
                  <a:gd name="T94" fmla="*/ 364 w 563"/>
                  <a:gd name="T95" fmla="*/ 13 h 362"/>
                  <a:gd name="T96" fmla="*/ 321 w 563"/>
                  <a:gd name="T97" fmla="*/ 13 h 362"/>
                  <a:gd name="T98" fmla="*/ 283 w 563"/>
                  <a:gd name="T99" fmla="*/ 11 h 362"/>
                  <a:gd name="T100" fmla="*/ 248 w 563"/>
                  <a:gd name="T101" fmla="*/ 5 h 362"/>
                  <a:gd name="T102" fmla="*/ 213 w 563"/>
                  <a:gd name="T103" fmla="*/ 0 h 362"/>
                  <a:gd name="T104" fmla="*/ 186 w 563"/>
                  <a:gd name="T105" fmla="*/ 0 h 362"/>
                  <a:gd name="T106" fmla="*/ 175 w 563"/>
                  <a:gd name="T107" fmla="*/ 0 h 362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563"/>
                  <a:gd name="T163" fmla="*/ 0 h 362"/>
                  <a:gd name="T164" fmla="*/ 563 w 563"/>
                  <a:gd name="T165" fmla="*/ 362 h 362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563" h="362">
                    <a:moveTo>
                      <a:pt x="175" y="0"/>
                    </a:moveTo>
                    <a:lnTo>
                      <a:pt x="162" y="0"/>
                    </a:lnTo>
                    <a:lnTo>
                      <a:pt x="148" y="3"/>
                    </a:lnTo>
                    <a:lnTo>
                      <a:pt x="132" y="5"/>
                    </a:lnTo>
                    <a:lnTo>
                      <a:pt x="119" y="11"/>
                    </a:lnTo>
                    <a:lnTo>
                      <a:pt x="108" y="13"/>
                    </a:lnTo>
                    <a:lnTo>
                      <a:pt x="95" y="22"/>
                    </a:lnTo>
                    <a:lnTo>
                      <a:pt x="81" y="30"/>
                    </a:lnTo>
                    <a:lnTo>
                      <a:pt x="70" y="38"/>
                    </a:lnTo>
                    <a:lnTo>
                      <a:pt x="60" y="48"/>
                    </a:lnTo>
                    <a:lnTo>
                      <a:pt x="46" y="59"/>
                    </a:lnTo>
                    <a:lnTo>
                      <a:pt x="35" y="72"/>
                    </a:lnTo>
                    <a:lnTo>
                      <a:pt x="25" y="89"/>
                    </a:lnTo>
                    <a:lnTo>
                      <a:pt x="14" y="102"/>
                    </a:lnTo>
                    <a:lnTo>
                      <a:pt x="8" y="118"/>
                    </a:lnTo>
                    <a:lnTo>
                      <a:pt x="3" y="126"/>
                    </a:lnTo>
                    <a:lnTo>
                      <a:pt x="3" y="134"/>
                    </a:lnTo>
                    <a:lnTo>
                      <a:pt x="0" y="140"/>
                    </a:lnTo>
                    <a:lnTo>
                      <a:pt x="0" y="148"/>
                    </a:lnTo>
                    <a:lnTo>
                      <a:pt x="0" y="156"/>
                    </a:lnTo>
                    <a:lnTo>
                      <a:pt x="0" y="164"/>
                    </a:lnTo>
                    <a:lnTo>
                      <a:pt x="3" y="180"/>
                    </a:lnTo>
                    <a:lnTo>
                      <a:pt x="8" y="196"/>
                    </a:lnTo>
                    <a:lnTo>
                      <a:pt x="17" y="212"/>
                    </a:lnTo>
                    <a:lnTo>
                      <a:pt x="27" y="225"/>
                    </a:lnTo>
                    <a:lnTo>
                      <a:pt x="35" y="241"/>
                    </a:lnTo>
                    <a:lnTo>
                      <a:pt x="49" y="255"/>
                    </a:lnTo>
                    <a:lnTo>
                      <a:pt x="60" y="268"/>
                    </a:lnTo>
                    <a:lnTo>
                      <a:pt x="70" y="282"/>
                    </a:lnTo>
                    <a:lnTo>
                      <a:pt x="81" y="292"/>
                    </a:lnTo>
                    <a:lnTo>
                      <a:pt x="92" y="306"/>
                    </a:lnTo>
                    <a:lnTo>
                      <a:pt x="103" y="316"/>
                    </a:lnTo>
                    <a:lnTo>
                      <a:pt x="111" y="322"/>
                    </a:lnTo>
                    <a:lnTo>
                      <a:pt x="119" y="327"/>
                    </a:lnTo>
                    <a:lnTo>
                      <a:pt x="127" y="330"/>
                    </a:lnTo>
                    <a:lnTo>
                      <a:pt x="135" y="335"/>
                    </a:lnTo>
                    <a:lnTo>
                      <a:pt x="146" y="338"/>
                    </a:lnTo>
                    <a:lnTo>
                      <a:pt x="156" y="341"/>
                    </a:lnTo>
                    <a:lnTo>
                      <a:pt x="170" y="343"/>
                    </a:lnTo>
                    <a:lnTo>
                      <a:pt x="183" y="346"/>
                    </a:lnTo>
                    <a:lnTo>
                      <a:pt x="191" y="346"/>
                    </a:lnTo>
                    <a:lnTo>
                      <a:pt x="200" y="349"/>
                    </a:lnTo>
                    <a:lnTo>
                      <a:pt x="218" y="351"/>
                    </a:lnTo>
                    <a:lnTo>
                      <a:pt x="240" y="354"/>
                    </a:lnTo>
                    <a:lnTo>
                      <a:pt x="261" y="354"/>
                    </a:lnTo>
                    <a:lnTo>
                      <a:pt x="286" y="357"/>
                    </a:lnTo>
                    <a:lnTo>
                      <a:pt x="310" y="359"/>
                    </a:lnTo>
                    <a:lnTo>
                      <a:pt x="334" y="359"/>
                    </a:lnTo>
                    <a:lnTo>
                      <a:pt x="361" y="362"/>
                    </a:lnTo>
                    <a:lnTo>
                      <a:pt x="385" y="362"/>
                    </a:lnTo>
                    <a:lnTo>
                      <a:pt x="409" y="359"/>
                    </a:lnTo>
                    <a:lnTo>
                      <a:pt x="434" y="359"/>
                    </a:lnTo>
                    <a:lnTo>
                      <a:pt x="455" y="357"/>
                    </a:lnTo>
                    <a:lnTo>
                      <a:pt x="477" y="351"/>
                    </a:lnTo>
                    <a:lnTo>
                      <a:pt x="493" y="346"/>
                    </a:lnTo>
                    <a:lnTo>
                      <a:pt x="504" y="343"/>
                    </a:lnTo>
                    <a:lnTo>
                      <a:pt x="509" y="338"/>
                    </a:lnTo>
                    <a:lnTo>
                      <a:pt x="517" y="335"/>
                    </a:lnTo>
                    <a:lnTo>
                      <a:pt x="522" y="330"/>
                    </a:lnTo>
                    <a:lnTo>
                      <a:pt x="528" y="325"/>
                    </a:lnTo>
                    <a:lnTo>
                      <a:pt x="533" y="319"/>
                    </a:lnTo>
                    <a:lnTo>
                      <a:pt x="541" y="306"/>
                    </a:lnTo>
                    <a:lnTo>
                      <a:pt x="549" y="292"/>
                    </a:lnTo>
                    <a:lnTo>
                      <a:pt x="555" y="274"/>
                    </a:lnTo>
                    <a:lnTo>
                      <a:pt x="557" y="255"/>
                    </a:lnTo>
                    <a:lnTo>
                      <a:pt x="560" y="236"/>
                    </a:lnTo>
                    <a:lnTo>
                      <a:pt x="563" y="215"/>
                    </a:lnTo>
                    <a:lnTo>
                      <a:pt x="563" y="193"/>
                    </a:lnTo>
                    <a:lnTo>
                      <a:pt x="560" y="172"/>
                    </a:lnTo>
                    <a:lnTo>
                      <a:pt x="560" y="153"/>
                    </a:lnTo>
                    <a:lnTo>
                      <a:pt x="557" y="131"/>
                    </a:lnTo>
                    <a:lnTo>
                      <a:pt x="557" y="113"/>
                    </a:lnTo>
                    <a:lnTo>
                      <a:pt x="555" y="94"/>
                    </a:lnTo>
                    <a:lnTo>
                      <a:pt x="552" y="78"/>
                    </a:lnTo>
                    <a:lnTo>
                      <a:pt x="549" y="64"/>
                    </a:lnTo>
                    <a:lnTo>
                      <a:pt x="547" y="59"/>
                    </a:lnTo>
                    <a:lnTo>
                      <a:pt x="547" y="54"/>
                    </a:lnTo>
                    <a:lnTo>
                      <a:pt x="544" y="46"/>
                    </a:lnTo>
                    <a:lnTo>
                      <a:pt x="541" y="38"/>
                    </a:lnTo>
                    <a:lnTo>
                      <a:pt x="539" y="30"/>
                    </a:lnTo>
                    <a:lnTo>
                      <a:pt x="536" y="27"/>
                    </a:lnTo>
                    <a:lnTo>
                      <a:pt x="533" y="22"/>
                    </a:lnTo>
                    <a:lnTo>
                      <a:pt x="528" y="19"/>
                    </a:lnTo>
                    <a:lnTo>
                      <a:pt x="522" y="19"/>
                    </a:lnTo>
                    <a:lnTo>
                      <a:pt x="520" y="16"/>
                    </a:lnTo>
                    <a:lnTo>
                      <a:pt x="506" y="16"/>
                    </a:lnTo>
                    <a:lnTo>
                      <a:pt x="495" y="16"/>
                    </a:lnTo>
                    <a:lnTo>
                      <a:pt x="479" y="16"/>
                    </a:lnTo>
                    <a:lnTo>
                      <a:pt x="474" y="13"/>
                    </a:lnTo>
                    <a:lnTo>
                      <a:pt x="466" y="13"/>
                    </a:lnTo>
                    <a:lnTo>
                      <a:pt x="458" y="13"/>
                    </a:lnTo>
                    <a:lnTo>
                      <a:pt x="450" y="11"/>
                    </a:lnTo>
                    <a:lnTo>
                      <a:pt x="431" y="11"/>
                    </a:lnTo>
                    <a:lnTo>
                      <a:pt x="409" y="11"/>
                    </a:lnTo>
                    <a:lnTo>
                      <a:pt x="388" y="13"/>
                    </a:lnTo>
                    <a:lnTo>
                      <a:pt x="364" y="13"/>
                    </a:lnTo>
                    <a:lnTo>
                      <a:pt x="342" y="13"/>
                    </a:lnTo>
                    <a:lnTo>
                      <a:pt x="321" y="13"/>
                    </a:lnTo>
                    <a:lnTo>
                      <a:pt x="302" y="13"/>
                    </a:lnTo>
                    <a:lnTo>
                      <a:pt x="283" y="11"/>
                    </a:lnTo>
                    <a:lnTo>
                      <a:pt x="264" y="11"/>
                    </a:lnTo>
                    <a:lnTo>
                      <a:pt x="248" y="5"/>
                    </a:lnTo>
                    <a:lnTo>
                      <a:pt x="229" y="3"/>
                    </a:lnTo>
                    <a:lnTo>
                      <a:pt x="213" y="0"/>
                    </a:lnTo>
                    <a:lnTo>
                      <a:pt x="200" y="0"/>
                    </a:lnTo>
                    <a:lnTo>
                      <a:pt x="186" y="0"/>
                    </a:lnTo>
                    <a:lnTo>
                      <a:pt x="181" y="0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70" name="Freeform 41">
                <a:extLst>
                  <a:ext uri="{FF2B5EF4-FFF2-40B4-BE49-F238E27FC236}">
                    <a16:creationId xmlns:a16="http://schemas.microsoft.com/office/drawing/2014/main" id="{52E41D46-1C3B-1E47-8CD3-9673A5CE40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92093" y="2631101"/>
                <a:ext cx="346075" cy="336550"/>
              </a:xfrm>
              <a:custGeom>
                <a:avLst/>
                <a:gdLst>
                  <a:gd name="T0" fmla="*/ 100 w 218"/>
                  <a:gd name="T1" fmla="*/ 0 h 212"/>
                  <a:gd name="T2" fmla="*/ 78 w 218"/>
                  <a:gd name="T3" fmla="*/ 6 h 212"/>
                  <a:gd name="T4" fmla="*/ 57 w 218"/>
                  <a:gd name="T5" fmla="*/ 14 h 212"/>
                  <a:gd name="T6" fmla="*/ 41 w 218"/>
                  <a:gd name="T7" fmla="*/ 25 h 212"/>
                  <a:gd name="T8" fmla="*/ 24 w 218"/>
                  <a:gd name="T9" fmla="*/ 38 h 212"/>
                  <a:gd name="T10" fmla="*/ 14 w 218"/>
                  <a:gd name="T11" fmla="*/ 57 h 212"/>
                  <a:gd name="T12" fmla="*/ 6 w 218"/>
                  <a:gd name="T13" fmla="*/ 76 h 212"/>
                  <a:gd name="T14" fmla="*/ 0 w 218"/>
                  <a:gd name="T15" fmla="*/ 94 h 212"/>
                  <a:gd name="T16" fmla="*/ 0 w 218"/>
                  <a:gd name="T17" fmla="*/ 116 h 212"/>
                  <a:gd name="T18" fmla="*/ 6 w 218"/>
                  <a:gd name="T19" fmla="*/ 137 h 212"/>
                  <a:gd name="T20" fmla="*/ 14 w 218"/>
                  <a:gd name="T21" fmla="*/ 156 h 212"/>
                  <a:gd name="T22" fmla="*/ 24 w 218"/>
                  <a:gd name="T23" fmla="*/ 172 h 212"/>
                  <a:gd name="T24" fmla="*/ 41 w 218"/>
                  <a:gd name="T25" fmla="*/ 188 h 212"/>
                  <a:gd name="T26" fmla="*/ 57 w 218"/>
                  <a:gd name="T27" fmla="*/ 199 h 212"/>
                  <a:gd name="T28" fmla="*/ 78 w 218"/>
                  <a:gd name="T29" fmla="*/ 207 h 212"/>
                  <a:gd name="T30" fmla="*/ 100 w 218"/>
                  <a:gd name="T31" fmla="*/ 212 h 212"/>
                  <a:gd name="T32" fmla="*/ 121 w 218"/>
                  <a:gd name="T33" fmla="*/ 212 h 212"/>
                  <a:gd name="T34" fmla="*/ 143 w 218"/>
                  <a:gd name="T35" fmla="*/ 207 h 212"/>
                  <a:gd name="T36" fmla="*/ 162 w 218"/>
                  <a:gd name="T37" fmla="*/ 199 h 212"/>
                  <a:gd name="T38" fmla="*/ 178 w 218"/>
                  <a:gd name="T39" fmla="*/ 188 h 212"/>
                  <a:gd name="T40" fmla="*/ 194 w 218"/>
                  <a:gd name="T41" fmla="*/ 172 h 212"/>
                  <a:gd name="T42" fmla="*/ 205 w 218"/>
                  <a:gd name="T43" fmla="*/ 156 h 212"/>
                  <a:gd name="T44" fmla="*/ 213 w 218"/>
                  <a:gd name="T45" fmla="*/ 137 h 212"/>
                  <a:gd name="T46" fmla="*/ 218 w 218"/>
                  <a:gd name="T47" fmla="*/ 116 h 212"/>
                  <a:gd name="T48" fmla="*/ 218 w 218"/>
                  <a:gd name="T49" fmla="*/ 94 h 212"/>
                  <a:gd name="T50" fmla="*/ 213 w 218"/>
                  <a:gd name="T51" fmla="*/ 76 h 212"/>
                  <a:gd name="T52" fmla="*/ 205 w 218"/>
                  <a:gd name="T53" fmla="*/ 57 h 212"/>
                  <a:gd name="T54" fmla="*/ 194 w 218"/>
                  <a:gd name="T55" fmla="*/ 38 h 212"/>
                  <a:gd name="T56" fmla="*/ 178 w 218"/>
                  <a:gd name="T57" fmla="*/ 25 h 212"/>
                  <a:gd name="T58" fmla="*/ 162 w 218"/>
                  <a:gd name="T59" fmla="*/ 14 h 212"/>
                  <a:gd name="T60" fmla="*/ 143 w 218"/>
                  <a:gd name="T61" fmla="*/ 6 h 212"/>
                  <a:gd name="T62" fmla="*/ 121 w 218"/>
                  <a:gd name="T63" fmla="*/ 0 h 21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18"/>
                  <a:gd name="T97" fmla="*/ 0 h 212"/>
                  <a:gd name="T98" fmla="*/ 218 w 218"/>
                  <a:gd name="T99" fmla="*/ 212 h 21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18" h="212">
                    <a:moveTo>
                      <a:pt x="111" y="0"/>
                    </a:moveTo>
                    <a:lnTo>
                      <a:pt x="100" y="0"/>
                    </a:lnTo>
                    <a:lnTo>
                      <a:pt x="89" y="3"/>
                    </a:lnTo>
                    <a:lnTo>
                      <a:pt x="78" y="6"/>
                    </a:lnTo>
                    <a:lnTo>
                      <a:pt x="67" y="8"/>
                    </a:lnTo>
                    <a:lnTo>
                      <a:pt x="57" y="14"/>
                    </a:lnTo>
                    <a:lnTo>
                      <a:pt x="49" y="19"/>
                    </a:lnTo>
                    <a:lnTo>
                      <a:pt x="41" y="25"/>
                    </a:lnTo>
                    <a:lnTo>
                      <a:pt x="33" y="33"/>
                    </a:lnTo>
                    <a:lnTo>
                      <a:pt x="24" y="38"/>
                    </a:lnTo>
                    <a:lnTo>
                      <a:pt x="19" y="46"/>
                    </a:lnTo>
                    <a:lnTo>
                      <a:pt x="14" y="57"/>
                    </a:lnTo>
                    <a:lnTo>
                      <a:pt x="8" y="65"/>
                    </a:lnTo>
                    <a:lnTo>
                      <a:pt x="6" y="76"/>
                    </a:lnTo>
                    <a:lnTo>
                      <a:pt x="3" y="84"/>
                    </a:lnTo>
                    <a:lnTo>
                      <a:pt x="0" y="94"/>
                    </a:lnTo>
                    <a:lnTo>
                      <a:pt x="0" y="105"/>
                    </a:lnTo>
                    <a:lnTo>
                      <a:pt x="0" y="116"/>
                    </a:lnTo>
                    <a:lnTo>
                      <a:pt x="3" y="126"/>
                    </a:lnTo>
                    <a:lnTo>
                      <a:pt x="6" y="137"/>
                    </a:lnTo>
                    <a:lnTo>
                      <a:pt x="8" y="148"/>
                    </a:lnTo>
                    <a:lnTo>
                      <a:pt x="14" y="156"/>
                    </a:lnTo>
                    <a:lnTo>
                      <a:pt x="19" y="164"/>
                    </a:lnTo>
                    <a:lnTo>
                      <a:pt x="24" y="172"/>
                    </a:lnTo>
                    <a:lnTo>
                      <a:pt x="33" y="180"/>
                    </a:lnTo>
                    <a:lnTo>
                      <a:pt x="41" y="188"/>
                    </a:lnTo>
                    <a:lnTo>
                      <a:pt x="49" y="193"/>
                    </a:lnTo>
                    <a:lnTo>
                      <a:pt x="57" y="199"/>
                    </a:lnTo>
                    <a:lnTo>
                      <a:pt x="67" y="204"/>
                    </a:lnTo>
                    <a:lnTo>
                      <a:pt x="78" y="207"/>
                    </a:lnTo>
                    <a:lnTo>
                      <a:pt x="89" y="210"/>
                    </a:lnTo>
                    <a:lnTo>
                      <a:pt x="100" y="212"/>
                    </a:lnTo>
                    <a:lnTo>
                      <a:pt x="111" y="212"/>
                    </a:lnTo>
                    <a:lnTo>
                      <a:pt x="121" y="212"/>
                    </a:lnTo>
                    <a:lnTo>
                      <a:pt x="132" y="210"/>
                    </a:lnTo>
                    <a:lnTo>
                      <a:pt x="143" y="207"/>
                    </a:lnTo>
                    <a:lnTo>
                      <a:pt x="154" y="204"/>
                    </a:lnTo>
                    <a:lnTo>
                      <a:pt x="162" y="199"/>
                    </a:lnTo>
                    <a:lnTo>
                      <a:pt x="170" y="193"/>
                    </a:lnTo>
                    <a:lnTo>
                      <a:pt x="178" y="188"/>
                    </a:lnTo>
                    <a:lnTo>
                      <a:pt x="186" y="180"/>
                    </a:lnTo>
                    <a:lnTo>
                      <a:pt x="194" y="172"/>
                    </a:lnTo>
                    <a:lnTo>
                      <a:pt x="199" y="164"/>
                    </a:lnTo>
                    <a:lnTo>
                      <a:pt x="205" y="156"/>
                    </a:lnTo>
                    <a:lnTo>
                      <a:pt x="210" y="148"/>
                    </a:lnTo>
                    <a:lnTo>
                      <a:pt x="213" y="137"/>
                    </a:lnTo>
                    <a:lnTo>
                      <a:pt x="215" y="126"/>
                    </a:lnTo>
                    <a:lnTo>
                      <a:pt x="218" y="116"/>
                    </a:lnTo>
                    <a:lnTo>
                      <a:pt x="218" y="105"/>
                    </a:lnTo>
                    <a:lnTo>
                      <a:pt x="218" y="94"/>
                    </a:lnTo>
                    <a:lnTo>
                      <a:pt x="215" y="84"/>
                    </a:lnTo>
                    <a:lnTo>
                      <a:pt x="213" y="76"/>
                    </a:lnTo>
                    <a:lnTo>
                      <a:pt x="210" y="65"/>
                    </a:lnTo>
                    <a:lnTo>
                      <a:pt x="205" y="57"/>
                    </a:lnTo>
                    <a:lnTo>
                      <a:pt x="199" y="46"/>
                    </a:lnTo>
                    <a:lnTo>
                      <a:pt x="194" y="38"/>
                    </a:lnTo>
                    <a:lnTo>
                      <a:pt x="186" y="33"/>
                    </a:lnTo>
                    <a:lnTo>
                      <a:pt x="178" y="25"/>
                    </a:lnTo>
                    <a:lnTo>
                      <a:pt x="170" y="19"/>
                    </a:lnTo>
                    <a:lnTo>
                      <a:pt x="162" y="14"/>
                    </a:lnTo>
                    <a:lnTo>
                      <a:pt x="154" y="8"/>
                    </a:lnTo>
                    <a:lnTo>
                      <a:pt x="143" y="6"/>
                    </a:lnTo>
                    <a:lnTo>
                      <a:pt x="132" y="3"/>
                    </a:lnTo>
                    <a:lnTo>
                      <a:pt x="121" y="0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D6AEABC-D528-EA42-9F12-618E7DACB610}"/>
                </a:ext>
              </a:extLst>
            </p:cNvPr>
            <p:cNvCxnSpPr/>
            <p:nvPr/>
          </p:nvCxnSpPr>
          <p:spPr>
            <a:xfrm flipH="1">
              <a:off x="2407023" y="2232212"/>
              <a:ext cx="618565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Freeform 14">
              <a:extLst>
                <a:ext uri="{FF2B5EF4-FFF2-40B4-BE49-F238E27FC236}">
                  <a16:creationId xmlns:a16="http://schemas.microsoft.com/office/drawing/2014/main" id="{DFD5F628-1E9B-9047-B076-769DD7A8A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3756" y="2044157"/>
              <a:ext cx="346075" cy="341313"/>
            </a:xfrm>
            <a:custGeom>
              <a:avLst/>
              <a:gdLst>
                <a:gd name="T0" fmla="*/ 99 w 218"/>
                <a:gd name="T1" fmla="*/ 0 h 215"/>
                <a:gd name="T2" fmla="*/ 78 w 218"/>
                <a:gd name="T3" fmla="*/ 6 h 215"/>
                <a:gd name="T4" fmla="*/ 56 w 218"/>
                <a:gd name="T5" fmla="*/ 14 h 215"/>
                <a:gd name="T6" fmla="*/ 40 w 218"/>
                <a:gd name="T7" fmla="*/ 25 h 215"/>
                <a:gd name="T8" fmla="*/ 24 w 218"/>
                <a:gd name="T9" fmla="*/ 41 h 215"/>
                <a:gd name="T10" fmla="*/ 13 w 218"/>
                <a:gd name="T11" fmla="*/ 57 h 215"/>
                <a:gd name="T12" fmla="*/ 5 w 218"/>
                <a:gd name="T13" fmla="*/ 76 h 215"/>
                <a:gd name="T14" fmla="*/ 0 w 218"/>
                <a:gd name="T15" fmla="*/ 97 h 215"/>
                <a:gd name="T16" fmla="*/ 0 w 218"/>
                <a:gd name="T17" fmla="*/ 118 h 215"/>
                <a:gd name="T18" fmla="*/ 5 w 218"/>
                <a:gd name="T19" fmla="*/ 140 h 215"/>
                <a:gd name="T20" fmla="*/ 13 w 218"/>
                <a:gd name="T21" fmla="*/ 159 h 215"/>
                <a:gd name="T22" fmla="*/ 24 w 218"/>
                <a:gd name="T23" fmla="*/ 175 h 215"/>
                <a:gd name="T24" fmla="*/ 40 w 218"/>
                <a:gd name="T25" fmla="*/ 191 h 215"/>
                <a:gd name="T26" fmla="*/ 56 w 218"/>
                <a:gd name="T27" fmla="*/ 202 h 215"/>
                <a:gd name="T28" fmla="*/ 78 w 218"/>
                <a:gd name="T29" fmla="*/ 210 h 215"/>
                <a:gd name="T30" fmla="*/ 99 w 218"/>
                <a:gd name="T31" fmla="*/ 215 h 215"/>
                <a:gd name="T32" fmla="*/ 121 w 218"/>
                <a:gd name="T33" fmla="*/ 215 h 215"/>
                <a:gd name="T34" fmla="*/ 142 w 218"/>
                <a:gd name="T35" fmla="*/ 210 h 215"/>
                <a:gd name="T36" fmla="*/ 161 w 218"/>
                <a:gd name="T37" fmla="*/ 202 h 215"/>
                <a:gd name="T38" fmla="*/ 177 w 218"/>
                <a:gd name="T39" fmla="*/ 191 h 215"/>
                <a:gd name="T40" fmla="*/ 193 w 218"/>
                <a:gd name="T41" fmla="*/ 175 h 215"/>
                <a:gd name="T42" fmla="*/ 204 w 218"/>
                <a:gd name="T43" fmla="*/ 159 h 215"/>
                <a:gd name="T44" fmla="*/ 212 w 218"/>
                <a:gd name="T45" fmla="*/ 140 h 215"/>
                <a:gd name="T46" fmla="*/ 218 w 218"/>
                <a:gd name="T47" fmla="*/ 118 h 215"/>
                <a:gd name="T48" fmla="*/ 218 w 218"/>
                <a:gd name="T49" fmla="*/ 97 h 215"/>
                <a:gd name="T50" fmla="*/ 212 w 218"/>
                <a:gd name="T51" fmla="*/ 76 h 215"/>
                <a:gd name="T52" fmla="*/ 204 w 218"/>
                <a:gd name="T53" fmla="*/ 57 h 215"/>
                <a:gd name="T54" fmla="*/ 193 w 218"/>
                <a:gd name="T55" fmla="*/ 41 h 215"/>
                <a:gd name="T56" fmla="*/ 177 w 218"/>
                <a:gd name="T57" fmla="*/ 25 h 215"/>
                <a:gd name="T58" fmla="*/ 161 w 218"/>
                <a:gd name="T59" fmla="*/ 14 h 215"/>
                <a:gd name="T60" fmla="*/ 142 w 218"/>
                <a:gd name="T61" fmla="*/ 6 h 215"/>
                <a:gd name="T62" fmla="*/ 121 w 218"/>
                <a:gd name="T63" fmla="*/ 0 h 21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5"/>
                <a:gd name="T98" fmla="*/ 218 w 218"/>
                <a:gd name="T99" fmla="*/ 215 h 21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5">
                  <a:moveTo>
                    <a:pt x="110" y="0"/>
                  </a:moveTo>
                  <a:lnTo>
                    <a:pt x="99" y="0"/>
                  </a:lnTo>
                  <a:lnTo>
                    <a:pt x="88" y="3"/>
                  </a:lnTo>
                  <a:lnTo>
                    <a:pt x="78" y="6"/>
                  </a:lnTo>
                  <a:lnTo>
                    <a:pt x="67" y="9"/>
                  </a:lnTo>
                  <a:lnTo>
                    <a:pt x="56" y="14"/>
                  </a:lnTo>
                  <a:lnTo>
                    <a:pt x="48" y="19"/>
                  </a:lnTo>
                  <a:lnTo>
                    <a:pt x="40" y="25"/>
                  </a:lnTo>
                  <a:lnTo>
                    <a:pt x="32" y="33"/>
                  </a:lnTo>
                  <a:lnTo>
                    <a:pt x="24" y="41"/>
                  </a:lnTo>
                  <a:lnTo>
                    <a:pt x="18" y="49"/>
                  </a:lnTo>
                  <a:lnTo>
                    <a:pt x="13" y="57"/>
                  </a:lnTo>
                  <a:lnTo>
                    <a:pt x="8" y="65"/>
                  </a:lnTo>
                  <a:lnTo>
                    <a:pt x="5" y="76"/>
                  </a:lnTo>
                  <a:lnTo>
                    <a:pt x="2" y="86"/>
                  </a:lnTo>
                  <a:lnTo>
                    <a:pt x="0" y="97"/>
                  </a:lnTo>
                  <a:lnTo>
                    <a:pt x="0" y="108"/>
                  </a:lnTo>
                  <a:lnTo>
                    <a:pt x="0" y="118"/>
                  </a:lnTo>
                  <a:lnTo>
                    <a:pt x="2" y="129"/>
                  </a:lnTo>
                  <a:lnTo>
                    <a:pt x="5" y="140"/>
                  </a:lnTo>
                  <a:lnTo>
                    <a:pt x="8" y="151"/>
                  </a:lnTo>
                  <a:lnTo>
                    <a:pt x="13" y="159"/>
                  </a:lnTo>
                  <a:lnTo>
                    <a:pt x="18" y="167"/>
                  </a:lnTo>
                  <a:lnTo>
                    <a:pt x="24" y="175"/>
                  </a:lnTo>
                  <a:lnTo>
                    <a:pt x="32" y="183"/>
                  </a:lnTo>
                  <a:lnTo>
                    <a:pt x="40" y="191"/>
                  </a:lnTo>
                  <a:lnTo>
                    <a:pt x="48" y="196"/>
                  </a:lnTo>
                  <a:lnTo>
                    <a:pt x="56" y="202"/>
                  </a:lnTo>
                  <a:lnTo>
                    <a:pt x="67" y="207"/>
                  </a:lnTo>
                  <a:lnTo>
                    <a:pt x="78" y="210"/>
                  </a:lnTo>
                  <a:lnTo>
                    <a:pt x="88" y="212"/>
                  </a:lnTo>
                  <a:lnTo>
                    <a:pt x="99" y="215"/>
                  </a:lnTo>
                  <a:lnTo>
                    <a:pt x="110" y="215"/>
                  </a:lnTo>
                  <a:lnTo>
                    <a:pt x="121" y="215"/>
                  </a:lnTo>
                  <a:lnTo>
                    <a:pt x="131" y="212"/>
                  </a:lnTo>
                  <a:lnTo>
                    <a:pt x="142" y="210"/>
                  </a:lnTo>
                  <a:lnTo>
                    <a:pt x="153" y="207"/>
                  </a:lnTo>
                  <a:lnTo>
                    <a:pt x="161" y="202"/>
                  </a:lnTo>
                  <a:lnTo>
                    <a:pt x="169" y="196"/>
                  </a:lnTo>
                  <a:lnTo>
                    <a:pt x="177" y="191"/>
                  </a:lnTo>
                  <a:lnTo>
                    <a:pt x="185" y="183"/>
                  </a:lnTo>
                  <a:lnTo>
                    <a:pt x="193" y="175"/>
                  </a:lnTo>
                  <a:lnTo>
                    <a:pt x="199" y="167"/>
                  </a:lnTo>
                  <a:lnTo>
                    <a:pt x="204" y="159"/>
                  </a:lnTo>
                  <a:lnTo>
                    <a:pt x="209" y="151"/>
                  </a:lnTo>
                  <a:lnTo>
                    <a:pt x="212" y="140"/>
                  </a:lnTo>
                  <a:lnTo>
                    <a:pt x="215" y="129"/>
                  </a:lnTo>
                  <a:lnTo>
                    <a:pt x="218" y="118"/>
                  </a:lnTo>
                  <a:lnTo>
                    <a:pt x="218" y="108"/>
                  </a:lnTo>
                  <a:lnTo>
                    <a:pt x="218" y="97"/>
                  </a:lnTo>
                  <a:lnTo>
                    <a:pt x="215" y="86"/>
                  </a:lnTo>
                  <a:lnTo>
                    <a:pt x="212" y="76"/>
                  </a:lnTo>
                  <a:lnTo>
                    <a:pt x="209" y="65"/>
                  </a:lnTo>
                  <a:lnTo>
                    <a:pt x="204" y="57"/>
                  </a:lnTo>
                  <a:lnTo>
                    <a:pt x="199" y="49"/>
                  </a:lnTo>
                  <a:lnTo>
                    <a:pt x="193" y="41"/>
                  </a:lnTo>
                  <a:lnTo>
                    <a:pt x="185" y="33"/>
                  </a:lnTo>
                  <a:lnTo>
                    <a:pt x="177" y="25"/>
                  </a:lnTo>
                  <a:lnTo>
                    <a:pt x="169" y="19"/>
                  </a:lnTo>
                  <a:lnTo>
                    <a:pt x="161" y="14"/>
                  </a:lnTo>
                  <a:lnTo>
                    <a:pt x="153" y="9"/>
                  </a:lnTo>
                  <a:lnTo>
                    <a:pt x="142" y="6"/>
                  </a:lnTo>
                  <a:lnTo>
                    <a:pt x="131" y="3"/>
                  </a:lnTo>
                  <a:lnTo>
                    <a:pt x="121" y="0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4" name="Rectangle 15">
              <a:extLst>
                <a:ext uri="{FF2B5EF4-FFF2-40B4-BE49-F238E27FC236}">
                  <a16:creationId xmlns:a16="http://schemas.microsoft.com/office/drawing/2014/main" id="{C1F5C79B-2FE7-554C-A52F-9036F9664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237" y="2009324"/>
              <a:ext cx="2292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w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5" name="Rectangle 16">
              <a:extLst>
                <a:ext uri="{FF2B5EF4-FFF2-40B4-BE49-F238E27FC236}">
                  <a16:creationId xmlns:a16="http://schemas.microsoft.com/office/drawing/2014/main" id="{99072FE5-38EC-F64C-B60E-F3D505CCE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9981" y="2083844"/>
              <a:ext cx="49213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</a:rPr>
                <a:t> </a:t>
              </a:r>
              <a:endParaRPr lang="en-US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44E66DA-DCC6-7F44-AC06-FAE5FC3E60BF}"/>
                </a:ext>
              </a:extLst>
            </p:cNvPr>
            <p:cNvGrpSpPr/>
            <p:nvPr/>
          </p:nvGrpSpPr>
          <p:grpSpPr>
            <a:xfrm>
              <a:off x="2950206" y="1990648"/>
              <a:ext cx="892175" cy="579438"/>
              <a:chOff x="2950206" y="1990648"/>
              <a:chExt cx="892175" cy="579438"/>
            </a:xfrm>
          </p:grpSpPr>
          <p:sp>
            <p:nvSpPr>
              <p:cNvPr id="237" name="Freeform 8">
                <a:extLst>
                  <a:ext uri="{FF2B5EF4-FFF2-40B4-BE49-F238E27FC236}">
                    <a16:creationId xmlns:a16="http://schemas.microsoft.com/office/drawing/2014/main" id="{FDB92971-5732-AB45-AC0C-7FEBEABF41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0206" y="1990648"/>
                <a:ext cx="892175" cy="579438"/>
              </a:xfrm>
              <a:custGeom>
                <a:avLst/>
                <a:gdLst>
                  <a:gd name="T0" fmla="*/ 148 w 562"/>
                  <a:gd name="T1" fmla="*/ 5 h 365"/>
                  <a:gd name="T2" fmla="*/ 121 w 562"/>
                  <a:gd name="T3" fmla="*/ 11 h 365"/>
                  <a:gd name="T4" fmla="*/ 94 w 562"/>
                  <a:gd name="T5" fmla="*/ 21 h 365"/>
                  <a:gd name="T6" fmla="*/ 70 w 562"/>
                  <a:gd name="T7" fmla="*/ 37 h 365"/>
                  <a:gd name="T8" fmla="*/ 46 w 562"/>
                  <a:gd name="T9" fmla="*/ 62 h 365"/>
                  <a:gd name="T10" fmla="*/ 24 w 562"/>
                  <a:gd name="T11" fmla="*/ 91 h 365"/>
                  <a:gd name="T12" fmla="*/ 8 w 562"/>
                  <a:gd name="T13" fmla="*/ 121 h 365"/>
                  <a:gd name="T14" fmla="*/ 3 w 562"/>
                  <a:gd name="T15" fmla="*/ 137 h 365"/>
                  <a:gd name="T16" fmla="*/ 0 w 562"/>
                  <a:gd name="T17" fmla="*/ 150 h 365"/>
                  <a:gd name="T18" fmla="*/ 0 w 562"/>
                  <a:gd name="T19" fmla="*/ 166 h 365"/>
                  <a:gd name="T20" fmla="*/ 3 w 562"/>
                  <a:gd name="T21" fmla="*/ 182 h 365"/>
                  <a:gd name="T22" fmla="*/ 19 w 562"/>
                  <a:gd name="T23" fmla="*/ 212 h 365"/>
                  <a:gd name="T24" fmla="*/ 38 w 562"/>
                  <a:gd name="T25" fmla="*/ 244 h 365"/>
                  <a:gd name="T26" fmla="*/ 59 w 562"/>
                  <a:gd name="T27" fmla="*/ 271 h 365"/>
                  <a:gd name="T28" fmla="*/ 81 w 562"/>
                  <a:gd name="T29" fmla="*/ 295 h 365"/>
                  <a:gd name="T30" fmla="*/ 105 w 562"/>
                  <a:gd name="T31" fmla="*/ 319 h 365"/>
                  <a:gd name="T32" fmla="*/ 119 w 562"/>
                  <a:gd name="T33" fmla="*/ 327 h 365"/>
                  <a:gd name="T34" fmla="*/ 137 w 562"/>
                  <a:gd name="T35" fmla="*/ 335 h 365"/>
                  <a:gd name="T36" fmla="*/ 156 w 562"/>
                  <a:gd name="T37" fmla="*/ 343 h 365"/>
                  <a:gd name="T38" fmla="*/ 183 w 562"/>
                  <a:gd name="T39" fmla="*/ 349 h 365"/>
                  <a:gd name="T40" fmla="*/ 199 w 562"/>
                  <a:gd name="T41" fmla="*/ 351 h 365"/>
                  <a:gd name="T42" fmla="*/ 240 w 562"/>
                  <a:gd name="T43" fmla="*/ 357 h 365"/>
                  <a:gd name="T44" fmla="*/ 285 w 562"/>
                  <a:gd name="T45" fmla="*/ 359 h 365"/>
                  <a:gd name="T46" fmla="*/ 334 w 562"/>
                  <a:gd name="T47" fmla="*/ 362 h 365"/>
                  <a:gd name="T48" fmla="*/ 385 w 562"/>
                  <a:gd name="T49" fmla="*/ 365 h 365"/>
                  <a:gd name="T50" fmla="*/ 433 w 562"/>
                  <a:gd name="T51" fmla="*/ 362 h 365"/>
                  <a:gd name="T52" fmla="*/ 476 w 562"/>
                  <a:gd name="T53" fmla="*/ 354 h 365"/>
                  <a:gd name="T54" fmla="*/ 503 w 562"/>
                  <a:gd name="T55" fmla="*/ 346 h 365"/>
                  <a:gd name="T56" fmla="*/ 519 w 562"/>
                  <a:gd name="T57" fmla="*/ 338 h 365"/>
                  <a:gd name="T58" fmla="*/ 530 w 562"/>
                  <a:gd name="T59" fmla="*/ 327 h 365"/>
                  <a:gd name="T60" fmla="*/ 544 w 562"/>
                  <a:gd name="T61" fmla="*/ 308 h 365"/>
                  <a:gd name="T62" fmla="*/ 554 w 562"/>
                  <a:gd name="T63" fmla="*/ 276 h 365"/>
                  <a:gd name="T64" fmla="*/ 560 w 562"/>
                  <a:gd name="T65" fmla="*/ 239 h 365"/>
                  <a:gd name="T66" fmla="*/ 562 w 562"/>
                  <a:gd name="T67" fmla="*/ 196 h 365"/>
                  <a:gd name="T68" fmla="*/ 560 w 562"/>
                  <a:gd name="T69" fmla="*/ 155 h 365"/>
                  <a:gd name="T70" fmla="*/ 557 w 562"/>
                  <a:gd name="T71" fmla="*/ 115 h 365"/>
                  <a:gd name="T72" fmla="*/ 552 w 562"/>
                  <a:gd name="T73" fmla="*/ 80 h 365"/>
                  <a:gd name="T74" fmla="*/ 549 w 562"/>
                  <a:gd name="T75" fmla="*/ 62 h 365"/>
                  <a:gd name="T76" fmla="*/ 546 w 562"/>
                  <a:gd name="T77" fmla="*/ 48 h 365"/>
                  <a:gd name="T78" fmla="*/ 541 w 562"/>
                  <a:gd name="T79" fmla="*/ 32 h 365"/>
                  <a:gd name="T80" fmla="*/ 533 w 562"/>
                  <a:gd name="T81" fmla="*/ 24 h 365"/>
                  <a:gd name="T82" fmla="*/ 525 w 562"/>
                  <a:gd name="T83" fmla="*/ 19 h 365"/>
                  <a:gd name="T84" fmla="*/ 509 w 562"/>
                  <a:gd name="T85" fmla="*/ 16 h 365"/>
                  <a:gd name="T86" fmla="*/ 482 w 562"/>
                  <a:gd name="T87" fmla="*/ 16 h 365"/>
                  <a:gd name="T88" fmla="*/ 458 w 562"/>
                  <a:gd name="T89" fmla="*/ 16 h 365"/>
                  <a:gd name="T90" fmla="*/ 431 w 562"/>
                  <a:gd name="T91" fmla="*/ 13 h 365"/>
                  <a:gd name="T92" fmla="*/ 388 w 562"/>
                  <a:gd name="T93" fmla="*/ 13 h 365"/>
                  <a:gd name="T94" fmla="*/ 342 w 562"/>
                  <a:gd name="T95" fmla="*/ 16 h 365"/>
                  <a:gd name="T96" fmla="*/ 301 w 562"/>
                  <a:gd name="T97" fmla="*/ 16 h 365"/>
                  <a:gd name="T98" fmla="*/ 264 w 562"/>
                  <a:gd name="T99" fmla="*/ 13 h 365"/>
                  <a:gd name="T100" fmla="*/ 229 w 562"/>
                  <a:gd name="T101" fmla="*/ 5 h 365"/>
                  <a:gd name="T102" fmla="*/ 199 w 562"/>
                  <a:gd name="T103" fmla="*/ 0 h 365"/>
                  <a:gd name="T104" fmla="*/ 183 w 562"/>
                  <a:gd name="T105" fmla="*/ 0 h 365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562"/>
                  <a:gd name="T160" fmla="*/ 0 h 365"/>
                  <a:gd name="T161" fmla="*/ 562 w 562"/>
                  <a:gd name="T162" fmla="*/ 365 h 365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562" h="365">
                    <a:moveTo>
                      <a:pt x="178" y="0"/>
                    </a:moveTo>
                    <a:lnTo>
                      <a:pt x="148" y="5"/>
                    </a:lnTo>
                    <a:lnTo>
                      <a:pt x="135" y="8"/>
                    </a:lnTo>
                    <a:lnTo>
                      <a:pt x="121" y="11"/>
                    </a:lnTo>
                    <a:lnTo>
                      <a:pt x="108" y="16"/>
                    </a:lnTo>
                    <a:lnTo>
                      <a:pt x="94" y="21"/>
                    </a:lnTo>
                    <a:lnTo>
                      <a:pt x="81" y="29"/>
                    </a:lnTo>
                    <a:lnTo>
                      <a:pt x="70" y="37"/>
                    </a:lnTo>
                    <a:lnTo>
                      <a:pt x="59" y="48"/>
                    </a:lnTo>
                    <a:lnTo>
                      <a:pt x="46" y="62"/>
                    </a:lnTo>
                    <a:lnTo>
                      <a:pt x="35" y="75"/>
                    </a:lnTo>
                    <a:lnTo>
                      <a:pt x="24" y="91"/>
                    </a:lnTo>
                    <a:lnTo>
                      <a:pt x="16" y="104"/>
                    </a:lnTo>
                    <a:lnTo>
                      <a:pt x="8" y="121"/>
                    </a:lnTo>
                    <a:lnTo>
                      <a:pt x="6" y="129"/>
                    </a:lnTo>
                    <a:lnTo>
                      <a:pt x="3" y="137"/>
                    </a:lnTo>
                    <a:lnTo>
                      <a:pt x="0" y="142"/>
                    </a:lnTo>
                    <a:lnTo>
                      <a:pt x="0" y="150"/>
                    </a:lnTo>
                    <a:lnTo>
                      <a:pt x="0" y="158"/>
                    </a:lnTo>
                    <a:lnTo>
                      <a:pt x="0" y="166"/>
                    </a:lnTo>
                    <a:lnTo>
                      <a:pt x="3" y="174"/>
                    </a:lnTo>
                    <a:lnTo>
                      <a:pt x="3" y="182"/>
                    </a:lnTo>
                    <a:lnTo>
                      <a:pt x="11" y="196"/>
                    </a:lnTo>
                    <a:lnTo>
                      <a:pt x="19" y="212"/>
                    </a:lnTo>
                    <a:lnTo>
                      <a:pt x="27" y="228"/>
                    </a:lnTo>
                    <a:lnTo>
                      <a:pt x="38" y="244"/>
                    </a:lnTo>
                    <a:lnTo>
                      <a:pt x="49" y="257"/>
                    </a:lnTo>
                    <a:lnTo>
                      <a:pt x="59" y="271"/>
                    </a:lnTo>
                    <a:lnTo>
                      <a:pt x="70" y="284"/>
                    </a:lnTo>
                    <a:lnTo>
                      <a:pt x="81" y="295"/>
                    </a:lnTo>
                    <a:lnTo>
                      <a:pt x="92" y="306"/>
                    </a:lnTo>
                    <a:lnTo>
                      <a:pt x="105" y="319"/>
                    </a:lnTo>
                    <a:lnTo>
                      <a:pt x="110" y="322"/>
                    </a:lnTo>
                    <a:lnTo>
                      <a:pt x="119" y="327"/>
                    </a:lnTo>
                    <a:lnTo>
                      <a:pt x="127" y="332"/>
                    </a:lnTo>
                    <a:lnTo>
                      <a:pt x="137" y="335"/>
                    </a:lnTo>
                    <a:lnTo>
                      <a:pt x="145" y="340"/>
                    </a:lnTo>
                    <a:lnTo>
                      <a:pt x="156" y="343"/>
                    </a:lnTo>
                    <a:lnTo>
                      <a:pt x="170" y="346"/>
                    </a:lnTo>
                    <a:lnTo>
                      <a:pt x="183" y="349"/>
                    </a:lnTo>
                    <a:lnTo>
                      <a:pt x="191" y="349"/>
                    </a:lnTo>
                    <a:lnTo>
                      <a:pt x="199" y="351"/>
                    </a:lnTo>
                    <a:lnTo>
                      <a:pt x="218" y="354"/>
                    </a:lnTo>
                    <a:lnTo>
                      <a:pt x="240" y="357"/>
                    </a:lnTo>
                    <a:lnTo>
                      <a:pt x="261" y="357"/>
                    </a:lnTo>
                    <a:lnTo>
                      <a:pt x="285" y="359"/>
                    </a:lnTo>
                    <a:lnTo>
                      <a:pt x="310" y="362"/>
                    </a:lnTo>
                    <a:lnTo>
                      <a:pt x="334" y="362"/>
                    </a:lnTo>
                    <a:lnTo>
                      <a:pt x="361" y="365"/>
                    </a:lnTo>
                    <a:lnTo>
                      <a:pt x="385" y="365"/>
                    </a:lnTo>
                    <a:lnTo>
                      <a:pt x="409" y="362"/>
                    </a:lnTo>
                    <a:lnTo>
                      <a:pt x="433" y="362"/>
                    </a:lnTo>
                    <a:lnTo>
                      <a:pt x="458" y="359"/>
                    </a:lnTo>
                    <a:lnTo>
                      <a:pt x="476" y="354"/>
                    </a:lnTo>
                    <a:lnTo>
                      <a:pt x="495" y="349"/>
                    </a:lnTo>
                    <a:lnTo>
                      <a:pt x="503" y="346"/>
                    </a:lnTo>
                    <a:lnTo>
                      <a:pt x="511" y="340"/>
                    </a:lnTo>
                    <a:lnTo>
                      <a:pt x="519" y="338"/>
                    </a:lnTo>
                    <a:lnTo>
                      <a:pt x="525" y="332"/>
                    </a:lnTo>
                    <a:lnTo>
                      <a:pt x="530" y="327"/>
                    </a:lnTo>
                    <a:lnTo>
                      <a:pt x="536" y="322"/>
                    </a:lnTo>
                    <a:lnTo>
                      <a:pt x="544" y="308"/>
                    </a:lnTo>
                    <a:lnTo>
                      <a:pt x="549" y="295"/>
                    </a:lnTo>
                    <a:lnTo>
                      <a:pt x="554" y="276"/>
                    </a:lnTo>
                    <a:lnTo>
                      <a:pt x="557" y="257"/>
                    </a:lnTo>
                    <a:lnTo>
                      <a:pt x="560" y="239"/>
                    </a:lnTo>
                    <a:lnTo>
                      <a:pt x="562" y="217"/>
                    </a:lnTo>
                    <a:lnTo>
                      <a:pt x="562" y="196"/>
                    </a:lnTo>
                    <a:lnTo>
                      <a:pt x="562" y="174"/>
                    </a:lnTo>
                    <a:lnTo>
                      <a:pt x="560" y="155"/>
                    </a:lnTo>
                    <a:lnTo>
                      <a:pt x="560" y="134"/>
                    </a:lnTo>
                    <a:lnTo>
                      <a:pt x="557" y="115"/>
                    </a:lnTo>
                    <a:lnTo>
                      <a:pt x="554" y="96"/>
                    </a:lnTo>
                    <a:lnTo>
                      <a:pt x="552" y="80"/>
                    </a:lnTo>
                    <a:lnTo>
                      <a:pt x="552" y="67"/>
                    </a:lnTo>
                    <a:lnTo>
                      <a:pt x="549" y="62"/>
                    </a:lnTo>
                    <a:lnTo>
                      <a:pt x="549" y="56"/>
                    </a:lnTo>
                    <a:lnTo>
                      <a:pt x="546" y="48"/>
                    </a:lnTo>
                    <a:lnTo>
                      <a:pt x="544" y="40"/>
                    </a:lnTo>
                    <a:lnTo>
                      <a:pt x="541" y="32"/>
                    </a:lnTo>
                    <a:lnTo>
                      <a:pt x="538" y="29"/>
                    </a:lnTo>
                    <a:lnTo>
                      <a:pt x="533" y="24"/>
                    </a:lnTo>
                    <a:lnTo>
                      <a:pt x="530" y="21"/>
                    </a:lnTo>
                    <a:lnTo>
                      <a:pt x="525" y="19"/>
                    </a:lnTo>
                    <a:lnTo>
                      <a:pt x="519" y="19"/>
                    </a:lnTo>
                    <a:lnTo>
                      <a:pt x="509" y="16"/>
                    </a:lnTo>
                    <a:lnTo>
                      <a:pt x="495" y="16"/>
                    </a:lnTo>
                    <a:lnTo>
                      <a:pt x="482" y="16"/>
                    </a:lnTo>
                    <a:lnTo>
                      <a:pt x="466" y="16"/>
                    </a:lnTo>
                    <a:lnTo>
                      <a:pt x="458" y="16"/>
                    </a:lnTo>
                    <a:lnTo>
                      <a:pt x="449" y="13"/>
                    </a:lnTo>
                    <a:lnTo>
                      <a:pt x="431" y="13"/>
                    </a:lnTo>
                    <a:lnTo>
                      <a:pt x="409" y="13"/>
                    </a:lnTo>
                    <a:lnTo>
                      <a:pt x="388" y="13"/>
                    </a:lnTo>
                    <a:lnTo>
                      <a:pt x="363" y="16"/>
                    </a:lnTo>
                    <a:lnTo>
                      <a:pt x="342" y="16"/>
                    </a:lnTo>
                    <a:lnTo>
                      <a:pt x="320" y="16"/>
                    </a:lnTo>
                    <a:lnTo>
                      <a:pt x="301" y="16"/>
                    </a:lnTo>
                    <a:lnTo>
                      <a:pt x="283" y="13"/>
                    </a:lnTo>
                    <a:lnTo>
                      <a:pt x="264" y="13"/>
                    </a:lnTo>
                    <a:lnTo>
                      <a:pt x="248" y="8"/>
                    </a:lnTo>
                    <a:lnTo>
                      <a:pt x="229" y="5"/>
                    </a:lnTo>
                    <a:lnTo>
                      <a:pt x="213" y="3"/>
                    </a:lnTo>
                    <a:lnTo>
                      <a:pt x="199" y="0"/>
                    </a:lnTo>
                    <a:lnTo>
                      <a:pt x="188" y="0"/>
                    </a:lnTo>
                    <a:lnTo>
                      <a:pt x="183" y="0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38" name="Rectangle 9">
                <a:extLst>
                  <a:ext uri="{FF2B5EF4-FFF2-40B4-BE49-F238E27FC236}">
                    <a16:creationId xmlns:a16="http://schemas.microsoft.com/office/drawing/2014/main" id="{1EB1CCD9-1976-AB44-A2DC-E6F2E6A85D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314700" y="2056297"/>
                <a:ext cx="333025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sz="2800" b="1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</p:grp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E2BBCBDF-DF9E-124A-9B86-A7AD76416AA3}"/>
                </a:ext>
              </a:extLst>
            </p:cNvPr>
            <p:cNvCxnSpPr/>
            <p:nvPr/>
          </p:nvCxnSpPr>
          <p:spPr>
            <a:xfrm flipH="1">
              <a:off x="4921623" y="2841812"/>
              <a:ext cx="618565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8" name="Freeform 19">
              <a:extLst>
                <a:ext uri="{FF2B5EF4-FFF2-40B4-BE49-F238E27FC236}">
                  <a16:creationId xmlns:a16="http://schemas.microsoft.com/office/drawing/2014/main" id="{723A073B-FC90-9C4B-AFAC-D8CF166CB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3279" y="2665056"/>
              <a:ext cx="346075" cy="336550"/>
            </a:xfrm>
            <a:custGeom>
              <a:avLst/>
              <a:gdLst>
                <a:gd name="T0" fmla="*/ 97 w 218"/>
                <a:gd name="T1" fmla="*/ 0 h 212"/>
                <a:gd name="T2" fmla="*/ 75 w 218"/>
                <a:gd name="T3" fmla="*/ 6 h 212"/>
                <a:gd name="T4" fmla="*/ 56 w 218"/>
                <a:gd name="T5" fmla="*/ 14 h 212"/>
                <a:gd name="T6" fmla="*/ 40 w 218"/>
                <a:gd name="T7" fmla="*/ 24 h 212"/>
                <a:gd name="T8" fmla="*/ 24 w 218"/>
                <a:gd name="T9" fmla="*/ 38 h 212"/>
                <a:gd name="T10" fmla="*/ 13 w 218"/>
                <a:gd name="T11" fmla="*/ 54 h 212"/>
                <a:gd name="T12" fmla="*/ 5 w 218"/>
                <a:gd name="T13" fmla="*/ 73 h 212"/>
                <a:gd name="T14" fmla="*/ 0 w 218"/>
                <a:gd name="T15" fmla="*/ 94 h 212"/>
                <a:gd name="T16" fmla="*/ 0 w 218"/>
                <a:gd name="T17" fmla="*/ 116 h 212"/>
                <a:gd name="T18" fmla="*/ 5 w 218"/>
                <a:gd name="T19" fmla="*/ 137 h 212"/>
                <a:gd name="T20" fmla="*/ 13 w 218"/>
                <a:gd name="T21" fmla="*/ 156 h 212"/>
                <a:gd name="T22" fmla="*/ 24 w 218"/>
                <a:gd name="T23" fmla="*/ 172 h 212"/>
                <a:gd name="T24" fmla="*/ 40 w 218"/>
                <a:gd name="T25" fmla="*/ 188 h 212"/>
                <a:gd name="T26" fmla="*/ 56 w 218"/>
                <a:gd name="T27" fmla="*/ 199 h 212"/>
                <a:gd name="T28" fmla="*/ 75 w 218"/>
                <a:gd name="T29" fmla="*/ 207 h 212"/>
                <a:gd name="T30" fmla="*/ 97 w 218"/>
                <a:gd name="T31" fmla="*/ 212 h 212"/>
                <a:gd name="T32" fmla="*/ 118 w 218"/>
                <a:gd name="T33" fmla="*/ 212 h 212"/>
                <a:gd name="T34" fmla="*/ 140 w 218"/>
                <a:gd name="T35" fmla="*/ 207 h 212"/>
                <a:gd name="T36" fmla="*/ 161 w 218"/>
                <a:gd name="T37" fmla="*/ 199 h 212"/>
                <a:gd name="T38" fmla="*/ 178 w 218"/>
                <a:gd name="T39" fmla="*/ 188 h 212"/>
                <a:gd name="T40" fmla="*/ 194 w 218"/>
                <a:gd name="T41" fmla="*/ 172 h 212"/>
                <a:gd name="T42" fmla="*/ 204 w 218"/>
                <a:gd name="T43" fmla="*/ 156 h 212"/>
                <a:gd name="T44" fmla="*/ 213 w 218"/>
                <a:gd name="T45" fmla="*/ 137 h 212"/>
                <a:gd name="T46" fmla="*/ 218 w 218"/>
                <a:gd name="T47" fmla="*/ 116 h 212"/>
                <a:gd name="T48" fmla="*/ 218 w 218"/>
                <a:gd name="T49" fmla="*/ 94 h 212"/>
                <a:gd name="T50" fmla="*/ 213 w 218"/>
                <a:gd name="T51" fmla="*/ 73 h 212"/>
                <a:gd name="T52" fmla="*/ 204 w 218"/>
                <a:gd name="T53" fmla="*/ 54 h 212"/>
                <a:gd name="T54" fmla="*/ 194 w 218"/>
                <a:gd name="T55" fmla="*/ 38 h 212"/>
                <a:gd name="T56" fmla="*/ 178 w 218"/>
                <a:gd name="T57" fmla="*/ 24 h 212"/>
                <a:gd name="T58" fmla="*/ 161 w 218"/>
                <a:gd name="T59" fmla="*/ 14 h 212"/>
                <a:gd name="T60" fmla="*/ 140 w 218"/>
                <a:gd name="T61" fmla="*/ 6 h 212"/>
                <a:gd name="T62" fmla="*/ 118 w 218"/>
                <a:gd name="T63" fmla="*/ 0 h 2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2"/>
                <a:gd name="T98" fmla="*/ 218 w 218"/>
                <a:gd name="T99" fmla="*/ 212 h 2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2">
                  <a:moveTo>
                    <a:pt x="108" y="0"/>
                  </a:moveTo>
                  <a:lnTo>
                    <a:pt x="97" y="0"/>
                  </a:lnTo>
                  <a:lnTo>
                    <a:pt x="86" y="3"/>
                  </a:lnTo>
                  <a:lnTo>
                    <a:pt x="75" y="6"/>
                  </a:lnTo>
                  <a:lnTo>
                    <a:pt x="65" y="8"/>
                  </a:lnTo>
                  <a:lnTo>
                    <a:pt x="56" y="14"/>
                  </a:lnTo>
                  <a:lnTo>
                    <a:pt x="48" y="19"/>
                  </a:lnTo>
                  <a:lnTo>
                    <a:pt x="40" y="24"/>
                  </a:lnTo>
                  <a:lnTo>
                    <a:pt x="32" y="30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3" y="54"/>
                  </a:lnTo>
                  <a:lnTo>
                    <a:pt x="8" y="65"/>
                  </a:lnTo>
                  <a:lnTo>
                    <a:pt x="5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5" y="137"/>
                  </a:lnTo>
                  <a:lnTo>
                    <a:pt x="8" y="148"/>
                  </a:lnTo>
                  <a:lnTo>
                    <a:pt x="13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2" y="180"/>
                  </a:lnTo>
                  <a:lnTo>
                    <a:pt x="40" y="188"/>
                  </a:lnTo>
                  <a:lnTo>
                    <a:pt x="48" y="193"/>
                  </a:lnTo>
                  <a:lnTo>
                    <a:pt x="56" y="199"/>
                  </a:lnTo>
                  <a:lnTo>
                    <a:pt x="65" y="204"/>
                  </a:lnTo>
                  <a:lnTo>
                    <a:pt x="75" y="207"/>
                  </a:lnTo>
                  <a:lnTo>
                    <a:pt x="86" y="209"/>
                  </a:lnTo>
                  <a:lnTo>
                    <a:pt x="97" y="212"/>
                  </a:lnTo>
                  <a:lnTo>
                    <a:pt x="108" y="212"/>
                  </a:lnTo>
                  <a:lnTo>
                    <a:pt x="118" y="212"/>
                  </a:lnTo>
                  <a:lnTo>
                    <a:pt x="129" y="209"/>
                  </a:lnTo>
                  <a:lnTo>
                    <a:pt x="140" y="207"/>
                  </a:lnTo>
                  <a:lnTo>
                    <a:pt x="151" y="204"/>
                  </a:lnTo>
                  <a:lnTo>
                    <a:pt x="161" y="199"/>
                  </a:lnTo>
                  <a:lnTo>
                    <a:pt x="169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4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4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69" y="19"/>
                  </a:lnTo>
                  <a:lnTo>
                    <a:pt x="161" y="14"/>
                  </a:lnTo>
                  <a:lnTo>
                    <a:pt x="151" y="8"/>
                  </a:lnTo>
                  <a:lnTo>
                    <a:pt x="140" y="6"/>
                  </a:lnTo>
                  <a:lnTo>
                    <a:pt x="129" y="3"/>
                  </a:lnTo>
                  <a:lnTo>
                    <a:pt x="11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9" name="Rectangle 20">
              <a:extLst>
                <a:ext uri="{FF2B5EF4-FFF2-40B4-BE49-F238E27FC236}">
                  <a16:creationId xmlns:a16="http://schemas.microsoft.com/office/drawing/2014/main" id="{76D8181D-6A90-A54A-9EA1-BABDC131D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1789" y="2615657"/>
              <a:ext cx="1458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y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3B1E474-6B53-FB4E-8205-93DBD968BAEF}"/>
                </a:ext>
              </a:extLst>
            </p:cNvPr>
            <p:cNvGrpSpPr/>
            <p:nvPr/>
          </p:nvGrpSpPr>
          <p:grpSpPr>
            <a:xfrm>
              <a:off x="4043993" y="2436269"/>
              <a:ext cx="896938" cy="574675"/>
              <a:chOff x="4043993" y="2436269"/>
              <a:chExt cx="896938" cy="574675"/>
            </a:xfrm>
          </p:grpSpPr>
          <p:sp>
            <p:nvSpPr>
              <p:cNvPr id="240" name="Freeform 11">
                <a:extLst>
                  <a:ext uri="{FF2B5EF4-FFF2-40B4-BE49-F238E27FC236}">
                    <a16:creationId xmlns:a16="http://schemas.microsoft.com/office/drawing/2014/main" id="{934069AD-3D2B-E54C-A5BD-4747956781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993" y="2436269"/>
                <a:ext cx="896938" cy="574675"/>
              </a:xfrm>
              <a:custGeom>
                <a:avLst/>
                <a:gdLst>
                  <a:gd name="T0" fmla="*/ 164 w 565"/>
                  <a:gd name="T1" fmla="*/ 0 h 362"/>
                  <a:gd name="T2" fmla="*/ 134 w 565"/>
                  <a:gd name="T3" fmla="*/ 6 h 362"/>
                  <a:gd name="T4" fmla="*/ 108 w 565"/>
                  <a:gd name="T5" fmla="*/ 14 h 362"/>
                  <a:gd name="T6" fmla="*/ 83 w 565"/>
                  <a:gd name="T7" fmla="*/ 30 h 362"/>
                  <a:gd name="T8" fmla="*/ 62 w 565"/>
                  <a:gd name="T9" fmla="*/ 48 h 362"/>
                  <a:gd name="T10" fmla="*/ 38 w 565"/>
                  <a:gd name="T11" fmla="*/ 73 h 362"/>
                  <a:gd name="T12" fmla="*/ 16 w 565"/>
                  <a:gd name="T13" fmla="*/ 105 h 362"/>
                  <a:gd name="T14" fmla="*/ 5 w 565"/>
                  <a:gd name="T15" fmla="*/ 126 h 362"/>
                  <a:gd name="T16" fmla="*/ 0 w 565"/>
                  <a:gd name="T17" fmla="*/ 142 h 362"/>
                  <a:gd name="T18" fmla="*/ 0 w 565"/>
                  <a:gd name="T19" fmla="*/ 158 h 362"/>
                  <a:gd name="T20" fmla="*/ 5 w 565"/>
                  <a:gd name="T21" fmla="*/ 180 h 362"/>
                  <a:gd name="T22" fmla="*/ 19 w 565"/>
                  <a:gd name="T23" fmla="*/ 212 h 362"/>
                  <a:gd name="T24" fmla="*/ 38 w 565"/>
                  <a:gd name="T25" fmla="*/ 242 h 362"/>
                  <a:gd name="T26" fmla="*/ 59 w 565"/>
                  <a:gd name="T27" fmla="*/ 268 h 362"/>
                  <a:gd name="T28" fmla="*/ 81 w 565"/>
                  <a:gd name="T29" fmla="*/ 295 h 362"/>
                  <a:gd name="T30" fmla="*/ 105 w 565"/>
                  <a:gd name="T31" fmla="*/ 317 h 362"/>
                  <a:gd name="T32" fmla="*/ 121 w 565"/>
                  <a:gd name="T33" fmla="*/ 327 h 362"/>
                  <a:gd name="T34" fmla="*/ 137 w 565"/>
                  <a:gd name="T35" fmla="*/ 335 h 362"/>
                  <a:gd name="T36" fmla="*/ 159 w 565"/>
                  <a:gd name="T37" fmla="*/ 343 h 362"/>
                  <a:gd name="T38" fmla="*/ 186 w 565"/>
                  <a:gd name="T39" fmla="*/ 349 h 362"/>
                  <a:gd name="T40" fmla="*/ 202 w 565"/>
                  <a:gd name="T41" fmla="*/ 351 h 362"/>
                  <a:gd name="T42" fmla="*/ 239 w 565"/>
                  <a:gd name="T43" fmla="*/ 354 h 362"/>
                  <a:gd name="T44" fmla="*/ 285 w 565"/>
                  <a:gd name="T45" fmla="*/ 360 h 362"/>
                  <a:gd name="T46" fmla="*/ 334 w 565"/>
                  <a:gd name="T47" fmla="*/ 362 h 362"/>
                  <a:gd name="T48" fmla="*/ 385 w 565"/>
                  <a:gd name="T49" fmla="*/ 362 h 362"/>
                  <a:gd name="T50" fmla="*/ 433 w 565"/>
                  <a:gd name="T51" fmla="*/ 360 h 362"/>
                  <a:gd name="T52" fmla="*/ 476 w 565"/>
                  <a:gd name="T53" fmla="*/ 354 h 362"/>
                  <a:gd name="T54" fmla="*/ 503 w 565"/>
                  <a:gd name="T55" fmla="*/ 343 h 362"/>
                  <a:gd name="T56" fmla="*/ 519 w 565"/>
                  <a:gd name="T57" fmla="*/ 338 h 362"/>
                  <a:gd name="T58" fmla="*/ 530 w 565"/>
                  <a:gd name="T59" fmla="*/ 327 h 362"/>
                  <a:gd name="T60" fmla="*/ 543 w 565"/>
                  <a:gd name="T61" fmla="*/ 309 h 362"/>
                  <a:gd name="T62" fmla="*/ 557 w 565"/>
                  <a:gd name="T63" fmla="*/ 276 h 362"/>
                  <a:gd name="T64" fmla="*/ 562 w 565"/>
                  <a:gd name="T65" fmla="*/ 236 h 362"/>
                  <a:gd name="T66" fmla="*/ 565 w 565"/>
                  <a:gd name="T67" fmla="*/ 196 h 362"/>
                  <a:gd name="T68" fmla="*/ 562 w 565"/>
                  <a:gd name="T69" fmla="*/ 153 h 362"/>
                  <a:gd name="T70" fmla="*/ 560 w 565"/>
                  <a:gd name="T71" fmla="*/ 113 h 362"/>
                  <a:gd name="T72" fmla="*/ 554 w 565"/>
                  <a:gd name="T73" fmla="*/ 78 h 362"/>
                  <a:gd name="T74" fmla="*/ 549 w 565"/>
                  <a:gd name="T75" fmla="*/ 59 h 362"/>
                  <a:gd name="T76" fmla="*/ 546 w 565"/>
                  <a:gd name="T77" fmla="*/ 46 h 362"/>
                  <a:gd name="T78" fmla="*/ 541 w 565"/>
                  <a:gd name="T79" fmla="*/ 32 h 362"/>
                  <a:gd name="T80" fmla="*/ 533 w 565"/>
                  <a:gd name="T81" fmla="*/ 24 h 362"/>
                  <a:gd name="T82" fmla="*/ 525 w 565"/>
                  <a:gd name="T83" fmla="*/ 19 h 362"/>
                  <a:gd name="T84" fmla="*/ 508 w 565"/>
                  <a:gd name="T85" fmla="*/ 16 h 362"/>
                  <a:gd name="T86" fmla="*/ 482 w 565"/>
                  <a:gd name="T87" fmla="*/ 16 h 362"/>
                  <a:gd name="T88" fmla="*/ 460 w 565"/>
                  <a:gd name="T89" fmla="*/ 14 h 362"/>
                  <a:gd name="T90" fmla="*/ 430 w 565"/>
                  <a:gd name="T91" fmla="*/ 11 h 362"/>
                  <a:gd name="T92" fmla="*/ 387 w 565"/>
                  <a:gd name="T93" fmla="*/ 14 h 362"/>
                  <a:gd name="T94" fmla="*/ 342 w 565"/>
                  <a:gd name="T95" fmla="*/ 14 h 362"/>
                  <a:gd name="T96" fmla="*/ 301 w 565"/>
                  <a:gd name="T97" fmla="*/ 14 h 362"/>
                  <a:gd name="T98" fmla="*/ 264 w 565"/>
                  <a:gd name="T99" fmla="*/ 11 h 362"/>
                  <a:gd name="T100" fmla="*/ 229 w 565"/>
                  <a:gd name="T101" fmla="*/ 3 h 362"/>
                  <a:gd name="T102" fmla="*/ 199 w 565"/>
                  <a:gd name="T103" fmla="*/ 0 h 362"/>
                  <a:gd name="T104" fmla="*/ 183 w 565"/>
                  <a:gd name="T105" fmla="*/ 0 h 36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565"/>
                  <a:gd name="T160" fmla="*/ 0 h 362"/>
                  <a:gd name="T161" fmla="*/ 565 w 565"/>
                  <a:gd name="T162" fmla="*/ 362 h 36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565" h="362">
                    <a:moveTo>
                      <a:pt x="178" y="0"/>
                    </a:moveTo>
                    <a:lnTo>
                      <a:pt x="164" y="0"/>
                    </a:lnTo>
                    <a:lnTo>
                      <a:pt x="148" y="3"/>
                    </a:lnTo>
                    <a:lnTo>
                      <a:pt x="134" y="6"/>
                    </a:lnTo>
                    <a:lnTo>
                      <a:pt x="121" y="11"/>
                    </a:lnTo>
                    <a:lnTo>
                      <a:pt x="108" y="14"/>
                    </a:lnTo>
                    <a:lnTo>
                      <a:pt x="94" y="22"/>
                    </a:lnTo>
                    <a:lnTo>
                      <a:pt x="83" y="30"/>
                    </a:lnTo>
                    <a:lnTo>
                      <a:pt x="73" y="38"/>
                    </a:lnTo>
                    <a:lnTo>
                      <a:pt x="62" y="48"/>
                    </a:lnTo>
                    <a:lnTo>
                      <a:pt x="48" y="59"/>
                    </a:lnTo>
                    <a:lnTo>
                      <a:pt x="38" y="73"/>
                    </a:lnTo>
                    <a:lnTo>
                      <a:pt x="27" y="89"/>
                    </a:lnTo>
                    <a:lnTo>
                      <a:pt x="16" y="105"/>
                    </a:lnTo>
                    <a:lnTo>
                      <a:pt x="8" y="118"/>
                    </a:lnTo>
                    <a:lnTo>
                      <a:pt x="5" y="126"/>
                    </a:lnTo>
                    <a:lnTo>
                      <a:pt x="3" y="134"/>
                    </a:lnTo>
                    <a:lnTo>
                      <a:pt x="0" y="142"/>
                    </a:lnTo>
                    <a:lnTo>
                      <a:pt x="0" y="150"/>
                    </a:lnTo>
                    <a:lnTo>
                      <a:pt x="0" y="158"/>
                    </a:lnTo>
                    <a:lnTo>
                      <a:pt x="3" y="164"/>
                    </a:lnTo>
                    <a:lnTo>
                      <a:pt x="5" y="180"/>
                    </a:lnTo>
                    <a:lnTo>
                      <a:pt x="11" y="196"/>
                    </a:lnTo>
                    <a:lnTo>
                      <a:pt x="19" y="212"/>
                    </a:lnTo>
                    <a:lnTo>
                      <a:pt x="27" y="228"/>
                    </a:lnTo>
                    <a:lnTo>
                      <a:pt x="38" y="242"/>
                    </a:lnTo>
                    <a:lnTo>
                      <a:pt x="48" y="255"/>
                    </a:lnTo>
                    <a:lnTo>
                      <a:pt x="59" y="268"/>
                    </a:lnTo>
                    <a:lnTo>
                      <a:pt x="70" y="282"/>
                    </a:lnTo>
                    <a:lnTo>
                      <a:pt x="81" y="295"/>
                    </a:lnTo>
                    <a:lnTo>
                      <a:pt x="94" y="306"/>
                    </a:lnTo>
                    <a:lnTo>
                      <a:pt x="105" y="317"/>
                    </a:lnTo>
                    <a:lnTo>
                      <a:pt x="113" y="322"/>
                    </a:lnTo>
                    <a:lnTo>
                      <a:pt x="121" y="327"/>
                    </a:lnTo>
                    <a:lnTo>
                      <a:pt x="129" y="333"/>
                    </a:lnTo>
                    <a:lnTo>
                      <a:pt x="137" y="335"/>
                    </a:lnTo>
                    <a:lnTo>
                      <a:pt x="148" y="341"/>
                    </a:lnTo>
                    <a:lnTo>
                      <a:pt x="159" y="343"/>
                    </a:lnTo>
                    <a:lnTo>
                      <a:pt x="172" y="346"/>
                    </a:lnTo>
                    <a:lnTo>
                      <a:pt x="186" y="349"/>
                    </a:lnTo>
                    <a:lnTo>
                      <a:pt x="194" y="349"/>
                    </a:lnTo>
                    <a:lnTo>
                      <a:pt x="202" y="351"/>
                    </a:lnTo>
                    <a:lnTo>
                      <a:pt x="221" y="354"/>
                    </a:lnTo>
                    <a:lnTo>
                      <a:pt x="239" y="354"/>
                    </a:lnTo>
                    <a:lnTo>
                      <a:pt x="261" y="357"/>
                    </a:lnTo>
                    <a:lnTo>
                      <a:pt x="285" y="360"/>
                    </a:lnTo>
                    <a:lnTo>
                      <a:pt x="309" y="362"/>
                    </a:lnTo>
                    <a:lnTo>
                      <a:pt x="334" y="362"/>
                    </a:lnTo>
                    <a:lnTo>
                      <a:pt x="360" y="362"/>
                    </a:lnTo>
                    <a:lnTo>
                      <a:pt x="385" y="362"/>
                    </a:lnTo>
                    <a:lnTo>
                      <a:pt x="409" y="362"/>
                    </a:lnTo>
                    <a:lnTo>
                      <a:pt x="433" y="360"/>
                    </a:lnTo>
                    <a:lnTo>
                      <a:pt x="457" y="357"/>
                    </a:lnTo>
                    <a:lnTo>
                      <a:pt x="476" y="354"/>
                    </a:lnTo>
                    <a:lnTo>
                      <a:pt x="495" y="349"/>
                    </a:lnTo>
                    <a:lnTo>
                      <a:pt x="503" y="343"/>
                    </a:lnTo>
                    <a:lnTo>
                      <a:pt x="511" y="341"/>
                    </a:lnTo>
                    <a:lnTo>
                      <a:pt x="519" y="338"/>
                    </a:lnTo>
                    <a:lnTo>
                      <a:pt x="525" y="333"/>
                    </a:lnTo>
                    <a:lnTo>
                      <a:pt x="530" y="327"/>
                    </a:lnTo>
                    <a:lnTo>
                      <a:pt x="535" y="322"/>
                    </a:lnTo>
                    <a:lnTo>
                      <a:pt x="543" y="309"/>
                    </a:lnTo>
                    <a:lnTo>
                      <a:pt x="552" y="292"/>
                    </a:lnTo>
                    <a:lnTo>
                      <a:pt x="557" y="276"/>
                    </a:lnTo>
                    <a:lnTo>
                      <a:pt x="560" y="258"/>
                    </a:lnTo>
                    <a:lnTo>
                      <a:pt x="562" y="236"/>
                    </a:lnTo>
                    <a:lnTo>
                      <a:pt x="565" y="217"/>
                    </a:lnTo>
                    <a:lnTo>
                      <a:pt x="565" y="196"/>
                    </a:lnTo>
                    <a:lnTo>
                      <a:pt x="562" y="174"/>
                    </a:lnTo>
                    <a:lnTo>
                      <a:pt x="562" y="153"/>
                    </a:lnTo>
                    <a:lnTo>
                      <a:pt x="560" y="132"/>
                    </a:lnTo>
                    <a:lnTo>
                      <a:pt x="560" y="113"/>
                    </a:lnTo>
                    <a:lnTo>
                      <a:pt x="557" y="97"/>
                    </a:lnTo>
                    <a:lnTo>
                      <a:pt x="554" y="78"/>
                    </a:lnTo>
                    <a:lnTo>
                      <a:pt x="552" y="65"/>
                    </a:lnTo>
                    <a:lnTo>
                      <a:pt x="549" y="59"/>
                    </a:lnTo>
                    <a:lnTo>
                      <a:pt x="549" y="54"/>
                    </a:lnTo>
                    <a:lnTo>
                      <a:pt x="546" y="46"/>
                    </a:lnTo>
                    <a:lnTo>
                      <a:pt x="543" y="38"/>
                    </a:lnTo>
                    <a:lnTo>
                      <a:pt x="541" y="32"/>
                    </a:lnTo>
                    <a:lnTo>
                      <a:pt x="538" y="27"/>
                    </a:lnTo>
                    <a:lnTo>
                      <a:pt x="533" y="24"/>
                    </a:lnTo>
                    <a:lnTo>
                      <a:pt x="530" y="22"/>
                    </a:lnTo>
                    <a:lnTo>
                      <a:pt x="525" y="19"/>
                    </a:lnTo>
                    <a:lnTo>
                      <a:pt x="519" y="19"/>
                    </a:lnTo>
                    <a:lnTo>
                      <a:pt x="508" y="16"/>
                    </a:lnTo>
                    <a:lnTo>
                      <a:pt x="495" y="16"/>
                    </a:lnTo>
                    <a:lnTo>
                      <a:pt x="482" y="16"/>
                    </a:lnTo>
                    <a:lnTo>
                      <a:pt x="468" y="14"/>
                    </a:lnTo>
                    <a:lnTo>
                      <a:pt x="460" y="14"/>
                    </a:lnTo>
                    <a:lnTo>
                      <a:pt x="452" y="11"/>
                    </a:lnTo>
                    <a:lnTo>
                      <a:pt x="430" y="11"/>
                    </a:lnTo>
                    <a:lnTo>
                      <a:pt x="409" y="11"/>
                    </a:lnTo>
                    <a:lnTo>
                      <a:pt x="387" y="14"/>
                    </a:lnTo>
                    <a:lnTo>
                      <a:pt x="363" y="14"/>
                    </a:lnTo>
                    <a:lnTo>
                      <a:pt x="342" y="14"/>
                    </a:lnTo>
                    <a:lnTo>
                      <a:pt x="320" y="14"/>
                    </a:lnTo>
                    <a:lnTo>
                      <a:pt x="301" y="14"/>
                    </a:lnTo>
                    <a:lnTo>
                      <a:pt x="282" y="11"/>
                    </a:lnTo>
                    <a:lnTo>
                      <a:pt x="264" y="11"/>
                    </a:lnTo>
                    <a:lnTo>
                      <a:pt x="247" y="6"/>
                    </a:lnTo>
                    <a:lnTo>
                      <a:pt x="229" y="3"/>
                    </a:lnTo>
                    <a:lnTo>
                      <a:pt x="213" y="0"/>
                    </a:lnTo>
                    <a:lnTo>
                      <a:pt x="199" y="0"/>
                    </a:lnTo>
                    <a:lnTo>
                      <a:pt x="188" y="0"/>
                    </a:lnTo>
                    <a:lnTo>
                      <a:pt x="183" y="0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41" name="Rectangle 12">
                <a:extLst>
                  <a:ext uri="{FF2B5EF4-FFF2-40B4-BE49-F238E27FC236}">
                    <a16:creationId xmlns:a16="http://schemas.microsoft.com/office/drawing/2014/main" id="{C95AD2B6-A8EC-DE44-9080-AD67A5E9F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8675" y="2470168"/>
                <a:ext cx="218008" cy="4924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3200" b="1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sp>
            <p:nvSpPr>
              <p:cNvPr id="242" name="Rectangle 13">
                <a:extLst>
                  <a:ext uri="{FF2B5EF4-FFF2-40B4-BE49-F238E27FC236}">
                    <a16:creationId xmlns:a16="http://schemas.microsoft.com/office/drawing/2014/main" id="{E74E4801-5361-A743-B4AA-A6DC9A8634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6756" y="2555332"/>
                <a:ext cx="49213" cy="21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dirty="0">
                    <a:solidFill>
                      <a:srgbClr val="000000"/>
                    </a:solidFill>
                  </a:rPr>
                  <a:t> </a:t>
                </a:r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0D9C2A9-04D8-5B42-BF0D-4E2BEAC548E0}"/>
                </a:ext>
              </a:extLst>
            </p:cNvPr>
            <p:cNvGrpSpPr/>
            <p:nvPr/>
          </p:nvGrpSpPr>
          <p:grpSpPr>
            <a:xfrm>
              <a:off x="5542593" y="1820692"/>
              <a:ext cx="346075" cy="377452"/>
              <a:chOff x="5542593" y="1820692"/>
              <a:chExt cx="346075" cy="377452"/>
            </a:xfrm>
          </p:grpSpPr>
          <p:sp>
            <p:nvSpPr>
              <p:cNvPr id="246" name="Freeform 17">
                <a:extLst>
                  <a:ext uri="{FF2B5EF4-FFF2-40B4-BE49-F238E27FC236}">
                    <a16:creationId xmlns:a16="http://schemas.microsoft.com/office/drawing/2014/main" id="{F77A9DB2-59D7-BF47-8CF0-DA02378885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2593" y="1861594"/>
                <a:ext cx="346075" cy="336550"/>
              </a:xfrm>
              <a:custGeom>
                <a:avLst/>
                <a:gdLst>
                  <a:gd name="T0" fmla="*/ 100 w 218"/>
                  <a:gd name="T1" fmla="*/ 0 h 212"/>
                  <a:gd name="T2" fmla="*/ 78 w 218"/>
                  <a:gd name="T3" fmla="*/ 6 h 212"/>
                  <a:gd name="T4" fmla="*/ 57 w 218"/>
                  <a:gd name="T5" fmla="*/ 14 h 212"/>
                  <a:gd name="T6" fmla="*/ 41 w 218"/>
                  <a:gd name="T7" fmla="*/ 24 h 212"/>
                  <a:gd name="T8" fmla="*/ 25 w 218"/>
                  <a:gd name="T9" fmla="*/ 38 h 212"/>
                  <a:gd name="T10" fmla="*/ 14 w 218"/>
                  <a:gd name="T11" fmla="*/ 54 h 212"/>
                  <a:gd name="T12" fmla="*/ 6 w 218"/>
                  <a:gd name="T13" fmla="*/ 73 h 212"/>
                  <a:gd name="T14" fmla="*/ 0 w 218"/>
                  <a:gd name="T15" fmla="*/ 94 h 212"/>
                  <a:gd name="T16" fmla="*/ 0 w 218"/>
                  <a:gd name="T17" fmla="*/ 115 h 212"/>
                  <a:gd name="T18" fmla="*/ 6 w 218"/>
                  <a:gd name="T19" fmla="*/ 137 h 212"/>
                  <a:gd name="T20" fmla="*/ 14 w 218"/>
                  <a:gd name="T21" fmla="*/ 156 h 212"/>
                  <a:gd name="T22" fmla="*/ 25 w 218"/>
                  <a:gd name="T23" fmla="*/ 172 h 212"/>
                  <a:gd name="T24" fmla="*/ 41 w 218"/>
                  <a:gd name="T25" fmla="*/ 188 h 212"/>
                  <a:gd name="T26" fmla="*/ 57 w 218"/>
                  <a:gd name="T27" fmla="*/ 199 h 212"/>
                  <a:gd name="T28" fmla="*/ 78 w 218"/>
                  <a:gd name="T29" fmla="*/ 207 h 212"/>
                  <a:gd name="T30" fmla="*/ 100 w 218"/>
                  <a:gd name="T31" fmla="*/ 212 h 212"/>
                  <a:gd name="T32" fmla="*/ 121 w 218"/>
                  <a:gd name="T33" fmla="*/ 212 h 212"/>
                  <a:gd name="T34" fmla="*/ 143 w 218"/>
                  <a:gd name="T35" fmla="*/ 207 h 212"/>
                  <a:gd name="T36" fmla="*/ 162 w 218"/>
                  <a:gd name="T37" fmla="*/ 199 h 212"/>
                  <a:gd name="T38" fmla="*/ 178 w 218"/>
                  <a:gd name="T39" fmla="*/ 188 h 212"/>
                  <a:gd name="T40" fmla="*/ 194 w 218"/>
                  <a:gd name="T41" fmla="*/ 172 h 212"/>
                  <a:gd name="T42" fmla="*/ 205 w 218"/>
                  <a:gd name="T43" fmla="*/ 156 h 212"/>
                  <a:gd name="T44" fmla="*/ 213 w 218"/>
                  <a:gd name="T45" fmla="*/ 137 h 212"/>
                  <a:gd name="T46" fmla="*/ 218 w 218"/>
                  <a:gd name="T47" fmla="*/ 115 h 212"/>
                  <a:gd name="T48" fmla="*/ 218 w 218"/>
                  <a:gd name="T49" fmla="*/ 94 h 212"/>
                  <a:gd name="T50" fmla="*/ 213 w 218"/>
                  <a:gd name="T51" fmla="*/ 73 h 212"/>
                  <a:gd name="T52" fmla="*/ 205 w 218"/>
                  <a:gd name="T53" fmla="*/ 54 h 212"/>
                  <a:gd name="T54" fmla="*/ 194 w 218"/>
                  <a:gd name="T55" fmla="*/ 38 h 212"/>
                  <a:gd name="T56" fmla="*/ 178 w 218"/>
                  <a:gd name="T57" fmla="*/ 24 h 212"/>
                  <a:gd name="T58" fmla="*/ 162 w 218"/>
                  <a:gd name="T59" fmla="*/ 14 h 212"/>
                  <a:gd name="T60" fmla="*/ 143 w 218"/>
                  <a:gd name="T61" fmla="*/ 6 h 212"/>
                  <a:gd name="T62" fmla="*/ 121 w 218"/>
                  <a:gd name="T63" fmla="*/ 0 h 21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18"/>
                  <a:gd name="T97" fmla="*/ 0 h 212"/>
                  <a:gd name="T98" fmla="*/ 218 w 218"/>
                  <a:gd name="T99" fmla="*/ 212 h 21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18" h="212">
                    <a:moveTo>
                      <a:pt x="111" y="0"/>
                    </a:moveTo>
                    <a:lnTo>
                      <a:pt x="100" y="0"/>
                    </a:lnTo>
                    <a:lnTo>
                      <a:pt x="89" y="3"/>
                    </a:lnTo>
                    <a:lnTo>
                      <a:pt x="78" y="6"/>
                    </a:lnTo>
                    <a:lnTo>
                      <a:pt x="68" y="8"/>
                    </a:lnTo>
                    <a:lnTo>
                      <a:pt x="57" y="14"/>
                    </a:lnTo>
                    <a:lnTo>
                      <a:pt x="49" y="19"/>
                    </a:lnTo>
                    <a:lnTo>
                      <a:pt x="41" y="24"/>
                    </a:lnTo>
                    <a:lnTo>
                      <a:pt x="33" y="30"/>
                    </a:lnTo>
                    <a:lnTo>
                      <a:pt x="25" y="38"/>
                    </a:lnTo>
                    <a:lnTo>
                      <a:pt x="19" y="46"/>
                    </a:lnTo>
                    <a:lnTo>
                      <a:pt x="14" y="54"/>
                    </a:lnTo>
                    <a:lnTo>
                      <a:pt x="8" y="65"/>
                    </a:lnTo>
                    <a:lnTo>
                      <a:pt x="6" y="73"/>
                    </a:lnTo>
                    <a:lnTo>
                      <a:pt x="3" y="83"/>
                    </a:lnTo>
                    <a:lnTo>
                      <a:pt x="0" y="94"/>
                    </a:lnTo>
                    <a:lnTo>
                      <a:pt x="0" y="105"/>
                    </a:lnTo>
                    <a:lnTo>
                      <a:pt x="0" y="115"/>
                    </a:lnTo>
                    <a:lnTo>
                      <a:pt x="3" y="126"/>
                    </a:lnTo>
                    <a:lnTo>
                      <a:pt x="6" y="137"/>
                    </a:lnTo>
                    <a:lnTo>
                      <a:pt x="8" y="148"/>
                    </a:lnTo>
                    <a:lnTo>
                      <a:pt x="14" y="156"/>
                    </a:lnTo>
                    <a:lnTo>
                      <a:pt x="19" y="164"/>
                    </a:lnTo>
                    <a:lnTo>
                      <a:pt x="25" y="172"/>
                    </a:lnTo>
                    <a:lnTo>
                      <a:pt x="33" y="180"/>
                    </a:lnTo>
                    <a:lnTo>
                      <a:pt x="41" y="188"/>
                    </a:lnTo>
                    <a:lnTo>
                      <a:pt x="49" y="193"/>
                    </a:lnTo>
                    <a:lnTo>
                      <a:pt x="57" y="199"/>
                    </a:lnTo>
                    <a:lnTo>
                      <a:pt x="68" y="204"/>
                    </a:lnTo>
                    <a:lnTo>
                      <a:pt x="78" y="207"/>
                    </a:lnTo>
                    <a:lnTo>
                      <a:pt x="89" y="209"/>
                    </a:lnTo>
                    <a:lnTo>
                      <a:pt x="100" y="212"/>
                    </a:lnTo>
                    <a:lnTo>
                      <a:pt x="111" y="212"/>
                    </a:lnTo>
                    <a:lnTo>
                      <a:pt x="121" y="212"/>
                    </a:lnTo>
                    <a:lnTo>
                      <a:pt x="132" y="209"/>
                    </a:lnTo>
                    <a:lnTo>
                      <a:pt x="143" y="207"/>
                    </a:lnTo>
                    <a:lnTo>
                      <a:pt x="154" y="204"/>
                    </a:lnTo>
                    <a:lnTo>
                      <a:pt x="162" y="199"/>
                    </a:lnTo>
                    <a:lnTo>
                      <a:pt x="170" y="193"/>
                    </a:lnTo>
                    <a:lnTo>
                      <a:pt x="178" y="188"/>
                    </a:lnTo>
                    <a:lnTo>
                      <a:pt x="186" y="180"/>
                    </a:lnTo>
                    <a:lnTo>
                      <a:pt x="194" y="172"/>
                    </a:lnTo>
                    <a:lnTo>
                      <a:pt x="199" y="164"/>
                    </a:lnTo>
                    <a:lnTo>
                      <a:pt x="205" y="156"/>
                    </a:lnTo>
                    <a:lnTo>
                      <a:pt x="210" y="148"/>
                    </a:lnTo>
                    <a:lnTo>
                      <a:pt x="213" y="137"/>
                    </a:lnTo>
                    <a:lnTo>
                      <a:pt x="216" y="126"/>
                    </a:lnTo>
                    <a:lnTo>
                      <a:pt x="218" y="115"/>
                    </a:lnTo>
                    <a:lnTo>
                      <a:pt x="218" y="105"/>
                    </a:lnTo>
                    <a:lnTo>
                      <a:pt x="218" y="94"/>
                    </a:lnTo>
                    <a:lnTo>
                      <a:pt x="216" y="83"/>
                    </a:lnTo>
                    <a:lnTo>
                      <a:pt x="213" y="73"/>
                    </a:lnTo>
                    <a:lnTo>
                      <a:pt x="210" y="65"/>
                    </a:lnTo>
                    <a:lnTo>
                      <a:pt x="205" y="54"/>
                    </a:lnTo>
                    <a:lnTo>
                      <a:pt x="199" y="46"/>
                    </a:lnTo>
                    <a:lnTo>
                      <a:pt x="194" y="38"/>
                    </a:lnTo>
                    <a:lnTo>
                      <a:pt x="186" y="30"/>
                    </a:lnTo>
                    <a:lnTo>
                      <a:pt x="178" y="24"/>
                    </a:lnTo>
                    <a:lnTo>
                      <a:pt x="170" y="19"/>
                    </a:lnTo>
                    <a:lnTo>
                      <a:pt x="162" y="14"/>
                    </a:lnTo>
                    <a:lnTo>
                      <a:pt x="154" y="8"/>
                    </a:lnTo>
                    <a:lnTo>
                      <a:pt x="143" y="6"/>
                    </a:lnTo>
                    <a:lnTo>
                      <a:pt x="132" y="3"/>
                    </a:lnTo>
                    <a:lnTo>
                      <a:pt x="121" y="0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47" name="Rectangle 18">
                <a:extLst>
                  <a:ext uri="{FF2B5EF4-FFF2-40B4-BE49-F238E27FC236}">
                    <a16:creationId xmlns:a16="http://schemas.microsoft.com/office/drawing/2014/main" id="{C0D8E696-5894-1844-B896-16B7719D55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51010" y="1820692"/>
                <a:ext cx="14106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 b="1" dirty="0">
                    <a:solidFill>
                      <a:schemeClr val="bg1"/>
                    </a:solidFill>
                  </a:rPr>
                  <a:t>x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3F2E592-AAA1-3D4E-A539-CB1A0F406202}"/>
                </a:ext>
              </a:extLst>
            </p:cNvPr>
            <p:cNvGrpSpPr/>
            <p:nvPr/>
          </p:nvGrpSpPr>
          <p:grpSpPr>
            <a:xfrm>
              <a:off x="3351904" y="2629487"/>
              <a:ext cx="728450" cy="371714"/>
              <a:chOff x="2552896" y="2786969"/>
              <a:chExt cx="728450" cy="371714"/>
            </a:xfrm>
          </p:grpSpPr>
          <p:sp>
            <p:nvSpPr>
              <p:cNvPr id="49" name="Text Box 119">
                <a:extLst>
                  <a:ext uri="{FF2B5EF4-FFF2-40B4-BE49-F238E27FC236}">
                    <a16:creationId xmlns:a16="http://schemas.microsoft.com/office/drawing/2014/main" id="{C82C0787-856A-B84B-B8B6-A460D5776B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52896" y="2883223"/>
                <a:ext cx="484428" cy="275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A,w</a:t>
                </a:r>
              </a:p>
            </p:txBody>
          </p:sp>
          <p:sp>
            <p:nvSpPr>
              <p:cNvPr id="50" name="AutoShape 118">
                <a:extLst>
                  <a:ext uri="{FF2B5EF4-FFF2-40B4-BE49-F238E27FC236}">
                    <a16:creationId xmlns:a16="http://schemas.microsoft.com/office/drawing/2014/main" id="{1A6D5E81-7156-8F47-90B1-AA8AF3AB9D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975073">
                <a:off x="2824952" y="2786969"/>
                <a:ext cx="456394" cy="197302"/>
              </a:xfrm>
              <a:prstGeom prst="leftArrow">
                <a:avLst>
                  <a:gd name="adj1" fmla="val 50000"/>
                  <a:gd name="adj2" fmla="val 69540"/>
                </a:avLst>
              </a:prstGeom>
              <a:gradFill rotWithShape="1">
                <a:gsLst>
                  <a:gs pos="0">
                    <a:srgbClr val="C00000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9652162-A172-3649-8DB4-8DA85121DCAA}"/>
                </a:ext>
              </a:extLst>
            </p:cNvPr>
            <p:cNvGrpSpPr/>
            <p:nvPr/>
          </p:nvGrpSpPr>
          <p:grpSpPr>
            <a:xfrm>
              <a:off x="3297703" y="1596452"/>
              <a:ext cx="728451" cy="307647"/>
              <a:chOff x="2656196" y="2871746"/>
              <a:chExt cx="728451" cy="307647"/>
            </a:xfrm>
          </p:grpSpPr>
          <p:sp>
            <p:nvSpPr>
              <p:cNvPr id="52" name="Text Box 119">
                <a:extLst>
                  <a:ext uri="{FF2B5EF4-FFF2-40B4-BE49-F238E27FC236}">
                    <a16:creationId xmlns:a16="http://schemas.microsoft.com/office/drawing/2014/main" id="{89256336-C46E-C74E-9A9E-D03E391016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6196" y="2871746"/>
                <a:ext cx="484428" cy="275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A,w</a:t>
                </a:r>
              </a:p>
            </p:txBody>
          </p:sp>
          <p:sp>
            <p:nvSpPr>
              <p:cNvPr id="53" name="AutoShape 118">
                <a:extLst>
                  <a:ext uri="{FF2B5EF4-FFF2-40B4-BE49-F238E27FC236}">
                    <a16:creationId xmlns:a16="http://schemas.microsoft.com/office/drawing/2014/main" id="{961133FF-3FC6-7949-9446-6069270CB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8256763">
                <a:off x="2928253" y="2982091"/>
                <a:ext cx="456394" cy="197302"/>
              </a:xfrm>
              <a:prstGeom prst="leftArrow">
                <a:avLst>
                  <a:gd name="adj1" fmla="val 50000"/>
                  <a:gd name="adj2" fmla="val 69540"/>
                </a:avLst>
              </a:prstGeom>
              <a:gradFill rotWithShape="1">
                <a:gsLst>
                  <a:gs pos="0">
                    <a:srgbClr val="C00000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196773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1249416" cy="894622"/>
          </a:xfrm>
        </p:spPr>
        <p:txBody>
          <a:bodyPr>
            <a:normAutofit/>
          </a:bodyPr>
          <a:lstStyle/>
          <a:p>
            <a:r>
              <a:rPr lang="en-US" dirty="0"/>
              <a:t>BGP: achieving policy via advertisements </a:t>
            </a:r>
            <a:r>
              <a:rPr lang="en-US" sz="4000" dirty="0"/>
              <a:t>(more)</a:t>
            </a:r>
            <a:endParaRPr lang="en-US" dirty="0"/>
          </a:p>
        </p:txBody>
      </p:sp>
      <p:sp>
        <p:nvSpPr>
          <p:cNvPr id="235" name="AutoShape 6" descr="Illustration of BGP advertisements">
            <a:extLst>
              <a:ext uri="{FF2B5EF4-FFF2-40B4-BE49-F238E27FC236}">
                <a16:creationId xmlns:a16="http://schemas.microsoft.com/office/drawing/2014/main" id="{A6E685A0-E830-5248-8CAD-7A0887943BA1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916743" y="1048794"/>
            <a:ext cx="7539038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33DA0E0B-DE29-3147-B564-0EB3AC2AD342}"/>
              </a:ext>
            </a:extLst>
          </p:cNvPr>
          <p:cNvSpPr txBox="1"/>
          <p:nvPr/>
        </p:nvSpPr>
        <p:spPr>
          <a:xfrm>
            <a:off x="655786" y="3397142"/>
            <a:ext cx="1107361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ISP only wants to route traffic to/from its customer networks </a:t>
            </a:r>
            <a:r>
              <a:rPr lang="en-US" sz="2400" dirty="0"/>
              <a:t>(does not want to carry transit traffic between other ISPs – a typical “real world” policy)</a:t>
            </a:r>
          </a:p>
        </p:txBody>
      </p:sp>
      <p:sp>
        <p:nvSpPr>
          <p:cNvPr id="47" name="Rectangle 4">
            <a:extLst>
              <a:ext uri="{FF2B5EF4-FFF2-40B4-BE49-F238E27FC236}">
                <a16:creationId xmlns:a16="http://schemas.microsoft.com/office/drawing/2014/main" id="{FFA9A2E8-5EF4-9147-BF10-0AA1AF4E7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4926" y="4425878"/>
            <a:ext cx="8229600" cy="205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2575" indent="-2825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/>
              <a:t>A,B,C are </a:t>
            </a:r>
            <a:r>
              <a:rPr lang="en-US" sz="2400" dirty="0">
                <a:solidFill>
                  <a:srgbClr val="C00000"/>
                </a:solidFill>
              </a:rPr>
              <a:t>provider networks</a:t>
            </a:r>
          </a:p>
          <a:p>
            <a:pPr marL="282575" indent="-2825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/>
              <a:t>x,w,y are </a:t>
            </a:r>
            <a:r>
              <a:rPr lang="en-US" sz="2400" dirty="0">
                <a:solidFill>
                  <a:srgbClr val="C00000"/>
                </a:solidFill>
              </a:rPr>
              <a:t>customer</a:t>
            </a:r>
            <a:r>
              <a:rPr lang="en-US" sz="2400" dirty="0"/>
              <a:t> (of provider networks)</a:t>
            </a:r>
          </a:p>
          <a:p>
            <a:pPr marL="282575" indent="-2825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/>
              <a:t>x is</a:t>
            </a:r>
            <a:r>
              <a:rPr lang="en-US" sz="2400" i="1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dual-homed: </a:t>
            </a:r>
            <a:r>
              <a:rPr lang="en-US" sz="2400" dirty="0"/>
              <a:t>attached to two networks</a:t>
            </a:r>
          </a:p>
          <a:p>
            <a:pPr marL="228600" indent="-2286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</a:pPr>
            <a:r>
              <a:rPr lang="en-US" sz="2400" i="1" dirty="0">
                <a:solidFill>
                  <a:srgbClr val="000090"/>
                </a:solidFill>
              </a:rPr>
              <a:t>policy to enforce: </a:t>
            </a:r>
            <a:r>
              <a:rPr lang="en-US" sz="2400" dirty="0"/>
              <a:t>x does not want to route from B to C via x </a:t>
            </a:r>
          </a:p>
          <a:p>
            <a:pPr marL="685800" lvl="1" indent="-2286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</a:pPr>
            <a:r>
              <a:rPr lang="en-US" sz="2400" dirty="0"/>
              <a:t>.. so x will not advertise to B a route to C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</a:pPr>
            <a:endParaRPr lang="en-US" sz="2400" dirty="0">
              <a:latin typeface="Gill Sans MT" charset="0"/>
            </a:endParaRPr>
          </a:p>
        </p:txBody>
      </p:sp>
      <p:grpSp>
        <p:nvGrpSpPr>
          <p:cNvPr id="3" name="Group 2" descr="Example of BGP advertisement use">
            <a:extLst>
              <a:ext uri="{FF2B5EF4-FFF2-40B4-BE49-F238E27FC236}">
                <a16:creationId xmlns:a16="http://schemas.microsoft.com/office/drawing/2014/main" id="{0FAA03AC-C538-A279-3EEF-66CF563AC3EA}"/>
              </a:ext>
            </a:extLst>
          </p:cNvPr>
          <p:cNvGrpSpPr/>
          <p:nvPr/>
        </p:nvGrpSpPr>
        <p:grpSpPr>
          <a:xfrm>
            <a:off x="2143756" y="1440907"/>
            <a:ext cx="7300913" cy="1868057"/>
            <a:chOff x="2143756" y="1440907"/>
            <a:chExt cx="7300913" cy="186805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5446BEA-A2E3-EC46-9788-E956885E072B}"/>
                </a:ext>
              </a:extLst>
            </p:cNvPr>
            <p:cNvGrpSpPr/>
            <p:nvPr/>
          </p:nvGrpSpPr>
          <p:grpSpPr>
            <a:xfrm>
              <a:off x="3983668" y="1440907"/>
              <a:ext cx="893763" cy="577850"/>
              <a:chOff x="3983668" y="1440907"/>
              <a:chExt cx="893763" cy="577850"/>
            </a:xfrm>
          </p:grpSpPr>
          <p:sp>
            <p:nvSpPr>
              <p:cNvPr id="236" name="Freeform 7">
                <a:extLst>
                  <a:ext uri="{FF2B5EF4-FFF2-40B4-BE49-F238E27FC236}">
                    <a16:creationId xmlns:a16="http://schemas.microsoft.com/office/drawing/2014/main" id="{1EE69C16-4ABC-414D-8A5B-6DABA7A84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3668" y="1440907"/>
                <a:ext cx="893763" cy="577850"/>
              </a:xfrm>
              <a:custGeom>
                <a:avLst/>
                <a:gdLst>
                  <a:gd name="T0" fmla="*/ 148 w 563"/>
                  <a:gd name="T1" fmla="*/ 5 h 364"/>
                  <a:gd name="T2" fmla="*/ 119 w 563"/>
                  <a:gd name="T3" fmla="*/ 10 h 364"/>
                  <a:gd name="T4" fmla="*/ 94 w 563"/>
                  <a:gd name="T5" fmla="*/ 21 h 364"/>
                  <a:gd name="T6" fmla="*/ 70 w 563"/>
                  <a:gd name="T7" fmla="*/ 37 h 364"/>
                  <a:gd name="T8" fmla="*/ 46 w 563"/>
                  <a:gd name="T9" fmla="*/ 61 h 364"/>
                  <a:gd name="T10" fmla="*/ 24 w 563"/>
                  <a:gd name="T11" fmla="*/ 91 h 364"/>
                  <a:gd name="T12" fmla="*/ 8 w 563"/>
                  <a:gd name="T13" fmla="*/ 120 h 364"/>
                  <a:gd name="T14" fmla="*/ 3 w 563"/>
                  <a:gd name="T15" fmla="*/ 136 h 364"/>
                  <a:gd name="T16" fmla="*/ 0 w 563"/>
                  <a:gd name="T17" fmla="*/ 150 h 364"/>
                  <a:gd name="T18" fmla="*/ 0 w 563"/>
                  <a:gd name="T19" fmla="*/ 166 h 364"/>
                  <a:gd name="T20" fmla="*/ 8 w 563"/>
                  <a:gd name="T21" fmla="*/ 195 h 364"/>
                  <a:gd name="T22" fmla="*/ 27 w 563"/>
                  <a:gd name="T23" fmla="*/ 228 h 364"/>
                  <a:gd name="T24" fmla="*/ 49 w 563"/>
                  <a:gd name="T25" fmla="*/ 257 h 364"/>
                  <a:gd name="T26" fmla="*/ 70 w 563"/>
                  <a:gd name="T27" fmla="*/ 284 h 364"/>
                  <a:gd name="T28" fmla="*/ 92 w 563"/>
                  <a:gd name="T29" fmla="*/ 305 h 364"/>
                  <a:gd name="T30" fmla="*/ 111 w 563"/>
                  <a:gd name="T31" fmla="*/ 321 h 364"/>
                  <a:gd name="T32" fmla="*/ 127 w 563"/>
                  <a:gd name="T33" fmla="*/ 332 h 364"/>
                  <a:gd name="T34" fmla="*/ 146 w 563"/>
                  <a:gd name="T35" fmla="*/ 340 h 364"/>
                  <a:gd name="T36" fmla="*/ 170 w 563"/>
                  <a:gd name="T37" fmla="*/ 346 h 364"/>
                  <a:gd name="T38" fmla="*/ 191 w 563"/>
                  <a:gd name="T39" fmla="*/ 348 h 364"/>
                  <a:gd name="T40" fmla="*/ 218 w 563"/>
                  <a:gd name="T41" fmla="*/ 354 h 364"/>
                  <a:gd name="T42" fmla="*/ 261 w 563"/>
                  <a:gd name="T43" fmla="*/ 356 h 364"/>
                  <a:gd name="T44" fmla="*/ 310 w 563"/>
                  <a:gd name="T45" fmla="*/ 362 h 364"/>
                  <a:gd name="T46" fmla="*/ 361 w 563"/>
                  <a:gd name="T47" fmla="*/ 364 h 364"/>
                  <a:gd name="T48" fmla="*/ 409 w 563"/>
                  <a:gd name="T49" fmla="*/ 362 h 364"/>
                  <a:gd name="T50" fmla="*/ 458 w 563"/>
                  <a:gd name="T51" fmla="*/ 359 h 364"/>
                  <a:gd name="T52" fmla="*/ 495 w 563"/>
                  <a:gd name="T53" fmla="*/ 348 h 364"/>
                  <a:gd name="T54" fmla="*/ 511 w 563"/>
                  <a:gd name="T55" fmla="*/ 340 h 364"/>
                  <a:gd name="T56" fmla="*/ 525 w 563"/>
                  <a:gd name="T57" fmla="*/ 332 h 364"/>
                  <a:gd name="T58" fmla="*/ 536 w 563"/>
                  <a:gd name="T59" fmla="*/ 321 h 364"/>
                  <a:gd name="T60" fmla="*/ 549 w 563"/>
                  <a:gd name="T61" fmla="*/ 295 h 364"/>
                  <a:gd name="T62" fmla="*/ 557 w 563"/>
                  <a:gd name="T63" fmla="*/ 257 h 364"/>
                  <a:gd name="T64" fmla="*/ 563 w 563"/>
                  <a:gd name="T65" fmla="*/ 217 h 364"/>
                  <a:gd name="T66" fmla="*/ 563 w 563"/>
                  <a:gd name="T67" fmla="*/ 174 h 364"/>
                  <a:gd name="T68" fmla="*/ 557 w 563"/>
                  <a:gd name="T69" fmla="*/ 134 h 364"/>
                  <a:gd name="T70" fmla="*/ 555 w 563"/>
                  <a:gd name="T71" fmla="*/ 96 h 364"/>
                  <a:gd name="T72" fmla="*/ 549 w 563"/>
                  <a:gd name="T73" fmla="*/ 67 h 364"/>
                  <a:gd name="T74" fmla="*/ 546 w 563"/>
                  <a:gd name="T75" fmla="*/ 56 h 364"/>
                  <a:gd name="T76" fmla="*/ 541 w 563"/>
                  <a:gd name="T77" fmla="*/ 40 h 364"/>
                  <a:gd name="T78" fmla="*/ 536 w 563"/>
                  <a:gd name="T79" fmla="*/ 29 h 364"/>
                  <a:gd name="T80" fmla="*/ 528 w 563"/>
                  <a:gd name="T81" fmla="*/ 21 h 364"/>
                  <a:gd name="T82" fmla="*/ 520 w 563"/>
                  <a:gd name="T83" fmla="*/ 18 h 364"/>
                  <a:gd name="T84" fmla="*/ 495 w 563"/>
                  <a:gd name="T85" fmla="*/ 16 h 364"/>
                  <a:gd name="T86" fmla="*/ 466 w 563"/>
                  <a:gd name="T87" fmla="*/ 16 h 364"/>
                  <a:gd name="T88" fmla="*/ 450 w 563"/>
                  <a:gd name="T89" fmla="*/ 13 h 364"/>
                  <a:gd name="T90" fmla="*/ 409 w 563"/>
                  <a:gd name="T91" fmla="*/ 13 h 364"/>
                  <a:gd name="T92" fmla="*/ 364 w 563"/>
                  <a:gd name="T93" fmla="*/ 16 h 364"/>
                  <a:gd name="T94" fmla="*/ 320 w 563"/>
                  <a:gd name="T95" fmla="*/ 16 h 364"/>
                  <a:gd name="T96" fmla="*/ 283 w 563"/>
                  <a:gd name="T97" fmla="*/ 13 h 364"/>
                  <a:gd name="T98" fmla="*/ 248 w 563"/>
                  <a:gd name="T99" fmla="*/ 8 h 364"/>
                  <a:gd name="T100" fmla="*/ 213 w 563"/>
                  <a:gd name="T101" fmla="*/ 2 h 364"/>
                  <a:gd name="T102" fmla="*/ 186 w 563"/>
                  <a:gd name="T103" fmla="*/ 0 h 364"/>
                  <a:gd name="T104" fmla="*/ 175 w 563"/>
                  <a:gd name="T105" fmla="*/ 0 h 364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563"/>
                  <a:gd name="T160" fmla="*/ 0 h 364"/>
                  <a:gd name="T161" fmla="*/ 563 w 563"/>
                  <a:gd name="T162" fmla="*/ 364 h 364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563" h="364">
                    <a:moveTo>
                      <a:pt x="175" y="0"/>
                    </a:moveTo>
                    <a:lnTo>
                      <a:pt x="148" y="5"/>
                    </a:lnTo>
                    <a:lnTo>
                      <a:pt x="132" y="8"/>
                    </a:lnTo>
                    <a:lnTo>
                      <a:pt x="119" y="10"/>
                    </a:lnTo>
                    <a:lnTo>
                      <a:pt x="108" y="16"/>
                    </a:lnTo>
                    <a:lnTo>
                      <a:pt x="94" y="21"/>
                    </a:lnTo>
                    <a:lnTo>
                      <a:pt x="81" y="29"/>
                    </a:lnTo>
                    <a:lnTo>
                      <a:pt x="70" y="37"/>
                    </a:lnTo>
                    <a:lnTo>
                      <a:pt x="59" y="48"/>
                    </a:lnTo>
                    <a:lnTo>
                      <a:pt x="46" y="61"/>
                    </a:lnTo>
                    <a:lnTo>
                      <a:pt x="35" y="75"/>
                    </a:lnTo>
                    <a:lnTo>
                      <a:pt x="24" y="91"/>
                    </a:lnTo>
                    <a:lnTo>
                      <a:pt x="14" y="104"/>
                    </a:lnTo>
                    <a:lnTo>
                      <a:pt x="8" y="120"/>
                    </a:lnTo>
                    <a:lnTo>
                      <a:pt x="3" y="128"/>
                    </a:lnTo>
                    <a:lnTo>
                      <a:pt x="3" y="136"/>
                    </a:lnTo>
                    <a:lnTo>
                      <a:pt x="0" y="142"/>
                    </a:lnTo>
                    <a:lnTo>
                      <a:pt x="0" y="150"/>
                    </a:lnTo>
                    <a:lnTo>
                      <a:pt x="0" y="158"/>
                    </a:lnTo>
                    <a:lnTo>
                      <a:pt x="0" y="166"/>
                    </a:lnTo>
                    <a:lnTo>
                      <a:pt x="3" y="182"/>
                    </a:lnTo>
                    <a:lnTo>
                      <a:pt x="8" y="195"/>
                    </a:lnTo>
                    <a:lnTo>
                      <a:pt x="16" y="212"/>
                    </a:lnTo>
                    <a:lnTo>
                      <a:pt x="27" y="228"/>
                    </a:lnTo>
                    <a:lnTo>
                      <a:pt x="35" y="244"/>
                    </a:lnTo>
                    <a:lnTo>
                      <a:pt x="49" y="257"/>
                    </a:lnTo>
                    <a:lnTo>
                      <a:pt x="59" y="271"/>
                    </a:lnTo>
                    <a:lnTo>
                      <a:pt x="70" y="284"/>
                    </a:lnTo>
                    <a:lnTo>
                      <a:pt x="81" y="295"/>
                    </a:lnTo>
                    <a:lnTo>
                      <a:pt x="92" y="305"/>
                    </a:lnTo>
                    <a:lnTo>
                      <a:pt x="103" y="319"/>
                    </a:lnTo>
                    <a:lnTo>
                      <a:pt x="111" y="321"/>
                    </a:lnTo>
                    <a:lnTo>
                      <a:pt x="119" y="327"/>
                    </a:lnTo>
                    <a:lnTo>
                      <a:pt x="127" y="332"/>
                    </a:lnTo>
                    <a:lnTo>
                      <a:pt x="135" y="335"/>
                    </a:lnTo>
                    <a:lnTo>
                      <a:pt x="146" y="340"/>
                    </a:lnTo>
                    <a:lnTo>
                      <a:pt x="156" y="343"/>
                    </a:lnTo>
                    <a:lnTo>
                      <a:pt x="170" y="346"/>
                    </a:lnTo>
                    <a:lnTo>
                      <a:pt x="183" y="348"/>
                    </a:lnTo>
                    <a:lnTo>
                      <a:pt x="191" y="348"/>
                    </a:lnTo>
                    <a:lnTo>
                      <a:pt x="199" y="351"/>
                    </a:lnTo>
                    <a:lnTo>
                      <a:pt x="218" y="354"/>
                    </a:lnTo>
                    <a:lnTo>
                      <a:pt x="240" y="356"/>
                    </a:lnTo>
                    <a:lnTo>
                      <a:pt x="261" y="356"/>
                    </a:lnTo>
                    <a:lnTo>
                      <a:pt x="285" y="359"/>
                    </a:lnTo>
                    <a:lnTo>
                      <a:pt x="310" y="362"/>
                    </a:lnTo>
                    <a:lnTo>
                      <a:pt x="334" y="362"/>
                    </a:lnTo>
                    <a:lnTo>
                      <a:pt x="361" y="364"/>
                    </a:lnTo>
                    <a:lnTo>
                      <a:pt x="385" y="364"/>
                    </a:lnTo>
                    <a:lnTo>
                      <a:pt x="409" y="362"/>
                    </a:lnTo>
                    <a:lnTo>
                      <a:pt x="433" y="362"/>
                    </a:lnTo>
                    <a:lnTo>
                      <a:pt x="458" y="359"/>
                    </a:lnTo>
                    <a:lnTo>
                      <a:pt x="477" y="354"/>
                    </a:lnTo>
                    <a:lnTo>
                      <a:pt x="495" y="348"/>
                    </a:lnTo>
                    <a:lnTo>
                      <a:pt x="503" y="346"/>
                    </a:lnTo>
                    <a:lnTo>
                      <a:pt x="511" y="340"/>
                    </a:lnTo>
                    <a:lnTo>
                      <a:pt x="520" y="338"/>
                    </a:lnTo>
                    <a:lnTo>
                      <a:pt x="525" y="332"/>
                    </a:lnTo>
                    <a:lnTo>
                      <a:pt x="530" y="327"/>
                    </a:lnTo>
                    <a:lnTo>
                      <a:pt x="536" y="321"/>
                    </a:lnTo>
                    <a:lnTo>
                      <a:pt x="544" y="308"/>
                    </a:lnTo>
                    <a:lnTo>
                      <a:pt x="549" y="295"/>
                    </a:lnTo>
                    <a:lnTo>
                      <a:pt x="555" y="276"/>
                    </a:lnTo>
                    <a:lnTo>
                      <a:pt x="557" y="257"/>
                    </a:lnTo>
                    <a:lnTo>
                      <a:pt x="560" y="238"/>
                    </a:lnTo>
                    <a:lnTo>
                      <a:pt x="563" y="217"/>
                    </a:lnTo>
                    <a:lnTo>
                      <a:pt x="563" y="195"/>
                    </a:lnTo>
                    <a:lnTo>
                      <a:pt x="563" y="174"/>
                    </a:lnTo>
                    <a:lnTo>
                      <a:pt x="560" y="155"/>
                    </a:lnTo>
                    <a:lnTo>
                      <a:pt x="557" y="134"/>
                    </a:lnTo>
                    <a:lnTo>
                      <a:pt x="557" y="115"/>
                    </a:lnTo>
                    <a:lnTo>
                      <a:pt x="555" y="96"/>
                    </a:lnTo>
                    <a:lnTo>
                      <a:pt x="552" y="80"/>
                    </a:lnTo>
                    <a:lnTo>
                      <a:pt x="549" y="67"/>
                    </a:lnTo>
                    <a:lnTo>
                      <a:pt x="546" y="61"/>
                    </a:lnTo>
                    <a:lnTo>
                      <a:pt x="546" y="56"/>
                    </a:lnTo>
                    <a:lnTo>
                      <a:pt x="544" y="48"/>
                    </a:lnTo>
                    <a:lnTo>
                      <a:pt x="541" y="40"/>
                    </a:lnTo>
                    <a:lnTo>
                      <a:pt x="538" y="32"/>
                    </a:lnTo>
                    <a:lnTo>
                      <a:pt x="536" y="29"/>
                    </a:lnTo>
                    <a:lnTo>
                      <a:pt x="533" y="24"/>
                    </a:lnTo>
                    <a:lnTo>
                      <a:pt x="528" y="21"/>
                    </a:lnTo>
                    <a:lnTo>
                      <a:pt x="522" y="18"/>
                    </a:lnTo>
                    <a:lnTo>
                      <a:pt x="520" y="18"/>
                    </a:lnTo>
                    <a:lnTo>
                      <a:pt x="506" y="16"/>
                    </a:lnTo>
                    <a:lnTo>
                      <a:pt x="495" y="16"/>
                    </a:lnTo>
                    <a:lnTo>
                      <a:pt x="479" y="16"/>
                    </a:lnTo>
                    <a:lnTo>
                      <a:pt x="466" y="16"/>
                    </a:lnTo>
                    <a:lnTo>
                      <a:pt x="458" y="16"/>
                    </a:lnTo>
                    <a:lnTo>
                      <a:pt x="450" y="13"/>
                    </a:lnTo>
                    <a:lnTo>
                      <a:pt x="431" y="13"/>
                    </a:lnTo>
                    <a:lnTo>
                      <a:pt x="409" y="13"/>
                    </a:lnTo>
                    <a:lnTo>
                      <a:pt x="388" y="13"/>
                    </a:lnTo>
                    <a:lnTo>
                      <a:pt x="364" y="16"/>
                    </a:lnTo>
                    <a:lnTo>
                      <a:pt x="342" y="16"/>
                    </a:lnTo>
                    <a:lnTo>
                      <a:pt x="320" y="16"/>
                    </a:lnTo>
                    <a:lnTo>
                      <a:pt x="302" y="16"/>
                    </a:lnTo>
                    <a:lnTo>
                      <a:pt x="283" y="13"/>
                    </a:lnTo>
                    <a:lnTo>
                      <a:pt x="264" y="13"/>
                    </a:lnTo>
                    <a:lnTo>
                      <a:pt x="248" y="8"/>
                    </a:lnTo>
                    <a:lnTo>
                      <a:pt x="229" y="5"/>
                    </a:lnTo>
                    <a:lnTo>
                      <a:pt x="213" y="2"/>
                    </a:lnTo>
                    <a:lnTo>
                      <a:pt x="199" y="0"/>
                    </a:lnTo>
                    <a:lnTo>
                      <a:pt x="186" y="0"/>
                    </a:lnTo>
                    <a:lnTo>
                      <a:pt x="181" y="0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39" name="Rectangle 10">
                <a:extLst>
                  <a:ext uri="{FF2B5EF4-FFF2-40B4-BE49-F238E27FC236}">
                    <a16:creationId xmlns:a16="http://schemas.microsoft.com/office/drawing/2014/main" id="{12E42E00-0E52-4F48-9E47-69FF57625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6086" y="1490773"/>
                <a:ext cx="222818" cy="4924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3200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</p:grpSp>
        <p:sp>
          <p:nvSpPr>
            <p:cNvPr id="251" name="Line 22">
              <a:extLst>
                <a:ext uri="{FF2B5EF4-FFF2-40B4-BE49-F238E27FC236}">
                  <a16:creationId xmlns:a16="http://schemas.microsoft.com/office/drawing/2014/main" id="{AA591A70-D865-DF48-A927-67C81D6901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7431" y="1734594"/>
              <a:ext cx="665163" cy="27622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2" name="Line 23">
              <a:extLst>
                <a:ext uri="{FF2B5EF4-FFF2-40B4-BE49-F238E27FC236}">
                  <a16:creationId xmlns:a16="http://schemas.microsoft.com/office/drawing/2014/main" id="{F6A31CA1-6D75-4F45-8F9E-E7EE6105F5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20293" y="2117182"/>
              <a:ext cx="669925" cy="56673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4" name="Line 25">
              <a:extLst>
                <a:ext uri="{FF2B5EF4-FFF2-40B4-BE49-F238E27FC236}">
                  <a16:creationId xmlns:a16="http://schemas.microsoft.com/office/drawing/2014/main" id="{804A668C-99C3-C34B-A510-DEAA2A5837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1581" y="1874294"/>
              <a:ext cx="290513" cy="234950"/>
            </a:xfrm>
            <a:prstGeom prst="line">
              <a:avLst/>
            </a:prstGeom>
            <a:noFill/>
            <a:ln w="555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5" name="Line 26">
              <a:extLst>
                <a:ext uri="{FF2B5EF4-FFF2-40B4-BE49-F238E27FC236}">
                  <a16:creationId xmlns:a16="http://schemas.microsoft.com/office/drawing/2014/main" id="{E1D1A110-7690-7041-9B8F-73E3BA5CD6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64705" y="2002882"/>
              <a:ext cx="1423" cy="538612"/>
            </a:xfrm>
            <a:prstGeom prst="line">
              <a:avLst/>
            </a:prstGeom>
            <a:noFill/>
            <a:ln w="555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6" name="Line 27">
              <a:extLst>
                <a:ext uri="{FF2B5EF4-FFF2-40B4-BE49-F238E27FC236}">
                  <a16:creationId xmlns:a16="http://schemas.microsoft.com/office/drawing/2014/main" id="{A9456C19-2E00-BC4E-AEB5-F981440BD8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6981" y="2428332"/>
              <a:ext cx="265113" cy="165100"/>
            </a:xfrm>
            <a:prstGeom prst="line">
              <a:avLst/>
            </a:prstGeom>
            <a:noFill/>
            <a:ln w="555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D6AEABC-D528-EA42-9F12-618E7DACB610}"/>
                </a:ext>
              </a:extLst>
            </p:cNvPr>
            <p:cNvCxnSpPr/>
            <p:nvPr/>
          </p:nvCxnSpPr>
          <p:spPr>
            <a:xfrm flipH="1">
              <a:off x="2407023" y="2232212"/>
              <a:ext cx="618565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Freeform 14">
              <a:extLst>
                <a:ext uri="{FF2B5EF4-FFF2-40B4-BE49-F238E27FC236}">
                  <a16:creationId xmlns:a16="http://schemas.microsoft.com/office/drawing/2014/main" id="{DFD5F628-1E9B-9047-B076-769DD7A8A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3756" y="2044157"/>
              <a:ext cx="346075" cy="341313"/>
            </a:xfrm>
            <a:custGeom>
              <a:avLst/>
              <a:gdLst>
                <a:gd name="T0" fmla="*/ 99 w 218"/>
                <a:gd name="T1" fmla="*/ 0 h 215"/>
                <a:gd name="T2" fmla="*/ 78 w 218"/>
                <a:gd name="T3" fmla="*/ 6 h 215"/>
                <a:gd name="T4" fmla="*/ 56 w 218"/>
                <a:gd name="T5" fmla="*/ 14 h 215"/>
                <a:gd name="T6" fmla="*/ 40 w 218"/>
                <a:gd name="T7" fmla="*/ 25 h 215"/>
                <a:gd name="T8" fmla="*/ 24 w 218"/>
                <a:gd name="T9" fmla="*/ 41 h 215"/>
                <a:gd name="T10" fmla="*/ 13 w 218"/>
                <a:gd name="T11" fmla="*/ 57 h 215"/>
                <a:gd name="T12" fmla="*/ 5 w 218"/>
                <a:gd name="T13" fmla="*/ 76 h 215"/>
                <a:gd name="T14" fmla="*/ 0 w 218"/>
                <a:gd name="T15" fmla="*/ 97 h 215"/>
                <a:gd name="T16" fmla="*/ 0 w 218"/>
                <a:gd name="T17" fmla="*/ 118 h 215"/>
                <a:gd name="T18" fmla="*/ 5 w 218"/>
                <a:gd name="T19" fmla="*/ 140 h 215"/>
                <a:gd name="T20" fmla="*/ 13 w 218"/>
                <a:gd name="T21" fmla="*/ 159 h 215"/>
                <a:gd name="T22" fmla="*/ 24 w 218"/>
                <a:gd name="T23" fmla="*/ 175 h 215"/>
                <a:gd name="T24" fmla="*/ 40 w 218"/>
                <a:gd name="T25" fmla="*/ 191 h 215"/>
                <a:gd name="T26" fmla="*/ 56 w 218"/>
                <a:gd name="T27" fmla="*/ 202 h 215"/>
                <a:gd name="T28" fmla="*/ 78 w 218"/>
                <a:gd name="T29" fmla="*/ 210 h 215"/>
                <a:gd name="T30" fmla="*/ 99 w 218"/>
                <a:gd name="T31" fmla="*/ 215 h 215"/>
                <a:gd name="T32" fmla="*/ 121 w 218"/>
                <a:gd name="T33" fmla="*/ 215 h 215"/>
                <a:gd name="T34" fmla="*/ 142 w 218"/>
                <a:gd name="T35" fmla="*/ 210 h 215"/>
                <a:gd name="T36" fmla="*/ 161 w 218"/>
                <a:gd name="T37" fmla="*/ 202 h 215"/>
                <a:gd name="T38" fmla="*/ 177 w 218"/>
                <a:gd name="T39" fmla="*/ 191 h 215"/>
                <a:gd name="T40" fmla="*/ 193 w 218"/>
                <a:gd name="T41" fmla="*/ 175 h 215"/>
                <a:gd name="T42" fmla="*/ 204 w 218"/>
                <a:gd name="T43" fmla="*/ 159 h 215"/>
                <a:gd name="T44" fmla="*/ 212 w 218"/>
                <a:gd name="T45" fmla="*/ 140 h 215"/>
                <a:gd name="T46" fmla="*/ 218 w 218"/>
                <a:gd name="T47" fmla="*/ 118 h 215"/>
                <a:gd name="T48" fmla="*/ 218 w 218"/>
                <a:gd name="T49" fmla="*/ 97 h 215"/>
                <a:gd name="T50" fmla="*/ 212 w 218"/>
                <a:gd name="T51" fmla="*/ 76 h 215"/>
                <a:gd name="T52" fmla="*/ 204 w 218"/>
                <a:gd name="T53" fmla="*/ 57 h 215"/>
                <a:gd name="T54" fmla="*/ 193 w 218"/>
                <a:gd name="T55" fmla="*/ 41 h 215"/>
                <a:gd name="T56" fmla="*/ 177 w 218"/>
                <a:gd name="T57" fmla="*/ 25 h 215"/>
                <a:gd name="T58" fmla="*/ 161 w 218"/>
                <a:gd name="T59" fmla="*/ 14 h 215"/>
                <a:gd name="T60" fmla="*/ 142 w 218"/>
                <a:gd name="T61" fmla="*/ 6 h 215"/>
                <a:gd name="T62" fmla="*/ 121 w 218"/>
                <a:gd name="T63" fmla="*/ 0 h 21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5"/>
                <a:gd name="T98" fmla="*/ 218 w 218"/>
                <a:gd name="T99" fmla="*/ 215 h 21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5">
                  <a:moveTo>
                    <a:pt x="110" y="0"/>
                  </a:moveTo>
                  <a:lnTo>
                    <a:pt x="99" y="0"/>
                  </a:lnTo>
                  <a:lnTo>
                    <a:pt x="88" y="3"/>
                  </a:lnTo>
                  <a:lnTo>
                    <a:pt x="78" y="6"/>
                  </a:lnTo>
                  <a:lnTo>
                    <a:pt x="67" y="9"/>
                  </a:lnTo>
                  <a:lnTo>
                    <a:pt x="56" y="14"/>
                  </a:lnTo>
                  <a:lnTo>
                    <a:pt x="48" y="19"/>
                  </a:lnTo>
                  <a:lnTo>
                    <a:pt x="40" y="25"/>
                  </a:lnTo>
                  <a:lnTo>
                    <a:pt x="32" y="33"/>
                  </a:lnTo>
                  <a:lnTo>
                    <a:pt x="24" y="41"/>
                  </a:lnTo>
                  <a:lnTo>
                    <a:pt x="18" y="49"/>
                  </a:lnTo>
                  <a:lnTo>
                    <a:pt x="13" y="57"/>
                  </a:lnTo>
                  <a:lnTo>
                    <a:pt x="8" y="65"/>
                  </a:lnTo>
                  <a:lnTo>
                    <a:pt x="5" y="76"/>
                  </a:lnTo>
                  <a:lnTo>
                    <a:pt x="2" y="86"/>
                  </a:lnTo>
                  <a:lnTo>
                    <a:pt x="0" y="97"/>
                  </a:lnTo>
                  <a:lnTo>
                    <a:pt x="0" y="108"/>
                  </a:lnTo>
                  <a:lnTo>
                    <a:pt x="0" y="118"/>
                  </a:lnTo>
                  <a:lnTo>
                    <a:pt x="2" y="129"/>
                  </a:lnTo>
                  <a:lnTo>
                    <a:pt x="5" y="140"/>
                  </a:lnTo>
                  <a:lnTo>
                    <a:pt x="8" y="151"/>
                  </a:lnTo>
                  <a:lnTo>
                    <a:pt x="13" y="159"/>
                  </a:lnTo>
                  <a:lnTo>
                    <a:pt x="18" y="167"/>
                  </a:lnTo>
                  <a:lnTo>
                    <a:pt x="24" y="175"/>
                  </a:lnTo>
                  <a:lnTo>
                    <a:pt x="32" y="183"/>
                  </a:lnTo>
                  <a:lnTo>
                    <a:pt x="40" y="191"/>
                  </a:lnTo>
                  <a:lnTo>
                    <a:pt x="48" y="196"/>
                  </a:lnTo>
                  <a:lnTo>
                    <a:pt x="56" y="202"/>
                  </a:lnTo>
                  <a:lnTo>
                    <a:pt x="67" y="207"/>
                  </a:lnTo>
                  <a:lnTo>
                    <a:pt x="78" y="210"/>
                  </a:lnTo>
                  <a:lnTo>
                    <a:pt x="88" y="212"/>
                  </a:lnTo>
                  <a:lnTo>
                    <a:pt x="99" y="215"/>
                  </a:lnTo>
                  <a:lnTo>
                    <a:pt x="110" y="215"/>
                  </a:lnTo>
                  <a:lnTo>
                    <a:pt x="121" y="215"/>
                  </a:lnTo>
                  <a:lnTo>
                    <a:pt x="131" y="212"/>
                  </a:lnTo>
                  <a:lnTo>
                    <a:pt x="142" y="210"/>
                  </a:lnTo>
                  <a:lnTo>
                    <a:pt x="153" y="207"/>
                  </a:lnTo>
                  <a:lnTo>
                    <a:pt x="161" y="202"/>
                  </a:lnTo>
                  <a:lnTo>
                    <a:pt x="169" y="196"/>
                  </a:lnTo>
                  <a:lnTo>
                    <a:pt x="177" y="191"/>
                  </a:lnTo>
                  <a:lnTo>
                    <a:pt x="185" y="183"/>
                  </a:lnTo>
                  <a:lnTo>
                    <a:pt x="193" y="175"/>
                  </a:lnTo>
                  <a:lnTo>
                    <a:pt x="199" y="167"/>
                  </a:lnTo>
                  <a:lnTo>
                    <a:pt x="204" y="159"/>
                  </a:lnTo>
                  <a:lnTo>
                    <a:pt x="209" y="151"/>
                  </a:lnTo>
                  <a:lnTo>
                    <a:pt x="212" y="140"/>
                  </a:lnTo>
                  <a:lnTo>
                    <a:pt x="215" y="129"/>
                  </a:lnTo>
                  <a:lnTo>
                    <a:pt x="218" y="118"/>
                  </a:lnTo>
                  <a:lnTo>
                    <a:pt x="218" y="108"/>
                  </a:lnTo>
                  <a:lnTo>
                    <a:pt x="218" y="97"/>
                  </a:lnTo>
                  <a:lnTo>
                    <a:pt x="215" y="86"/>
                  </a:lnTo>
                  <a:lnTo>
                    <a:pt x="212" y="76"/>
                  </a:lnTo>
                  <a:lnTo>
                    <a:pt x="209" y="65"/>
                  </a:lnTo>
                  <a:lnTo>
                    <a:pt x="204" y="57"/>
                  </a:lnTo>
                  <a:lnTo>
                    <a:pt x="199" y="49"/>
                  </a:lnTo>
                  <a:lnTo>
                    <a:pt x="193" y="41"/>
                  </a:lnTo>
                  <a:lnTo>
                    <a:pt x="185" y="33"/>
                  </a:lnTo>
                  <a:lnTo>
                    <a:pt x="177" y="25"/>
                  </a:lnTo>
                  <a:lnTo>
                    <a:pt x="169" y="19"/>
                  </a:lnTo>
                  <a:lnTo>
                    <a:pt x="161" y="14"/>
                  </a:lnTo>
                  <a:lnTo>
                    <a:pt x="153" y="9"/>
                  </a:lnTo>
                  <a:lnTo>
                    <a:pt x="142" y="6"/>
                  </a:lnTo>
                  <a:lnTo>
                    <a:pt x="131" y="3"/>
                  </a:lnTo>
                  <a:lnTo>
                    <a:pt x="121" y="0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4" name="Rectangle 15">
              <a:extLst>
                <a:ext uri="{FF2B5EF4-FFF2-40B4-BE49-F238E27FC236}">
                  <a16:creationId xmlns:a16="http://schemas.microsoft.com/office/drawing/2014/main" id="{C1F5C79B-2FE7-554C-A52F-9036F9664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237" y="2009324"/>
              <a:ext cx="2292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w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5" name="Rectangle 16">
              <a:extLst>
                <a:ext uri="{FF2B5EF4-FFF2-40B4-BE49-F238E27FC236}">
                  <a16:creationId xmlns:a16="http://schemas.microsoft.com/office/drawing/2014/main" id="{99072FE5-38EC-F64C-B60E-F3D505CCE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9981" y="2083844"/>
              <a:ext cx="49213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</a:rPr>
                <a:t> </a:t>
              </a:r>
              <a:endParaRPr lang="en-US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44E66DA-DCC6-7F44-AC06-FAE5FC3E60BF}"/>
                </a:ext>
              </a:extLst>
            </p:cNvPr>
            <p:cNvGrpSpPr/>
            <p:nvPr/>
          </p:nvGrpSpPr>
          <p:grpSpPr>
            <a:xfrm>
              <a:off x="2950206" y="1990648"/>
              <a:ext cx="892175" cy="579438"/>
              <a:chOff x="2950206" y="1990648"/>
              <a:chExt cx="892175" cy="579438"/>
            </a:xfrm>
          </p:grpSpPr>
          <p:sp>
            <p:nvSpPr>
              <p:cNvPr id="237" name="Freeform 8">
                <a:extLst>
                  <a:ext uri="{FF2B5EF4-FFF2-40B4-BE49-F238E27FC236}">
                    <a16:creationId xmlns:a16="http://schemas.microsoft.com/office/drawing/2014/main" id="{FDB92971-5732-AB45-AC0C-7FEBEABF41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0206" y="1990648"/>
                <a:ext cx="892175" cy="579438"/>
              </a:xfrm>
              <a:custGeom>
                <a:avLst/>
                <a:gdLst>
                  <a:gd name="T0" fmla="*/ 148 w 562"/>
                  <a:gd name="T1" fmla="*/ 5 h 365"/>
                  <a:gd name="T2" fmla="*/ 121 w 562"/>
                  <a:gd name="T3" fmla="*/ 11 h 365"/>
                  <a:gd name="T4" fmla="*/ 94 w 562"/>
                  <a:gd name="T5" fmla="*/ 21 h 365"/>
                  <a:gd name="T6" fmla="*/ 70 w 562"/>
                  <a:gd name="T7" fmla="*/ 37 h 365"/>
                  <a:gd name="T8" fmla="*/ 46 w 562"/>
                  <a:gd name="T9" fmla="*/ 62 h 365"/>
                  <a:gd name="T10" fmla="*/ 24 w 562"/>
                  <a:gd name="T11" fmla="*/ 91 h 365"/>
                  <a:gd name="T12" fmla="*/ 8 w 562"/>
                  <a:gd name="T13" fmla="*/ 121 h 365"/>
                  <a:gd name="T14" fmla="*/ 3 w 562"/>
                  <a:gd name="T15" fmla="*/ 137 h 365"/>
                  <a:gd name="T16" fmla="*/ 0 w 562"/>
                  <a:gd name="T17" fmla="*/ 150 h 365"/>
                  <a:gd name="T18" fmla="*/ 0 w 562"/>
                  <a:gd name="T19" fmla="*/ 166 h 365"/>
                  <a:gd name="T20" fmla="*/ 3 w 562"/>
                  <a:gd name="T21" fmla="*/ 182 h 365"/>
                  <a:gd name="T22" fmla="*/ 19 w 562"/>
                  <a:gd name="T23" fmla="*/ 212 h 365"/>
                  <a:gd name="T24" fmla="*/ 38 w 562"/>
                  <a:gd name="T25" fmla="*/ 244 h 365"/>
                  <a:gd name="T26" fmla="*/ 59 w 562"/>
                  <a:gd name="T27" fmla="*/ 271 h 365"/>
                  <a:gd name="T28" fmla="*/ 81 w 562"/>
                  <a:gd name="T29" fmla="*/ 295 h 365"/>
                  <a:gd name="T30" fmla="*/ 105 w 562"/>
                  <a:gd name="T31" fmla="*/ 319 h 365"/>
                  <a:gd name="T32" fmla="*/ 119 w 562"/>
                  <a:gd name="T33" fmla="*/ 327 h 365"/>
                  <a:gd name="T34" fmla="*/ 137 w 562"/>
                  <a:gd name="T35" fmla="*/ 335 h 365"/>
                  <a:gd name="T36" fmla="*/ 156 w 562"/>
                  <a:gd name="T37" fmla="*/ 343 h 365"/>
                  <a:gd name="T38" fmla="*/ 183 w 562"/>
                  <a:gd name="T39" fmla="*/ 349 h 365"/>
                  <a:gd name="T40" fmla="*/ 199 w 562"/>
                  <a:gd name="T41" fmla="*/ 351 h 365"/>
                  <a:gd name="T42" fmla="*/ 240 w 562"/>
                  <a:gd name="T43" fmla="*/ 357 h 365"/>
                  <a:gd name="T44" fmla="*/ 285 w 562"/>
                  <a:gd name="T45" fmla="*/ 359 h 365"/>
                  <a:gd name="T46" fmla="*/ 334 w 562"/>
                  <a:gd name="T47" fmla="*/ 362 h 365"/>
                  <a:gd name="T48" fmla="*/ 385 w 562"/>
                  <a:gd name="T49" fmla="*/ 365 h 365"/>
                  <a:gd name="T50" fmla="*/ 433 w 562"/>
                  <a:gd name="T51" fmla="*/ 362 h 365"/>
                  <a:gd name="T52" fmla="*/ 476 w 562"/>
                  <a:gd name="T53" fmla="*/ 354 h 365"/>
                  <a:gd name="T54" fmla="*/ 503 w 562"/>
                  <a:gd name="T55" fmla="*/ 346 h 365"/>
                  <a:gd name="T56" fmla="*/ 519 w 562"/>
                  <a:gd name="T57" fmla="*/ 338 h 365"/>
                  <a:gd name="T58" fmla="*/ 530 w 562"/>
                  <a:gd name="T59" fmla="*/ 327 h 365"/>
                  <a:gd name="T60" fmla="*/ 544 w 562"/>
                  <a:gd name="T61" fmla="*/ 308 h 365"/>
                  <a:gd name="T62" fmla="*/ 554 w 562"/>
                  <a:gd name="T63" fmla="*/ 276 h 365"/>
                  <a:gd name="T64" fmla="*/ 560 w 562"/>
                  <a:gd name="T65" fmla="*/ 239 h 365"/>
                  <a:gd name="T66" fmla="*/ 562 w 562"/>
                  <a:gd name="T67" fmla="*/ 196 h 365"/>
                  <a:gd name="T68" fmla="*/ 560 w 562"/>
                  <a:gd name="T69" fmla="*/ 155 h 365"/>
                  <a:gd name="T70" fmla="*/ 557 w 562"/>
                  <a:gd name="T71" fmla="*/ 115 h 365"/>
                  <a:gd name="T72" fmla="*/ 552 w 562"/>
                  <a:gd name="T73" fmla="*/ 80 h 365"/>
                  <a:gd name="T74" fmla="*/ 549 w 562"/>
                  <a:gd name="T75" fmla="*/ 62 h 365"/>
                  <a:gd name="T76" fmla="*/ 546 w 562"/>
                  <a:gd name="T77" fmla="*/ 48 h 365"/>
                  <a:gd name="T78" fmla="*/ 541 w 562"/>
                  <a:gd name="T79" fmla="*/ 32 h 365"/>
                  <a:gd name="T80" fmla="*/ 533 w 562"/>
                  <a:gd name="T81" fmla="*/ 24 h 365"/>
                  <a:gd name="T82" fmla="*/ 525 w 562"/>
                  <a:gd name="T83" fmla="*/ 19 h 365"/>
                  <a:gd name="T84" fmla="*/ 509 w 562"/>
                  <a:gd name="T85" fmla="*/ 16 h 365"/>
                  <a:gd name="T86" fmla="*/ 482 w 562"/>
                  <a:gd name="T87" fmla="*/ 16 h 365"/>
                  <a:gd name="T88" fmla="*/ 458 w 562"/>
                  <a:gd name="T89" fmla="*/ 16 h 365"/>
                  <a:gd name="T90" fmla="*/ 431 w 562"/>
                  <a:gd name="T91" fmla="*/ 13 h 365"/>
                  <a:gd name="T92" fmla="*/ 388 w 562"/>
                  <a:gd name="T93" fmla="*/ 13 h 365"/>
                  <a:gd name="T94" fmla="*/ 342 w 562"/>
                  <a:gd name="T95" fmla="*/ 16 h 365"/>
                  <a:gd name="T96" fmla="*/ 301 w 562"/>
                  <a:gd name="T97" fmla="*/ 16 h 365"/>
                  <a:gd name="T98" fmla="*/ 264 w 562"/>
                  <a:gd name="T99" fmla="*/ 13 h 365"/>
                  <a:gd name="T100" fmla="*/ 229 w 562"/>
                  <a:gd name="T101" fmla="*/ 5 h 365"/>
                  <a:gd name="T102" fmla="*/ 199 w 562"/>
                  <a:gd name="T103" fmla="*/ 0 h 365"/>
                  <a:gd name="T104" fmla="*/ 183 w 562"/>
                  <a:gd name="T105" fmla="*/ 0 h 365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562"/>
                  <a:gd name="T160" fmla="*/ 0 h 365"/>
                  <a:gd name="T161" fmla="*/ 562 w 562"/>
                  <a:gd name="T162" fmla="*/ 365 h 365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562" h="365">
                    <a:moveTo>
                      <a:pt x="178" y="0"/>
                    </a:moveTo>
                    <a:lnTo>
                      <a:pt x="148" y="5"/>
                    </a:lnTo>
                    <a:lnTo>
                      <a:pt x="135" y="8"/>
                    </a:lnTo>
                    <a:lnTo>
                      <a:pt x="121" y="11"/>
                    </a:lnTo>
                    <a:lnTo>
                      <a:pt x="108" y="16"/>
                    </a:lnTo>
                    <a:lnTo>
                      <a:pt x="94" y="21"/>
                    </a:lnTo>
                    <a:lnTo>
                      <a:pt x="81" y="29"/>
                    </a:lnTo>
                    <a:lnTo>
                      <a:pt x="70" y="37"/>
                    </a:lnTo>
                    <a:lnTo>
                      <a:pt x="59" y="48"/>
                    </a:lnTo>
                    <a:lnTo>
                      <a:pt x="46" y="62"/>
                    </a:lnTo>
                    <a:lnTo>
                      <a:pt x="35" y="75"/>
                    </a:lnTo>
                    <a:lnTo>
                      <a:pt x="24" y="91"/>
                    </a:lnTo>
                    <a:lnTo>
                      <a:pt x="16" y="104"/>
                    </a:lnTo>
                    <a:lnTo>
                      <a:pt x="8" y="121"/>
                    </a:lnTo>
                    <a:lnTo>
                      <a:pt x="6" y="129"/>
                    </a:lnTo>
                    <a:lnTo>
                      <a:pt x="3" y="137"/>
                    </a:lnTo>
                    <a:lnTo>
                      <a:pt x="0" y="142"/>
                    </a:lnTo>
                    <a:lnTo>
                      <a:pt x="0" y="150"/>
                    </a:lnTo>
                    <a:lnTo>
                      <a:pt x="0" y="158"/>
                    </a:lnTo>
                    <a:lnTo>
                      <a:pt x="0" y="166"/>
                    </a:lnTo>
                    <a:lnTo>
                      <a:pt x="3" y="174"/>
                    </a:lnTo>
                    <a:lnTo>
                      <a:pt x="3" y="182"/>
                    </a:lnTo>
                    <a:lnTo>
                      <a:pt x="11" y="196"/>
                    </a:lnTo>
                    <a:lnTo>
                      <a:pt x="19" y="212"/>
                    </a:lnTo>
                    <a:lnTo>
                      <a:pt x="27" y="228"/>
                    </a:lnTo>
                    <a:lnTo>
                      <a:pt x="38" y="244"/>
                    </a:lnTo>
                    <a:lnTo>
                      <a:pt x="49" y="257"/>
                    </a:lnTo>
                    <a:lnTo>
                      <a:pt x="59" y="271"/>
                    </a:lnTo>
                    <a:lnTo>
                      <a:pt x="70" y="284"/>
                    </a:lnTo>
                    <a:lnTo>
                      <a:pt x="81" y="295"/>
                    </a:lnTo>
                    <a:lnTo>
                      <a:pt x="92" y="306"/>
                    </a:lnTo>
                    <a:lnTo>
                      <a:pt x="105" y="319"/>
                    </a:lnTo>
                    <a:lnTo>
                      <a:pt x="110" y="322"/>
                    </a:lnTo>
                    <a:lnTo>
                      <a:pt x="119" y="327"/>
                    </a:lnTo>
                    <a:lnTo>
                      <a:pt x="127" y="332"/>
                    </a:lnTo>
                    <a:lnTo>
                      <a:pt x="137" y="335"/>
                    </a:lnTo>
                    <a:lnTo>
                      <a:pt x="145" y="340"/>
                    </a:lnTo>
                    <a:lnTo>
                      <a:pt x="156" y="343"/>
                    </a:lnTo>
                    <a:lnTo>
                      <a:pt x="170" y="346"/>
                    </a:lnTo>
                    <a:lnTo>
                      <a:pt x="183" y="349"/>
                    </a:lnTo>
                    <a:lnTo>
                      <a:pt x="191" y="349"/>
                    </a:lnTo>
                    <a:lnTo>
                      <a:pt x="199" y="351"/>
                    </a:lnTo>
                    <a:lnTo>
                      <a:pt x="218" y="354"/>
                    </a:lnTo>
                    <a:lnTo>
                      <a:pt x="240" y="357"/>
                    </a:lnTo>
                    <a:lnTo>
                      <a:pt x="261" y="357"/>
                    </a:lnTo>
                    <a:lnTo>
                      <a:pt x="285" y="359"/>
                    </a:lnTo>
                    <a:lnTo>
                      <a:pt x="310" y="362"/>
                    </a:lnTo>
                    <a:lnTo>
                      <a:pt x="334" y="362"/>
                    </a:lnTo>
                    <a:lnTo>
                      <a:pt x="361" y="365"/>
                    </a:lnTo>
                    <a:lnTo>
                      <a:pt x="385" y="365"/>
                    </a:lnTo>
                    <a:lnTo>
                      <a:pt x="409" y="362"/>
                    </a:lnTo>
                    <a:lnTo>
                      <a:pt x="433" y="362"/>
                    </a:lnTo>
                    <a:lnTo>
                      <a:pt x="458" y="359"/>
                    </a:lnTo>
                    <a:lnTo>
                      <a:pt x="476" y="354"/>
                    </a:lnTo>
                    <a:lnTo>
                      <a:pt x="495" y="349"/>
                    </a:lnTo>
                    <a:lnTo>
                      <a:pt x="503" y="346"/>
                    </a:lnTo>
                    <a:lnTo>
                      <a:pt x="511" y="340"/>
                    </a:lnTo>
                    <a:lnTo>
                      <a:pt x="519" y="338"/>
                    </a:lnTo>
                    <a:lnTo>
                      <a:pt x="525" y="332"/>
                    </a:lnTo>
                    <a:lnTo>
                      <a:pt x="530" y="327"/>
                    </a:lnTo>
                    <a:lnTo>
                      <a:pt x="536" y="322"/>
                    </a:lnTo>
                    <a:lnTo>
                      <a:pt x="544" y="308"/>
                    </a:lnTo>
                    <a:lnTo>
                      <a:pt x="549" y="295"/>
                    </a:lnTo>
                    <a:lnTo>
                      <a:pt x="554" y="276"/>
                    </a:lnTo>
                    <a:lnTo>
                      <a:pt x="557" y="257"/>
                    </a:lnTo>
                    <a:lnTo>
                      <a:pt x="560" y="239"/>
                    </a:lnTo>
                    <a:lnTo>
                      <a:pt x="562" y="217"/>
                    </a:lnTo>
                    <a:lnTo>
                      <a:pt x="562" y="196"/>
                    </a:lnTo>
                    <a:lnTo>
                      <a:pt x="562" y="174"/>
                    </a:lnTo>
                    <a:lnTo>
                      <a:pt x="560" y="155"/>
                    </a:lnTo>
                    <a:lnTo>
                      <a:pt x="560" y="134"/>
                    </a:lnTo>
                    <a:lnTo>
                      <a:pt x="557" y="115"/>
                    </a:lnTo>
                    <a:lnTo>
                      <a:pt x="554" y="96"/>
                    </a:lnTo>
                    <a:lnTo>
                      <a:pt x="552" y="80"/>
                    </a:lnTo>
                    <a:lnTo>
                      <a:pt x="552" y="67"/>
                    </a:lnTo>
                    <a:lnTo>
                      <a:pt x="549" y="62"/>
                    </a:lnTo>
                    <a:lnTo>
                      <a:pt x="549" y="56"/>
                    </a:lnTo>
                    <a:lnTo>
                      <a:pt x="546" y="48"/>
                    </a:lnTo>
                    <a:lnTo>
                      <a:pt x="544" y="40"/>
                    </a:lnTo>
                    <a:lnTo>
                      <a:pt x="541" y="32"/>
                    </a:lnTo>
                    <a:lnTo>
                      <a:pt x="538" y="29"/>
                    </a:lnTo>
                    <a:lnTo>
                      <a:pt x="533" y="24"/>
                    </a:lnTo>
                    <a:lnTo>
                      <a:pt x="530" y="21"/>
                    </a:lnTo>
                    <a:lnTo>
                      <a:pt x="525" y="19"/>
                    </a:lnTo>
                    <a:lnTo>
                      <a:pt x="519" y="19"/>
                    </a:lnTo>
                    <a:lnTo>
                      <a:pt x="509" y="16"/>
                    </a:lnTo>
                    <a:lnTo>
                      <a:pt x="495" y="16"/>
                    </a:lnTo>
                    <a:lnTo>
                      <a:pt x="482" y="16"/>
                    </a:lnTo>
                    <a:lnTo>
                      <a:pt x="466" y="16"/>
                    </a:lnTo>
                    <a:lnTo>
                      <a:pt x="458" y="16"/>
                    </a:lnTo>
                    <a:lnTo>
                      <a:pt x="449" y="13"/>
                    </a:lnTo>
                    <a:lnTo>
                      <a:pt x="431" y="13"/>
                    </a:lnTo>
                    <a:lnTo>
                      <a:pt x="409" y="13"/>
                    </a:lnTo>
                    <a:lnTo>
                      <a:pt x="388" y="13"/>
                    </a:lnTo>
                    <a:lnTo>
                      <a:pt x="363" y="16"/>
                    </a:lnTo>
                    <a:lnTo>
                      <a:pt x="342" y="16"/>
                    </a:lnTo>
                    <a:lnTo>
                      <a:pt x="320" y="16"/>
                    </a:lnTo>
                    <a:lnTo>
                      <a:pt x="301" y="16"/>
                    </a:lnTo>
                    <a:lnTo>
                      <a:pt x="283" y="13"/>
                    </a:lnTo>
                    <a:lnTo>
                      <a:pt x="264" y="13"/>
                    </a:lnTo>
                    <a:lnTo>
                      <a:pt x="248" y="8"/>
                    </a:lnTo>
                    <a:lnTo>
                      <a:pt x="229" y="5"/>
                    </a:lnTo>
                    <a:lnTo>
                      <a:pt x="213" y="3"/>
                    </a:lnTo>
                    <a:lnTo>
                      <a:pt x="199" y="0"/>
                    </a:lnTo>
                    <a:lnTo>
                      <a:pt x="188" y="0"/>
                    </a:lnTo>
                    <a:lnTo>
                      <a:pt x="183" y="0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38" name="Rectangle 9">
                <a:extLst>
                  <a:ext uri="{FF2B5EF4-FFF2-40B4-BE49-F238E27FC236}">
                    <a16:creationId xmlns:a16="http://schemas.microsoft.com/office/drawing/2014/main" id="{1EB1CCD9-1976-AB44-A2DC-E6F2E6A85D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314700" y="2056297"/>
                <a:ext cx="333025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sz="2800" b="1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</p:grp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E2BBCBDF-DF9E-124A-9B86-A7AD76416AA3}"/>
                </a:ext>
              </a:extLst>
            </p:cNvPr>
            <p:cNvCxnSpPr/>
            <p:nvPr/>
          </p:nvCxnSpPr>
          <p:spPr>
            <a:xfrm flipH="1">
              <a:off x="4921623" y="2841812"/>
              <a:ext cx="618565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8" name="Freeform 19">
              <a:extLst>
                <a:ext uri="{FF2B5EF4-FFF2-40B4-BE49-F238E27FC236}">
                  <a16:creationId xmlns:a16="http://schemas.microsoft.com/office/drawing/2014/main" id="{723A073B-FC90-9C4B-AFAC-D8CF166CB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3279" y="2665056"/>
              <a:ext cx="346075" cy="336550"/>
            </a:xfrm>
            <a:custGeom>
              <a:avLst/>
              <a:gdLst>
                <a:gd name="T0" fmla="*/ 97 w 218"/>
                <a:gd name="T1" fmla="*/ 0 h 212"/>
                <a:gd name="T2" fmla="*/ 75 w 218"/>
                <a:gd name="T3" fmla="*/ 6 h 212"/>
                <a:gd name="T4" fmla="*/ 56 w 218"/>
                <a:gd name="T5" fmla="*/ 14 h 212"/>
                <a:gd name="T6" fmla="*/ 40 w 218"/>
                <a:gd name="T7" fmla="*/ 24 h 212"/>
                <a:gd name="T8" fmla="*/ 24 w 218"/>
                <a:gd name="T9" fmla="*/ 38 h 212"/>
                <a:gd name="T10" fmla="*/ 13 w 218"/>
                <a:gd name="T11" fmla="*/ 54 h 212"/>
                <a:gd name="T12" fmla="*/ 5 w 218"/>
                <a:gd name="T13" fmla="*/ 73 h 212"/>
                <a:gd name="T14" fmla="*/ 0 w 218"/>
                <a:gd name="T15" fmla="*/ 94 h 212"/>
                <a:gd name="T16" fmla="*/ 0 w 218"/>
                <a:gd name="T17" fmla="*/ 116 h 212"/>
                <a:gd name="T18" fmla="*/ 5 w 218"/>
                <a:gd name="T19" fmla="*/ 137 h 212"/>
                <a:gd name="T20" fmla="*/ 13 w 218"/>
                <a:gd name="T21" fmla="*/ 156 h 212"/>
                <a:gd name="T22" fmla="*/ 24 w 218"/>
                <a:gd name="T23" fmla="*/ 172 h 212"/>
                <a:gd name="T24" fmla="*/ 40 w 218"/>
                <a:gd name="T25" fmla="*/ 188 h 212"/>
                <a:gd name="T26" fmla="*/ 56 w 218"/>
                <a:gd name="T27" fmla="*/ 199 h 212"/>
                <a:gd name="T28" fmla="*/ 75 w 218"/>
                <a:gd name="T29" fmla="*/ 207 h 212"/>
                <a:gd name="T30" fmla="*/ 97 w 218"/>
                <a:gd name="T31" fmla="*/ 212 h 212"/>
                <a:gd name="T32" fmla="*/ 118 w 218"/>
                <a:gd name="T33" fmla="*/ 212 h 212"/>
                <a:gd name="T34" fmla="*/ 140 w 218"/>
                <a:gd name="T35" fmla="*/ 207 h 212"/>
                <a:gd name="T36" fmla="*/ 161 w 218"/>
                <a:gd name="T37" fmla="*/ 199 h 212"/>
                <a:gd name="T38" fmla="*/ 178 w 218"/>
                <a:gd name="T39" fmla="*/ 188 h 212"/>
                <a:gd name="T40" fmla="*/ 194 w 218"/>
                <a:gd name="T41" fmla="*/ 172 h 212"/>
                <a:gd name="T42" fmla="*/ 204 w 218"/>
                <a:gd name="T43" fmla="*/ 156 h 212"/>
                <a:gd name="T44" fmla="*/ 213 w 218"/>
                <a:gd name="T45" fmla="*/ 137 h 212"/>
                <a:gd name="T46" fmla="*/ 218 w 218"/>
                <a:gd name="T47" fmla="*/ 116 h 212"/>
                <a:gd name="T48" fmla="*/ 218 w 218"/>
                <a:gd name="T49" fmla="*/ 94 h 212"/>
                <a:gd name="T50" fmla="*/ 213 w 218"/>
                <a:gd name="T51" fmla="*/ 73 h 212"/>
                <a:gd name="T52" fmla="*/ 204 w 218"/>
                <a:gd name="T53" fmla="*/ 54 h 212"/>
                <a:gd name="T54" fmla="*/ 194 w 218"/>
                <a:gd name="T55" fmla="*/ 38 h 212"/>
                <a:gd name="T56" fmla="*/ 178 w 218"/>
                <a:gd name="T57" fmla="*/ 24 h 212"/>
                <a:gd name="T58" fmla="*/ 161 w 218"/>
                <a:gd name="T59" fmla="*/ 14 h 212"/>
                <a:gd name="T60" fmla="*/ 140 w 218"/>
                <a:gd name="T61" fmla="*/ 6 h 212"/>
                <a:gd name="T62" fmla="*/ 118 w 218"/>
                <a:gd name="T63" fmla="*/ 0 h 2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2"/>
                <a:gd name="T98" fmla="*/ 218 w 218"/>
                <a:gd name="T99" fmla="*/ 212 h 2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2">
                  <a:moveTo>
                    <a:pt x="108" y="0"/>
                  </a:moveTo>
                  <a:lnTo>
                    <a:pt x="97" y="0"/>
                  </a:lnTo>
                  <a:lnTo>
                    <a:pt x="86" y="3"/>
                  </a:lnTo>
                  <a:lnTo>
                    <a:pt x="75" y="6"/>
                  </a:lnTo>
                  <a:lnTo>
                    <a:pt x="65" y="8"/>
                  </a:lnTo>
                  <a:lnTo>
                    <a:pt x="56" y="14"/>
                  </a:lnTo>
                  <a:lnTo>
                    <a:pt x="48" y="19"/>
                  </a:lnTo>
                  <a:lnTo>
                    <a:pt x="40" y="24"/>
                  </a:lnTo>
                  <a:lnTo>
                    <a:pt x="32" y="30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3" y="54"/>
                  </a:lnTo>
                  <a:lnTo>
                    <a:pt x="8" y="65"/>
                  </a:lnTo>
                  <a:lnTo>
                    <a:pt x="5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5" y="137"/>
                  </a:lnTo>
                  <a:lnTo>
                    <a:pt x="8" y="148"/>
                  </a:lnTo>
                  <a:lnTo>
                    <a:pt x="13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2" y="180"/>
                  </a:lnTo>
                  <a:lnTo>
                    <a:pt x="40" y="188"/>
                  </a:lnTo>
                  <a:lnTo>
                    <a:pt x="48" y="193"/>
                  </a:lnTo>
                  <a:lnTo>
                    <a:pt x="56" y="199"/>
                  </a:lnTo>
                  <a:lnTo>
                    <a:pt x="65" y="204"/>
                  </a:lnTo>
                  <a:lnTo>
                    <a:pt x="75" y="207"/>
                  </a:lnTo>
                  <a:lnTo>
                    <a:pt x="86" y="209"/>
                  </a:lnTo>
                  <a:lnTo>
                    <a:pt x="97" y="212"/>
                  </a:lnTo>
                  <a:lnTo>
                    <a:pt x="108" y="212"/>
                  </a:lnTo>
                  <a:lnTo>
                    <a:pt x="118" y="212"/>
                  </a:lnTo>
                  <a:lnTo>
                    <a:pt x="129" y="209"/>
                  </a:lnTo>
                  <a:lnTo>
                    <a:pt x="140" y="207"/>
                  </a:lnTo>
                  <a:lnTo>
                    <a:pt x="151" y="204"/>
                  </a:lnTo>
                  <a:lnTo>
                    <a:pt x="161" y="199"/>
                  </a:lnTo>
                  <a:lnTo>
                    <a:pt x="169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4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4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69" y="19"/>
                  </a:lnTo>
                  <a:lnTo>
                    <a:pt x="161" y="14"/>
                  </a:lnTo>
                  <a:lnTo>
                    <a:pt x="151" y="8"/>
                  </a:lnTo>
                  <a:lnTo>
                    <a:pt x="140" y="6"/>
                  </a:lnTo>
                  <a:lnTo>
                    <a:pt x="129" y="3"/>
                  </a:lnTo>
                  <a:lnTo>
                    <a:pt x="11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9" name="Rectangle 20">
              <a:extLst>
                <a:ext uri="{FF2B5EF4-FFF2-40B4-BE49-F238E27FC236}">
                  <a16:creationId xmlns:a16="http://schemas.microsoft.com/office/drawing/2014/main" id="{76D8181D-6A90-A54A-9EA1-BABDC131D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1789" y="2615657"/>
              <a:ext cx="1458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y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3B1E474-6B53-FB4E-8205-93DBD968BAEF}"/>
                </a:ext>
              </a:extLst>
            </p:cNvPr>
            <p:cNvGrpSpPr/>
            <p:nvPr/>
          </p:nvGrpSpPr>
          <p:grpSpPr>
            <a:xfrm>
              <a:off x="4043993" y="2436269"/>
              <a:ext cx="896938" cy="574675"/>
              <a:chOff x="4043993" y="2436269"/>
              <a:chExt cx="896938" cy="574675"/>
            </a:xfrm>
          </p:grpSpPr>
          <p:sp>
            <p:nvSpPr>
              <p:cNvPr id="240" name="Freeform 11">
                <a:extLst>
                  <a:ext uri="{FF2B5EF4-FFF2-40B4-BE49-F238E27FC236}">
                    <a16:creationId xmlns:a16="http://schemas.microsoft.com/office/drawing/2014/main" id="{934069AD-3D2B-E54C-A5BD-4747956781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993" y="2436269"/>
                <a:ext cx="896938" cy="574675"/>
              </a:xfrm>
              <a:custGeom>
                <a:avLst/>
                <a:gdLst>
                  <a:gd name="T0" fmla="*/ 164 w 565"/>
                  <a:gd name="T1" fmla="*/ 0 h 362"/>
                  <a:gd name="T2" fmla="*/ 134 w 565"/>
                  <a:gd name="T3" fmla="*/ 6 h 362"/>
                  <a:gd name="T4" fmla="*/ 108 w 565"/>
                  <a:gd name="T5" fmla="*/ 14 h 362"/>
                  <a:gd name="T6" fmla="*/ 83 w 565"/>
                  <a:gd name="T7" fmla="*/ 30 h 362"/>
                  <a:gd name="T8" fmla="*/ 62 w 565"/>
                  <a:gd name="T9" fmla="*/ 48 h 362"/>
                  <a:gd name="T10" fmla="*/ 38 w 565"/>
                  <a:gd name="T11" fmla="*/ 73 h 362"/>
                  <a:gd name="T12" fmla="*/ 16 w 565"/>
                  <a:gd name="T13" fmla="*/ 105 h 362"/>
                  <a:gd name="T14" fmla="*/ 5 w 565"/>
                  <a:gd name="T15" fmla="*/ 126 h 362"/>
                  <a:gd name="T16" fmla="*/ 0 w 565"/>
                  <a:gd name="T17" fmla="*/ 142 h 362"/>
                  <a:gd name="T18" fmla="*/ 0 w 565"/>
                  <a:gd name="T19" fmla="*/ 158 h 362"/>
                  <a:gd name="T20" fmla="*/ 5 w 565"/>
                  <a:gd name="T21" fmla="*/ 180 h 362"/>
                  <a:gd name="T22" fmla="*/ 19 w 565"/>
                  <a:gd name="T23" fmla="*/ 212 h 362"/>
                  <a:gd name="T24" fmla="*/ 38 w 565"/>
                  <a:gd name="T25" fmla="*/ 242 h 362"/>
                  <a:gd name="T26" fmla="*/ 59 w 565"/>
                  <a:gd name="T27" fmla="*/ 268 h 362"/>
                  <a:gd name="T28" fmla="*/ 81 w 565"/>
                  <a:gd name="T29" fmla="*/ 295 h 362"/>
                  <a:gd name="T30" fmla="*/ 105 w 565"/>
                  <a:gd name="T31" fmla="*/ 317 h 362"/>
                  <a:gd name="T32" fmla="*/ 121 w 565"/>
                  <a:gd name="T33" fmla="*/ 327 h 362"/>
                  <a:gd name="T34" fmla="*/ 137 w 565"/>
                  <a:gd name="T35" fmla="*/ 335 h 362"/>
                  <a:gd name="T36" fmla="*/ 159 w 565"/>
                  <a:gd name="T37" fmla="*/ 343 h 362"/>
                  <a:gd name="T38" fmla="*/ 186 w 565"/>
                  <a:gd name="T39" fmla="*/ 349 h 362"/>
                  <a:gd name="T40" fmla="*/ 202 w 565"/>
                  <a:gd name="T41" fmla="*/ 351 h 362"/>
                  <a:gd name="T42" fmla="*/ 239 w 565"/>
                  <a:gd name="T43" fmla="*/ 354 h 362"/>
                  <a:gd name="T44" fmla="*/ 285 w 565"/>
                  <a:gd name="T45" fmla="*/ 360 h 362"/>
                  <a:gd name="T46" fmla="*/ 334 w 565"/>
                  <a:gd name="T47" fmla="*/ 362 h 362"/>
                  <a:gd name="T48" fmla="*/ 385 w 565"/>
                  <a:gd name="T49" fmla="*/ 362 h 362"/>
                  <a:gd name="T50" fmla="*/ 433 w 565"/>
                  <a:gd name="T51" fmla="*/ 360 h 362"/>
                  <a:gd name="T52" fmla="*/ 476 w 565"/>
                  <a:gd name="T53" fmla="*/ 354 h 362"/>
                  <a:gd name="T54" fmla="*/ 503 w 565"/>
                  <a:gd name="T55" fmla="*/ 343 h 362"/>
                  <a:gd name="T56" fmla="*/ 519 w 565"/>
                  <a:gd name="T57" fmla="*/ 338 h 362"/>
                  <a:gd name="T58" fmla="*/ 530 w 565"/>
                  <a:gd name="T59" fmla="*/ 327 h 362"/>
                  <a:gd name="T60" fmla="*/ 543 w 565"/>
                  <a:gd name="T61" fmla="*/ 309 h 362"/>
                  <a:gd name="T62" fmla="*/ 557 w 565"/>
                  <a:gd name="T63" fmla="*/ 276 h 362"/>
                  <a:gd name="T64" fmla="*/ 562 w 565"/>
                  <a:gd name="T65" fmla="*/ 236 h 362"/>
                  <a:gd name="T66" fmla="*/ 565 w 565"/>
                  <a:gd name="T67" fmla="*/ 196 h 362"/>
                  <a:gd name="T68" fmla="*/ 562 w 565"/>
                  <a:gd name="T69" fmla="*/ 153 h 362"/>
                  <a:gd name="T70" fmla="*/ 560 w 565"/>
                  <a:gd name="T71" fmla="*/ 113 h 362"/>
                  <a:gd name="T72" fmla="*/ 554 w 565"/>
                  <a:gd name="T73" fmla="*/ 78 h 362"/>
                  <a:gd name="T74" fmla="*/ 549 w 565"/>
                  <a:gd name="T75" fmla="*/ 59 h 362"/>
                  <a:gd name="T76" fmla="*/ 546 w 565"/>
                  <a:gd name="T77" fmla="*/ 46 h 362"/>
                  <a:gd name="T78" fmla="*/ 541 w 565"/>
                  <a:gd name="T79" fmla="*/ 32 h 362"/>
                  <a:gd name="T80" fmla="*/ 533 w 565"/>
                  <a:gd name="T81" fmla="*/ 24 h 362"/>
                  <a:gd name="T82" fmla="*/ 525 w 565"/>
                  <a:gd name="T83" fmla="*/ 19 h 362"/>
                  <a:gd name="T84" fmla="*/ 508 w 565"/>
                  <a:gd name="T85" fmla="*/ 16 h 362"/>
                  <a:gd name="T86" fmla="*/ 482 w 565"/>
                  <a:gd name="T87" fmla="*/ 16 h 362"/>
                  <a:gd name="T88" fmla="*/ 460 w 565"/>
                  <a:gd name="T89" fmla="*/ 14 h 362"/>
                  <a:gd name="T90" fmla="*/ 430 w 565"/>
                  <a:gd name="T91" fmla="*/ 11 h 362"/>
                  <a:gd name="T92" fmla="*/ 387 w 565"/>
                  <a:gd name="T93" fmla="*/ 14 h 362"/>
                  <a:gd name="T94" fmla="*/ 342 w 565"/>
                  <a:gd name="T95" fmla="*/ 14 h 362"/>
                  <a:gd name="T96" fmla="*/ 301 w 565"/>
                  <a:gd name="T97" fmla="*/ 14 h 362"/>
                  <a:gd name="T98" fmla="*/ 264 w 565"/>
                  <a:gd name="T99" fmla="*/ 11 h 362"/>
                  <a:gd name="T100" fmla="*/ 229 w 565"/>
                  <a:gd name="T101" fmla="*/ 3 h 362"/>
                  <a:gd name="T102" fmla="*/ 199 w 565"/>
                  <a:gd name="T103" fmla="*/ 0 h 362"/>
                  <a:gd name="T104" fmla="*/ 183 w 565"/>
                  <a:gd name="T105" fmla="*/ 0 h 36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565"/>
                  <a:gd name="T160" fmla="*/ 0 h 362"/>
                  <a:gd name="T161" fmla="*/ 565 w 565"/>
                  <a:gd name="T162" fmla="*/ 362 h 36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565" h="362">
                    <a:moveTo>
                      <a:pt x="178" y="0"/>
                    </a:moveTo>
                    <a:lnTo>
                      <a:pt x="164" y="0"/>
                    </a:lnTo>
                    <a:lnTo>
                      <a:pt x="148" y="3"/>
                    </a:lnTo>
                    <a:lnTo>
                      <a:pt x="134" y="6"/>
                    </a:lnTo>
                    <a:lnTo>
                      <a:pt x="121" y="11"/>
                    </a:lnTo>
                    <a:lnTo>
                      <a:pt x="108" y="14"/>
                    </a:lnTo>
                    <a:lnTo>
                      <a:pt x="94" y="22"/>
                    </a:lnTo>
                    <a:lnTo>
                      <a:pt x="83" y="30"/>
                    </a:lnTo>
                    <a:lnTo>
                      <a:pt x="73" y="38"/>
                    </a:lnTo>
                    <a:lnTo>
                      <a:pt x="62" y="48"/>
                    </a:lnTo>
                    <a:lnTo>
                      <a:pt x="48" y="59"/>
                    </a:lnTo>
                    <a:lnTo>
                      <a:pt x="38" y="73"/>
                    </a:lnTo>
                    <a:lnTo>
                      <a:pt x="27" y="89"/>
                    </a:lnTo>
                    <a:lnTo>
                      <a:pt x="16" y="105"/>
                    </a:lnTo>
                    <a:lnTo>
                      <a:pt x="8" y="118"/>
                    </a:lnTo>
                    <a:lnTo>
                      <a:pt x="5" y="126"/>
                    </a:lnTo>
                    <a:lnTo>
                      <a:pt x="3" y="134"/>
                    </a:lnTo>
                    <a:lnTo>
                      <a:pt x="0" y="142"/>
                    </a:lnTo>
                    <a:lnTo>
                      <a:pt x="0" y="150"/>
                    </a:lnTo>
                    <a:lnTo>
                      <a:pt x="0" y="158"/>
                    </a:lnTo>
                    <a:lnTo>
                      <a:pt x="3" y="164"/>
                    </a:lnTo>
                    <a:lnTo>
                      <a:pt x="5" y="180"/>
                    </a:lnTo>
                    <a:lnTo>
                      <a:pt x="11" y="196"/>
                    </a:lnTo>
                    <a:lnTo>
                      <a:pt x="19" y="212"/>
                    </a:lnTo>
                    <a:lnTo>
                      <a:pt x="27" y="228"/>
                    </a:lnTo>
                    <a:lnTo>
                      <a:pt x="38" y="242"/>
                    </a:lnTo>
                    <a:lnTo>
                      <a:pt x="48" y="255"/>
                    </a:lnTo>
                    <a:lnTo>
                      <a:pt x="59" y="268"/>
                    </a:lnTo>
                    <a:lnTo>
                      <a:pt x="70" y="282"/>
                    </a:lnTo>
                    <a:lnTo>
                      <a:pt x="81" y="295"/>
                    </a:lnTo>
                    <a:lnTo>
                      <a:pt x="94" y="306"/>
                    </a:lnTo>
                    <a:lnTo>
                      <a:pt x="105" y="317"/>
                    </a:lnTo>
                    <a:lnTo>
                      <a:pt x="113" y="322"/>
                    </a:lnTo>
                    <a:lnTo>
                      <a:pt x="121" y="327"/>
                    </a:lnTo>
                    <a:lnTo>
                      <a:pt x="129" y="333"/>
                    </a:lnTo>
                    <a:lnTo>
                      <a:pt x="137" y="335"/>
                    </a:lnTo>
                    <a:lnTo>
                      <a:pt x="148" y="341"/>
                    </a:lnTo>
                    <a:lnTo>
                      <a:pt x="159" y="343"/>
                    </a:lnTo>
                    <a:lnTo>
                      <a:pt x="172" y="346"/>
                    </a:lnTo>
                    <a:lnTo>
                      <a:pt x="186" y="349"/>
                    </a:lnTo>
                    <a:lnTo>
                      <a:pt x="194" y="349"/>
                    </a:lnTo>
                    <a:lnTo>
                      <a:pt x="202" y="351"/>
                    </a:lnTo>
                    <a:lnTo>
                      <a:pt x="221" y="354"/>
                    </a:lnTo>
                    <a:lnTo>
                      <a:pt x="239" y="354"/>
                    </a:lnTo>
                    <a:lnTo>
                      <a:pt x="261" y="357"/>
                    </a:lnTo>
                    <a:lnTo>
                      <a:pt x="285" y="360"/>
                    </a:lnTo>
                    <a:lnTo>
                      <a:pt x="309" y="362"/>
                    </a:lnTo>
                    <a:lnTo>
                      <a:pt x="334" y="362"/>
                    </a:lnTo>
                    <a:lnTo>
                      <a:pt x="360" y="362"/>
                    </a:lnTo>
                    <a:lnTo>
                      <a:pt x="385" y="362"/>
                    </a:lnTo>
                    <a:lnTo>
                      <a:pt x="409" y="362"/>
                    </a:lnTo>
                    <a:lnTo>
                      <a:pt x="433" y="360"/>
                    </a:lnTo>
                    <a:lnTo>
                      <a:pt x="457" y="357"/>
                    </a:lnTo>
                    <a:lnTo>
                      <a:pt x="476" y="354"/>
                    </a:lnTo>
                    <a:lnTo>
                      <a:pt x="495" y="349"/>
                    </a:lnTo>
                    <a:lnTo>
                      <a:pt x="503" y="343"/>
                    </a:lnTo>
                    <a:lnTo>
                      <a:pt x="511" y="341"/>
                    </a:lnTo>
                    <a:lnTo>
                      <a:pt x="519" y="338"/>
                    </a:lnTo>
                    <a:lnTo>
                      <a:pt x="525" y="333"/>
                    </a:lnTo>
                    <a:lnTo>
                      <a:pt x="530" y="327"/>
                    </a:lnTo>
                    <a:lnTo>
                      <a:pt x="535" y="322"/>
                    </a:lnTo>
                    <a:lnTo>
                      <a:pt x="543" y="309"/>
                    </a:lnTo>
                    <a:lnTo>
                      <a:pt x="552" y="292"/>
                    </a:lnTo>
                    <a:lnTo>
                      <a:pt x="557" y="276"/>
                    </a:lnTo>
                    <a:lnTo>
                      <a:pt x="560" y="258"/>
                    </a:lnTo>
                    <a:lnTo>
                      <a:pt x="562" y="236"/>
                    </a:lnTo>
                    <a:lnTo>
                      <a:pt x="565" y="217"/>
                    </a:lnTo>
                    <a:lnTo>
                      <a:pt x="565" y="196"/>
                    </a:lnTo>
                    <a:lnTo>
                      <a:pt x="562" y="174"/>
                    </a:lnTo>
                    <a:lnTo>
                      <a:pt x="562" y="153"/>
                    </a:lnTo>
                    <a:lnTo>
                      <a:pt x="560" y="132"/>
                    </a:lnTo>
                    <a:lnTo>
                      <a:pt x="560" y="113"/>
                    </a:lnTo>
                    <a:lnTo>
                      <a:pt x="557" y="97"/>
                    </a:lnTo>
                    <a:lnTo>
                      <a:pt x="554" y="78"/>
                    </a:lnTo>
                    <a:lnTo>
                      <a:pt x="552" y="65"/>
                    </a:lnTo>
                    <a:lnTo>
                      <a:pt x="549" y="59"/>
                    </a:lnTo>
                    <a:lnTo>
                      <a:pt x="549" y="54"/>
                    </a:lnTo>
                    <a:lnTo>
                      <a:pt x="546" y="46"/>
                    </a:lnTo>
                    <a:lnTo>
                      <a:pt x="543" y="38"/>
                    </a:lnTo>
                    <a:lnTo>
                      <a:pt x="541" y="32"/>
                    </a:lnTo>
                    <a:lnTo>
                      <a:pt x="538" y="27"/>
                    </a:lnTo>
                    <a:lnTo>
                      <a:pt x="533" y="24"/>
                    </a:lnTo>
                    <a:lnTo>
                      <a:pt x="530" y="22"/>
                    </a:lnTo>
                    <a:lnTo>
                      <a:pt x="525" y="19"/>
                    </a:lnTo>
                    <a:lnTo>
                      <a:pt x="519" y="19"/>
                    </a:lnTo>
                    <a:lnTo>
                      <a:pt x="508" y="16"/>
                    </a:lnTo>
                    <a:lnTo>
                      <a:pt x="495" y="16"/>
                    </a:lnTo>
                    <a:lnTo>
                      <a:pt x="482" y="16"/>
                    </a:lnTo>
                    <a:lnTo>
                      <a:pt x="468" y="14"/>
                    </a:lnTo>
                    <a:lnTo>
                      <a:pt x="460" y="14"/>
                    </a:lnTo>
                    <a:lnTo>
                      <a:pt x="452" y="11"/>
                    </a:lnTo>
                    <a:lnTo>
                      <a:pt x="430" y="11"/>
                    </a:lnTo>
                    <a:lnTo>
                      <a:pt x="409" y="11"/>
                    </a:lnTo>
                    <a:lnTo>
                      <a:pt x="387" y="14"/>
                    </a:lnTo>
                    <a:lnTo>
                      <a:pt x="363" y="14"/>
                    </a:lnTo>
                    <a:lnTo>
                      <a:pt x="342" y="14"/>
                    </a:lnTo>
                    <a:lnTo>
                      <a:pt x="320" y="14"/>
                    </a:lnTo>
                    <a:lnTo>
                      <a:pt x="301" y="14"/>
                    </a:lnTo>
                    <a:lnTo>
                      <a:pt x="282" y="11"/>
                    </a:lnTo>
                    <a:lnTo>
                      <a:pt x="264" y="11"/>
                    </a:lnTo>
                    <a:lnTo>
                      <a:pt x="247" y="6"/>
                    </a:lnTo>
                    <a:lnTo>
                      <a:pt x="229" y="3"/>
                    </a:lnTo>
                    <a:lnTo>
                      <a:pt x="213" y="0"/>
                    </a:lnTo>
                    <a:lnTo>
                      <a:pt x="199" y="0"/>
                    </a:lnTo>
                    <a:lnTo>
                      <a:pt x="188" y="0"/>
                    </a:lnTo>
                    <a:lnTo>
                      <a:pt x="183" y="0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41" name="Rectangle 12">
                <a:extLst>
                  <a:ext uri="{FF2B5EF4-FFF2-40B4-BE49-F238E27FC236}">
                    <a16:creationId xmlns:a16="http://schemas.microsoft.com/office/drawing/2014/main" id="{C95AD2B6-A8EC-DE44-9080-AD67A5E9F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8675" y="2470168"/>
                <a:ext cx="218008" cy="4924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3200" b="1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sp>
            <p:nvSpPr>
              <p:cNvPr id="242" name="Rectangle 13">
                <a:extLst>
                  <a:ext uri="{FF2B5EF4-FFF2-40B4-BE49-F238E27FC236}">
                    <a16:creationId xmlns:a16="http://schemas.microsoft.com/office/drawing/2014/main" id="{E74E4801-5361-A743-B4AA-A6DC9A8634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6756" y="2555332"/>
                <a:ext cx="49213" cy="21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dirty="0">
                    <a:solidFill>
                      <a:srgbClr val="000000"/>
                    </a:solidFill>
                  </a:rPr>
                  <a:t> </a:t>
                </a:r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0D9C2A9-04D8-5B42-BF0D-4E2BEAC548E0}"/>
                </a:ext>
              </a:extLst>
            </p:cNvPr>
            <p:cNvGrpSpPr/>
            <p:nvPr/>
          </p:nvGrpSpPr>
          <p:grpSpPr>
            <a:xfrm>
              <a:off x="5542593" y="1820692"/>
              <a:ext cx="346075" cy="377452"/>
              <a:chOff x="5542593" y="1820692"/>
              <a:chExt cx="346075" cy="377452"/>
            </a:xfrm>
          </p:grpSpPr>
          <p:sp>
            <p:nvSpPr>
              <p:cNvPr id="246" name="Freeform 17">
                <a:extLst>
                  <a:ext uri="{FF2B5EF4-FFF2-40B4-BE49-F238E27FC236}">
                    <a16:creationId xmlns:a16="http://schemas.microsoft.com/office/drawing/2014/main" id="{F77A9DB2-59D7-BF47-8CF0-DA02378885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2593" y="1861594"/>
                <a:ext cx="346075" cy="336550"/>
              </a:xfrm>
              <a:custGeom>
                <a:avLst/>
                <a:gdLst>
                  <a:gd name="T0" fmla="*/ 100 w 218"/>
                  <a:gd name="T1" fmla="*/ 0 h 212"/>
                  <a:gd name="T2" fmla="*/ 78 w 218"/>
                  <a:gd name="T3" fmla="*/ 6 h 212"/>
                  <a:gd name="T4" fmla="*/ 57 w 218"/>
                  <a:gd name="T5" fmla="*/ 14 h 212"/>
                  <a:gd name="T6" fmla="*/ 41 w 218"/>
                  <a:gd name="T7" fmla="*/ 24 h 212"/>
                  <a:gd name="T8" fmla="*/ 25 w 218"/>
                  <a:gd name="T9" fmla="*/ 38 h 212"/>
                  <a:gd name="T10" fmla="*/ 14 w 218"/>
                  <a:gd name="T11" fmla="*/ 54 h 212"/>
                  <a:gd name="T12" fmla="*/ 6 w 218"/>
                  <a:gd name="T13" fmla="*/ 73 h 212"/>
                  <a:gd name="T14" fmla="*/ 0 w 218"/>
                  <a:gd name="T15" fmla="*/ 94 h 212"/>
                  <a:gd name="T16" fmla="*/ 0 w 218"/>
                  <a:gd name="T17" fmla="*/ 115 h 212"/>
                  <a:gd name="T18" fmla="*/ 6 w 218"/>
                  <a:gd name="T19" fmla="*/ 137 h 212"/>
                  <a:gd name="T20" fmla="*/ 14 w 218"/>
                  <a:gd name="T21" fmla="*/ 156 h 212"/>
                  <a:gd name="T22" fmla="*/ 25 w 218"/>
                  <a:gd name="T23" fmla="*/ 172 h 212"/>
                  <a:gd name="T24" fmla="*/ 41 w 218"/>
                  <a:gd name="T25" fmla="*/ 188 h 212"/>
                  <a:gd name="T26" fmla="*/ 57 w 218"/>
                  <a:gd name="T27" fmla="*/ 199 h 212"/>
                  <a:gd name="T28" fmla="*/ 78 w 218"/>
                  <a:gd name="T29" fmla="*/ 207 h 212"/>
                  <a:gd name="T30" fmla="*/ 100 w 218"/>
                  <a:gd name="T31" fmla="*/ 212 h 212"/>
                  <a:gd name="T32" fmla="*/ 121 w 218"/>
                  <a:gd name="T33" fmla="*/ 212 h 212"/>
                  <a:gd name="T34" fmla="*/ 143 w 218"/>
                  <a:gd name="T35" fmla="*/ 207 h 212"/>
                  <a:gd name="T36" fmla="*/ 162 w 218"/>
                  <a:gd name="T37" fmla="*/ 199 h 212"/>
                  <a:gd name="T38" fmla="*/ 178 w 218"/>
                  <a:gd name="T39" fmla="*/ 188 h 212"/>
                  <a:gd name="T40" fmla="*/ 194 w 218"/>
                  <a:gd name="T41" fmla="*/ 172 h 212"/>
                  <a:gd name="T42" fmla="*/ 205 w 218"/>
                  <a:gd name="T43" fmla="*/ 156 h 212"/>
                  <a:gd name="T44" fmla="*/ 213 w 218"/>
                  <a:gd name="T45" fmla="*/ 137 h 212"/>
                  <a:gd name="T46" fmla="*/ 218 w 218"/>
                  <a:gd name="T47" fmla="*/ 115 h 212"/>
                  <a:gd name="T48" fmla="*/ 218 w 218"/>
                  <a:gd name="T49" fmla="*/ 94 h 212"/>
                  <a:gd name="T50" fmla="*/ 213 w 218"/>
                  <a:gd name="T51" fmla="*/ 73 h 212"/>
                  <a:gd name="T52" fmla="*/ 205 w 218"/>
                  <a:gd name="T53" fmla="*/ 54 h 212"/>
                  <a:gd name="T54" fmla="*/ 194 w 218"/>
                  <a:gd name="T55" fmla="*/ 38 h 212"/>
                  <a:gd name="T56" fmla="*/ 178 w 218"/>
                  <a:gd name="T57" fmla="*/ 24 h 212"/>
                  <a:gd name="T58" fmla="*/ 162 w 218"/>
                  <a:gd name="T59" fmla="*/ 14 h 212"/>
                  <a:gd name="T60" fmla="*/ 143 w 218"/>
                  <a:gd name="T61" fmla="*/ 6 h 212"/>
                  <a:gd name="T62" fmla="*/ 121 w 218"/>
                  <a:gd name="T63" fmla="*/ 0 h 21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18"/>
                  <a:gd name="T97" fmla="*/ 0 h 212"/>
                  <a:gd name="T98" fmla="*/ 218 w 218"/>
                  <a:gd name="T99" fmla="*/ 212 h 21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18" h="212">
                    <a:moveTo>
                      <a:pt x="111" y="0"/>
                    </a:moveTo>
                    <a:lnTo>
                      <a:pt x="100" y="0"/>
                    </a:lnTo>
                    <a:lnTo>
                      <a:pt x="89" y="3"/>
                    </a:lnTo>
                    <a:lnTo>
                      <a:pt x="78" y="6"/>
                    </a:lnTo>
                    <a:lnTo>
                      <a:pt x="68" y="8"/>
                    </a:lnTo>
                    <a:lnTo>
                      <a:pt x="57" y="14"/>
                    </a:lnTo>
                    <a:lnTo>
                      <a:pt x="49" y="19"/>
                    </a:lnTo>
                    <a:lnTo>
                      <a:pt x="41" y="24"/>
                    </a:lnTo>
                    <a:lnTo>
                      <a:pt x="33" y="30"/>
                    </a:lnTo>
                    <a:lnTo>
                      <a:pt x="25" y="38"/>
                    </a:lnTo>
                    <a:lnTo>
                      <a:pt x="19" y="46"/>
                    </a:lnTo>
                    <a:lnTo>
                      <a:pt x="14" y="54"/>
                    </a:lnTo>
                    <a:lnTo>
                      <a:pt x="8" y="65"/>
                    </a:lnTo>
                    <a:lnTo>
                      <a:pt x="6" y="73"/>
                    </a:lnTo>
                    <a:lnTo>
                      <a:pt x="3" y="83"/>
                    </a:lnTo>
                    <a:lnTo>
                      <a:pt x="0" y="94"/>
                    </a:lnTo>
                    <a:lnTo>
                      <a:pt x="0" y="105"/>
                    </a:lnTo>
                    <a:lnTo>
                      <a:pt x="0" y="115"/>
                    </a:lnTo>
                    <a:lnTo>
                      <a:pt x="3" y="126"/>
                    </a:lnTo>
                    <a:lnTo>
                      <a:pt x="6" y="137"/>
                    </a:lnTo>
                    <a:lnTo>
                      <a:pt x="8" y="148"/>
                    </a:lnTo>
                    <a:lnTo>
                      <a:pt x="14" y="156"/>
                    </a:lnTo>
                    <a:lnTo>
                      <a:pt x="19" y="164"/>
                    </a:lnTo>
                    <a:lnTo>
                      <a:pt x="25" y="172"/>
                    </a:lnTo>
                    <a:lnTo>
                      <a:pt x="33" y="180"/>
                    </a:lnTo>
                    <a:lnTo>
                      <a:pt x="41" y="188"/>
                    </a:lnTo>
                    <a:lnTo>
                      <a:pt x="49" y="193"/>
                    </a:lnTo>
                    <a:lnTo>
                      <a:pt x="57" y="199"/>
                    </a:lnTo>
                    <a:lnTo>
                      <a:pt x="68" y="204"/>
                    </a:lnTo>
                    <a:lnTo>
                      <a:pt x="78" y="207"/>
                    </a:lnTo>
                    <a:lnTo>
                      <a:pt x="89" y="209"/>
                    </a:lnTo>
                    <a:lnTo>
                      <a:pt x="100" y="212"/>
                    </a:lnTo>
                    <a:lnTo>
                      <a:pt x="111" y="212"/>
                    </a:lnTo>
                    <a:lnTo>
                      <a:pt x="121" y="212"/>
                    </a:lnTo>
                    <a:lnTo>
                      <a:pt x="132" y="209"/>
                    </a:lnTo>
                    <a:lnTo>
                      <a:pt x="143" y="207"/>
                    </a:lnTo>
                    <a:lnTo>
                      <a:pt x="154" y="204"/>
                    </a:lnTo>
                    <a:lnTo>
                      <a:pt x="162" y="199"/>
                    </a:lnTo>
                    <a:lnTo>
                      <a:pt x="170" y="193"/>
                    </a:lnTo>
                    <a:lnTo>
                      <a:pt x="178" y="188"/>
                    </a:lnTo>
                    <a:lnTo>
                      <a:pt x="186" y="180"/>
                    </a:lnTo>
                    <a:lnTo>
                      <a:pt x="194" y="172"/>
                    </a:lnTo>
                    <a:lnTo>
                      <a:pt x="199" y="164"/>
                    </a:lnTo>
                    <a:lnTo>
                      <a:pt x="205" y="156"/>
                    </a:lnTo>
                    <a:lnTo>
                      <a:pt x="210" y="148"/>
                    </a:lnTo>
                    <a:lnTo>
                      <a:pt x="213" y="137"/>
                    </a:lnTo>
                    <a:lnTo>
                      <a:pt x="216" y="126"/>
                    </a:lnTo>
                    <a:lnTo>
                      <a:pt x="218" y="115"/>
                    </a:lnTo>
                    <a:lnTo>
                      <a:pt x="218" y="105"/>
                    </a:lnTo>
                    <a:lnTo>
                      <a:pt x="218" y="94"/>
                    </a:lnTo>
                    <a:lnTo>
                      <a:pt x="216" y="83"/>
                    </a:lnTo>
                    <a:lnTo>
                      <a:pt x="213" y="73"/>
                    </a:lnTo>
                    <a:lnTo>
                      <a:pt x="210" y="65"/>
                    </a:lnTo>
                    <a:lnTo>
                      <a:pt x="205" y="54"/>
                    </a:lnTo>
                    <a:lnTo>
                      <a:pt x="199" y="46"/>
                    </a:lnTo>
                    <a:lnTo>
                      <a:pt x="194" y="38"/>
                    </a:lnTo>
                    <a:lnTo>
                      <a:pt x="186" y="30"/>
                    </a:lnTo>
                    <a:lnTo>
                      <a:pt x="178" y="24"/>
                    </a:lnTo>
                    <a:lnTo>
                      <a:pt x="170" y="19"/>
                    </a:lnTo>
                    <a:lnTo>
                      <a:pt x="162" y="14"/>
                    </a:lnTo>
                    <a:lnTo>
                      <a:pt x="154" y="8"/>
                    </a:lnTo>
                    <a:lnTo>
                      <a:pt x="143" y="6"/>
                    </a:lnTo>
                    <a:lnTo>
                      <a:pt x="132" y="3"/>
                    </a:lnTo>
                    <a:lnTo>
                      <a:pt x="121" y="0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47" name="Rectangle 18">
                <a:extLst>
                  <a:ext uri="{FF2B5EF4-FFF2-40B4-BE49-F238E27FC236}">
                    <a16:creationId xmlns:a16="http://schemas.microsoft.com/office/drawing/2014/main" id="{C0D8E696-5894-1844-B896-16B7719D55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51010" y="1820692"/>
                <a:ext cx="14106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 b="1" dirty="0">
                    <a:solidFill>
                      <a:schemeClr val="bg1"/>
                    </a:solidFill>
                  </a:rPr>
                  <a:t>x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E0386F36-C312-764C-9BCF-3547B020D100}"/>
                </a:ext>
              </a:extLst>
            </p:cNvPr>
            <p:cNvGrpSpPr/>
            <p:nvPr/>
          </p:nvGrpSpPr>
          <p:grpSpPr>
            <a:xfrm>
              <a:off x="6282368" y="1597639"/>
              <a:ext cx="3162301" cy="1711325"/>
              <a:chOff x="6282368" y="1597639"/>
              <a:chExt cx="3162301" cy="1711325"/>
            </a:xfrm>
          </p:grpSpPr>
          <p:sp>
            <p:nvSpPr>
              <p:cNvPr id="49" name="Rectangle 28">
                <a:extLst>
                  <a:ext uri="{FF2B5EF4-FFF2-40B4-BE49-F238E27FC236}">
                    <a16:creationId xmlns:a16="http://schemas.microsoft.com/office/drawing/2014/main" id="{24F3B7D8-9D37-F940-BFE9-F4428C9975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2368" y="1597639"/>
                <a:ext cx="965200" cy="4508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0" name="Rectangle 29">
                <a:extLst>
                  <a:ext uri="{FF2B5EF4-FFF2-40B4-BE49-F238E27FC236}">
                    <a16:creationId xmlns:a16="http://schemas.microsoft.com/office/drawing/2014/main" id="{85649937-6DFB-A042-AAAB-9E56D5F25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57320" y="2261646"/>
                <a:ext cx="835025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legend</a:t>
                </a:r>
                <a:r>
                  <a:rPr lang="en-US" sz="1700" b="1" dirty="0">
                    <a:solidFill>
                      <a:srgbClr val="000000"/>
                    </a:solidFill>
                  </a:rPr>
                  <a:t>:</a:t>
                </a:r>
                <a:endParaRPr lang="en-US" dirty="0"/>
              </a:p>
            </p:txBody>
          </p:sp>
          <p:sp>
            <p:nvSpPr>
              <p:cNvPr id="51" name="Rectangle 30">
                <a:extLst>
                  <a:ext uri="{FF2B5EF4-FFF2-40B4-BE49-F238E27FC236}">
                    <a16:creationId xmlns:a16="http://schemas.microsoft.com/office/drawing/2014/main" id="{1D852B1A-E72F-CD43-ABB3-3A37701B5B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72943" y="1669076"/>
                <a:ext cx="60325" cy="258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 dirty="0">
                    <a:solidFill>
                      <a:srgbClr val="000000"/>
                    </a:solidFill>
                  </a:rPr>
                  <a:t> </a:t>
                </a:r>
                <a:endParaRPr lang="en-US" dirty="0"/>
              </a:p>
            </p:txBody>
          </p:sp>
          <p:sp>
            <p:nvSpPr>
              <p:cNvPr id="52" name="Rectangle 31">
                <a:extLst>
                  <a:ext uri="{FF2B5EF4-FFF2-40B4-BE49-F238E27FC236}">
                    <a16:creationId xmlns:a16="http://schemas.microsoft.com/office/drawing/2014/main" id="{82AE1D29-FF3F-CF45-91A1-643422FCC5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04831" y="2516801"/>
                <a:ext cx="1160463" cy="7921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3" name="Rectangle 32">
                <a:extLst>
                  <a:ext uri="{FF2B5EF4-FFF2-40B4-BE49-F238E27FC236}">
                    <a16:creationId xmlns:a16="http://schemas.microsoft.com/office/drawing/2014/main" id="{17F51638-2CAD-444B-8BDA-43180ED63A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31831" y="2580301"/>
                <a:ext cx="1112838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customer </a:t>
                </a:r>
                <a:endParaRPr lang="en-US" sz="2000" dirty="0"/>
              </a:p>
            </p:txBody>
          </p:sp>
          <p:sp>
            <p:nvSpPr>
              <p:cNvPr id="54" name="Rectangle 33">
                <a:extLst>
                  <a:ext uri="{FF2B5EF4-FFF2-40B4-BE49-F238E27FC236}">
                    <a16:creationId xmlns:a16="http://schemas.microsoft.com/office/drawing/2014/main" id="{AB85211D-8380-6842-96A1-1823AD90A8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31831" y="2831126"/>
                <a:ext cx="958850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network:</a:t>
                </a:r>
                <a:endParaRPr lang="en-US" sz="2000" dirty="0"/>
              </a:p>
            </p:txBody>
          </p:sp>
          <p:sp>
            <p:nvSpPr>
              <p:cNvPr id="55" name="Rectangle 34">
                <a:extLst>
                  <a:ext uri="{FF2B5EF4-FFF2-40B4-BE49-F238E27FC236}">
                    <a16:creationId xmlns:a16="http://schemas.microsoft.com/office/drawing/2014/main" id="{77B4ACFA-6A06-EE42-A3DF-AB4627040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97006" y="2831126"/>
                <a:ext cx="69850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:endParaRPr lang="en-US" sz="2000" dirty="0"/>
              </a:p>
            </p:txBody>
          </p:sp>
          <p:sp>
            <p:nvSpPr>
              <p:cNvPr id="56" name="Rectangle 35">
                <a:extLst>
                  <a:ext uri="{FF2B5EF4-FFF2-40B4-BE49-F238E27FC236}">
                    <a16:creationId xmlns:a16="http://schemas.microsoft.com/office/drawing/2014/main" id="{F6A80AB2-2FC0-3A47-B619-9C969E873B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04831" y="1623039"/>
                <a:ext cx="1106488" cy="673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7" name="Rectangle 36">
                <a:extLst>
                  <a:ext uri="{FF2B5EF4-FFF2-40B4-BE49-F238E27FC236}">
                    <a16:creationId xmlns:a16="http://schemas.microsoft.com/office/drawing/2014/main" id="{CD47CD7E-C4EC-6B40-877A-E243595E04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31831" y="1686539"/>
                <a:ext cx="917575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provider</a:t>
                </a:r>
                <a:endParaRPr lang="en-US" sz="2000" dirty="0"/>
              </a:p>
            </p:txBody>
          </p:sp>
          <p:sp>
            <p:nvSpPr>
              <p:cNvPr id="58" name="Rectangle 37">
                <a:extLst>
                  <a:ext uri="{FF2B5EF4-FFF2-40B4-BE49-F238E27FC236}">
                    <a16:creationId xmlns:a16="http://schemas.microsoft.com/office/drawing/2014/main" id="{40D8166F-9734-6A47-A15E-E3586D513F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54143" y="1686539"/>
                <a:ext cx="69850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:endParaRPr lang="en-US" sz="2000" dirty="0"/>
              </a:p>
            </p:txBody>
          </p:sp>
          <p:sp>
            <p:nvSpPr>
              <p:cNvPr id="59" name="Rectangle 38">
                <a:extLst>
                  <a:ext uri="{FF2B5EF4-FFF2-40B4-BE49-F238E27FC236}">
                    <a16:creationId xmlns:a16="http://schemas.microsoft.com/office/drawing/2014/main" id="{2B521BB1-F059-AB4F-9FAC-BA48A0AC54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31831" y="1932601"/>
                <a:ext cx="889000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network</a:t>
                </a:r>
                <a:endParaRPr lang="en-US" sz="2000" dirty="0"/>
              </a:p>
            </p:txBody>
          </p:sp>
          <p:sp>
            <p:nvSpPr>
              <p:cNvPr id="60" name="Rectangle 39">
                <a:extLst>
                  <a:ext uri="{FF2B5EF4-FFF2-40B4-BE49-F238E27FC236}">
                    <a16:creationId xmlns:a16="http://schemas.microsoft.com/office/drawing/2014/main" id="{19F10A6D-C8D7-0841-B816-27A52DA4F9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36681" y="1932601"/>
                <a:ext cx="69850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:endParaRPr lang="en-US" sz="2000" dirty="0"/>
              </a:p>
            </p:txBody>
          </p:sp>
          <p:sp>
            <p:nvSpPr>
              <p:cNvPr id="61" name="Freeform 40">
                <a:extLst>
                  <a:ext uri="{FF2B5EF4-FFF2-40B4-BE49-F238E27FC236}">
                    <a16:creationId xmlns:a16="http://schemas.microsoft.com/office/drawing/2014/main" id="{44EA4C67-04EF-9143-A1B2-F3114279A6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2031" y="1673839"/>
                <a:ext cx="893763" cy="574675"/>
              </a:xfrm>
              <a:custGeom>
                <a:avLst/>
                <a:gdLst>
                  <a:gd name="T0" fmla="*/ 162 w 563"/>
                  <a:gd name="T1" fmla="*/ 0 h 362"/>
                  <a:gd name="T2" fmla="*/ 132 w 563"/>
                  <a:gd name="T3" fmla="*/ 5 h 362"/>
                  <a:gd name="T4" fmla="*/ 108 w 563"/>
                  <a:gd name="T5" fmla="*/ 13 h 362"/>
                  <a:gd name="T6" fmla="*/ 81 w 563"/>
                  <a:gd name="T7" fmla="*/ 30 h 362"/>
                  <a:gd name="T8" fmla="*/ 60 w 563"/>
                  <a:gd name="T9" fmla="*/ 48 h 362"/>
                  <a:gd name="T10" fmla="*/ 35 w 563"/>
                  <a:gd name="T11" fmla="*/ 72 h 362"/>
                  <a:gd name="T12" fmla="*/ 14 w 563"/>
                  <a:gd name="T13" fmla="*/ 102 h 362"/>
                  <a:gd name="T14" fmla="*/ 3 w 563"/>
                  <a:gd name="T15" fmla="*/ 126 h 362"/>
                  <a:gd name="T16" fmla="*/ 0 w 563"/>
                  <a:gd name="T17" fmla="*/ 140 h 362"/>
                  <a:gd name="T18" fmla="*/ 0 w 563"/>
                  <a:gd name="T19" fmla="*/ 156 h 362"/>
                  <a:gd name="T20" fmla="*/ 3 w 563"/>
                  <a:gd name="T21" fmla="*/ 180 h 362"/>
                  <a:gd name="T22" fmla="*/ 17 w 563"/>
                  <a:gd name="T23" fmla="*/ 212 h 362"/>
                  <a:gd name="T24" fmla="*/ 35 w 563"/>
                  <a:gd name="T25" fmla="*/ 241 h 362"/>
                  <a:gd name="T26" fmla="*/ 60 w 563"/>
                  <a:gd name="T27" fmla="*/ 268 h 362"/>
                  <a:gd name="T28" fmla="*/ 81 w 563"/>
                  <a:gd name="T29" fmla="*/ 292 h 362"/>
                  <a:gd name="T30" fmla="*/ 103 w 563"/>
                  <a:gd name="T31" fmla="*/ 316 h 362"/>
                  <a:gd name="T32" fmla="*/ 119 w 563"/>
                  <a:gd name="T33" fmla="*/ 327 h 362"/>
                  <a:gd name="T34" fmla="*/ 135 w 563"/>
                  <a:gd name="T35" fmla="*/ 335 h 362"/>
                  <a:gd name="T36" fmla="*/ 156 w 563"/>
                  <a:gd name="T37" fmla="*/ 341 h 362"/>
                  <a:gd name="T38" fmla="*/ 183 w 563"/>
                  <a:gd name="T39" fmla="*/ 346 h 362"/>
                  <a:gd name="T40" fmla="*/ 200 w 563"/>
                  <a:gd name="T41" fmla="*/ 349 h 362"/>
                  <a:gd name="T42" fmla="*/ 240 w 563"/>
                  <a:gd name="T43" fmla="*/ 354 h 362"/>
                  <a:gd name="T44" fmla="*/ 286 w 563"/>
                  <a:gd name="T45" fmla="*/ 357 h 362"/>
                  <a:gd name="T46" fmla="*/ 334 w 563"/>
                  <a:gd name="T47" fmla="*/ 359 h 362"/>
                  <a:gd name="T48" fmla="*/ 385 w 563"/>
                  <a:gd name="T49" fmla="*/ 362 h 362"/>
                  <a:gd name="T50" fmla="*/ 434 w 563"/>
                  <a:gd name="T51" fmla="*/ 359 h 362"/>
                  <a:gd name="T52" fmla="*/ 477 w 563"/>
                  <a:gd name="T53" fmla="*/ 351 h 362"/>
                  <a:gd name="T54" fmla="*/ 504 w 563"/>
                  <a:gd name="T55" fmla="*/ 343 h 362"/>
                  <a:gd name="T56" fmla="*/ 517 w 563"/>
                  <a:gd name="T57" fmla="*/ 335 h 362"/>
                  <a:gd name="T58" fmla="*/ 528 w 563"/>
                  <a:gd name="T59" fmla="*/ 325 h 362"/>
                  <a:gd name="T60" fmla="*/ 541 w 563"/>
                  <a:gd name="T61" fmla="*/ 306 h 362"/>
                  <a:gd name="T62" fmla="*/ 555 w 563"/>
                  <a:gd name="T63" fmla="*/ 274 h 362"/>
                  <a:gd name="T64" fmla="*/ 560 w 563"/>
                  <a:gd name="T65" fmla="*/ 236 h 362"/>
                  <a:gd name="T66" fmla="*/ 563 w 563"/>
                  <a:gd name="T67" fmla="*/ 193 h 362"/>
                  <a:gd name="T68" fmla="*/ 560 w 563"/>
                  <a:gd name="T69" fmla="*/ 153 h 362"/>
                  <a:gd name="T70" fmla="*/ 557 w 563"/>
                  <a:gd name="T71" fmla="*/ 113 h 362"/>
                  <a:gd name="T72" fmla="*/ 552 w 563"/>
                  <a:gd name="T73" fmla="*/ 78 h 362"/>
                  <a:gd name="T74" fmla="*/ 547 w 563"/>
                  <a:gd name="T75" fmla="*/ 59 h 362"/>
                  <a:gd name="T76" fmla="*/ 544 w 563"/>
                  <a:gd name="T77" fmla="*/ 46 h 362"/>
                  <a:gd name="T78" fmla="*/ 539 w 563"/>
                  <a:gd name="T79" fmla="*/ 30 h 362"/>
                  <a:gd name="T80" fmla="*/ 533 w 563"/>
                  <a:gd name="T81" fmla="*/ 22 h 362"/>
                  <a:gd name="T82" fmla="*/ 522 w 563"/>
                  <a:gd name="T83" fmla="*/ 19 h 362"/>
                  <a:gd name="T84" fmla="*/ 506 w 563"/>
                  <a:gd name="T85" fmla="*/ 16 h 362"/>
                  <a:gd name="T86" fmla="*/ 479 w 563"/>
                  <a:gd name="T87" fmla="*/ 16 h 362"/>
                  <a:gd name="T88" fmla="*/ 466 w 563"/>
                  <a:gd name="T89" fmla="*/ 13 h 362"/>
                  <a:gd name="T90" fmla="*/ 450 w 563"/>
                  <a:gd name="T91" fmla="*/ 11 h 362"/>
                  <a:gd name="T92" fmla="*/ 409 w 563"/>
                  <a:gd name="T93" fmla="*/ 11 h 362"/>
                  <a:gd name="T94" fmla="*/ 364 w 563"/>
                  <a:gd name="T95" fmla="*/ 13 h 362"/>
                  <a:gd name="T96" fmla="*/ 321 w 563"/>
                  <a:gd name="T97" fmla="*/ 13 h 362"/>
                  <a:gd name="T98" fmla="*/ 283 w 563"/>
                  <a:gd name="T99" fmla="*/ 11 h 362"/>
                  <a:gd name="T100" fmla="*/ 248 w 563"/>
                  <a:gd name="T101" fmla="*/ 5 h 362"/>
                  <a:gd name="T102" fmla="*/ 213 w 563"/>
                  <a:gd name="T103" fmla="*/ 0 h 362"/>
                  <a:gd name="T104" fmla="*/ 186 w 563"/>
                  <a:gd name="T105" fmla="*/ 0 h 362"/>
                  <a:gd name="T106" fmla="*/ 175 w 563"/>
                  <a:gd name="T107" fmla="*/ 0 h 362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563"/>
                  <a:gd name="T163" fmla="*/ 0 h 362"/>
                  <a:gd name="T164" fmla="*/ 563 w 563"/>
                  <a:gd name="T165" fmla="*/ 362 h 362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563" h="362">
                    <a:moveTo>
                      <a:pt x="175" y="0"/>
                    </a:moveTo>
                    <a:lnTo>
                      <a:pt x="162" y="0"/>
                    </a:lnTo>
                    <a:lnTo>
                      <a:pt x="148" y="3"/>
                    </a:lnTo>
                    <a:lnTo>
                      <a:pt x="132" y="5"/>
                    </a:lnTo>
                    <a:lnTo>
                      <a:pt x="119" y="11"/>
                    </a:lnTo>
                    <a:lnTo>
                      <a:pt x="108" y="13"/>
                    </a:lnTo>
                    <a:lnTo>
                      <a:pt x="95" y="22"/>
                    </a:lnTo>
                    <a:lnTo>
                      <a:pt x="81" y="30"/>
                    </a:lnTo>
                    <a:lnTo>
                      <a:pt x="70" y="38"/>
                    </a:lnTo>
                    <a:lnTo>
                      <a:pt x="60" y="48"/>
                    </a:lnTo>
                    <a:lnTo>
                      <a:pt x="46" y="59"/>
                    </a:lnTo>
                    <a:lnTo>
                      <a:pt x="35" y="72"/>
                    </a:lnTo>
                    <a:lnTo>
                      <a:pt x="25" y="89"/>
                    </a:lnTo>
                    <a:lnTo>
                      <a:pt x="14" y="102"/>
                    </a:lnTo>
                    <a:lnTo>
                      <a:pt x="8" y="118"/>
                    </a:lnTo>
                    <a:lnTo>
                      <a:pt x="3" y="126"/>
                    </a:lnTo>
                    <a:lnTo>
                      <a:pt x="3" y="134"/>
                    </a:lnTo>
                    <a:lnTo>
                      <a:pt x="0" y="140"/>
                    </a:lnTo>
                    <a:lnTo>
                      <a:pt x="0" y="148"/>
                    </a:lnTo>
                    <a:lnTo>
                      <a:pt x="0" y="156"/>
                    </a:lnTo>
                    <a:lnTo>
                      <a:pt x="0" y="164"/>
                    </a:lnTo>
                    <a:lnTo>
                      <a:pt x="3" y="180"/>
                    </a:lnTo>
                    <a:lnTo>
                      <a:pt x="8" y="196"/>
                    </a:lnTo>
                    <a:lnTo>
                      <a:pt x="17" y="212"/>
                    </a:lnTo>
                    <a:lnTo>
                      <a:pt x="27" y="225"/>
                    </a:lnTo>
                    <a:lnTo>
                      <a:pt x="35" y="241"/>
                    </a:lnTo>
                    <a:lnTo>
                      <a:pt x="49" y="255"/>
                    </a:lnTo>
                    <a:lnTo>
                      <a:pt x="60" y="268"/>
                    </a:lnTo>
                    <a:lnTo>
                      <a:pt x="70" y="282"/>
                    </a:lnTo>
                    <a:lnTo>
                      <a:pt x="81" y="292"/>
                    </a:lnTo>
                    <a:lnTo>
                      <a:pt x="92" y="306"/>
                    </a:lnTo>
                    <a:lnTo>
                      <a:pt x="103" y="316"/>
                    </a:lnTo>
                    <a:lnTo>
                      <a:pt x="111" y="322"/>
                    </a:lnTo>
                    <a:lnTo>
                      <a:pt x="119" y="327"/>
                    </a:lnTo>
                    <a:lnTo>
                      <a:pt x="127" y="330"/>
                    </a:lnTo>
                    <a:lnTo>
                      <a:pt x="135" y="335"/>
                    </a:lnTo>
                    <a:lnTo>
                      <a:pt x="146" y="338"/>
                    </a:lnTo>
                    <a:lnTo>
                      <a:pt x="156" y="341"/>
                    </a:lnTo>
                    <a:lnTo>
                      <a:pt x="170" y="343"/>
                    </a:lnTo>
                    <a:lnTo>
                      <a:pt x="183" y="346"/>
                    </a:lnTo>
                    <a:lnTo>
                      <a:pt x="191" y="346"/>
                    </a:lnTo>
                    <a:lnTo>
                      <a:pt x="200" y="349"/>
                    </a:lnTo>
                    <a:lnTo>
                      <a:pt x="218" y="351"/>
                    </a:lnTo>
                    <a:lnTo>
                      <a:pt x="240" y="354"/>
                    </a:lnTo>
                    <a:lnTo>
                      <a:pt x="261" y="354"/>
                    </a:lnTo>
                    <a:lnTo>
                      <a:pt x="286" y="357"/>
                    </a:lnTo>
                    <a:lnTo>
                      <a:pt x="310" y="359"/>
                    </a:lnTo>
                    <a:lnTo>
                      <a:pt x="334" y="359"/>
                    </a:lnTo>
                    <a:lnTo>
                      <a:pt x="361" y="362"/>
                    </a:lnTo>
                    <a:lnTo>
                      <a:pt x="385" y="362"/>
                    </a:lnTo>
                    <a:lnTo>
                      <a:pt x="409" y="359"/>
                    </a:lnTo>
                    <a:lnTo>
                      <a:pt x="434" y="359"/>
                    </a:lnTo>
                    <a:lnTo>
                      <a:pt x="455" y="357"/>
                    </a:lnTo>
                    <a:lnTo>
                      <a:pt x="477" y="351"/>
                    </a:lnTo>
                    <a:lnTo>
                      <a:pt x="493" y="346"/>
                    </a:lnTo>
                    <a:lnTo>
                      <a:pt x="504" y="343"/>
                    </a:lnTo>
                    <a:lnTo>
                      <a:pt x="509" y="338"/>
                    </a:lnTo>
                    <a:lnTo>
                      <a:pt x="517" y="335"/>
                    </a:lnTo>
                    <a:lnTo>
                      <a:pt x="522" y="330"/>
                    </a:lnTo>
                    <a:lnTo>
                      <a:pt x="528" y="325"/>
                    </a:lnTo>
                    <a:lnTo>
                      <a:pt x="533" y="319"/>
                    </a:lnTo>
                    <a:lnTo>
                      <a:pt x="541" y="306"/>
                    </a:lnTo>
                    <a:lnTo>
                      <a:pt x="549" y="292"/>
                    </a:lnTo>
                    <a:lnTo>
                      <a:pt x="555" y="274"/>
                    </a:lnTo>
                    <a:lnTo>
                      <a:pt x="557" y="255"/>
                    </a:lnTo>
                    <a:lnTo>
                      <a:pt x="560" y="236"/>
                    </a:lnTo>
                    <a:lnTo>
                      <a:pt x="563" y="215"/>
                    </a:lnTo>
                    <a:lnTo>
                      <a:pt x="563" y="193"/>
                    </a:lnTo>
                    <a:lnTo>
                      <a:pt x="560" y="172"/>
                    </a:lnTo>
                    <a:lnTo>
                      <a:pt x="560" y="153"/>
                    </a:lnTo>
                    <a:lnTo>
                      <a:pt x="557" y="131"/>
                    </a:lnTo>
                    <a:lnTo>
                      <a:pt x="557" y="113"/>
                    </a:lnTo>
                    <a:lnTo>
                      <a:pt x="555" y="94"/>
                    </a:lnTo>
                    <a:lnTo>
                      <a:pt x="552" y="78"/>
                    </a:lnTo>
                    <a:lnTo>
                      <a:pt x="549" y="64"/>
                    </a:lnTo>
                    <a:lnTo>
                      <a:pt x="547" y="59"/>
                    </a:lnTo>
                    <a:lnTo>
                      <a:pt x="547" y="54"/>
                    </a:lnTo>
                    <a:lnTo>
                      <a:pt x="544" y="46"/>
                    </a:lnTo>
                    <a:lnTo>
                      <a:pt x="541" y="38"/>
                    </a:lnTo>
                    <a:lnTo>
                      <a:pt x="539" y="30"/>
                    </a:lnTo>
                    <a:lnTo>
                      <a:pt x="536" y="27"/>
                    </a:lnTo>
                    <a:lnTo>
                      <a:pt x="533" y="22"/>
                    </a:lnTo>
                    <a:lnTo>
                      <a:pt x="528" y="19"/>
                    </a:lnTo>
                    <a:lnTo>
                      <a:pt x="522" y="19"/>
                    </a:lnTo>
                    <a:lnTo>
                      <a:pt x="520" y="16"/>
                    </a:lnTo>
                    <a:lnTo>
                      <a:pt x="506" y="16"/>
                    </a:lnTo>
                    <a:lnTo>
                      <a:pt x="495" y="16"/>
                    </a:lnTo>
                    <a:lnTo>
                      <a:pt x="479" y="16"/>
                    </a:lnTo>
                    <a:lnTo>
                      <a:pt x="474" y="13"/>
                    </a:lnTo>
                    <a:lnTo>
                      <a:pt x="466" y="13"/>
                    </a:lnTo>
                    <a:lnTo>
                      <a:pt x="458" y="13"/>
                    </a:lnTo>
                    <a:lnTo>
                      <a:pt x="450" y="11"/>
                    </a:lnTo>
                    <a:lnTo>
                      <a:pt x="431" y="11"/>
                    </a:lnTo>
                    <a:lnTo>
                      <a:pt x="409" y="11"/>
                    </a:lnTo>
                    <a:lnTo>
                      <a:pt x="388" y="13"/>
                    </a:lnTo>
                    <a:lnTo>
                      <a:pt x="364" y="13"/>
                    </a:lnTo>
                    <a:lnTo>
                      <a:pt x="342" y="13"/>
                    </a:lnTo>
                    <a:lnTo>
                      <a:pt x="321" y="13"/>
                    </a:lnTo>
                    <a:lnTo>
                      <a:pt x="302" y="13"/>
                    </a:lnTo>
                    <a:lnTo>
                      <a:pt x="283" y="11"/>
                    </a:lnTo>
                    <a:lnTo>
                      <a:pt x="264" y="11"/>
                    </a:lnTo>
                    <a:lnTo>
                      <a:pt x="248" y="5"/>
                    </a:lnTo>
                    <a:lnTo>
                      <a:pt x="229" y="3"/>
                    </a:lnTo>
                    <a:lnTo>
                      <a:pt x="213" y="0"/>
                    </a:lnTo>
                    <a:lnTo>
                      <a:pt x="200" y="0"/>
                    </a:lnTo>
                    <a:lnTo>
                      <a:pt x="186" y="0"/>
                    </a:lnTo>
                    <a:lnTo>
                      <a:pt x="181" y="0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2" name="Freeform 41">
                <a:extLst>
                  <a:ext uri="{FF2B5EF4-FFF2-40B4-BE49-F238E27FC236}">
                    <a16:creationId xmlns:a16="http://schemas.microsoft.com/office/drawing/2014/main" id="{E53B2DD8-4411-0F46-9988-1A06A5DAFE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92093" y="2631101"/>
                <a:ext cx="346075" cy="336550"/>
              </a:xfrm>
              <a:custGeom>
                <a:avLst/>
                <a:gdLst>
                  <a:gd name="T0" fmla="*/ 100 w 218"/>
                  <a:gd name="T1" fmla="*/ 0 h 212"/>
                  <a:gd name="T2" fmla="*/ 78 w 218"/>
                  <a:gd name="T3" fmla="*/ 6 h 212"/>
                  <a:gd name="T4" fmla="*/ 57 w 218"/>
                  <a:gd name="T5" fmla="*/ 14 h 212"/>
                  <a:gd name="T6" fmla="*/ 41 w 218"/>
                  <a:gd name="T7" fmla="*/ 25 h 212"/>
                  <a:gd name="T8" fmla="*/ 24 w 218"/>
                  <a:gd name="T9" fmla="*/ 38 h 212"/>
                  <a:gd name="T10" fmla="*/ 14 w 218"/>
                  <a:gd name="T11" fmla="*/ 57 h 212"/>
                  <a:gd name="T12" fmla="*/ 6 w 218"/>
                  <a:gd name="T13" fmla="*/ 76 h 212"/>
                  <a:gd name="T14" fmla="*/ 0 w 218"/>
                  <a:gd name="T15" fmla="*/ 94 h 212"/>
                  <a:gd name="T16" fmla="*/ 0 w 218"/>
                  <a:gd name="T17" fmla="*/ 116 h 212"/>
                  <a:gd name="T18" fmla="*/ 6 w 218"/>
                  <a:gd name="T19" fmla="*/ 137 h 212"/>
                  <a:gd name="T20" fmla="*/ 14 w 218"/>
                  <a:gd name="T21" fmla="*/ 156 h 212"/>
                  <a:gd name="T22" fmla="*/ 24 w 218"/>
                  <a:gd name="T23" fmla="*/ 172 h 212"/>
                  <a:gd name="T24" fmla="*/ 41 w 218"/>
                  <a:gd name="T25" fmla="*/ 188 h 212"/>
                  <a:gd name="T26" fmla="*/ 57 w 218"/>
                  <a:gd name="T27" fmla="*/ 199 h 212"/>
                  <a:gd name="T28" fmla="*/ 78 w 218"/>
                  <a:gd name="T29" fmla="*/ 207 h 212"/>
                  <a:gd name="T30" fmla="*/ 100 w 218"/>
                  <a:gd name="T31" fmla="*/ 212 h 212"/>
                  <a:gd name="T32" fmla="*/ 121 w 218"/>
                  <a:gd name="T33" fmla="*/ 212 h 212"/>
                  <a:gd name="T34" fmla="*/ 143 w 218"/>
                  <a:gd name="T35" fmla="*/ 207 h 212"/>
                  <a:gd name="T36" fmla="*/ 162 w 218"/>
                  <a:gd name="T37" fmla="*/ 199 h 212"/>
                  <a:gd name="T38" fmla="*/ 178 w 218"/>
                  <a:gd name="T39" fmla="*/ 188 h 212"/>
                  <a:gd name="T40" fmla="*/ 194 w 218"/>
                  <a:gd name="T41" fmla="*/ 172 h 212"/>
                  <a:gd name="T42" fmla="*/ 205 w 218"/>
                  <a:gd name="T43" fmla="*/ 156 h 212"/>
                  <a:gd name="T44" fmla="*/ 213 w 218"/>
                  <a:gd name="T45" fmla="*/ 137 h 212"/>
                  <a:gd name="T46" fmla="*/ 218 w 218"/>
                  <a:gd name="T47" fmla="*/ 116 h 212"/>
                  <a:gd name="T48" fmla="*/ 218 w 218"/>
                  <a:gd name="T49" fmla="*/ 94 h 212"/>
                  <a:gd name="T50" fmla="*/ 213 w 218"/>
                  <a:gd name="T51" fmla="*/ 76 h 212"/>
                  <a:gd name="T52" fmla="*/ 205 w 218"/>
                  <a:gd name="T53" fmla="*/ 57 h 212"/>
                  <a:gd name="T54" fmla="*/ 194 w 218"/>
                  <a:gd name="T55" fmla="*/ 38 h 212"/>
                  <a:gd name="T56" fmla="*/ 178 w 218"/>
                  <a:gd name="T57" fmla="*/ 25 h 212"/>
                  <a:gd name="T58" fmla="*/ 162 w 218"/>
                  <a:gd name="T59" fmla="*/ 14 h 212"/>
                  <a:gd name="T60" fmla="*/ 143 w 218"/>
                  <a:gd name="T61" fmla="*/ 6 h 212"/>
                  <a:gd name="T62" fmla="*/ 121 w 218"/>
                  <a:gd name="T63" fmla="*/ 0 h 21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18"/>
                  <a:gd name="T97" fmla="*/ 0 h 212"/>
                  <a:gd name="T98" fmla="*/ 218 w 218"/>
                  <a:gd name="T99" fmla="*/ 212 h 21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18" h="212">
                    <a:moveTo>
                      <a:pt x="111" y="0"/>
                    </a:moveTo>
                    <a:lnTo>
                      <a:pt x="100" y="0"/>
                    </a:lnTo>
                    <a:lnTo>
                      <a:pt x="89" y="3"/>
                    </a:lnTo>
                    <a:lnTo>
                      <a:pt x="78" y="6"/>
                    </a:lnTo>
                    <a:lnTo>
                      <a:pt x="67" y="8"/>
                    </a:lnTo>
                    <a:lnTo>
                      <a:pt x="57" y="14"/>
                    </a:lnTo>
                    <a:lnTo>
                      <a:pt x="49" y="19"/>
                    </a:lnTo>
                    <a:lnTo>
                      <a:pt x="41" y="25"/>
                    </a:lnTo>
                    <a:lnTo>
                      <a:pt x="33" y="33"/>
                    </a:lnTo>
                    <a:lnTo>
                      <a:pt x="24" y="38"/>
                    </a:lnTo>
                    <a:lnTo>
                      <a:pt x="19" y="46"/>
                    </a:lnTo>
                    <a:lnTo>
                      <a:pt x="14" y="57"/>
                    </a:lnTo>
                    <a:lnTo>
                      <a:pt x="8" y="65"/>
                    </a:lnTo>
                    <a:lnTo>
                      <a:pt x="6" y="76"/>
                    </a:lnTo>
                    <a:lnTo>
                      <a:pt x="3" y="84"/>
                    </a:lnTo>
                    <a:lnTo>
                      <a:pt x="0" y="94"/>
                    </a:lnTo>
                    <a:lnTo>
                      <a:pt x="0" y="105"/>
                    </a:lnTo>
                    <a:lnTo>
                      <a:pt x="0" y="116"/>
                    </a:lnTo>
                    <a:lnTo>
                      <a:pt x="3" y="126"/>
                    </a:lnTo>
                    <a:lnTo>
                      <a:pt x="6" y="137"/>
                    </a:lnTo>
                    <a:lnTo>
                      <a:pt x="8" y="148"/>
                    </a:lnTo>
                    <a:lnTo>
                      <a:pt x="14" y="156"/>
                    </a:lnTo>
                    <a:lnTo>
                      <a:pt x="19" y="164"/>
                    </a:lnTo>
                    <a:lnTo>
                      <a:pt x="24" y="172"/>
                    </a:lnTo>
                    <a:lnTo>
                      <a:pt x="33" y="180"/>
                    </a:lnTo>
                    <a:lnTo>
                      <a:pt x="41" y="188"/>
                    </a:lnTo>
                    <a:lnTo>
                      <a:pt x="49" y="193"/>
                    </a:lnTo>
                    <a:lnTo>
                      <a:pt x="57" y="199"/>
                    </a:lnTo>
                    <a:lnTo>
                      <a:pt x="67" y="204"/>
                    </a:lnTo>
                    <a:lnTo>
                      <a:pt x="78" y="207"/>
                    </a:lnTo>
                    <a:lnTo>
                      <a:pt x="89" y="210"/>
                    </a:lnTo>
                    <a:lnTo>
                      <a:pt x="100" y="212"/>
                    </a:lnTo>
                    <a:lnTo>
                      <a:pt x="111" y="212"/>
                    </a:lnTo>
                    <a:lnTo>
                      <a:pt x="121" y="212"/>
                    </a:lnTo>
                    <a:lnTo>
                      <a:pt x="132" y="210"/>
                    </a:lnTo>
                    <a:lnTo>
                      <a:pt x="143" y="207"/>
                    </a:lnTo>
                    <a:lnTo>
                      <a:pt x="154" y="204"/>
                    </a:lnTo>
                    <a:lnTo>
                      <a:pt x="162" y="199"/>
                    </a:lnTo>
                    <a:lnTo>
                      <a:pt x="170" y="193"/>
                    </a:lnTo>
                    <a:lnTo>
                      <a:pt x="178" y="188"/>
                    </a:lnTo>
                    <a:lnTo>
                      <a:pt x="186" y="180"/>
                    </a:lnTo>
                    <a:lnTo>
                      <a:pt x="194" y="172"/>
                    </a:lnTo>
                    <a:lnTo>
                      <a:pt x="199" y="164"/>
                    </a:lnTo>
                    <a:lnTo>
                      <a:pt x="205" y="156"/>
                    </a:lnTo>
                    <a:lnTo>
                      <a:pt x="210" y="148"/>
                    </a:lnTo>
                    <a:lnTo>
                      <a:pt x="213" y="137"/>
                    </a:lnTo>
                    <a:lnTo>
                      <a:pt x="215" y="126"/>
                    </a:lnTo>
                    <a:lnTo>
                      <a:pt x="218" y="116"/>
                    </a:lnTo>
                    <a:lnTo>
                      <a:pt x="218" y="105"/>
                    </a:lnTo>
                    <a:lnTo>
                      <a:pt x="218" y="94"/>
                    </a:lnTo>
                    <a:lnTo>
                      <a:pt x="215" y="84"/>
                    </a:lnTo>
                    <a:lnTo>
                      <a:pt x="213" y="76"/>
                    </a:lnTo>
                    <a:lnTo>
                      <a:pt x="210" y="65"/>
                    </a:lnTo>
                    <a:lnTo>
                      <a:pt x="205" y="57"/>
                    </a:lnTo>
                    <a:lnTo>
                      <a:pt x="199" y="46"/>
                    </a:lnTo>
                    <a:lnTo>
                      <a:pt x="194" y="38"/>
                    </a:lnTo>
                    <a:lnTo>
                      <a:pt x="186" y="33"/>
                    </a:lnTo>
                    <a:lnTo>
                      <a:pt x="178" y="25"/>
                    </a:lnTo>
                    <a:lnTo>
                      <a:pt x="170" y="19"/>
                    </a:lnTo>
                    <a:lnTo>
                      <a:pt x="162" y="14"/>
                    </a:lnTo>
                    <a:lnTo>
                      <a:pt x="154" y="8"/>
                    </a:lnTo>
                    <a:lnTo>
                      <a:pt x="143" y="6"/>
                    </a:lnTo>
                    <a:lnTo>
                      <a:pt x="132" y="3"/>
                    </a:lnTo>
                    <a:lnTo>
                      <a:pt x="121" y="0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75BC6DE-5F37-8644-ADFF-E455ABD106FB}"/>
                </a:ext>
              </a:extLst>
            </p:cNvPr>
            <p:cNvSpPr/>
            <p:nvPr/>
          </p:nvSpPr>
          <p:spPr>
            <a:xfrm>
              <a:off x="5361709" y="1704109"/>
              <a:ext cx="720436" cy="678873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633275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C99B995-DF9B-954B-BF35-D3DB0A1E5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148" y="1573714"/>
            <a:ext cx="10515600" cy="4351338"/>
          </a:xfrm>
        </p:spPr>
        <p:txBody>
          <a:bodyPr/>
          <a:lstStyle/>
          <a:p>
            <a:pPr marL="346075" indent="-346075">
              <a:defRPr/>
            </a:pPr>
            <a:r>
              <a:rPr lang="en-US" sz="3200" dirty="0"/>
              <a:t>router may learn about more than one route to destination AS, selects route based on:</a:t>
            </a:r>
          </a:p>
          <a:p>
            <a:pPr marL="1084263" lvl="1" indent="-457200">
              <a:buFont typeface="ZapfDingbats" charset="0"/>
              <a:buAutoNum type="arabicPeriod"/>
              <a:defRPr/>
            </a:pPr>
            <a:r>
              <a:rPr lang="en-US" sz="2800" dirty="0"/>
              <a:t>local preference value attribute: policy decision</a:t>
            </a:r>
          </a:p>
          <a:p>
            <a:pPr marL="1084263" lvl="1" indent="-457200">
              <a:buFont typeface="ZapfDingbats" charset="0"/>
              <a:buAutoNum type="arabicPeriod"/>
              <a:defRPr/>
            </a:pPr>
            <a:r>
              <a:rPr lang="en-US" sz="2800" dirty="0"/>
              <a:t>shortest AS-PATH </a:t>
            </a:r>
          </a:p>
          <a:p>
            <a:pPr marL="1084263" lvl="1" indent="-457200">
              <a:buFont typeface="ZapfDingbats" charset="0"/>
              <a:buAutoNum type="arabicPeriod"/>
              <a:defRPr/>
            </a:pPr>
            <a:r>
              <a:rPr lang="en-US" sz="2800" dirty="0"/>
              <a:t>closest NEXT-HOP router: hot potato routing</a:t>
            </a:r>
          </a:p>
          <a:p>
            <a:pPr marL="1084263" lvl="1" indent="-457200">
              <a:buFont typeface="ZapfDingbats" charset="0"/>
              <a:buAutoNum type="arabicPeriod"/>
              <a:defRPr/>
            </a:pPr>
            <a:r>
              <a:rPr lang="en-US" sz="2800" dirty="0"/>
              <a:t>additional criteria </a:t>
            </a:r>
          </a:p>
          <a:p>
            <a:pPr marL="130175" indent="0">
              <a:buNone/>
            </a:pP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FDCD413-006B-ED4B-AEF9-134A3BF97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route selection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5074CB-2D14-604C-8CF3-955D4F09E5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Network Layer: 5-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6649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F3078-2C8B-C41B-8559-F674A9038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A7A58-CB90-B370-884A-90ED6C88B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defined networking (SDN)</a:t>
            </a:r>
          </a:p>
        </p:txBody>
      </p:sp>
    </p:spTree>
    <p:extLst>
      <p:ext uri="{BB962C8B-B14F-4D97-AF65-F5344CB8AC3E}">
        <p14:creationId xmlns:p14="http://schemas.microsoft.com/office/powerpoint/2010/main" val="32558964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702AB5-AB8E-3545-A5A9-FCEA06E6E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290513"/>
            <a:r>
              <a:rPr lang="en-US" sz="3200" dirty="0"/>
              <a:t>Internet network layer: historically implemented via distributed, per-router control approach</a:t>
            </a:r>
            <a:r>
              <a:rPr lang="en-US" dirty="0"/>
              <a:t>:</a:t>
            </a:r>
          </a:p>
          <a:p>
            <a:pPr lvl="1"/>
            <a:r>
              <a:rPr lang="en-US" sz="2800" i="1" dirty="0">
                <a:solidFill>
                  <a:srgbClr val="000090"/>
                </a:solidFill>
              </a:rPr>
              <a:t>monolithic</a:t>
            </a:r>
            <a:r>
              <a:rPr lang="en-US" sz="2800" dirty="0"/>
              <a:t> router contains switching hardware, runs proprietary implementation of Internet standard protocols (IP, RIP, IS-IS, OSPF, BGP) in proprietary router OS (e.g., Cisco IOS)</a:t>
            </a:r>
          </a:p>
          <a:p>
            <a:pPr lvl="1"/>
            <a:r>
              <a:rPr lang="en-US" sz="2800" dirty="0"/>
              <a:t>different “middleboxes” for different network layer functions: firewalls, load balancers, NAT boxes, ..</a:t>
            </a:r>
          </a:p>
          <a:p>
            <a:pPr indent="-290513"/>
            <a:r>
              <a:rPr lang="en-US" sz="3200" dirty="0"/>
              <a:t>~2005: renewed interest in rethinking network control plane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defined networking (SDN)</a:t>
            </a:r>
          </a:p>
        </p:txBody>
      </p:sp>
    </p:spTree>
    <p:extLst>
      <p:ext uri="{BB962C8B-B14F-4D97-AF65-F5344CB8AC3E}">
        <p14:creationId xmlns:p14="http://schemas.microsoft.com/office/powerpoint/2010/main" val="8212950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B46D7-DEDF-364B-99E9-3FB1F889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543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Per-router control plane</a:t>
            </a:r>
          </a:p>
        </p:txBody>
      </p:sp>
      <p:sp>
        <p:nvSpPr>
          <p:cNvPr id="4" name="TextBox 257">
            <a:extLst>
              <a:ext uri="{FF2B5EF4-FFF2-40B4-BE49-F238E27FC236}">
                <a16:creationId xmlns:a16="http://schemas.microsoft.com/office/drawing/2014/main" id="{8EB40520-A927-A94E-975A-4093319F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773" y="1101105"/>
            <a:ext cx="1110642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Individual routing algorithm components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 each and every router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interact in the control plane to computer forwarding tables</a:t>
            </a:r>
          </a:p>
        </p:txBody>
      </p:sp>
      <p:grpSp>
        <p:nvGrpSpPr>
          <p:cNvPr id="3" name="Group 2" descr="Traditional routing: control and data plane illustrating use of header.">
            <a:extLst>
              <a:ext uri="{FF2B5EF4-FFF2-40B4-BE49-F238E27FC236}">
                <a16:creationId xmlns:a16="http://schemas.microsoft.com/office/drawing/2014/main" id="{5003AD98-76A9-75C4-9A2C-433563845BB0}"/>
              </a:ext>
            </a:extLst>
          </p:cNvPr>
          <p:cNvGrpSpPr/>
          <p:nvPr/>
        </p:nvGrpSpPr>
        <p:grpSpPr>
          <a:xfrm>
            <a:off x="1787110" y="2370207"/>
            <a:ext cx="7735888" cy="4046538"/>
            <a:chOff x="1787110" y="2370207"/>
            <a:chExt cx="7735888" cy="4046538"/>
          </a:xfrm>
        </p:grpSpPr>
        <p:sp>
          <p:nvSpPr>
            <p:cNvPr id="238" name="Freeform 2">
              <a:extLst>
                <a:ext uri="{FF2B5EF4-FFF2-40B4-BE49-F238E27FC236}">
                  <a16:creationId xmlns:a16="http://schemas.microsoft.com/office/drawing/2014/main" id="{66A80B54-F93B-A94A-938E-DFA6C3C90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648" y="5476945"/>
              <a:ext cx="4027487" cy="939800"/>
            </a:xfrm>
            <a:custGeom>
              <a:avLst/>
              <a:gdLst>
                <a:gd name="T0" fmla="*/ 2147483647 w 10001"/>
                <a:gd name="T1" fmla="*/ 2147483647 h 10125"/>
                <a:gd name="T2" fmla="*/ 2147483647 w 10001"/>
                <a:gd name="T3" fmla="*/ 2147483647 h 10125"/>
                <a:gd name="T4" fmla="*/ 2147483647 w 10001"/>
                <a:gd name="T5" fmla="*/ 2147483647 h 10125"/>
                <a:gd name="T6" fmla="*/ 2147483647 w 10001"/>
                <a:gd name="T7" fmla="*/ 0 h 10125"/>
                <a:gd name="T8" fmla="*/ 2147483647 w 10001"/>
                <a:gd name="T9" fmla="*/ 2147483647 h 10125"/>
                <a:gd name="T10" fmla="*/ 2147483647 w 10001"/>
                <a:gd name="T11" fmla="*/ 2147483647 h 10125"/>
                <a:gd name="T12" fmla="*/ 2147483647 w 10001"/>
                <a:gd name="T13" fmla="*/ 2147483647 h 10125"/>
                <a:gd name="T14" fmla="*/ 2147483647 w 10001"/>
                <a:gd name="T15" fmla="*/ 2147483647 h 10125"/>
                <a:gd name="T16" fmla="*/ 2147483647 w 10001"/>
                <a:gd name="T17" fmla="*/ 2147483647 h 10125"/>
                <a:gd name="T18" fmla="*/ 2147483647 w 10001"/>
                <a:gd name="T19" fmla="*/ 2147483647 h 10125"/>
                <a:gd name="T20" fmla="*/ 2147483647 w 10001"/>
                <a:gd name="T21" fmla="*/ 2147483647 h 10125"/>
                <a:gd name="T22" fmla="*/ 2147483647 w 10001"/>
                <a:gd name="T23" fmla="*/ 2147483647 h 10125"/>
                <a:gd name="T24" fmla="*/ 2147483647 w 10001"/>
                <a:gd name="T25" fmla="*/ 2147483647 h 10125"/>
                <a:gd name="T26" fmla="*/ 2147483647 w 10001"/>
                <a:gd name="T27" fmla="*/ 2147483647 h 10125"/>
                <a:gd name="T28" fmla="*/ 2147483647 w 10001"/>
                <a:gd name="T29" fmla="*/ 2147483647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001" h="10125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6B89A56E-4B45-1449-B1CC-C8EF7ABE50B3}"/>
                </a:ext>
              </a:extLst>
            </p:cNvPr>
            <p:cNvCxnSpPr/>
            <p:nvPr/>
          </p:nvCxnSpPr>
          <p:spPr>
            <a:xfrm flipV="1">
              <a:off x="4812885" y="5629345"/>
              <a:ext cx="1316038" cy="1317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2740CBE6-0A59-E645-A69D-A9AE662529A8}"/>
                </a:ext>
              </a:extLst>
            </p:cNvPr>
            <p:cNvCxnSpPr/>
            <p:nvPr/>
          </p:nvCxnSpPr>
          <p:spPr>
            <a:xfrm>
              <a:off x="4701760" y="5815082"/>
              <a:ext cx="2259013" cy="300038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FEDEF0D8-C674-7A42-948E-7E305FE7E98D}"/>
                </a:ext>
              </a:extLst>
            </p:cNvPr>
            <p:cNvCxnSpPr/>
            <p:nvPr/>
          </p:nvCxnSpPr>
          <p:spPr>
            <a:xfrm>
              <a:off x="4714460" y="5921445"/>
              <a:ext cx="714375" cy="274637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88FEC270-B253-8E44-A411-9C7971EEB2C5}"/>
                </a:ext>
              </a:extLst>
            </p:cNvPr>
            <p:cNvCxnSpPr/>
            <p:nvPr/>
          </p:nvCxnSpPr>
          <p:spPr>
            <a:xfrm flipV="1">
              <a:off x="5732048" y="6115120"/>
              <a:ext cx="1247775" cy="809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829E7CD6-E2DF-3F41-969B-DA845A408D9F}"/>
                </a:ext>
              </a:extLst>
            </p:cNvPr>
            <p:cNvCxnSpPr/>
            <p:nvPr/>
          </p:nvCxnSpPr>
          <p:spPr>
            <a:xfrm>
              <a:off x="6392448" y="5661095"/>
              <a:ext cx="1057275" cy="123825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DE601DF1-8D2D-2A46-BC8F-F868A11F76CA}"/>
                </a:ext>
              </a:extLst>
            </p:cNvPr>
            <p:cNvCxnSpPr/>
            <p:nvPr/>
          </p:nvCxnSpPr>
          <p:spPr>
            <a:xfrm flipV="1">
              <a:off x="5676485" y="5815082"/>
              <a:ext cx="1790700" cy="300038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A11DDE0B-F575-FA48-8F6B-03D4A7733DCF}"/>
                </a:ext>
              </a:extLst>
            </p:cNvPr>
            <p:cNvCxnSpPr/>
            <p:nvPr/>
          </p:nvCxnSpPr>
          <p:spPr>
            <a:xfrm flipV="1">
              <a:off x="7003635" y="5843657"/>
              <a:ext cx="588963" cy="271463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ADA6CD88-616E-B24E-8E41-831DCFC74F88}"/>
                </a:ext>
              </a:extLst>
            </p:cNvPr>
            <p:cNvCxnSpPr/>
            <p:nvPr/>
          </p:nvCxnSpPr>
          <p:spPr>
            <a:xfrm>
              <a:off x="6146385" y="5629345"/>
              <a:ext cx="814388" cy="40005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grpSp>
          <p:nvGrpSpPr>
            <p:cNvPr id="247" name="Group 7">
              <a:extLst>
                <a:ext uri="{FF2B5EF4-FFF2-40B4-BE49-F238E27FC236}">
                  <a16:creationId xmlns:a16="http://schemas.microsoft.com/office/drawing/2014/main" id="{F23FF8D1-2C6B-9448-B97C-26AA0FF383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71673" y="6054795"/>
              <a:ext cx="563562" cy="293687"/>
              <a:chOff x="1871277" y="1576300"/>
              <a:chExt cx="1128371" cy="437861"/>
            </a:xfrm>
          </p:grpSpPr>
          <p:sp>
            <p:nvSpPr>
              <p:cNvPr id="248" name="Oval 247">
                <a:extLst>
                  <a:ext uri="{FF2B5EF4-FFF2-40B4-BE49-F238E27FC236}">
                    <a16:creationId xmlns:a16="http://schemas.microsoft.com/office/drawing/2014/main" id="{F781E7E0-A5A4-AD4A-A844-E9A7BB7A79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55" y="1694641"/>
                <a:ext cx="1125193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3D5BD08E-FA2E-E04F-A545-2E0866784F93}"/>
                  </a:ext>
                </a:extLst>
              </p:cNvPr>
              <p:cNvSpPr/>
              <p:nvPr/>
            </p:nvSpPr>
            <p:spPr bwMode="auto">
              <a:xfrm>
                <a:off x="1871277" y="1739610"/>
                <a:ext cx="1128371" cy="11597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01E234FF-7C0E-FD47-9DA3-FA96190131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193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563210E5-D710-8E45-8417-02EB79B5C81A}"/>
                  </a:ext>
                </a:extLst>
              </p:cNvPr>
              <p:cNvSpPr/>
              <p:nvPr/>
            </p:nvSpPr>
            <p:spPr bwMode="auto">
              <a:xfrm>
                <a:off x="2160521" y="1673339"/>
                <a:ext cx="546704" cy="160944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52" name="Freeform 251">
                <a:extLst>
                  <a:ext uri="{FF2B5EF4-FFF2-40B4-BE49-F238E27FC236}">
                    <a16:creationId xmlns:a16="http://schemas.microsoft.com/office/drawing/2014/main" id="{430FD04E-46A2-3749-B589-BEE902C8D5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3307" y="1633104"/>
                <a:ext cx="661131" cy="111240"/>
              </a:xfrm>
              <a:custGeom>
                <a:avLst/>
                <a:gdLst>
                  <a:gd name="T0" fmla="*/ 0 w 3723451"/>
                  <a:gd name="T1" fmla="*/ 27215 h 932950"/>
                  <a:gd name="T2" fmla="*/ 116331 w 3723451"/>
                  <a:gd name="T3" fmla="*/ 321 h 932950"/>
                  <a:gd name="T4" fmla="*/ 329509 w 3723451"/>
                  <a:gd name="T5" fmla="*/ 62069 h 932950"/>
                  <a:gd name="T6" fmla="*/ 532884 w 3723451"/>
                  <a:gd name="T7" fmla="*/ 0 h 932950"/>
                  <a:gd name="T8" fmla="*/ 661131 w 3723451"/>
                  <a:gd name="T9" fmla="*/ 24699 h 932950"/>
                  <a:gd name="T10" fmla="*/ 565716 w 3723451"/>
                  <a:gd name="T11" fmla="*/ 55071 h 932950"/>
                  <a:gd name="T12" fmla="*/ 534996 w 3723451"/>
                  <a:gd name="T13" fmla="*/ 46883 h 932950"/>
                  <a:gd name="T14" fmla="*/ 333255 w 3723451"/>
                  <a:gd name="T15" fmla="*/ 111240 h 932950"/>
                  <a:gd name="T16" fmla="*/ 126353 w 3723451"/>
                  <a:gd name="T17" fmla="*/ 49250 h 932950"/>
                  <a:gd name="T18" fmla="*/ 92901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BDBA4CA4-485A-D94A-B148-5C44318A1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8765" y="1727776"/>
                <a:ext cx="241567" cy="97039"/>
              </a:xfrm>
              <a:custGeom>
                <a:avLst/>
                <a:gdLst>
                  <a:gd name="T0" fmla="*/ 0 w 1366596"/>
                  <a:gd name="T1" fmla="*/ 0 h 809868"/>
                  <a:gd name="T2" fmla="*/ 241567 w 1366596"/>
                  <a:gd name="T3" fmla="*/ 74985 h 809868"/>
                  <a:gd name="T4" fmla="*/ 152911 w 1366596"/>
                  <a:gd name="T5" fmla="*/ 97039 h 809868"/>
                  <a:gd name="T6" fmla="*/ 813 w 1366596"/>
                  <a:gd name="T7" fmla="*/ 51276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4F7BCFB0-4862-0040-98EF-79148CCE20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593" y="1730143"/>
                <a:ext cx="238389" cy="97040"/>
              </a:xfrm>
              <a:custGeom>
                <a:avLst/>
                <a:gdLst>
                  <a:gd name="T0" fmla="*/ 235135 w 1348191"/>
                  <a:gd name="T1" fmla="*/ 0 h 791462"/>
                  <a:gd name="T2" fmla="*/ 238389 w 1348191"/>
                  <a:gd name="T3" fmla="*/ 46827 h 791462"/>
                  <a:gd name="T4" fmla="*/ 86243 w 1348191"/>
                  <a:gd name="T5" fmla="*/ 97040 h 791462"/>
                  <a:gd name="T6" fmla="*/ 0 w 1348191"/>
                  <a:gd name="T7" fmla="*/ 75037 h 791462"/>
                  <a:gd name="T8" fmla="*/ 235135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FA80ECE7-29EF-E045-8DE9-443E8B56CBA4}"/>
                  </a:ext>
                </a:extLst>
              </p:cNvPr>
              <p:cNvCxnSpPr>
                <a:cxnSpLocks noChangeShapeType="1"/>
                <a:endCxn id="250" idx="2"/>
              </p:cNvCxnSpPr>
              <p:nvPr/>
            </p:nvCxnSpPr>
            <p:spPr bwMode="auto">
              <a:xfrm flipH="1" flipV="1">
                <a:off x="1871277" y="1737244"/>
                <a:ext cx="3178" cy="1230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886C4C8B-81F8-494E-B3C9-F2C152BA755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0" y="1734876"/>
                <a:ext cx="3178" cy="1230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57" name="Group 327">
              <a:extLst>
                <a:ext uri="{FF2B5EF4-FFF2-40B4-BE49-F238E27FC236}">
                  <a16:creationId xmlns:a16="http://schemas.microsoft.com/office/drawing/2014/main" id="{C6D6E434-396F-824D-B42D-39B257E174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66998" y="5513457"/>
              <a:ext cx="565150" cy="292100"/>
              <a:chOff x="1871277" y="1576300"/>
              <a:chExt cx="1128371" cy="437861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BD523501-0761-ED43-9FA5-AEA15E2D1C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1B2C53EE-99C4-9041-B078-E1DEA73E56F8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27361595-2FF4-1B46-839D-326969B484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89642470-FD74-1047-9747-D0EB2363B800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12E17BAF-3675-9946-91CF-C0BD05A47A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T0" fmla="*/ 0 w 3723451"/>
                  <a:gd name="T1" fmla="*/ 27363 h 932950"/>
                  <a:gd name="T2" fmla="*/ 116562 w 3723451"/>
                  <a:gd name="T3" fmla="*/ 322 h 932950"/>
                  <a:gd name="T4" fmla="*/ 330164 w 3723451"/>
                  <a:gd name="T5" fmla="*/ 62407 h 932950"/>
                  <a:gd name="T6" fmla="*/ 533943 w 3723451"/>
                  <a:gd name="T7" fmla="*/ 0 h 932950"/>
                  <a:gd name="T8" fmla="*/ 662444 w 3723451"/>
                  <a:gd name="T9" fmla="*/ 24834 h 932950"/>
                  <a:gd name="T10" fmla="*/ 566839 w 3723451"/>
                  <a:gd name="T11" fmla="*/ 55371 h 932950"/>
                  <a:gd name="T12" fmla="*/ 536059 w 3723451"/>
                  <a:gd name="T13" fmla="*/ 47138 h 932950"/>
                  <a:gd name="T14" fmla="*/ 333917 w 3723451"/>
                  <a:gd name="T15" fmla="*/ 111846 h 932950"/>
                  <a:gd name="T16" fmla="*/ 126604 w 3723451"/>
                  <a:gd name="T17" fmla="*/ 49519 h 932950"/>
                  <a:gd name="T18" fmla="*/ 93086 w 3723451"/>
                  <a:gd name="T19" fmla="*/ 56246 h 932950"/>
                  <a:gd name="T20" fmla="*/ 0 w 3723451"/>
                  <a:gd name="T21" fmla="*/ 27363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FB02D5C9-E16C-D545-9658-9B08CD700F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T0" fmla="*/ 0 w 1366596"/>
                  <a:gd name="T1" fmla="*/ 0 h 809868"/>
                  <a:gd name="T2" fmla="*/ 244057 w 1366596"/>
                  <a:gd name="T3" fmla="*/ 75393 h 809868"/>
                  <a:gd name="T4" fmla="*/ 154487 w 1366596"/>
                  <a:gd name="T5" fmla="*/ 97568 h 809868"/>
                  <a:gd name="T6" fmla="*/ 822 w 1366596"/>
                  <a:gd name="T7" fmla="*/ 51556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43C530C6-57F7-D943-BF8C-3B8BE501FC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5933 h 791462"/>
                  <a:gd name="T4" fmla="*/ 87147 w 1348191"/>
                  <a:gd name="T5" fmla="*/ 95187 h 791462"/>
                  <a:gd name="T6" fmla="*/ 0 w 1348191"/>
                  <a:gd name="T7" fmla="*/ 73604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04998C4B-6CC3-804D-8149-EB9753D18CA7}"/>
                  </a:ext>
                </a:extLst>
              </p:cNvPr>
              <p:cNvCxnSpPr>
                <a:cxnSpLocks noChangeShapeType="1"/>
                <a:endCxn id="260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565D2A47-CC6C-8440-A5DF-83E670BCAF1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67" name="Group 337">
              <a:extLst>
                <a:ext uri="{FF2B5EF4-FFF2-40B4-BE49-F238E27FC236}">
                  <a16:creationId xmlns:a16="http://schemas.microsoft.com/office/drawing/2014/main" id="{82B40A4C-BCB9-0F49-86D8-65358510B2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09935" y="5967482"/>
              <a:ext cx="563563" cy="293688"/>
              <a:chOff x="1871277" y="1576300"/>
              <a:chExt cx="1128371" cy="437861"/>
            </a:xfrm>
          </p:grpSpPr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683F4F4C-42FD-9846-A017-5B90A1CDF3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57" y="1694641"/>
                <a:ext cx="1125191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3F600344-6D5A-5149-9480-8AD325F910A2}"/>
                  </a:ext>
                </a:extLst>
              </p:cNvPr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358912A5-2365-7548-98D1-05C254AB8C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191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856A4118-FA0A-BF49-876A-9D235E6C6E2E}"/>
                  </a:ext>
                </a:extLst>
              </p:cNvPr>
              <p:cNvSpPr/>
              <p:nvPr/>
            </p:nvSpPr>
            <p:spPr bwMode="auto">
              <a:xfrm>
                <a:off x="2160522" y="1673340"/>
                <a:ext cx="546703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73066D64-2E3F-F24D-B741-44F8F9E6C3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3309" y="1633103"/>
                <a:ext cx="661129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330 w 3723451"/>
                  <a:gd name="T3" fmla="*/ 321 h 932950"/>
                  <a:gd name="T4" fmla="*/ 329508 w 3723451"/>
                  <a:gd name="T5" fmla="*/ 62070 h 932950"/>
                  <a:gd name="T6" fmla="*/ 532883 w 3723451"/>
                  <a:gd name="T7" fmla="*/ 0 h 932950"/>
                  <a:gd name="T8" fmla="*/ 661129 w 3723451"/>
                  <a:gd name="T9" fmla="*/ 24700 h 932950"/>
                  <a:gd name="T10" fmla="*/ 565714 w 3723451"/>
                  <a:gd name="T11" fmla="*/ 55072 h 932950"/>
                  <a:gd name="T12" fmla="*/ 534995 w 3723451"/>
                  <a:gd name="T13" fmla="*/ 46883 h 932950"/>
                  <a:gd name="T14" fmla="*/ 333254 w 3723451"/>
                  <a:gd name="T15" fmla="*/ 111241 h 932950"/>
                  <a:gd name="T16" fmla="*/ 126353 w 3723451"/>
                  <a:gd name="T17" fmla="*/ 49251 h 932950"/>
                  <a:gd name="T18" fmla="*/ 92901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3" name="Freeform 272">
                <a:extLst>
                  <a:ext uri="{FF2B5EF4-FFF2-40B4-BE49-F238E27FC236}">
                    <a16:creationId xmlns:a16="http://schemas.microsoft.com/office/drawing/2014/main" id="{63C7C818-A6BA-5B46-8663-C7EB1B1CEB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8763" y="1727776"/>
                <a:ext cx="241567" cy="97040"/>
              </a:xfrm>
              <a:custGeom>
                <a:avLst/>
                <a:gdLst>
                  <a:gd name="T0" fmla="*/ 0 w 1366596"/>
                  <a:gd name="T1" fmla="*/ 0 h 809868"/>
                  <a:gd name="T2" fmla="*/ 241567 w 1366596"/>
                  <a:gd name="T3" fmla="*/ 74985 h 809868"/>
                  <a:gd name="T4" fmla="*/ 152911 w 1366596"/>
                  <a:gd name="T5" fmla="*/ 97040 h 809868"/>
                  <a:gd name="T6" fmla="*/ 813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4" name="Freeform 273">
                <a:extLst>
                  <a:ext uri="{FF2B5EF4-FFF2-40B4-BE49-F238E27FC236}">
                    <a16:creationId xmlns:a16="http://schemas.microsoft.com/office/drawing/2014/main" id="{958FEB88-75FB-2D44-9A10-0367FDB3A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595" y="1730144"/>
                <a:ext cx="238387" cy="97039"/>
              </a:xfrm>
              <a:custGeom>
                <a:avLst/>
                <a:gdLst>
                  <a:gd name="T0" fmla="*/ 235133 w 1348191"/>
                  <a:gd name="T1" fmla="*/ 0 h 791462"/>
                  <a:gd name="T2" fmla="*/ 238387 w 1348191"/>
                  <a:gd name="T3" fmla="*/ 46827 h 791462"/>
                  <a:gd name="T4" fmla="*/ 86242 w 1348191"/>
                  <a:gd name="T5" fmla="*/ 97039 h 791462"/>
                  <a:gd name="T6" fmla="*/ 0 w 1348191"/>
                  <a:gd name="T7" fmla="*/ 75036 h 791462"/>
                  <a:gd name="T8" fmla="*/ 235133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E5F8810D-58B9-1B41-9069-743A57CBD942}"/>
                  </a:ext>
                </a:extLst>
              </p:cNvPr>
              <p:cNvCxnSpPr>
                <a:cxnSpLocks noChangeShapeType="1"/>
                <a:endCxn id="270" idx="2"/>
              </p:cNvCxnSpPr>
              <p:nvPr/>
            </p:nvCxnSpPr>
            <p:spPr bwMode="auto">
              <a:xfrm flipH="1" flipV="1">
                <a:off x="1871277" y="1737243"/>
                <a:ext cx="3180" cy="123074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B7248C01-1BC9-084D-9C19-4C517E66801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68" y="1734877"/>
                <a:ext cx="3180" cy="123074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77" name="Group 347">
              <a:extLst>
                <a:ext uri="{FF2B5EF4-FFF2-40B4-BE49-F238E27FC236}">
                  <a16:creationId xmlns:a16="http://schemas.microsoft.com/office/drawing/2014/main" id="{EA66C38A-2A9F-054D-B190-0607C48440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32248" y="5653157"/>
              <a:ext cx="565150" cy="293688"/>
              <a:chOff x="1871277" y="1576300"/>
              <a:chExt cx="1128371" cy="437861"/>
            </a:xfrm>
          </p:grpSpPr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id="{578C6C8A-3C2C-CA47-A52F-E5336E397A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40527894-E8D6-8847-A758-9F4A98B89D5B}"/>
                  </a:ext>
                </a:extLst>
              </p:cNvPr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50FCBF9F-6CE0-7B47-94FC-CD5787B78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1" name="Freeform 280">
                <a:extLst>
                  <a:ext uri="{FF2B5EF4-FFF2-40B4-BE49-F238E27FC236}">
                    <a16:creationId xmlns:a16="http://schemas.microsoft.com/office/drawing/2014/main" id="{5D5ADD21-3F21-8E47-B87D-2BDC146712B9}"/>
                  </a:ext>
                </a:extLst>
              </p:cNvPr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82" name="Freeform 281">
                <a:extLst>
                  <a:ext uri="{FF2B5EF4-FFF2-40B4-BE49-F238E27FC236}">
                    <a16:creationId xmlns:a16="http://schemas.microsoft.com/office/drawing/2014/main" id="{0FF22D66-78A9-2245-ACA6-A35063B954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562 w 3723451"/>
                  <a:gd name="T3" fmla="*/ 321 h 932950"/>
                  <a:gd name="T4" fmla="*/ 330164 w 3723451"/>
                  <a:gd name="T5" fmla="*/ 62070 h 932950"/>
                  <a:gd name="T6" fmla="*/ 533943 w 3723451"/>
                  <a:gd name="T7" fmla="*/ 0 h 932950"/>
                  <a:gd name="T8" fmla="*/ 662444 w 3723451"/>
                  <a:gd name="T9" fmla="*/ 24700 h 932950"/>
                  <a:gd name="T10" fmla="*/ 566839 w 3723451"/>
                  <a:gd name="T11" fmla="*/ 55072 h 932950"/>
                  <a:gd name="T12" fmla="*/ 536059 w 3723451"/>
                  <a:gd name="T13" fmla="*/ 46883 h 932950"/>
                  <a:gd name="T14" fmla="*/ 333917 w 3723451"/>
                  <a:gd name="T15" fmla="*/ 111241 h 932950"/>
                  <a:gd name="T16" fmla="*/ 126604 w 3723451"/>
                  <a:gd name="T17" fmla="*/ 49251 h 932950"/>
                  <a:gd name="T18" fmla="*/ 93086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3" name="Freeform 282">
                <a:extLst>
                  <a:ext uri="{FF2B5EF4-FFF2-40B4-BE49-F238E27FC236}">
                    <a16:creationId xmlns:a16="http://schemas.microsoft.com/office/drawing/2014/main" id="{A86BA2E2-E459-454D-98E3-2CB0E41E1E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T0" fmla="*/ 0 w 1366596"/>
                  <a:gd name="T1" fmla="*/ 0 h 809868"/>
                  <a:gd name="T2" fmla="*/ 244057 w 1366596"/>
                  <a:gd name="T3" fmla="*/ 74985 h 809868"/>
                  <a:gd name="T4" fmla="*/ 154487 w 1366596"/>
                  <a:gd name="T5" fmla="*/ 97040 h 809868"/>
                  <a:gd name="T6" fmla="*/ 822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32EB212F-0575-FD42-B1AF-F3AAD1FDE6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39 h 791462"/>
                  <a:gd name="T6" fmla="*/ 0 w 1348191"/>
                  <a:gd name="T7" fmla="*/ 75036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913FC001-18AF-3A49-BFB4-0B914F19FFD8}"/>
                  </a:ext>
                </a:extLst>
              </p:cNvPr>
              <p:cNvCxnSpPr>
                <a:cxnSpLocks noChangeShapeType="1"/>
                <a:endCxn id="280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7194EB53-3E3D-024D-B0D2-5596DAD2A33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7169FC3C-178E-6048-AB6C-8493893B17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7623" y="2370207"/>
              <a:ext cx="5270500" cy="3805238"/>
              <a:chOff x="1757805" y="2331054"/>
              <a:chExt cx="5270058" cy="3804634"/>
            </a:xfrm>
          </p:grpSpPr>
          <p:sp>
            <p:nvSpPr>
              <p:cNvPr id="288" name="Freeform 287">
                <a:extLst>
                  <a:ext uri="{FF2B5EF4-FFF2-40B4-BE49-F238E27FC236}">
                    <a16:creationId xmlns:a16="http://schemas.microsoft.com/office/drawing/2014/main" id="{440C625E-763F-DC45-B239-42BFE9E9081B}"/>
                  </a:ext>
                </a:extLst>
              </p:cNvPr>
              <p:cNvSpPr/>
              <p:nvPr/>
            </p:nvSpPr>
            <p:spPr>
              <a:xfrm>
                <a:off x="1776853" y="4829382"/>
                <a:ext cx="1220685" cy="920604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325315"/>
                  <a:gd name="connsiteY0" fmla="*/ 1160935 h 1160935"/>
                  <a:gd name="connsiteX1" fmla="*/ 0 w 1325315"/>
                  <a:gd name="connsiteY1" fmla="*/ 0 h 1160935"/>
                  <a:gd name="connsiteX2" fmla="*/ 1040633 w 1325315"/>
                  <a:gd name="connsiteY2" fmla="*/ 16785 h 1160935"/>
                  <a:gd name="connsiteX3" fmla="*/ 1214315 w 1325315"/>
                  <a:gd name="connsiteY3" fmla="*/ 1064597 h 1160935"/>
                  <a:gd name="connsiteX4" fmla="*/ 448507 w 1325315"/>
                  <a:gd name="connsiteY4" fmla="*/ 1160935 h 1160935"/>
                  <a:gd name="connsiteX0" fmla="*/ 448507 w 1214315"/>
                  <a:gd name="connsiteY0" fmla="*/ 1160935 h 1160935"/>
                  <a:gd name="connsiteX1" fmla="*/ 0 w 1214315"/>
                  <a:gd name="connsiteY1" fmla="*/ 0 h 1160935"/>
                  <a:gd name="connsiteX2" fmla="*/ 1040633 w 1214315"/>
                  <a:gd name="connsiteY2" fmla="*/ 16785 h 1160935"/>
                  <a:gd name="connsiteX3" fmla="*/ 1214315 w 1214315"/>
                  <a:gd name="connsiteY3" fmla="*/ 1064597 h 1160935"/>
                  <a:gd name="connsiteX4" fmla="*/ 448507 w 1214315"/>
                  <a:gd name="connsiteY4" fmla="*/ 1160935 h 1160935"/>
                  <a:gd name="connsiteX0" fmla="*/ 448507 w 1214315"/>
                  <a:gd name="connsiteY0" fmla="*/ 1160935 h 1160935"/>
                  <a:gd name="connsiteX1" fmla="*/ 0 w 1214315"/>
                  <a:gd name="connsiteY1" fmla="*/ 0 h 1160935"/>
                  <a:gd name="connsiteX2" fmla="*/ 1040633 w 1214315"/>
                  <a:gd name="connsiteY2" fmla="*/ 16785 h 1160935"/>
                  <a:gd name="connsiteX3" fmla="*/ 1214315 w 1214315"/>
                  <a:gd name="connsiteY3" fmla="*/ 1064597 h 1160935"/>
                  <a:gd name="connsiteX4" fmla="*/ 448507 w 1214315"/>
                  <a:gd name="connsiteY4" fmla="*/ 1160935 h 1160935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0510" h="921649">
                    <a:moveTo>
                      <a:pt x="1060159" y="921649"/>
                    </a:moveTo>
                    <a:cubicBezTo>
                      <a:pt x="166591" y="183345"/>
                      <a:pt x="908943" y="790884"/>
                      <a:pt x="0" y="51716"/>
                    </a:cubicBezTo>
                    <a:cubicBezTo>
                      <a:pt x="346878" y="57311"/>
                      <a:pt x="712340" y="-5240"/>
                      <a:pt x="1059218" y="355"/>
                    </a:cubicBezTo>
                    <a:cubicBezTo>
                      <a:pt x="1192967" y="751903"/>
                      <a:pt x="1090859" y="157699"/>
                      <a:pt x="1220510" y="849923"/>
                    </a:cubicBezTo>
                    <a:cubicBezTo>
                      <a:pt x="1126090" y="855456"/>
                      <a:pt x="1222187" y="863235"/>
                      <a:pt x="1060159" y="92164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89" name="Freeform 288">
                <a:extLst>
                  <a:ext uri="{FF2B5EF4-FFF2-40B4-BE49-F238E27FC236}">
                    <a16:creationId xmlns:a16="http://schemas.microsoft.com/office/drawing/2014/main" id="{7B2A49C4-873B-2743-B356-AA474598AAC7}"/>
                  </a:ext>
                </a:extLst>
              </p:cNvPr>
              <p:cNvSpPr/>
              <p:nvPr/>
            </p:nvSpPr>
            <p:spPr>
              <a:xfrm>
                <a:off x="6102428" y="4916682"/>
                <a:ext cx="925435" cy="757117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23004 w 954755"/>
                  <a:gd name="connsiteY0" fmla="*/ 943771 h 976186"/>
                  <a:gd name="connsiteX1" fmla="*/ 455145 w 954755"/>
                  <a:gd name="connsiteY1" fmla="*/ 11688 h 976186"/>
                  <a:gd name="connsiteX2" fmla="*/ 954755 w 954755"/>
                  <a:gd name="connsiteY2" fmla="*/ 0 h 976186"/>
                  <a:gd name="connsiteX3" fmla="*/ 728484 w 954755"/>
                  <a:gd name="connsiteY3" fmla="*/ 976186 h 976186"/>
                  <a:gd name="connsiteX4" fmla="*/ 23004 w 954755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56363"/>
                  <a:gd name="connsiteY0" fmla="*/ 932083 h 954654"/>
                  <a:gd name="connsiteX1" fmla="*/ 432141 w 956363"/>
                  <a:gd name="connsiteY1" fmla="*/ 0 h 954654"/>
                  <a:gd name="connsiteX2" fmla="*/ 956363 w 956363"/>
                  <a:gd name="connsiteY2" fmla="*/ 12924 h 954654"/>
                  <a:gd name="connsiteX3" fmla="*/ 183705 w 956363"/>
                  <a:gd name="connsiteY3" fmla="*/ 954654 h 954654"/>
                  <a:gd name="connsiteX4" fmla="*/ 0 w 956363"/>
                  <a:gd name="connsiteY4" fmla="*/ 932083 h 954654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6304" h="758185">
                    <a:moveTo>
                      <a:pt x="0" y="735614"/>
                    </a:moveTo>
                    <a:cubicBezTo>
                      <a:pt x="309918" y="169731"/>
                      <a:pt x="59088" y="622691"/>
                      <a:pt x="405840" y="13939"/>
                    </a:cubicBezTo>
                    <a:cubicBezTo>
                      <a:pt x="580581" y="18247"/>
                      <a:pt x="751563" y="-3745"/>
                      <a:pt x="926304" y="563"/>
                    </a:cubicBezTo>
                    <a:cubicBezTo>
                      <a:pt x="312762" y="607705"/>
                      <a:pt x="474902" y="459041"/>
                      <a:pt x="183705" y="758185"/>
                    </a:cubicBezTo>
                    <a:cubicBezTo>
                      <a:pt x="49420" y="729549"/>
                      <a:pt x="196198" y="734148"/>
                      <a:pt x="0" y="735614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90" name="Freeform 289">
                <a:extLst>
                  <a:ext uri="{FF2B5EF4-FFF2-40B4-BE49-F238E27FC236}">
                    <a16:creationId xmlns:a16="http://schemas.microsoft.com/office/drawing/2014/main" id="{0D9AB348-D7F2-A742-9B0C-84535C1F8A96}"/>
                  </a:ext>
                </a:extLst>
              </p:cNvPr>
              <p:cNvSpPr/>
              <p:nvPr/>
            </p:nvSpPr>
            <p:spPr>
              <a:xfrm>
                <a:off x="5288109" y="4937315"/>
                <a:ext cx="725426" cy="1099963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27977 w 802211"/>
                  <a:gd name="connsiteY0" fmla="*/ 815791 h 976186"/>
                  <a:gd name="connsiteX1" fmla="*/ 302601 w 802211"/>
                  <a:gd name="connsiteY1" fmla="*/ 11688 h 976186"/>
                  <a:gd name="connsiteX2" fmla="*/ 802211 w 802211"/>
                  <a:gd name="connsiteY2" fmla="*/ 0 h 976186"/>
                  <a:gd name="connsiteX3" fmla="*/ 575940 w 802211"/>
                  <a:gd name="connsiteY3" fmla="*/ 976186 h 976186"/>
                  <a:gd name="connsiteX4" fmla="*/ 27977 w 802211"/>
                  <a:gd name="connsiteY4" fmla="*/ 815791 h 976186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28714 h 828714"/>
                  <a:gd name="connsiteX1" fmla="*/ 302601 w 802211"/>
                  <a:gd name="connsiteY1" fmla="*/ 0 h 828714"/>
                  <a:gd name="connsiteX2" fmla="*/ 802211 w 802211"/>
                  <a:gd name="connsiteY2" fmla="*/ 12923 h 828714"/>
                  <a:gd name="connsiteX3" fmla="*/ 236294 w 802211"/>
                  <a:gd name="connsiteY3" fmla="*/ 821751 h 828714"/>
                  <a:gd name="connsiteX4" fmla="*/ 27977 w 802211"/>
                  <a:gd name="connsiteY4" fmla="*/ 828714 h 828714"/>
                  <a:gd name="connsiteX0" fmla="*/ 56213 w 830447"/>
                  <a:gd name="connsiteY0" fmla="*/ 828714 h 828714"/>
                  <a:gd name="connsiteX1" fmla="*/ 330837 w 830447"/>
                  <a:gd name="connsiteY1" fmla="*/ 0 h 828714"/>
                  <a:gd name="connsiteX2" fmla="*/ 830447 w 830447"/>
                  <a:gd name="connsiteY2" fmla="*/ 12923 h 828714"/>
                  <a:gd name="connsiteX3" fmla="*/ 264530 w 830447"/>
                  <a:gd name="connsiteY3" fmla="*/ 821751 h 828714"/>
                  <a:gd name="connsiteX4" fmla="*/ 56213 w 830447"/>
                  <a:gd name="connsiteY4" fmla="*/ 828714 h 828714"/>
                  <a:gd name="connsiteX0" fmla="*/ 64130 w 789139"/>
                  <a:gd name="connsiteY0" fmla="*/ 794258 h 821751"/>
                  <a:gd name="connsiteX1" fmla="*/ 289529 w 789139"/>
                  <a:gd name="connsiteY1" fmla="*/ 0 h 821751"/>
                  <a:gd name="connsiteX2" fmla="*/ 789139 w 789139"/>
                  <a:gd name="connsiteY2" fmla="*/ 12923 h 821751"/>
                  <a:gd name="connsiteX3" fmla="*/ 223222 w 789139"/>
                  <a:gd name="connsiteY3" fmla="*/ 821751 h 821751"/>
                  <a:gd name="connsiteX4" fmla="*/ 64130 w 789139"/>
                  <a:gd name="connsiteY4" fmla="*/ 794258 h 821751"/>
                  <a:gd name="connsiteX0" fmla="*/ 0 w 725009"/>
                  <a:gd name="connsiteY0" fmla="*/ 794258 h 821751"/>
                  <a:gd name="connsiteX1" fmla="*/ 225399 w 725009"/>
                  <a:gd name="connsiteY1" fmla="*/ 0 h 821751"/>
                  <a:gd name="connsiteX2" fmla="*/ 725009 w 725009"/>
                  <a:gd name="connsiteY2" fmla="*/ 12923 h 821751"/>
                  <a:gd name="connsiteX3" fmla="*/ 159092 w 725009"/>
                  <a:gd name="connsiteY3" fmla="*/ 821751 h 821751"/>
                  <a:gd name="connsiteX4" fmla="*/ 0 w 725009"/>
                  <a:gd name="connsiteY4" fmla="*/ 794258 h 82175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422433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497"/>
                  <a:gd name="connsiteY0" fmla="*/ 1279028 h 1306521"/>
                  <a:gd name="connsiteX1" fmla="*/ 225399 w 725497"/>
                  <a:gd name="connsiteY1" fmla="*/ 75260 h 1306521"/>
                  <a:gd name="connsiteX2" fmla="*/ 396193 w 725497"/>
                  <a:gd name="connsiteY2" fmla="*/ 156799 h 1306521"/>
                  <a:gd name="connsiteX3" fmla="*/ 725009 w 725497"/>
                  <a:gd name="connsiteY3" fmla="*/ 205042 h 1306521"/>
                  <a:gd name="connsiteX4" fmla="*/ 159092 w 725497"/>
                  <a:gd name="connsiteY4" fmla="*/ 1306521 h 1306521"/>
                  <a:gd name="connsiteX5" fmla="*/ 0 w 725497"/>
                  <a:gd name="connsiteY5" fmla="*/ 1279028 h 1306521"/>
                  <a:gd name="connsiteX0" fmla="*/ 0 w 725239"/>
                  <a:gd name="connsiteY0" fmla="*/ 1295668 h 1323161"/>
                  <a:gd name="connsiteX1" fmla="*/ 225399 w 725239"/>
                  <a:gd name="connsiteY1" fmla="*/ 91900 h 1323161"/>
                  <a:gd name="connsiteX2" fmla="*/ 725009 w 725239"/>
                  <a:gd name="connsiteY2" fmla="*/ 221682 h 1323161"/>
                  <a:gd name="connsiteX3" fmla="*/ 159092 w 725239"/>
                  <a:gd name="connsiteY3" fmla="*/ 1323161 h 1323161"/>
                  <a:gd name="connsiteX4" fmla="*/ 0 w 725239"/>
                  <a:gd name="connsiteY4" fmla="*/ 1295668 h 1323161"/>
                  <a:gd name="connsiteX0" fmla="*/ 0 w 725221"/>
                  <a:gd name="connsiteY0" fmla="*/ 1210552 h 1238045"/>
                  <a:gd name="connsiteX1" fmla="*/ 191583 w 725221"/>
                  <a:gd name="connsiteY1" fmla="*/ 153319 h 1238045"/>
                  <a:gd name="connsiteX2" fmla="*/ 725009 w 725221"/>
                  <a:gd name="connsiteY2" fmla="*/ 136566 h 1238045"/>
                  <a:gd name="connsiteX3" fmla="*/ 159092 w 725221"/>
                  <a:gd name="connsiteY3" fmla="*/ 1238045 h 1238045"/>
                  <a:gd name="connsiteX4" fmla="*/ 0 w 725221"/>
                  <a:gd name="connsiteY4" fmla="*/ 1210552 h 1238045"/>
                  <a:gd name="connsiteX0" fmla="*/ 0 w 725305"/>
                  <a:gd name="connsiteY0" fmla="*/ 1158512 h 1186005"/>
                  <a:gd name="connsiteX1" fmla="*/ 191583 w 725305"/>
                  <a:gd name="connsiteY1" fmla="*/ 101279 h 1186005"/>
                  <a:gd name="connsiteX2" fmla="*/ 725009 w 725305"/>
                  <a:gd name="connsiteY2" fmla="*/ 84526 h 1186005"/>
                  <a:gd name="connsiteX3" fmla="*/ 159092 w 725305"/>
                  <a:gd name="connsiteY3" fmla="*/ 1186005 h 1186005"/>
                  <a:gd name="connsiteX4" fmla="*/ 0 w 725305"/>
                  <a:gd name="connsiteY4" fmla="*/ 1158512 h 1186005"/>
                  <a:gd name="connsiteX0" fmla="*/ 0 w 725009"/>
                  <a:gd name="connsiteY0" fmla="*/ 1073986 h 1101479"/>
                  <a:gd name="connsiteX1" fmla="*/ 191583 w 725009"/>
                  <a:gd name="connsiteY1" fmla="*/ 16753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5009" h="1101479">
                    <a:moveTo>
                      <a:pt x="0" y="1073986"/>
                    </a:moveTo>
                    <a:cubicBezTo>
                      <a:pt x="95638" y="589814"/>
                      <a:pt x="96800" y="618448"/>
                      <a:pt x="206612" y="1724"/>
                    </a:cubicBezTo>
                    <a:cubicBezTo>
                      <a:pt x="451440" y="14348"/>
                      <a:pt x="499346" y="35256"/>
                      <a:pt x="725009" y="0"/>
                    </a:cubicBezTo>
                    <a:cubicBezTo>
                      <a:pt x="326141" y="749497"/>
                      <a:pt x="642687" y="159790"/>
                      <a:pt x="159092" y="1101479"/>
                    </a:cubicBezTo>
                    <a:cubicBezTo>
                      <a:pt x="24807" y="1072843"/>
                      <a:pt x="92525" y="1088071"/>
                      <a:pt x="0" y="1073986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98F06BD2-BA43-1144-B69F-BF325541EB43}"/>
                  </a:ext>
                </a:extLst>
              </p:cNvPr>
              <p:cNvSpPr/>
              <p:nvPr/>
            </p:nvSpPr>
            <p:spPr>
              <a:xfrm>
                <a:off x="4300767" y="4956362"/>
                <a:ext cx="514307" cy="577758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503138"/>
                  <a:gd name="connsiteY0" fmla="*/ 961687 h 964568"/>
                  <a:gd name="connsiteX1" fmla="*/ 0 w 503138"/>
                  <a:gd name="connsiteY1" fmla="*/ 70 h 964568"/>
                  <a:gd name="connsiteX2" fmla="*/ 503138 w 503138"/>
                  <a:gd name="connsiteY2" fmla="*/ 154187 h 964568"/>
                  <a:gd name="connsiteX3" fmla="*/ 273339 w 503138"/>
                  <a:gd name="connsiteY3" fmla="*/ 964568 h 964568"/>
                  <a:gd name="connsiteX4" fmla="*/ 197928 w 503138"/>
                  <a:gd name="connsiteY4" fmla="*/ 961687 h 964568"/>
                  <a:gd name="connsiteX0" fmla="*/ 201456 w 506666"/>
                  <a:gd name="connsiteY0" fmla="*/ 807500 h 810381"/>
                  <a:gd name="connsiteX1" fmla="*/ 0 w 506666"/>
                  <a:gd name="connsiteY1" fmla="*/ 15216 h 810381"/>
                  <a:gd name="connsiteX2" fmla="*/ 506666 w 506666"/>
                  <a:gd name="connsiteY2" fmla="*/ 0 h 810381"/>
                  <a:gd name="connsiteX3" fmla="*/ 276867 w 506666"/>
                  <a:gd name="connsiteY3" fmla="*/ 810381 h 810381"/>
                  <a:gd name="connsiteX4" fmla="*/ 201456 w 506666"/>
                  <a:gd name="connsiteY4" fmla="*/ 807500 h 810381"/>
                  <a:gd name="connsiteX0" fmla="*/ 201456 w 506666"/>
                  <a:gd name="connsiteY0" fmla="*/ 807500 h 811593"/>
                  <a:gd name="connsiteX1" fmla="*/ 0 w 506666"/>
                  <a:gd name="connsiteY1" fmla="*/ 15216 h 811593"/>
                  <a:gd name="connsiteX2" fmla="*/ 506666 w 506666"/>
                  <a:gd name="connsiteY2" fmla="*/ 0 h 811593"/>
                  <a:gd name="connsiteX3" fmla="*/ 276867 w 506666"/>
                  <a:gd name="connsiteY3" fmla="*/ 810381 h 811593"/>
                  <a:gd name="connsiteX4" fmla="*/ 201456 w 506666"/>
                  <a:gd name="connsiteY4" fmla="*/ 807500 h 811593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276867 w 506666"/>
                  <a:gd name="connsiteY3" fmla="*/ 81038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789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789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45472 w 559302"/>
                  <a:gd name="connsiteY0" fmla="*/ 807500 h 807500"/>
                  <a:gd name="connsiteX1" fmla="*/ 52636 w 559302"/>
                  <a:gd name="connsiteY1" fmla="*/ 7896 h 807500"/>
                  <a:gd name="connsiteX2" fmla="*/ 559302 w 559302"/>
                  <a:gd name="connsiteY2" fmla="*/ 0 h 807500"/>
                  <a:gd name="connsiteX3" fmla="*/ 384402 w 559302"/>
                  <a:gd name="connsiteY3" fmla="*/ 803061 h 807500"/>
                  <a:gd name="connsiteX4" fmla="*/ 45472 w 559302"/>
                  <a:gd name="connsiteY4" fmla="*/ 807500 h 807500"/>
                  <a:gd name="connsiteX0" fmla="*/ 21974 w 535804"/>
                  <a:gd name="connsiteY0" fmla="*/ 807500 h 807500"/>
                  <a:gd name="connsiteX1" fmla="*/ 29138 w 535804"/>
                  <a:gd name="connsiteY1" fmla="*/ 7896 h 807500"/>
                  <a:gd name="connsiteX2" fmla="*/ 535804 w 535804"/>
                  <a:gd name="connsiteY2" fmla="*/ 0 h 807500"/>
                  <a:gd name="connsiteX3" fmla="*/ 360904 w 535804"/>
                  <a:gd name="connsiteY3" fmla="*/ 803061 h 807500"/>
                  <a:gd name="connsiteX4" fmla="*/ 21974 w 535804"/>
                  <a:gd name="connsiteY4" fmla="*/ 807500 h 807500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30473"/>
                  <a:gd name="connsiteX1" fmla="*/ 0 w 506666"/>
                  <a:gd name="connsiteY1" fmla="*/ 7896 h 830473"/>
                  <a:gd name="connsiteX2" fmla="*/ 506666 w 506666"/>
                  <a:gd name="connsiteY2" fmla="*/ 0 h 830473"/>
                  <a:gd name="connsiteX3" fmla="*/ 331766 w 506666"/>
                  <a:gd name="connsiteY3" fmla="*/ 828681 h 830473"/>
                  <a:gd name="connsiteX4" fmla="*/ 128256 w 506666"/>
                  <a:gd name="connsiteY4" fmla="*/ 829461 h 830473"/>
                  <a:gd name="connsiteX0" fmla="*/ 128256 w 506666"/>
                  <a:gd name="connsiteY0" fmla="*/ 829461 h 830473"/>
                  <a:gd name="connsiteX1" fmla="*/ 0 w 506666"/>
                  <a:gd name="connsiteY1" fmla="*/ 7896 h 830473"/>
                  <a:gd name="connsiteX2" fmla="*/ 506666 w 506666"/>
                  <a:gd name="connsiteY2" fmla="*/ 0 h 830473"/>
                  <a:gd name="connsiteX3" fmla="*/ 331766 w 506666"/>
                  <a:gd name="connsiteY3" fmla="*/ 828681 h 830473"/>
                  <a:gd name="connsiteX4" fmla="*/ 128256 w 506666"/>
                  <a:gd name="connsiteY4" fmla="*/ 829461 h 830473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4180" h="578353">
                    <a:moveTo>
                      <a:pt x="135770" y="577341"/>
                    </a:moveTo>
                    <a:cubicBezTo>
                      <a:pt x="50587" y="214237"/>
                      <a:pt x="96631" y="442038"/>
                      <a:pt x="0" y="0"/>
                    </a:cubicBezTo>
                    <a:lnTo>
                      <a:pt x="514180" y="10891"/>
                    </a:lnTo>
                    <a:cubicBezTo>
                      <a:pt x="417353" y="348331"/>
                      <a:pt x="426658" y="280104"/>
                      <a:pt x="339280" y="576561"/>
                    </a:cubicBezTo>
                    <a:cubicBezTo>
                      <a:pt x="292835" y="580865"/>
                      <a:pt x="203869" y="575875"/>
                      <a:pt x="135770" y="57734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id="{57135A78-79C3-CB4B-8E8E-D9A274265F07}"/>
                  </a:ext>
                </a:extLst>
              </p:cNvPr>
              <p:cNvSpPr/>
              <p:nvPr/>
            </p:nvSpPr>
            <p:spPr>
              <a:xfrm>
                <a:off x="3521369" y="4919856"/>
                <a:ext cx="593675" cy="1215832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621064"/>
                  <a:gd name="connsiteY0" fmla="*/ 973305 h 973305"/>
                  <a:gd name="connsiteX1" fmla="*/ 0 w 621064"/>
                  <a:gd name="connsiteY1" fmla="*/ 11688 h 973305"/>
                  <a:gd name="connsiteX2" fmla="*/ 499610 w 621064"/>
                  <a:gd name="connsiteY2" fmla="*/ 0 h 973305"/>
                  <a:gd name="connsiteX3" fmla="*/ 558839 w 621064"/>
                  <a:gd name="connsiteY3" fmla="*/ 754682 h 973305"/>
                  <a:gd name="connsiteX4" fmla="*/ 197928 w 621064"/>
                  <a:gd name="connsiteY4" fmla="*/ 973305 h 973305"/>
                  <a:gd name="connsiteX0" fmla="*/ 197928 w 558839"/>
                  <a:gd name="connsiteY0" fmla="*/ 973305 h 973305"/>
                  <a:gd name="connsiteX1" fmla="*/ 0 w 558839"/>
                  <a:gd name="connsiteY1" fmla="*/ 11688 h 973305"/>
                  <a:gd name="connsiteX2" fmla="*/ 499610 w 558839"/>
                  <a:gd name="connsiteY2" fmla="*/ 0 h 973305"/>
                  <a:gd name="connsiteX3" fmla="*/ 558839 w 558839"/>
                  <a:gd name="connsiteY3" fmla="*/ 754682 h 973305"/>
                  <a:gd name="connsiteX4" fmla="*/ 197928 w 558839"/>
                  <a:gd name="connsiteY4" fmla="*/ 973305 h 973305"/>
                  <a:gd name="connsiteX0" fmla="*/ 197928 w 558839"/>
                  <a:gd name="connsiteY0" fmla="*/ 973305 h 973305"/>
                  <a:gd name="connsiteX1" fmla="*/ 0 w 558839"/>
                  <a:gd name="connsiteY1" fmla="*/ 11688 h 973305"/>
                  <a:gd name="connsiteX2" fmla="*/ 499610 w 558839"/>
                  <a:gd name="connsiteY2" fmla="*/ 0 h 973305"/>
                  <a:gd name="connsiteX3" fmla="*/ 558839 w 558839"/>
                  <a:gd name="connsiteY3" fmla="*/ 754682 h 973305"/>
                  <a:gd name="connsiteX4" fmla="*/ 197928 w 558839"/>
                  <a:gd name="connsiteY4" fmla="*/ 973305 h 973305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1315828 h 1315828"/>
                  <a:gd name="connsiteX1" fmla="*/ 0 w 558839"/>
                  <a:gd name="connsiteY1" fmla="*/ 531414 h 1315828"/>
                  <a:gd name="connsiteX2" fmla="*/ 506930 w 558839"/>
                  <a:gd name="connsiteY2" fmla="*/ 0 h 1315828"/>
                  <a:gd name="connsiteX3" fmla="*/ 558839 w 558839"/>
                  <a:gd name="connsiteY3" fmla="*/ 1274408 h 1315828"/>
                  <a:gd name="connsiteX4" fmla="*/ 370213 w 558839"/>
                  <a:gd name="connsiteY4" fmla="*/ 1315828 h 1315828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88119"/>
                  <a:gd name="connsiteY0" fmla="*/ 1326654 h 1326654"/>
                  <a:gd name="connsiteX1" fmla="*/ 0 w 588119"/>
                  <a:gd name="connsiteY1" fmla="*/ 554 h 1326654"/>
                  <a:gd name="connsiteX2" fmla="*/ 521570 w 588119"/>
                  <a:gd name="connsiteY2" fmla="*/ 10826 h 1326654"/>
                  <a:gd name="connsiteX3" fmla="*/ 588119 w 588119"/>
                  <a:gd name="connsiteY3" fmla="*/ 1321835 h 1326654"/>
                  <a:gd name="connsiteX4" fmla="*/ 384853 w 588119"/>
                  <a:gd name="connsiteY4" fmla="*/ 1326654 h 1326654"/>
                  <a:gd name="connsiteX0" fmla="*/ 384853 w 588119"/>
                  <a:gd name="connsiteY0" fmla="*/ 1326654 h 1326654"/>
                  <a:gd name="connsiteX1" fmla="*/ 0 w 588119"/>
                  <a:gd name="connsiteY1" fmla="*/ 554 h 1326654"/>
                  <a:gd name="connsiteX2" fmla="*/ 521570 w 588119"/>
                  <a:gd name="connsiteY2" fmla="*/ 10826 h 1326654"/>
                  <a:gd name="connsiteX3" fmla="*/ 588119 w 588119"/>
                  <a:gd name="connsiteY3" fmla="*/ 1321835 h 1326654"/>
                  <a:gd name="connsiteX4" fmla="*/ 384853 w 588119"/>
                  <a:gd name="connsiteY4" fmla="*/ 1326654 h 1326654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94113"/>
                  <a:gd name="connsiteY0" fmla="*/ 1097905 h 1179971"/>
                  <a:gd name="connsiteX1" fmla="*/ 0 w 594113"/>
                  <a:gd name="connsiteY1" fmla="*/ 4757 h 1179971"/>
                  <a:gd name="connsiteX2" fmla="*/ 502783 w 594113"/>
                  <a:gd name="connsiteY2" fmla="*/ 0 h 1179971"/>
                  <a:gd name="connsiteX3" fmla="*/ 594113 w 594113"/>
                  <a:gd name="connsiteY3" fmla="*/ 1179818 h 1179971"/>
                  <a:gd name="connsiteX4" fmla="*/ 366066 w 594113"/>
                  <a:gd name="connsiteY4" fmla="*/ 1097905 h 1179971"/>
                  <a:gd name="connsiteX0" fmla="*/ 403236 w 594113"/>
                  <a:gd name="connsiteY0" fmla="*/ 1215612 h 1215612"/>
                  <a:gd name="connsiteX1" fmla="*/ 0 w 594113"/>
                  <a:gd name="connsiteY1" fmla="*/ 4757 h 1215612"/>
                  <a:gd name="connsiteX2" fmla="*/ 502783 w 594113"/>
                  <a:gd name="connsiteY2" fmla="*/ 0 h 1215612"/>
                  <a:gd name="connsiteX3" fmla="*/ 594113 w 594113"/>
                  <a:gd name="connsiteY3" fmla="*/ 1179818 h 1215612"/>
                  <a:gd name="connsiteX4" fmla="*/ 403236 w 594113"/>
                  <a:gd name="connsiteY4" fmla="*/ 1215612 h 1215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4113" h="1215612">
                    <a:moveTo>
                      <a:pt x="403236" y="1215612"/>
                    </a:moveTo>
                    <a:cubicBezTo>
                      <a:pt x="223947" y="663007"/>
                      <a:pt x="295574" y="908506"/>
                      <a:pt x="0" y="4757"/>
                    </a:cubicBezTo>
                    <a:cubicBezTo>
                      <a:pt x="166537" y="861"/>
                      <a:pt x="336246" y="3896"/>
                      <a:pt x="502783" y="0"/>
                    </a:cubicBezTo>
                    <a:cubicBezTo>
                      <a:pt x="555943" y="995541"/>
                      <a:pt x="557486" y="515061"/>
                      <a:pt x="594113" y="1179818"/>
                    </a:cubicBezTo>
                    <a:cubicBezTo>
                      <a:pt x="496428" y="1184123"/>
                      <a:pt x="599434" y="1214146"/>
                      <a:pt x="403236" y="1215612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293" name="Group 17">
                <a:extLst>
                  <a:ext uri="{FF2B5EF4-FFF2-40B4-BE49-F238E27FC236}">
                    <a16:creationId xmlns:a16="http://schemas.microsoft.com/office/drawing/2014/main" id="{3DCFE7AC-3DDA-544E-9FBA-E2013CB1F7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57805" y="2331054"/>
                <a:ext cx="1079500" cy="2674334"/>
                <a:chOff x="1757805" y="2331054"/>
                <a:chExt cx="1079500" cy="2674334"/>
              </a:xfrm>
            </p:grpSpPr>
            <p:sp>
              <p:nvSpPr>
                <p:cNvPr id="380" name="Rectangle 379">
                  <a:extLst>
                    <a:ext uri="{FF2B5EF4-FFF2-40B4-BE49-F238E27FC236}">
                      <a16:creationId xmlns:a16="http://schemas.microsoft.com/office/drawing/2014/main" id="{4A6C83BC-7EC5-0F45-B8BB-C3B547B3E007}"/>
                    </a:ext>
                  </a:extLst>
                </p:cNvPr>
                <p:cNvSpPr/>
                <p:nvPr/>
              </p:nvSpPr>
              <p:spPr bwMode="auto">
                <a:xfrm rot="10800000">
                  <a:off x="1789552" y="2580252"/>
                  <a:ext cx="1027025" cy="10840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grpSp>
              <p:nvGrpSpPr>
                <p:cNvPr id="381" name="Group 104">
                  <a:extLst>
                    <a:ext uri="{FF2B5EF4-FFF2-40B4-BE49-F238E27FC236}">
                      <a16:creationId xmlns:a16="http://schemas.microsoft.com/office/drawing/2014/main" id="{C49CCBB3-581C-F744-9C12-88066A544A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82739" y="4616206"/>
                  <a:ext cx="1034710" cy="389182"/>
                  <a:chOff x="4128636" y="3606589"/>
                  <a:chExt cx="568145" cy="338667"/>
                </a:xfrm>
              </p:grpSpPr>
              <p:sp>
                <p:nvSpPr>
                  <p:cNvPr id="395" name="Oval 394">
                    <a:extLst>
                      <a:ext uri="{FF2B5EF4-FFF2-40B4-BE49-F238E27FC236}">
                        <a16:creationId xmlns:a16="http://schemas.microsoft.com/office/drawing/2014/main" id="{1360C793-55DD-E448-BB09-2AF9F40ABA16}"/>
                      </a:ext>
                    </a:extLst>
                  </p:cNvPr>
                  <p:cNvSpPr/>
                  <p:nvPr/>
                </p:nvSpPr>
                <p:spPr>
                  <a:xfrm>
                    <a:off x="4128891" y="3720271"/>
                    <a:ext cx="565669" cy="225140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6" name="Rectangle 395">
                    <a:extLst>
                      <a:ext uri="{FF2B5EF4-FFF2-40B4-BE49-F238E27FC236}">
                        <a16:creationId xmlns:a16="http://schemas.microsoft.com/office/drawing/2014/main" id="{B5E5E126-5712-074A-827E-49B7AB6291A3}"/>
                      </a:ext>
                    </a:extLst>
                  </p:cNvPr>
                  <p:cNvSpPr/>
                  <p:nvPr/>
                </p:nvSpPr>
                <p:spPr>
                  <a:xfrm>
                    <a:off x="4128891" y="3720271"/>
                    <a:ext cx="565669" cy="111880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7" name="Oval 396">
                    <a:extLst>
                      <a:ext uri="{FF2B5EF4-FFF2-40B4-BE49-F238E27FC236}">
                        <a16:creationId xmlns:a16="http://schemas.microsoft.com/office/drawing/2014/main" id="{90782D44-406D-1A44-B8FA-7DABB141B919}"/>
                      </a:ext>
                    </a:extLst>
                  </p:cNvPr>
                  <p:cNvSpPr/>
                  <p:nvPr/>
                </p:nvSpPr>
                <p:spPr>
                  <a:xfrm>
                    <a:off x="4128891" y="3607011"/>
                    <a:ext cx="565669" cy="225140"/>
                  </a:xfrm>
                  <a:prstGeom prst="ellipse">
                    <a:avLst/>
                  </a:prstGeom>
                  <a:solidFill>
                    <a:srgbClr val="3333CC">
                      <a:lumMod val="60000"/>
                      <a:lumOff val="40000"/>
                      <a:alpha val="7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98" name="Straight Connector 397">
                    <a:extLst>
                      <a:ext uri="{FF2B5EF4-FFF2-40B4-BE49-F238E27FC236}">
                        <a16:creationId xmlns:a16="http://schemas.microsoft.com/office/drawing/2014/main" id="{91CE1BD1-E198-874C-A63D-F01D330549A7}"/>
                      </a:ext>
                    </a:extLst>
                  </p:cNvPr>
                  <p:cNvCxnSpPr/>
                  <p:nvPr/>
                </p:nvCxnSpPr>
                <p:spPr>
                  <a:xfrm>
                    <a:off x="4694560" y="3720271"/>
                    <a:ext cx="0" cy="11188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99" name="Straight Connector 398">
                    <a:extLst>
                      <a:ext uri="{FF2B5EF4-FFF2-40B4-BE49-F238E27FC236}">
                        <a16:creationId xmlns:a16="http://schemas.microsoft.com/office/drawing/2014/main" id="{5C32A76A-C218-CD4F-A5EA-5F04BEBB7C8B}"/>
                      </a:ext>
                    </a:extLst>
                  </p:cNvPr>
                  <p:cNvCxnSpPr/>
                  <p:nvPr/>
                </p:nvCxnSpPr>
                <p:spPr>
                  <a:xfrm>
                    <a:off x="4128891" y="3720271"/>
                    <a:ext cx="0" cy="11188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382" name="Rectangle 381">
                  <a:extLst>
                    <a:ext uri="{FF2B5EF4-FFF2-40B4-BE49-F238E27FC236}">
                      <a16:creationId xmlns:a16="http://schemas.microsoft.com/office/drawing/2014/main" id="{9568C327-A8B8-714A-9EC6-981C762ACAD5}"/>
                    </a:ext>
                  </a:extLst>
                </p:cNvPr>
                <p:cNvSpPr/>
                <p:nvPr/>
              </p:nvSpPr>
              <p:spPr bwMode="auto">
                <a:xfrm>
                  <a:off x="1802251" y="3602440"/>
                  <a:ext cx="1027025" cy="116345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83" name="Straight Connector 382">
                  <a:extLst>
                    <a:ext uri="{FF2B5EF4-FFF2-40B4-BE49-F238E27FC236}">
                      <a16:creationId xmlns:a16="http://schemas.microsoft.com/office/drawing/2014/main" id="{CE43604B-D39F-7044-94F2-CD4AD82F1987}"/>
                    </a:ext>
                  </a:extLst>
                </p:cNvPr>
                <p:cNvCxnSpPr/>
                <p:nvPr/>
              </p:nvCxnSpPr>
              <p:spPr bwMode="auto">
                <a:xfrm>
                  <a:off x="1781615" y="2805642"/>
                  <a:ext cx="20636" cy="202056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cxnSp>
              <p:nvCxnSpPr>
                <p:cNvPr id="384" name="Straight Connector 383">
                  <a:extLst>
                    <a:ext uri="{FF2B5EF4-FFF2-40B4-BE49-F238E27FC236}">
                      <a16:creationId xmlns:a16="http://schemas.microsoft.com/office/drawing/2014/main" id="{5C4C1EF2-5AB5-114F-AE30-53470A226E36}"/>
                    </a:ext>
                  </a:extLst>
                </p:cNvPr>
                <p:cNvCxnSpPr/>
                <p:nvPr/>
              </p:nvCxnSpPr>
              <p:spPr bwMode="auto">
                <a:xfrm flipH="1">
                  <a:off x="2818166" y="2805642"/>
                  <a:ext cx="4762" cy="1976123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385" name="Group 9">
                  <a:extLst>
                    <a:ext uri="{FF2B5EF4-FFF2-40B4-BE49-F238E27FC236}">
                      <a16:creationId xmlns:a16="http://schemas.microsoft.com/office/drawing/2014/main" id="{052F022E-CD26-8744-AC3E-C859146E380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57805" y="2331054"/>
                  <a:ext cx="1079500" cy="430213"/>
                  <a:chOff x="2183302" y="1574638"/>
                  <a:chExt cx="1200154" cy="430181"/>
                </a:xfrm>
              </p:grpSpPr>
              <p:sp>
                <p:nvSpPr>
                  <p:cNvPr id="386" name="Oval 385">
                    <a:extLst>
                      <a:ext uri="{FF2B5EF4-FFF2-40B4-BE49-F238E27FC236}">
                        <a16:creationId xmlns:a16="http://schemas.microsoft.com/office/drawing/2014/main" id="{80AE789D-EAFB-F44C-ACC8-D4E9E127F29B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6832" y="1690499"/>
                    <a:ext cx="1194758" cy="314252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20000"/>
                          <a:lumOff val="80000"/>
                        </a:srgbClr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7" name="Rectangle 386">
                    <a:extLst>
                      <a:ext uri="{FF2B5EF4-FFF2-40B4-BE49-F238E27FC236}">
                        <a16:creationId xmlns:a16="http://schemas.microsoft.com/office/drawing/2014/main" id="{5F200699-ED1E-0245-9D7A-C9227AC90EC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3302" y="1734939"/>
                    <a:ext cx="1198287" cy="112686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8" name="Oval 387">
                    <a:extLst>
                      <a:ext uri="{FF2B5EF4-FFF2-40B4-BE49-F238E27FC236}">
                        <a16:creationId xmlns:a16="http://schemas.microsoft.com/office/drawing/2014/main" id="{1653876D-5808-4845-8D45-41E30CCABC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3302" y="1574638"/>
                    <a:ext cx="1196523" cy="314252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89" name="Freeform 388">
                    <a:extLst>
                      <a:ext uri="{FF2B5EF4-FFF2-40B4-BE49-F238E27FC236}">
                        <a16:creationId xmlns:a16="http://schemas.microsoft.com/office/drawing/2014/main" id="{B63C1A57-A326-E44D-89A7-AE4E169A70A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0374" y="1671453"/>
                    <a:ext cx="582379" cy="157125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0" name="Freeform 389">
                    <a:extLst>
                      <a:ext uri="{FF2B5EF4-FFF2-40B4-BE49-F238E27FC236}">
                        <a16:creationId xmlns:a16="http://schemas.microsoft.com/office/drawing/2014/main" id="{C060360D-64F4-6C46-9C73-B1B076DAA15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30372" y="1630188"/>
                    <a:ext cx="702384" cy="109512"/>
                  </a:xfrm>
                  <a:custGeom>
                    <a:avLst/>
                    <a:gdLst>
                      <a:gd name="T0" fmla="*/ 0 w 3723451"/>
                      <a:gd name="T1" fmla="*/ 26792 h 932950"/>
                      <a:gd name="T2" fmla="*/ 123590 w 3723451"/>
                      <a:gd name="T3" fmla="*/ 316 h 932950"/>
                      <a:gd name="T4" fmla="*/ 350070 w 3723451"/>
                      <a:gd name="T5" fmla="*/ 61105 h 932950"/>
                      <a:gd name="T6" fmla="*/ 566135 w 3723451"/>
                      <a:gd name="T7" fmla="*/ 0 h 932950"/>
                      <a:gd name="T8" fmla="*/ 702384 w 3723451"/>
                      <a:gd name="T9" fmla="*/ 24316 h 932950"/>
                      <a:gd name="T10" fmla="*/ 601015 w 3723451"/>
                      <a:gd name="T11" fmla="*/ 54216 h 932950"/>
                      <a:gd name="T12" fmla="*/ 568379 w 3723451"/>
                      <a:gd name="T13" fmla="*/ 46155 h 932950"/>
                      <a:gd name="T14" fmla="*/ 354049 w 3723451"/>
                      <a:gd name="T15" fmla="*/ 109512 h 932950"/>
                      <a:gd name="T16" fmla="*/ 134237 w 3723451"/>
                      <a:gd name="T17" fmla="*/ 48485 h 932950"/>
                      <a:gd name="T18" fmla="*/ 98698 w 3723451"/>
                      <a:gd name="T19" fmla="*/ 55072 h 932950"/>
                      <a:gd name="T20" fmla="*/ 0 w 3723451"/>
                      <a:gd name="T21" fmla="*/ 26792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91" name="Freeform 390">
                    <a:extLst>
                      <a:ext uri="{FF2B5EF4-FFF2-40B4-BE49-F238E27FC236}">
                        <a16:creationId xmlns:a16="http://schemas.microsoft.com/office/drawing/2014/main" id="{6762EEAF-2C47-B149-8689-0C95EC53C3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745" y="1723828"/>
                    <a:ext cx="257658" cy="95228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57658 w 1366596"/>
                      <a:gd name="T3" fmla="*/ 73585 h 809868"/>
                      <a:gd name="T4" fmla="*/ 163097 w 1366596"/>
                      <a:gd name="T5" fmla="*/ 95228 h 809868"/>
                      <a:gd name="T6" fmla="*/ 867 w 1366596"/>
                      <a:gd name="T7" fmla="*/ 50319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92" name="Freeform 391">
                    <a:extLst>
                      <a:ext uri="{FF2B5EF4-FFF2-40B4-BE49-F238E27FC236}">
                        <a16:creationId xmlns:a16="http://schemas.microsoft.com/office/drawing/2014/main" id="{EEF29461-B5AA-2744-A3DA-2814904A2E2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8018" y="1725416"/>
                    <a:ext cx="254129" cy="95228"/>
                  </a:xfrm>
                  <a:custGeom>
                    <a:avLst/>
                    <a:gdLst>
                      <a:gd name="T0" fmla="*/ 250660 w 1348191"/>
                      <a:gd name="T1" fmla="*/ 0 h 791462"/>
                      <a:gd name="T2" fmla="*/ 254129 w 1348191"/>
                      <a:gd name="T3" fmla="*/ 45953 h 791462"/>
                      <a:gd name="T4" fmla="*/ 91938 w 1348191"/>
                      <a:gd name="T5" fmla="*/ 95228 h 791462"/>
                      <a:gd name="T6" fmla="*/ 0 w 1348191"/>
                      <a:gd name="T7" fmla="*/ 73636 h 791462"/>
                      <a:gd name="T8" fmla="*/ 250660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393" name="Straight Connector 392">
                    <a:extLst>
                      <a:ext uri="{FF2B5EF4-FFF2-40B4-BE49-F238E27FC236}">
                        <a16:creationId xmlns:a16="http://schemas.microsoft.com/office/drawing/2014/main" id="{BE5A273A-2FEE-9545-BB88-87C7E505179F}"/>
                      </a:ext>
                    </a:extLst>
                  </p:cNvPr>
                  <p:cNvCxnSpPr>
                    <a:cxnSpLocks noChangeShapeType="1"/>
                    <a:endCxn id="388" idx="2"/>
                  </p:cNvCxnSpPr>
                  <p:nvPr/>
                </p:nvCxnSpPr>
                <p:spPr bwMode="auto">
                  <a:xfrm flipH="1" flipV="1">
                    <a:off x="2183302" y="1731764"/>
                    <a:ext cx="3530" cy="122209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394" name="Straight Connector 393">
                    <a:extLst>
                      <a:ext uri="{FF2B5EF4-FFF2-40B4-BE49-F238E27FC236}">
                        <a16:creationId xmlns:a16="http://schemas.microsoft.com/office/drawing/2014/main" id="{3C46EAE7-509B-4E45-A6E7-9A33E4F0FC70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825" y="1728590"/>
                    <a:ext cx="3530" cy="122209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294" name="Group 18">
                <a:extLst>
                  <a:ext uri="{FF2B5EF4-FFF2-40B4-BE49-F238E27FC236}">
                    <a16:creationId xmlns:a16="http://schemas.microsoft.com/office/drawing/2014/main" id="{482172DC-CB77-9547-9B55-AA80104E7E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00438" y="3174091"/>
                <a:ext cx="522287" cy="1831297"/>
                <a:chOff x="3500438" y="3174091"/>
                <a:chExt cx="522287" cy="1831297"/>
              </a:xfrm>
            </p:grpSpPr>
            <p:sp>
              <p:nvSpPr>
                <p:cNvPr id="359" name="Rectangle 358">
                  <a:extLst>
                    <a:ext uri="{FF2B5EF4-FFF2-40B4-BE49-F238E27FC236}">
                      <a16:creationId xmlns:a16="http://schemas.microsoft.com/office/drawing/2014/main" id="{62075464-1A4E-BF45-A532-01A9C76E55CE}"/>
                    </a:ext>
                  </a:extLst>
                </p:cNvPr>
                <p:cNvSpPr/>
                <p:nvPr/>
              </p:nvSpPr>
              <p:spPr bwMode="auto">
                <a:xfrm rot="10800000">
                  <a:off x="3507320" y="3287221"/>
                  <a:ext cx="498349" cy="30662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60" name="Straight Connector 359">
                  <a:extLst>
                    <a:ext uri="{FF2B5EF4-FFF2-40B4-BE49-F238E27FC236}">
                      <a16:creationId xmlns:a16="http://schemas.microsoft.com/office/drawing/2014/main" id="{E6476089-4E8D-9748-8A20-B65AB809DCB0}"/>
                    </a:ext>
                  </a:extLst>
                </p:cNvPr>
                <p:cNvCxnSpPr/>
                <p:nvPr/>
              </p:nvCxnSpPr>
              <p:spPr bwMode="auto">
                <a:xfrm flipH="1">
                  <a:off x="4019802" y="3321497"/>
                  <a:ext cx="1588" cy="153645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pic>
              <p:nvPicPr>
                <p:cNvPr id="361" name="Picture 86" descr="router_top.png">
                  <a:extLst>
                    <a:ext uri="{FF2B5EF4-FFF2-40B4-BE49-F238E27FC236}">
                      <a16:creationId xmlns:a16="http://schemas.microsoft.com/office/drawing/2014/main" id="{903307E4-A9C2-9644-824F-D336213F44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500438" y="3194292"/>
                  <a:ext cx="522287" cy="2204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362" name="Group 82">
                  <a:extLst>
                    <a:ext uri="{FF2B5EF4-FFF2-40B4-BE49-F238E27FC236}">
                      <a16:creationId xmlns:a16="http://schemas.microsoft.com/office/drawing/2014/main" id="{F71CE2FF-B936-C547-A3CE-97AE0CF5BB6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11442" y="4783543"/>
                  <a:ext cx="507858" cy="221845"/>
                  <a:chOff x="4128636" y="3606589"/>
                  <a:chExt cx="568145" cy="338667"/>
                </a:xfrm>
              </p:grpSpPr>
              <p:sp>
                <p:nvSpPr>
                  <p:cNvPr id="375" name="Oval 374">
                    <a:extLst>
                      <a:ext uri="{FF2B5EF4-FFF2-40B4-BE49-F238E27FC236}">
                        <a16:creationId xmlns:a16="http://schemas.microsoft.com/office/drawing/2014/main" id="{586404AE-C86C-2743-98EF-9CF4A95F4440}"/>
                      </a:ext>
                    </a:extLst>
                  </p:cNvPr>
                  <p:cNvSpPr/>
                  <p:nvPr/>
                </p:nvSpPr>
                <p:spPr>
                  <a:xfrm>
                    <a:off x="4129087" y="3720182"/>
                    <a:ext cx="568256" cy="225348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6" name="Rectangle 375">
                    <a:extLst>
                      <a:ext uri="{FF2B5EF4-FFF2-40B4-BE49-F238E27FC236}">
                        <a16:creationId xmlns:a16="http://schemas.microsoft.com/office/drawing/2014/main" id="{5396A314-1026-4E4E-A149-99672789B306}"/>
                      </a:ext>
                    </a:extLst>
                  </p:cNvPr>
                  <p:cNvSpPr/>
                  <p:nvPr/>
                </p:nvSpPr>
                <p:spPr>
                  <a:xfrm>
                    <a:off x="4129087" y="3720182"/>
                    <a:ext cx="568256" cy="111462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7" name="Oval 376">
                    <a:extLst>
                      <a:ext uri="{FF2B5EF4-FFF2-40B4-BE49-F238E27FC236}">
                        <a16:creationId xmlns:a16="http://schemas.microsoft.com/office/drawing/2014/main" id="{23054A25-C068-9244-9B31-DD0F45D202D9}"/>
                      </a:ext>
                    </a:extLst>
                  </p:cNvPr>
                  <p:cNvSpPr/>
                  <p:nvPr/>
                </p:nvSpPr>
                <p:spPr>
                  <a:xfrm>
                    <a:off x="4129087" y="3606297"/>
                    <a:ext cx="568256" cy="225346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78" name="Straight Connector 377">
                    <a:extLst>
                      <a:ext uri="{FF2B5EF4-FFF2-40B4-BE49-F238E27FC236}">
                        <a16:creationId xmlns:a16="http://schemas.microsoft.com/office/drawing/2014/main" id="{CD4A2AA1-5618-3140-9C21-11DC36124DCC}"/>
                      </a:ext>
                    </a:extLst>
                  </p:cNvPr>
                  <p:cNvCxnSpPr/>
                  <p:nvPr/>
                </p:nvCxnSpPr>
                <p:spPr>
                  <a:xfrm>
                    <a:off x="4697343" y="3720182"/>
                    <a:ext cx="0" cy="111462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79" name="Straight Connector 378">
                    <a:extLst>
                      <a:ext uri="{FF2B5EF4-FFF2-40B4-BE49-F238E27FC236}">
                        <a16:creationId xmlns:a16="http://schemas.microsoft.com/office/drawing/2014/main" id="{C0356843-B7EB-A343-9F3C-424592CF11BD}"/>
                      </a:ext>
                    </a:extLst>
                  </p:cNvPr>
                  <p:cNvCxnSpPr/>
                  <p:nvPr/>
                </p:nvCxnSpPr>
                <p:spPr>
                  <a:xfrm>
                    <a:off x="4129087" y="3720182"/>
                    <a:ext cx="0" cy="111462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363" name="Rectangle 362">
                  <a:extLst>
                    <a:ext uri="{FF2B5EF4-FFF2-40B4-BE49-F238E27FC236}">
                      <a16:creationId xmlns:a16="http://schemas.microsoft.com/office/drawing/2014/main" id="{AC6DBBE1-F8C8-7C49-A55E-1A360F9F0FF8}"/>
                    </a:ext>
                  </a:extLst>
                </p:cNvPr>
                <p:cNvSpPr/>
                <p:nvPr/>
              </p:nvSpPr>
              <p:spPr bwMode="auto">
                <a:xfrm>
                  <a:off x="3516608" y="3697675"/>
                  <a:ext cx="498433" cy="116345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64" name="Straight Connector 363">
                  <a:extLst>
                    <a:ext uri="{FF2B5EF4-FFF2-40B4-BE49-F238E27FC236}">
                      <a16:creationId xmlns:a16="http://schemas.microsoft.com/office/drawing/2014/main" id="{30264003-6422-A246-8128-339027C2EFE4}"/>
                    </a:ext>
                  </a:extLst>
                </p:cNvPr>
                <p:cNvCxnSpPr>
                  <a:stCxn id="368" idx="2"/>
                </p:cNvCxnSpPr>
                <p:nvPr/>
              </p:nvCxnSpPr>
              <p:spPr bwMode="auto">
                <a:xfrm flipH="1">
                  <a:off x="3507083" y="3262769"/>
                  <a:ext cx="4762" cy="1688832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365" name="Group 377">
                  <a:extLst>
                    <a:ext uri="{FF2B5EF4-FFF2-40B4-BE49-F238E27FC236}">
                      <a16:creationId xmlns:a16="http://schemas.microsoft.com/office/drawing/2014/main" id="{39ED4179-25C2-BD40-8CB0-2D2D19D3B89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11057" y="3174091"/>
                  <a:ext cx="504096" cy="242719"/>
                  <a:chOff x="2183302" y="1574638"/>
                  <a:chExt cx="1200154" cy="430218"/>
                </a:xfrm>
              </p:grpSpPr>
              <p:sp>
                <p:nvSpPr>
                  <p:cNvPr id="366" name="Oval 365">
                    <a:extLst>
                      <a:ext uri="{FF2B5EF4-FFF2-40B4-BE49-F238E27FC236}">
                        <a16:creationId xmlns:a16="http://schemas.microsoft.com/office/drawing/2014/main" id="{8E546C63-6051-664A-A3B3-09898899A0F6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8958" y="1689617"/>
                    <a:ext cx="1194231" cy="315099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7" name="Rectangle 366">
                    <a:extLst>
                      <a:ext uri="{FF2B5EF4-FFF2-40B4-BE49-F238E27FC236}">
                        <a16:creationId xmlns:a16="http://schemas.microsoft.com/office/drawing/2014/main" id="{F85D8891-4691-274F-8A4C-6EB421E1A62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5178" y="1734631"/>
                    <a:ext cx="1198011" cy="11253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8" name="Oval 367">
                    <a:extLst>
                      <a:ext uri="{FF2B5EF4-FFF2-40B4-BE49-F238E27FC236}">
                        <a16:creationId xmlns:a16="http://schemas.microsoft.com/office/drawing/2014/main" id="{F6D6309A-F621-8F43-966A-42EE2F5341A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5178" y="1574269"/>
                    <a:ext cx="1194231" cy="315099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69" name="Freeform 368">
                    <a:extLst>
                      <a:ext uri="{FF2B5EF4-FFF2-40B4-BE49-F238E27FC236}">
                        <a16:creationId xmlns:a16="http://schemas.microsoft.com/office/drawing/2014/main" id="{E0967AA3-A871-A446-BBBF-E652596BA5E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1295" y="1669924"/>
                    <a:ext cx="581999" cy="157549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0" name="Freeform 369">
                    <a:extLst>
                      <a:ext uri="{FF2B5EF4-FFF2-40B4-BE49-F238E27FC236}">
                        <a16:creationId xmlns:a16="http://schemas.microsoft.com/office/drawing/2014/main" id="{928F9198-71DD-1048-BF0F-138BFE3045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30828" y="1630537"/>
                    <a:ext cx="702933" cy="109721"/>
                  </a:xfrm>
                  <a:custGeom>
                    <a:avLst/>
                    <a:gdLst>
                      <a:gd name="T0" fmla="*/ 0 w 3723451"/>
                      <a:gd name="T1" fmla="*/ 26843 h 932950"/>
                      <a:gd name="T2" fmla="*/ 123686 w 3723451"/>
                      <a:gd name="T3" fmla="*/ 316 h 932950"/>
                      <a:gd name="T4" fmla="*/ 350344 w 3723451"/>
                      <a:gd name="T5" fmla="*/ 61221 h 932950"/>
                      <a:gd name="T6" fmla="*/ 566578 w 3723451"/>
                      <a:gd name="T7" fmla="*/ 0 h 932950"/>
                      <a:gd name="T8" fmla="*/ 702933 w 3723451"/>
                      <a:gd name="T9" fmla="*/ 24362 h 932950"/>
                      <a:gd name="T10" fmla="*/ 601485 w 3723451"/>
                      <a:gd name="T11" fmla="*/ 54319 h 932950"/>
                      <a:gd name="T12" fmla="*/ 568823 w 3723451"/>
                      <a:gd name="T13" fmla="*/ 46243 h 932950"/>
                      <a:gd name="T14" fmla="*/ 354326 w 3723451"/>
                      <a:gd name="T15" fmla="*/ 109721 h 932950"/>
                      <a:gd name="T16" fmla="*/ 134342 w 3723451"/>
                      <a:gd name="T17" fmla="*/ 48578 h 932950"/>
                      <a:gd name="T18" fmla="*/ 98775 w 3723451"/>
                      <a:gd name="T19" fmla="*/ 55177 h 932950"/>
                      <a:gd name="T20" fmla="*/ 0 w 3723451"/>
                      <a:gd name="T21" fmla="*/ 26843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71" name="Freeform 370">
                    <a:extLst>
                      <a:ext uri="{FF2B5EF4-FFF2-40B4-BE49-F238E27FC236}">
                        <a16:creationId xmlns:a16="http://schemas.microsoft.com/office/drawing/2014/main" id="{1C72F53E-6D8A-1247-85AD-4F6DFA9BC4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1892" y="1723378"/>
                    <a:ext cx="260764" cy="95655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60764 w 1366596"/>
                      <a:gd name="T3" fmla="*/ 73915 h 809868"/>
                      <a:gd name="T4" fmla="*/ 165063 w 1366596"/>
                      <a:gd name="T5" fmla="*/ 95655 h 809868"/>
                      <a:gd name="T6" fmla="*/ 878 w 1366596"/>
                      <a:gd name="T7" fmla="*/ 50545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72" name="Freeform 371">
                    <a:extLst>
                      <a:ext uri="{FF2B5EF4-FFF2-40B4-BE49-F238E27FC236}">
                        <a16:creationId xmlns:a16="http://schemas.microsoft.com/office/drawing/2014/main" id="{AC38375A-6308-3C42-8428-1BC8EF1E3E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9489" y="1726192"/>
                    <a:ext cx="253208" cy="92841"/>
                  </a:xfrm>
                  <a:custGeom>
                    <a:avLst/>
                    <a:gdLst>
                      <a:gd name="T0" fmla="*/ 249751 w 1348191"/>
                      <a:gd name="T1" fmla="*/ 0 h 791462"/>
                      <a:gd name="T2" fmla="*/ 253208 w 1348191"/>
                      <a:gd name="T3" fmla="*/ 44801 h 791462"/>
                      <a:gd name="T4" fmla="*/ 91604 w 1348191"/>
                      <a:gd name="T5" fmla="*/ 92841 h 791462"/>
                      <a:gd name="T6" fmla="*/ 0 w 1348191"/>
                      <a:gd name="T7" fmla="*/ 71790 h 791462"/>
                      <a:gd name="T8" fmla="*/ 249751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373" name="Straight Connector 372">
                    <a:extLst>
                      <a:ext uri="{FF2B5EF4-FFF2-40B4-BE49-F238E27FC236}">
                        <a16:creationId xmlns:a16="http://schemas.microsoft.com/office/drawing/2014/main" id="{2676B342-72B9-EC4E-BEB9-884A31061112}"/>
                      </a:ext>
                    </a:extLst>
                  </p:cNvPr>
                  <p:cNvCxnSpPr>
                    <a:cxnSpLocks noChangeShapeType="1"/>
                    <a:endCxn id="368" idx="2"/>
                  </p:cNvCxnSpPr>
                  <p:nvPr/>
                </p:nvCxnSpPr>
                <p:spPr bwMode="auto">
                  <a:xfrm flipH="1" flipV="1">
                    <a:off x="2185178" y="1731819"/>
                    <a:ext cx="3780" cy="120975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374" name="Straight Connector 373">
                    <a:extLst>
                      <a:ext uri="{FF2B5EF4-FFF2-40B4-BE49-F238E27FC236}">
                        <a16:creationId xmlns:a16="http://schemas.microsoft.com/office/drawing/2014/main" id="{C9E5ACD2-0571-394B-B54A-E4FD99B680A6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409" y="1729005"/>
                    <a:ext cx="3780" cy="120976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295" name="Group 19">
                <a:extLst>
                  <a:ext uri="{FF2B5EF4-FFF2-40B4-BE49-F238E27FC236}">
                    <a16:creationId xmlns:a16="http://schemas.microsoft.com/office/drawing/2014/main" id="{3F4E53BA-5956-854C-B31F-6EC1D0D219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99212" y="2486508"/>
                <a:ext cx="528376" cy="2517292"/>
                <a:chOff x="4299212" y="2486508"/>
                <a:chExt cx="528376" cy="2517292"/>
              </a:xfrm>
            </p:grpSpPr>
            <p:sp>
              <p:nvSpPr>
                <p:cNvPr id="339" name="Rectangle 338">
                  <a:extLst>
                    <a:ext uri="{FF2B5EF4-FFF2-40B4-BE49-F238E27FC236}">
                      <a16:creationId xmlns:a16="http://schemas.microsoft.com/office/drawing/2014/main" id="{E47F6DBD-7B1F-E84E-80B1-B0007CEE2ECA}"/>
                    </a:ext>
                  </a:extLst>
                </p:cNvPr>
                <p:cNvSpPr/>
                <p:nvPr/>
              </p:nvSpPr>
              <p:spPr bwMode="auto">
                <a:xfrm rot="10800000">
                  <a:off x="4315358" y="2675960"/>
                  <a:ext cx="498350" cy="91657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40" name="Straight Connector 339">
                  <a:extLst>
                    <a:ext uri="{FF2B5EF4-FFF2-40B4-BE49-F238E27FC236}">
                      <a16:creationId xmlns:a16="http://schemas.microsoft.com/office/drawing/2014/main" id="{AD6BA39E-C72A-2B46-89AC-72BC6ECE8737}"/>
                    </a:ext>
                  </a:extLst>
                </p:cNvPr>
                <p:cNvCxnSpPr/>
                <p:nvPr/>
              </p:nvCxnSpPr>
              <p:spPr bwMode="auto">
                <a:xfrm>
                  <a:off x="4821424" y="2642154"/>
                  <a:ext cx="6349" cy="2214211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341" name="Group 442">
                  <a:extLst>
                    <a:ext uri="{FF2B5EF4-FFF2-40B4-BE49-F238E27FC236}">
                      <a16:creationId xmlns:a16="http://schemas.microsoft.com/office/drawing/2014/main" id="{3A2CD557-2097-8643-A2CC-2FC42E11568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19479" y="4781999"/>
                  <a:ext cx="507859" cy="221801"/>
                  <a:chOff x="4128636" y="3606589"/>
                  <a:chExt cx="568145" cy="338667"/>
                </a:xfrm>
              </p:grpSpPr>
              <p:sp>
                <p:nvSpPr>
                  <p:cNvPr id="354" name="Oval 353">
                    <a:extLst>
                      <a:ext uri="{FF2B5EF4-FFF2-40B4-BE49-F238E27FC236}">
                        <a16:creationId xmlns:a16="http://schemas.microsoft.com/office/drawing/2014/main" id="{B01BCE74-1665-8347-ABE7-7ED7C4611208}"/>
                      </a:ext>
                    </a:extLst>
                  </p:cNvPr>
                  <p:cNvSpPr/>
                  <p:nvPr/>
                </p:nvSpPr>
                <p:spPr>
                  <a:xfrm>
                    <a:off x="4129012" y="3720139"/>
                    <a:ext cx="568256" cy="225391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5" name="Rectangle 354">
                    <a:extLst>
                      <a:ext uri="{FF2B5EF4-FFF2-40B4-BE49-F238E27FC236}">
                        <a16:creationId xmlns:a16="http://schemas.microsoft.com/office/drawing/2014/main" id="{3E2DD078-496C-2B4E-9AB7-8E3ED7B0B010}"/>
                      </a:ext>
                    </a:extLst>
                  </p:cNvPr>
                  <p:cNvSpPr/>
                  <p:nvPr/>
                </p:nvSpPr>
                <p:spPr>
                  <a:xfrm>
                    <a:off x="4129012" y="3720139"/>
                    <a:ext cx="568256" cy="111484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6" name="Oval 355">
                    <a:extLst>
                      <a:ext uri="{FF2B5EF4-FFF2-40B4-BE49-F238E27FC236}">
                        <a16:creationId xmlns:a16="http://schemas.microsoft.com/office/drawing/2014/main" id="{0589AD59-3F91-674B-AB1F-9687AE0A7155}"/>
                      </a:ext>
                    </a:extLst>
                  </p:cNvPr>
                  <p:cNvSpPr/>
                  <p:nvPr/>
                </p:nvSpPr>
                <p:spPr>
                  <a:xfrm>
                    <a:off x="4129012" y="3606230"/>
                    <a:ext cx="568256" cy="225392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57" name="Straight Connector 356">
                    <a:extLst>
                      <a:ext uri="{FF2B5EF4-FFF2-40B4-BE49-F238E27FC236}">
                        <a16:creationId xmlns:a16="http://schemas.microsoft.com/office/drawing/2014/main" id="{D7DF9909-4629-2B41-A097-0EE5060D231F}"/>
                      </a:ext>
                    </a:extLst>
                  </p:cNvPr>
                  <p:cNvCxnSpPr/>
                  <p:nvPr/>
                </p:nvCxnSpPr>
                <p:spPr>
                  <a:xfrm>
                    <a:off x="4697268" y="3720139"/>
                    <a:ext cx="0" cy="11148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58" name="Straight Connector 357">
                    <a:extLst>
                      <a:ext uri="{FF2B5EF4-FFF2-40B4-BE49-F238E27FC236}">
                        <a16:creationId xmlns:a16="http://schemas.microsoft.com/office/drawing/2014/main" id="{E00A7AA3-4A7D-5A4A-923D-8190368DDD2A}"/>
                      </a:ext>
                    </a:extLst>
                  </p:cNvPr>
                  <p:cNvCxnSpPr/>
                  <p:nvPr/>
                </p:nvCxnSpPr>
                <p:spPr>
                  <a:xfrm>
                    <a:off x="4129012" y="3720139"/>
                    <a:ext cx="0" cy="11148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342" name="Rectangle 341">
                  <a:extLst>
                    <a:ext uri="{FF2B5EF4-FFF2-40B4-BE49-F238E27FC236}">
                      <a16:creationId xmlns:a16="http://schemas.microsoft.com/office/drawing/2014/main" id="{BC350F5D-A217-434B-B0AD-B82598901D58}"/>
                    </a:ext>
                  </a:extLst>
                </p:cNvPr>
                <p:cNvSpPr/>
                <p:nvPr/>
              </p:nvSpPr>
              <p:spPr bwMode="auto">
                <a:xfrm>
                  <a:off x="4324577" y="3696087"/>
                  <a:ext cx="498433" cy="116345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43" name="Straight Connector 342">
                  <a:extLst>
                    <a:ext uri="{FF2B5EF4-FFF2-40B4-BE49-F238E27FC236}">
                      <a16:creationId xmlns:a16="http://schemas.microsoft.com/office/drawing/2014/main" id="{59C23D10-C5AD-324E-A998-0B2D8811551A}"/>
                    </a:ext>
                  </a:extLst>
                </p:cNvPr>
                <p:cNvCxnSpPr>
                  <a:stCxn id="345" idx="2"/>
                </p:cNvCxnSpPr>
                <p:nvPr/>
              </p:nvCxnSpPr>
              <p:spPr bwMode="auto">
                <a:xfrm>
                  <a:off x="4300767" y="2640568"/>
                  <a:ext cx="14286" cy="2309445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344" name="Group 456">
                  <a:extLst>
                    <a:ext uri="{FF2B5EF4-FFF2-40B4-BE49-F238E27FC236}">
                      <a16:creationId xmlns:a16="http://schemas.microsoft.com/office/drawing/2014/main" id="{3D4ED6A7-656E-564B-9724-777A0E00F8C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299212" y="2486508"/>
                  <a:ext cx="504825" cy="242888"/>
                  <a:chOff x="2183302" y="1574638"/>
                  <a:chExt cx="1200154" cy="430218"/>
                </a:xfrm>
              </p:grpSpPr>
              <p:sp>
                <p:nvSpPr>
                  <p:cNvPr id="345" name="Oval 344">
                    <a:extLst>
                      <a:ext uri="{FF2B5EF4-FFF2-40B4-BE49-F238E27FC236}">
                        <a16:creationId xmlns:a16="http://schemas.microsoft.com/office/drawing/2014/main" id="{5CA9CA10-6CB9-8C4D-9798-DE3642585FBF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6998" y="1690077"/>
                    <a:ext cx="1196279" cy="31488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6" name="Rectangle 345">
                    <a:extLst>
                      <a:ext uri="{FF2B5EF4-FFF2-40B4-BE49-F238E27FC236}">
                        <a16:creationId xmlns:a16="http://schemas.microsoft.com/office/drawing/2014/main" id="{ED7DFE49-0AB2-5F4A-8804-D8EE2F5D805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3224" y="1735060"/>
                    <a:ext cx="1200054" cy="112457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7" name="Oval 346">
                    <a:extLst>
                      <a:ext uri="{FF2B5EF4-FFF2-40B4-BE49-F238E27FC236}">
                        <a16:creationId xmlns:a16="http://schemas.microsoft.com/office/drawing/2014/main" id="{D9CC071E-9384-A844-AEDF-4D3D5A3D01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3224" y="1574808"/>
                    <a:ext cx="1196282" cy="314880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48" name="Freeform 347">
                    <a:extLst>
                      <a:ext uri="{FF2B5EF4-FFF2-40B4-BE49-F238E27FC236}">
                        <a16:creationId xmlns:a16="http://schemas.microsoft.com/office/drawing/2014/main" id="{9221CFD6-F2B1-BC4A-8685-E97AB592CAE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88899" y="1670396"/>
                    <a:ext cx="584931" cy="157440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9" name="Freeform 348">
                    <a:extLst>
                      <a:ext uri="{FF2B5EF4-FFF2-40B4-BE49-F238E27FC236}">
                        <a16:creationId xmlns:a16="http://schemas.microsoft.com/office/drawing/2014/main" id="{E1EB2301-9912-744E-B205-5948ED836C1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28519" y="1631037"/>
                    <a:ext cx="705691" cy="109646"/>
                  </a:xfrm>
                  <a:custGeom>
                    <a:avLst/>
                    <a:gdLst>
                      <a:gd name="T0" fmla="*/ 0 w 3723451"/>
                      <a:gd name="T1" fmla="*/ 26825 h 932950"/>
                      <a:gd name="T2" fmla="*/ 124171 w 3723451"/>
                      <a:gd name="T3" fmla="*/ 316 h 932950"/>
                      <a:gd name="T4" fmla="*/ 351718 w 3723451"/>
                      <a:gd name="T5" fmla="*/ 61180 h 932950"/>
                      <a:gd name="T6" fmla="*/ 568801 w 3723451"/>
                      <a:gd name="T7" fmla="*/ 0 h 932950"/>
                      <a:gd name="T8" fmla="*/ 705691 w 3723451"/>
                      <a:gd name="T9" fmla="*/ 24345 h 932950"/>
                      <a:gd name="T10" fmla="*/ 603845 w 3723451"/>
                      <a:gd name="T11" fmla="*/ 54282 h 932950"/>
                      <a:gd name="T12" fmla="*/ 571055 w 3723451"/>
                      <a:gd name="T13" fmla="*/ 46211 h 932950"/>
                      <a:gd name="T14" fmla="*/ 355716 w 3723451"/>
                      <a:gd name="T15" fmla="*/ 109646 h 932950"/>
                      <a:gd name="T16" fmla="*/ 134869 w 3723451"/>
                      <a:gd name="T17" fmla="*/ 48545 h 932950"/>
                      <a:gd name="T18" fmla="*/ 99163 w 3723451"/>
                      <a:gd name="T19" fmla="*/ 55139 h 932950"/>
                      <a:gd name="T20" fmla="*/ 0 w 3723451"/>
                      <a:gd name="T21" fmla="*/ 26825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50" name="Freeform 349">
                    <a:extLst>
                      <a:ext uri="{FF2B5EF4-FFF2-40B4-BE49-F238E27FC236}">
                        <a16:creationId xmlns:a16="http://schemas.microsoft.com/office/drawing/2014/main" id="{274D27B5-7E68-5C4D-964B-A01609731F2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690" y="1723814"/>
                    <a:ext cx="256615" cy="95588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56615 w 1366596"/>
                      <a:gd name="T3" fmla="*/ 73863 h 809868"/>
                      <a:gd name="T4" fmla="*/ 162436 w 1366596"/>
                      <a:gd name="T5" fmla="*/ 95588 h 809868"/>
                      <a:gd name="T6" fmla="*/ 864 w 1366596"/>
                      <a:gd name="T7" fmla="*/ 50510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51" name="Freeform 350">
                    <a:extLst>
                      <a:ext uri="{FF2B5EF4-FFF2-40B4-BE49-F238E27FC236}">
                        <a16:creationId xmlns:a16="http://schemas.microsoft.com/office/drawing/2014/main" id="{CCCB88EE-5244-8644-B451-9B5D239AEB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7196" y="1726625"/>
                    <a:ext cx="252843" cy="92778"/>
                  </a:xfrm>
                  <a:custGeom>
                    <a:avLst/>
                    <a:gdLst>
                      <a:gd name="T0" fmla="*/ 249391 w 1348191"/>
                      <a:gd name="T1" fmla="*/ 0 h 791462"/>
                      <a:gd name="T2" fmla="*/ 252843 w 1348191"/>
                      <a:gd name="T3" fmla="*/ 44771 h 791462"/>
                      <a:gd name="T4" fmla="*/ 91472 w 1348191"/>
                      <a:gd name="T5" fmla="*/ 92778 h 791462"/>
                      <a:gd name="T6" fmla="*/ 0 w 1348191"/>
                      <a:gd name="T7" fmla="*/ 71741 h 791462"/>
                      <a:gd name="T8" fmla="*/ 249391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352" name="Straight Connector 351">
                    <a:extLst>
                      <a:ext uri="{FF2B5EF4-FFF2-40B4-BE49-F238E27FC236}">
                        <a16:creationId xmlns:a16="http://schemas.microsoft.com/office/drawing/2014/main" id="{4DFA4F03-E97A-1E4E-8C06-5FCF8ACB1D15}"/>
                      </a:ext>
                    </a:extLst>
                  </p:cNvPr>
                  <p:cNvCxnSpPr>
                    <a:cxnSpLocks noChangeShapeType="1"/>
                    <a:endCxn id="347" idx="2"/>
                  </p:cNvCxnSpPr>
                  <p:nvPr/>
                </p:nvCxnSpPr>
                <p:spPr bwMode="auto">
                  <a:xfrm flipH="1" flipV="1">
                    <a:off x="2183224" y="1732248"/>
                    <a:ext cx="3775" cy="120892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353" name="Straight Connector 352">
                    <a:extLst>
                      <a:ext uri="{FF2B5EF4-FFF2-40B4-BE49-F238E27FC236}">
                        <a16:creationId xmlns:a16="http://schemas.microsoft.com/office/drawing/2014/main" id="{8A9EDB0B-D51F-9C4D-A606-035EEB4B8D26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505" y="1729437"/>
                    <a:ext cx="3773" cy="120890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296" name="Group 20">
                <a:extLst>
                  <a:ext uri="{FF2B5EF4-FFF2-40B4-BE49-F238E27FC236}">
                    <a16:creationId xmlns:a16="http://schemas.microsoft.com/office/drawing/2014/main" id="{7B3927DE-D2D4-0549-B6FC-DB36E97AF6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91163" y="3179295"/>
                <a:ext cx="522287" cy="1824505"/>
                <a:chOff x="5491163" y="3179295"/>
                <a:chExt cx="522287" cy="1824505"/>
              </a:xfrm>
            </p:grpSpPr>
            <p:sp>
              <p:nvSpPr>
                <p:cNvPr id="318" name="Rectangle 317">
                  <a:extLst>
                    <a:ext uri="{FF2B5EF4-FFF2-40B4-BE49-F238E27FC236}">
                      <a16:creationId xmlns:a16="http://schemas.microsoft.com/office/drawing/2014/main" id="{94693F99-2D5B-7E44-B2D3-365FDA0CFBDB}"/>
                    </a:ext>
                  </a:extLst>
                </p:cNvPr>
                <p:cNvSpPr/>
                <p:nvPr/>
              </p:nvSpPr>
              <p:spPr bwMode="auto">
                <a:xfrm rot="10800000">
                  <a:off x="5498044" y="3266845"/>
                  <a:ext cx="498349" cy="325689"/>
                </a:xfrm>
                <a:prstGeom prst="rect">
                  <a:avLst/>
                </a:prstGeom>
                <a:gradFill rotWithShape="1">
                  <a:gsLst>
                    <a:gs pos="1000">
                      <a:srgbClr val="3333CC">
                        <a:lumMod val="75000"/>
                        <a:alpha val="62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19" name="Straight Connector 318">
                  <a:extLst>
                    <a:ext uri="{FF2B5EF4-FFF2-40B4-BE49-F238E27FC236}">
                      <a16:creationId xmlns:a16="http://schemas.microsoft.com/office/drawing/2014/main" id="{0BE62149-301B-CD40-877F-421A14409479}"/>
                    </a:ext>
                  </a:extLst>
                </p:cNvPr>
                <p:cNvCxnSpPr>
                  <a:stCxn id="327" idx="6"/>
                </p:cNvCxnSpPr>
                <p:nvPr/>
              </p:nvCxnSpPr>
              <p:spPr bwMode="auto">
                <a:xfrm>
                  <a:off x="6004011" y="3267530"/>
                  <a:ext cx="6349" cy="158248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pic>
              <p:nvPicPr>
                <p:cNvPr id="320" name="Picture 469" descr="router_top.png">
                  <a:extLst>
                    <a:ext uri="{FF2B5EF4-FFF2-40B4-BE49-F238E27FC236}">
                      <a16:creationId xmlns:a16="http://schemas.microsoft.com/office/drawing/2014/main" id="{DD59AE55-8859-5841-B6AC-641E9B1FF7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91163" y="3206725"/>
                  <a:ext cx="522287" cy="2204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321" name="Group 471">
                  <a:extLst>
                    <a:ext uri="{FF2B5EF4-FFF2-40B4-BE49-F238E27FC236}">
                      <a16:creationId xmlns:a16="http://schemas.microsoft.com/office/drawing/2014/main" id="{387A8315-A9E2-CD41-9540-BE22EB26471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02167" y="4781999"/>
                  <a:ext cx="507858" cy="221801"/>
                  <a:chOff x="4128636" y="3606589"/>
                  <a:chExt cx="568145" cy="338667"/>
                </a:xfrm>
              </p:grpSpPr>
              <p:sp>
                <p:nvSpPr>
                  <p:cNvPr id="334" name="Oval 333">
                    <a:extLst>
                      <a:ext uri="{FF2B5EF4-FFF2-40B4-BE49-F238E27FC236}">
                        <a16:creationId xmlns:a16="http://schemas.microsoft.com/office/drawing/2014/main" id="{5439A4FE-DB6E-D74D-95B5-D1F4AE9642E7}"/>
                      </a:ext>
                    </a:extLst>
                  </p:cNvPr>
                  <p:cNvSpPr/>
                  <p:nvPr/>
                </p:nvSpPr>
                <p:spPr>
                  <a:xfrm>
                    <a:off x="4128900" y="3720139"/>
                    <a:ext cx="568256" cy="225391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5" name="Rectangle 334">
                    <a:extLst>
                      <a:ext uri="{FF2B5EF4-FFF2-40B4-BE49-F238E27FC236}">
                        <a16:creationId xmlns:a16="http://schemas.microsoft.com/office/drawing/2014/main" id="{FA27B6FA-AB40-0D4B-BBE7-6000E55B03D1}"/>
                      </a:ext>
                    </a:extLst>
                  </p:cNvPr>
                  <p:cNvSpPr/>
                  <p:nvPr/>
                </p:nvSpPr>
                <p:spPr>
                  <a:xfrm>
                    <a:off x="4128900" y="3720139"/>
                    <a:ext cx="568256" cy="111484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6" name="Oval 335">
                    <a:extLst>
                      <a:ext uri="{FF2B5EF4-FFF2-40B4-BE49-F238E27FC236}">
                        <a16:creationId xmlns:a16="http://schemas.microsoft.com/office/drawing/2014/main" id="{C6FD79C0-1B1A-AB4A-A3BD-6514A1F64FCB}"/>
                      </a:ext>
                    </a:extLst>
                  </p:cNvPr>
                  <p:cNvSpPr/>
                  <p:nvPr/>
                </p:nvSpPr>
                <p:spPr>
                  <a:xfrm>
                    <a:off x="4128900" y="3606230"/>
                    <a:ext cx="568256" cy="225392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37" name="Straight Connector 336">
                    <a:extLst>
                      <a:ext uri="{FF2B5EF4-FFF2-40B4-BE49-F238E27FC236}">
                        <a16:creationId xmlns:a16="http://schemas.microsoft.com/office/drawing/2014/main" id="{C730D6A9-51D0-864D-9F88-3CA108609D03}"/>
                      </a:ext>
                    </a:extLst>
                  </p:cNvPr>
                  <p:cNvCxnSpPr/>
                  <p:nvPr/>
                </p:nvCxnSpPr>
                <p:spPr>
                  <a:xfrm>
                    <a:off x="4697156" y="3720139"/>
                    <a:ext cx="0" cy="11148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38" name="Straight Connector 337">
                    <a:extLst>
                      <a:ext uri="{FF2B5EF4-FFF2-40B4-BE49-F238E27FC236}">
                        <a16:creationId xmlns:a16="http://schemas.microsoft.com/office/drawing/2014/main" id="{41EA4558-0D04-634B-A8B0-CAB6FB1D2028}"/>
                      </a:ext>
                    </a:extLst>
                  </p:cNvPr>
                  <p:cNvCxnSpPr/>
                  <p:nvPr/>
                </p:nvCxnSpPr>
                <p:spPr>
                  <a:xfrm>
                    <a:off x="4128900" y="3720139"/>
                    <a:ext cx="0" cy="11148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322" name="Rectangle 321">
                  <a:extLst>
                    <a:ext uri="{FF2B5EF4-FFF2-40B4-BE49-F238E27FC236}">
                      <a16:creationId xmlns:a16="http://schemas.microsoft.com/office/drawing/2014/main" id="{3670DAE7-C167-BA4B-9FB3-842EEBB6E0BC}"/>
                    </a:ext>
                  </a:extLst>
                </p:cNvPr>
                <p:cNvSpPr/>
                <p:nvPr/>
              </p:nvSpPr>
              <p:spPr bwMode="auto">
                <a:xfrm>
                  <a:off x="5507166" y="3694500"/>
                  <a:ext cx="498433" cy="116504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23" name="Straight Connector 322">
                  <a:extLst>
                    <a:ext uri="{FF2B5EF4-FFF2-40B4-BE49-F238E27FC236}">
                      <a16:creationId xmlns:a16="http://schemas.microsoft.com/office/drawing/2014/main" id="{FDAD1200-F8CD-4C4C-B862-839CDCE380A4}"/>
                    </a:ext>
                  </a:extLst>
                </p:cNvPr>
                <p:cNvCxnSpPr>
                  <a:stCxn id="320" idx="1"/>
                </p:cNvCxnSpPr>
                <p:nvPr/>
              </p:nvCxnSpPr>
              <p:spPr bwMode="auto">
                <a:xfrm>
                  <a:off x="5491292" y="3316735"/>
                  <a:ext cx="6349" cy="163327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324" name="Group 485">
                  <a:extLst>
                    <a:ext uri="{FF2B5EF4-FFF2-40B4-BE49-F238E27FC236}">
                      <a16:creationId xmlns:a16="http://schemas.microsoft.com/office/drawing/2014/main" id="{A6200FD6-2FAC-504D-AC15-41C2E0E5FE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00688" y="3179295"/>
                  <a:ext cx="504825" cy="242888"/>
                  <a:chOff x="2183302" y="1574638"/>
                  <a:chExt cx="1200154" cy="430218"/>
                </a:xfrm>
              </p:grpSpPr>
              <p:sp>
                <p:nvSpPr>
                  <p:cNvPr id="325" name="Oval 324">
                    <a:extLst>
                      <a:ext uri="{FF2B5EF4-FFF2-40B4-BE49-F238E27FC236}">
                        <a16:creationId xmlns:a16="http://schemas.microsoft.com/office/drawing/2014/main" id="{ECDA45FA-C7C9-1D42-AD17-0A94B356D9C2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7379" y="1688754"/>
                    <a:ext cx="1196279" cy="31488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6" name="Rectangle 325">
                    <a:extLst>
                      <a:ext uri="{FF2B5EF4-FFF2-40B4-BE49-F238E27FC236}">
                        <a16:creationId xmlns:a16="http://schemas.microsoft.com/office/drawing/2014/main" id="{66DEE6E1-40E6-CC4A-9BD2-12B0FC5617F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3606" y="1733737"/>
                    <a:ext cx="1200052" cy="112457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7" name="Oval 326">
                    <a:extLst>
                      <a:ext uri="{FF2B5EF4-FFF2-40B4-BE49-F238E27FC236}">
                        <a16:creationId xmlns:a16="http://schemas.microsoft.com/office/drawing/2014/main" id="{3B2579C2-CFB4-C243-A571-87CC477670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3606" y="1573485"/>
                    <a:ext cx="1196277" cy="314880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28" name="Freeform 327">
                    <a:extLst>
                      <a:ext uri="{FF2B5EF4-FFF2-40B4-BE49-F238E27FC236}">
                        <a16:creationId xmlns:a16="http://schemas.microsoft.com/office/drawing/2014/main" id="{8C20CAF5-F7F2-8C4F-BF4C-8061B2C174B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89279" y="1669074"/>
                    <a:ext cx="584932" cy="157440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9" name="Freeform 328">
                    <a:extLst>
                      <a:ext uri="{FF2B5EF4-FFF2-40B4-BE49-F238E27FC236}">
                        <a16:creationId xmlns:a16="http://schemas.microsoft.com/office/drawing/2014/main" id="{751DAB4D-7078-0843-8893-ECF4AEBB83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28899" y="1629714"/>
                    <a:ext cx="705692" cy="109646"/>
                  </a:xfrm>
                  <a:custGeom>
                    <a:avLst/>
                    <a:gdLst>
                      <a:gd name="T0" fmla="*/ 0 w 3723451"/>
                      <a:gd name="T1" fmla="*/ 26825 h 932950"/>
                      <a:gd name="T2" fmla="*/ 124172 w 3723451"/>
                      <a:gd name="T3" fmla="*/ 316 h 932950"/>
                      <a:gd name="T4" fmla="*/ 351719 w 3723451"/>
                      <a:gd name="T5" fmla="*/ 61180 h 932950"/>
                      <a:gd name="T6" fmla="*/ 568801 w 3723451"/>
                      <a:gd name="T7" fmla="*/ 0 h 932950"/>
                      <a:gd name="T8" fmla="*/ 705692 w 3723451"/>
                      <a:gd name="T9" fmla="*/ 24345 h 932950"/>
                      <a:gd name="T10" fmla="*/ 603846 w 3723451"/>
                      <a:gd name="T11" fmla="*/ 54282 h 932950"/>
                      <a:gd name="T12" fmla="*/ 571056 w 3723451"/>
                      <a:gd name="T13" fmla="*/ 46211 h 932950"/>
                      <a:gd name="T14" fmla="*/ 355717 w 3723451"/>
                      <a:gd name="T15" fmla="*/ 109646 h 932950"/>
                      <a:gd name="T16" fmla="*/ 134869 w 3723451"/>
                      <a:gd name="T17" fmla="*/ 48545 h 932950"/>
                      <a:gd name="T18" fmla="*/ 99163 w 3723451"/>
                      <a:gd name="T19" fmla="*/ 55139 h 932950"/>
                      <a:gd name="T20" fmla="*/ 0 w 3723451"/>
                      <a:gd name="T21" fmla="*/ 26825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30" name="Freeform 329">
                    <a:extLst>
                      <a:ext uri="{FF2B5EF4-FFF2-40B4-BE49-F238E27FC236}">
                        <a16:creationId xmlns:a16="http://schemas.microsoft.com/office/drawing/2014/main" id="{49F08601-D11A-7246-97C4-4796E28716C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3071" y="1722492"/>
                    <a:ext cx="256615" cy="95588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56615 w 1366596"/>
                      <a:gd name="T3" fmla="*/ 73863 h 809868"/>
                      <a:gd name="T4" fmla="*/ 162436 w 1366596"/>
                      <a:gd name="T5" fmla="*/ 95588 h 809868"/>
                      <a:gd name="T6" fmla="*/ 864 w 1366596"/>
                      <a:gd name="T7" fmla="*/ 50510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31" name="Freeform 330">
                    <a:extLst>
                      <a:ext uri="{FF2B5EF4-FFF2-40B4-BE49-F238E27FC236}">
                        <a16:creationId xmlns:a16="http://schemas.microsoft.com/office/drawing/2014/main" id="{0F35FC16-0782-6242-8A31-B2C90A57D83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7579" y="1725302"/>
                    <a:ext cx="252840" cy="92778"/>
                  </a:xfrm>
                  <a:custGeom>
                    <a:avLst/>
                    <a:gdLst>
                      <a:gd name="T0" fmla="*/ 249388 w 1348191"/>
                      <a:gd name="T1" fmla="*/ 0 h 791462"/>
                      <a:gd name="T2" fmla="*/ 252840 w 1348191"/>
                      <a:gd name="T3" fmla="*/ 44771 h 791462"/>
                      <a:gd name="T4" fmla="*/ 91471 w 1348191"/>
                      <a:gd name="T5" fmla="*/ 92778 h 791462"/>
                      <a:gd name="T6" fmla="*/ 0 w 1348191"/>
                      <a:gd name="T7" fmla="*/ 71741 h 791462"/>
                      <a:gd name="T8" fmla="*/ 249388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332" name="Straight Connector 331">
                    <a:extLst>
                      <a:ext uri="{FF2B5EF4-FFF2-40B4-BE49-F238E27FC236}">
                        <a16:creationId xmlns:a16="http://schemas.microsoft.com/office/drawing/2014/main" id="{28B38805-D14D-6F4E-9C2D-85288858DC4A}"/>
                      </a:ext>
                    </a:extLst>
                  </p:cNvPr>
                  <p:cNvCxnSpPr>
                    <a:cxnSpLocks noChangeShapeType="1"/>
                    <a:endCxn id="327" idx="2"/>
                  </p:cNvCxnSpPr>
                  <p:nvPr/>
                </p:nvCxnSpPr>
                <p:spPr bwMode="auto">
                  <a:xfrm flipH="1" flipV="1">
                    <a:off x="2183606" y="1730925"/>
                    <a:ext cx="3773" cy="120892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333" name="Straight Connector 332">
                    <a:extLst>
                      <a:ext uri="{FF2B5EF4-FFF2-40B4-BE49-F238E27FC236}">
                        <a16:creationId xmlns:a16="http://schemas.microsoft.com/office/drawing/2014/main" id="{839A4B18-24F7-8748-BABF-156684EACDA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883" y="1728114"/>
                    <a:ext cx="3775" cy="120890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297" name="Group 21">
                <a:extLst>
                  <a:ext uri="{FF2B5EF4-FFF2-40B4-BE49-F238E27FC236}">
                    <a16:creationId xmlns:a16="http://schemas.microsoft.com/office/drawing/2014/main" id="{9CDA8888-DE9C-FA48-880D-EF852C6370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72366" y="2647932"/>
                <a:ext cx="522159" cy="2354282"/>
                <a:chOff x="6472366" y="2647932"/>
                <a:chExt cx="522159" cy="2354282"/>
              </a:xfrm>
            </p:grpSpPr>
            <p:sp>
              <p:nvSpPr>
                <p:cNvPr id="298" name="Rectangle 297">
                  <a:extLst>
                    <a:ext uri="{FF2B5EF4-FFF2-40B4-BE49-F238E27FC236}">
                      <a16:creationId xmlns:a16="http://schemas.microsoft.com/office/drawing/2014/main" id="{995D8FCE-884F-0F40-A676-D4D29F8E694C}"/>
                    </a:ext>
                  </a:extLst>
                </p:cNvPr>
                <p:cNvSpPr/>
                <p:nvPr/>
              </p:nvSpPr>
              <p:spPr bwMode="auto">
                <a:xfrm rot="10800000">
                  <a:off x="6482296" y="2777838"/>
                  <a:ext cx="498349" cy="72203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99" name="Straight Connector 298">
                  <a:extLst>
                    <a:ext uri="{FF2B5EF4-FFF2-40B4-BE49-F238E27FC236}">
                      <a16:creationId xmlns:a16="http://schemas.microsoft.com/office/drawing/2014/main" id="{316D5606-0146-DC48-97E2-18F369EDE031}"/>
                    </a:ext>
                  </a:extLst>
                </p:cNvPr>
                <p:cNvCxnSpPr/>
                <p:nvPr/>
              </p:nvCxnSpPr>
              <p:spPr bwMode="auto">
                <a:xfrm>
                  <a:off x="6994528" y="2846910"/>
                  <a:ext cx="0" cy="1998345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300" name="Group 500">
                  <a:extLst>
                    <a:ext uri="{FF2B5EF4-FFF2-40B4-BE49-F238E27FC236}">
                      <a16:creationId xmlns:a16="http://schemas.microsoft.com/office/drawing/2014/main" id="{AA425C1A-E91E-6E4A-A356-24012E64277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486417" y="4766099"/>
                  <a:ext cx="507858" cy="236115"/>
                  <a:chOff x="4128636" y="3606589"/>
                  <a:chExt cx="568145" cy="338667"/>
                </a:xfrm>
              </p:grpSpPr>
              <p:sp>
                <p:nvSpPr>
                  <p:cNvPr id="313" name="Oval 312">
                    <a:extLst>
                      <a:ext uri="{FF2B5EF4-FFF2-40B4-BE49-F238E27FC236}">
                        <a16:creationId xmlns:a16="http://schemas.microsoft.com/office/drawing/2014/main" id="{16CAB2BE-001A-5849-8EFC-BF1C74D20DA6}"/>
                      </a:ext>
                    </a:extLst>
                  </p:cNvPr>
                  <p:cNvSpPr/>
                  <p:nvPr/>
                </p:nvSpPr>
                <p:spPr>
                  <a:xfrm>
                    <a:off x="4128808" y="3720125"/>
                    <a:ext cx="568256" cy="225387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4" name="Rectangle 313">
                    <a:extLst>
                      <a:ext uri="{FF2B5EF4-FFF2-40B4-BE49-F238E27FC236}">
                        <a16:creationId xmlns:a16="http://schemas.microsoft.com/office/drawing/2014/main" id="{ED3C727A-F086-5345-9D90-47A10FCD45F2}"/>
                      </a:ext>
                    </a:extLst>
                  </p:cNvPr>
                  <p:cNvSpPr/>
                  <p:nvPr/>
                </p:nvSpPr>
                <p:spPr>
                  <a:xfrm>
                    <a:off x="4128808" y="3720125"/>
                    <a:ext cx="568256" cy="111556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5" name="Oval 314">
                    <a:extLst>
                      <a:ext uri="{FF2B5EF4-FFF2-40B4-BE49-F238E27FC236}">
                        <a16:creationId xmlns:a16="http://schemas.microsoft.com/office/drawing/2014/main" id="{49C1B443-F565-5F4C-B75C-09F669AC3DE7}"/>
                      </a:ext>
                    </a:extLst>
                  </p:cNvPr>
                  <p:cNvSpPr/>
                  <p:nvPr/>
                </p:nvSpPr>
                <p:spPr>
                  <a:xfrm>
                    <a:off x="4128808" y="3606294"/>
                    <a:ext cx="568256" cy="225387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16" name="Straight Connector 315">
                    <a:extLst>
                      <a:ext uri="{FF2B5EF4-FFF2-40B4-BE49-F238E27FC236}">
                        <a16:creationId xmlns:a16="http://schemas.microsoft.com/office/drawing/2014/main" id="{FBA53D70-9A4D-7E4E-AC09-D42784DF8272}"/>
                      </a:ext>
                    </a:extLst>
                  </p:cNvPr>
                  <p:cNvCxnSpPr/>
                  <p:nvPr/>
                </p:nvCxnSpPr>
                <p:spPr>
                  <a:xfrm>
                    <a:off x="4697064" y="3720125"/>
                    <a:ext cx="0" cy="111556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17" name="Straight Connector 316">
                    <a:extLst>
                      <a:ext uri="{FF2B5EF4-FFF2-40B4-BE49-F238E27FC236}">
                        <a16:creationId xmlns:a16="http://schemas.microsoft.com/office/drawing/2014/main" id="{A5C3BEC2-90B0-8B41-88A4-351B428CAFB4}"/>
                      </a:ext>
                    </a:extLst>
                  </p:cNvPr>
                  <p:cNvCxnSpPr/>
                  <p:nvPr/>
                </p:nvCxnSpPr>
                <p:spPr>
                  <a:xfrm>
                    <a:off x="4128808" y="3720125"/>
                    <a:ext cx="0" cy="111556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301" name="Rectangle 300">
                  <a:extLst>
                    <a:ext uri="{FF2B5EF4-FFF2-40B4-BE49-F238E27FC236}">
                      <a16:creationId xmlns:a16="http://schemas.microsoft.com/office/drawing/2014/main" id="{2309F1E7-7D26-E941-9221-C8DF0612EE28}"/>
                    </a:ext>
                  </a:extLst>
                </p:cNvPr>
                <p:cNvSpPr/>
                <p:nvPr/>
              </p:nvSpPr>
              <p:spPr bwMode="auto">
                <a:xfrm>
                  <a:off x="6491333" y="3610376"/>
                  <a:ext cx="498433" cy="123805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02" name="Straight Connector 301">
                  <a:extLst>
                    <a:ext uri="{FF2B5EF4-FFF2-40B4-BE49-F238E27FC236}">
                      <a16:creationId xmlns:a16="http://schemas.microsoft.com/office/drawing/2014/main" id="{9C251E47-5FE5-B64D-8E6E-2491993604B5}"/>
                    </a:ext>
                  </a:extLst>
                </p:cNvPr>
                <p:cNvCxnSpPr/>
                <p:nvPr/>
              </p:nvCxnSpPr>
              <p:spPr bwMode="auto">
                <a:xfrm>
                  <a:off x="6472285" y="2818340"/>
                  <a:ext cx="9524" cy="2126912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303" name="Group 514">
                  <a:extLst>
                    <a:ext uri="{FF2B5EF4-FFF2-40B4-BE49-F238E27FC236}">
                      <a16:creationId xmlns:a16="http://schemas.microsoft.com/office/drawing/2014/main" id="{9B7D3C6F-466A-3143-9B8E-F60B2AAFD7B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478146" y="2647932"/>
                  <a:ext cx="504825" cy="242887"/>
                  <a:chOff x="2183302" y="1574638"/>
                  <a:chExt cx="1200154" cy="430218"/>
                </a:xfrm>
              </p:grpSpPr>
              <p:sp>
                <p:nvSpPr>
                  <p:cNvPr id="304" name="Oval 303">
                    <a:extLst>
                      <a:ext uri="{FF2B5EF4-FFF2-40B4-BE49-F238E27FC236}">
                        <a16:creationId xmlns:a16="http://schemas.microsoft.com/office/drawing/2014/main" id="{12A307F7-5B73-2445-A2F4-C0FA1266E373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8237" y="1690921"/>
                    <a:ext cx="1196279" cy="314881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5" name="Rectangle 304">
                    <a:extLst>
                      <a:ext uri="{FF2B5EF4-FFF2-40B4-BE49-F238E27FC236}">
                        <a16:creationId xmlns:a16="http://schemas.microsoft.com/office/drawing/2014/main" id="{33E19D46-3715-614C-AAF4-02290435589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4464" y="1735904"/>
                    <a:ext cx="1200052" cy="112457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6" name="Oval 305">
                    <a:extLst>
                      <a:ext uri="{FF2B5EF4-FFF2-40B4-BE49-F238E27FC236}">
                        <a16:creationId xmlns:a16="http://schemas.microsoft.com/office/drawing/2014/main" id="{E55709E7-7775-884D-A34A-45191B84AF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4464" y="1575651"/>
                    <a:ext cx="1196277" cy="314881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07" name="Freeform 306">
                    <a:extLst>
                      <a:ext uri="{FF2B5EF4-FFF2-40B4-BE49-F238E27FC236}">
                        <a16:creationId xmlns:a16="http://schemas.microsoft.com/office/drawing/2014/main" id="{53C2A2DA-53F1-794E-A987-B42C0AC0022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0137" y="1671240"/>
                    <a:ext cx="584932" cy="157440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8" name="Freeform 307">
                    <a:extLst>
                      <a:ext uri="{FF2B5EF4-FFF2-40B4-BE49-F238E27FC236}">
                        <a16:creationId xmlns:a16="http://schemas.microsoft.com/office/drawing/2014/main" id="{9EECC5D2-5F03-5B4A-A066-DEC9954D66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29757" y="1631880"/>
                    <a:ext cx="705692" cy="109647"/>
                  </a:xfrm>
                  <a:custGeom>
                    <a:avLst/>
                    <a:gdLst>
                      <a:gd name="T0" fmla="*/ 0 w 3723451"/>
                      <a:gd name="T1" fmla="*/ 26825 h 932950"/>
                      <a:gd name="T2" fmla="*/ 124172 w 3723451"/>
                      <a:gd name="T3" fmla="*/ 316 h 932950"/>
                      <a:gd name="T4" fmla="*/ 351719 w 3723451"/>
                      <a:gd name="T5" fmla="*/ 61180 h 932950"/>
                      <a:gd name="T6" fmla="*/ 568801 w 3723451"/>
                      <a:gd name="T7" fmla="*/ 0 h 932950"/>
                      <a:gd name="T8" fmla="*/ 705692 w 3723451"/>
                      <a:gd name="T9" fmla="*/ 24346 h 932950"/>
                      <a:gd name="T10" fmla="*/ 603846 w 3723451"/>
                      <a:gd name="T11" fmla="*/ 54283 h 932950"/>
                      <a:gd name="T12" fmla="*/ 571056 w 3723451"/>
                      <a:gd name="T13" fmla="*/ 46212 h 932950"/>
                      <a:gd name="T14" fmla="*/ 355717 w 3723451"/>
                      <a:gd name="T15" fmla="*/ 109647 h 932950"/>
                      <a:gd name="T16" fmla="*/ 134869 w 3723451"/>
                      <a:gd name="T17" fmla="*/ 48545 h 932950"/>
                      <a:gd name="T18" fmla="*/ 99163 w 3723451"/>
                      <a:gd name="T19" fmla="*/ 55140 h 932950"/>
                      <a:gd name="T20" fmla="*/ 0 w 3723451"/>
                      <a:gd name="T21" fmla="*/ 26825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09" name="Freeform 308">
                    <a:extLst>
                      <a:ext uri="{FF2B5EF4-FFF2-40B4-BE49-F238E27FC236}">
                        <a16:creationId xmlns:a16="http://schemas.microsoft.com/office/drawing/2014/main" id="{8388544E-A2CB-0640-A29C-1662E6885FE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3929" y="1724658"/>
                    <a:ext cx="256615" cy="95589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56615 w 1366596"/>
                      <a:gd name="T3" fmla="*/ 73864 h 809868"/>
                      <a:gd name="T4" fmla="*/ 162436 w 1366596"/>
                      <a:gd name="T5" fmla="*/ 95589 h 809868"/>
                      <a:gd name="T6" fmla="*/ 864 w 1366596"/>
                      <a:gd name="T7" fmla="*/ 50510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10" name="Freeform 309">
                    <a:extLst>
                      <a:ext uri="{FF2B5EF4-FFF2-40B4-BE49-F238E27FC236}">
                        <a16:creationId xmlns:a16="http://schemas.microsoft.com/office/drawing/2014/main" id="{0DDF3C4E-5F2E-864E-88A4-D785A5D6EE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8437" y="1727469"/>
                    <a:ext cx="252840" cy="92778"/>
                  </a:xfrm>
                  <a:custGeom>
                    <a:avLst/>
                    <a:gdLst>
                      <a:gd name="T0" fmla="*/ 249388 w 1348191"/>
                      <a:gd name="T1" fmla="*/ 0 h 791462"/>
                      <a:gd name="T2" fmla="*/ 252840 w 1348191"/>
                      <a:gd name="T3" fmla="*/ 44771 h 791462"/>
                      <a:gd name="T4" fmla="*/ 91471 w 1348191"/>
                      <a:gd name="T5" fmla="*/ 92778 h 791462"/>
                      <a:gd name="T6" fmla="*/ 0 w 1348191"/>
                      <a:gd name="T7" fmla="*/ 71741 h 791462"/>
                      <a:gd name="T8" fmla="*/ 249388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311" name="Straight Connector 310">
                    <a:extLst>
                      <a:ext uri="{FF2B5EF4-FFF2-40B4-BE49-F238E27FC236}">
                        <a16:creationId xmlns:a16="http://schemas.microsoft.com/office/drawing/2014/main" id="{5A28B5B0-5BAC-8C46-B4B8-9BCB18DCD1DD}"/>
                      </a:ext>
                    </a:extLst>
                  </p:cNvPr>
                  <p:cNvCxnSpPr>
                    <a:cxnSpLocks noChangeShapeType="1"/>
                    <a:endCxn id="306" idx="2"/>
                  </p:cNvCxnSpPr>
                  <p:nvPr/>
                </p:nvCxnSpPr>
                <p:spPr bwMode="auto">
                  <a:xfrm flipH="1" flipV="1">
                    <a:off x="2184464" y="1733091"/>
                    <a:ext cx="3773" cy="120893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312" name="Straight Connector 311">
                    <a:extLst>
                      <a:ext uri="{FF2B5EF4-FFF2-40B4-BE49-F238E27FC236}">
                        <a16:creationId xmlns:a16="http://schemas.microsoft.com/office/drawing/2014/main" id="{3A010796-660C-4C4D-865E-8D108EDA01B6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80741" y="1730281"/>
                    <a:ext cx="3775" cy="120891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</p:grp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094E25C2-45E6-0C43-ADA4-684E51DC70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9060" y="2725807"/>
              <a:ext cx="5111750" cy="879475"/>
              <a:chOff x="1866825" y="707349"/>
              <a:chExt cx="5112820" cy="879389"/>
            </a:xfrm>
          </p:grpSpPr>
          <p:sp>
            <p:nvSpPr>
              <p:cNvPr id="401" name="Oval 400">
                <a:extLst>
                  <a:ext uri="{FF2B5EF4-FFF2-40B4-BE49-F238E27FC236}">
                    <a16:creationId xmlns:a16="http://schemas.microsoft.com/office/drawing/2014/main" id="{C759FDA4-4088-0A4C-9E92-BD72D7D52B56}"/>
                  </a:ext>
                </a:extLst>
              </p:cNvPr>
              <p:cNvSpPr/>
              <p:nvPr/>
            </p:nvSpPr>
            <p:spPr>
              <a:xfrm>
                <a:off x="1866825" y="785129"/>
                <a:ext cx="954288" cy="492077"/>
              </a:xfrm>
              <a:prstGeom prst="ellipse">
                <a:avLst/>
              </a:prstGeom>
              <a:solidFill>
                <a:srgbClr val="CC0000">
                  <a:alpha val="28000"/>
                </a:srgbClr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02" name="TextBox 233">
                <a:extLst>
                  <a:ext uri="{FF2B5EF4-FFF2-40B4-BE49-F238E27FC236}">
                    <a16:creationId xmlns:a16="http://schemas.microsoft.com/office/drawing/2014/main" id="{91B4E7D9-6C4B-6C4B-86F5-8BB66F936B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91781" y="783191"/>
                <a:ext cx="910613" cy="476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Routing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Algorithm</a:t>
                </a:r>
              </a:p>
            </p:txBody>
          </p:sp>
          <p:cxnSp>
            <p:nvCxnSpPr>
              <p:cNvPr id="403" name="Straight Arrow Connector 402">
                <a:extLst>
                  <a:ext uri="{FF2B5EF4-FFF2-40B4-BE49-F238E27FC236}">
                    <a16:creationId xmlns:a16="http://schemas.microsoft.com/office/drawing/2014/main" id="{86DA61DF-3320-724E-9861-CF654B1F47AF}"/>
                  </a:ext>
                </a:extLst>
              </p:cNvPr>
              <p:cNvCxnSpPr/>
              <p:nvPr/>
            </p:nvCxnSpPr>
            <p:spPr>
              <a:xfrm flipV="1">
                <a:off x="2833815" y="807352"/>
                <a:ext cx="1517968" cy="214291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404" name="Straight Arrow Connector 403">
                <a:extLst>
                  <a:ext uri="{FF2B5EF4-FFF2-40B4-BE49-F238E27FC236}">
                    <a16:creationId xmlns:a16="http://schemas.microsoft.com/office/drawing/2014/main" id="{FA99C173-8DEF-3940-BC9B-72CA3FA99281}"/>
                  </a:ext>
                </a:extLst>
              </p:cNvPr>
              <p:cNvCxnSpPr/>
              <p:nvPr/>
            </p:nvCxnSpPr>
            <p:spPr>
              <a:xfrm>
                <a:off x="2751248" y="1201014"/>
                <a:ext cx="797092" cy="279373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405" name="Straight Arrow Connector 404">
                <a:extLst>
                  <a:ext uri="{FF2B5EF4-FFF2-40B4-BE49-F238E27FC236}">
                    <a16:creationId xmlns:a16="http://schemas.microsoft.com/office/drawing/2014/main" id="{57AAE988-13E3-6642-B8CC-252C9113ABCC}"/>
                  </a:ext>
                </a:extLst>
              </p:cNvPr>
              <p:cNvCxnSpPr/>
              <p:nvPr/>
            </p:nvCxnSpPr>
            <p:spPr>
              <a:xfrm>
                <a:off x="4685228" y="894656"/>
                <a:ext cx="892362" cy="509538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406" name="Straight Arrow Connector 405">
                <a:extLst>
                  <a:ext uri="{FF2B5EF4-FFF2-40B4-BE49-F238E27FC236}">
                    <a16:creationId xmlns:a16="http://schemas.microsoft.com/office/drawing/2014/main" id="{286126FC-663F-E140-85FF-EA643857EAAB}"/>
                  </a:ext>
                </a:extLst>
              </p:cNvPr>
              <p:cNvCxnSpPr/>
              <p:nvPr/>
            </p:nvCxnSpPr>
            <p:spPr>
              <a:xfrm>
                <a:off x="4801139" y="801003"/>
                <a:ext cx="1695805" cy="130162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sp>
            <p:nvSpPr>
              <p:cNvPr id="407" name="Oval 406">
                <a:extLst>
                  <a:ext uri="{FF2B5EF4-FFF2-40B4-BE49-F238E27FC236}">
                    <a16:creationId xmlns:a16="http://schemas.microsoft.com/office/drawing/2014/main" id="{4DA7DE45-D335-D548-B5FE-488518B7B2B7}"/>
                  </a:ext>
                </a:extLst>
              </p:cNvPr>
              <p:cNvSpPr/>
              <p:nvPr/>
            </p:nvSpPr>
            <p:spPr>
              <a:xfrm>
                <a:off x="6558870" y="894656"/>
                <a:ext cx="420775" cy="180957"/>
              </a:xfrm>
              <a:prstGeom prst="ellipse">
                <a:avLst/>
              </a:prstGeom>
              <a:solidFill>
                <a:srgbClr val="CC0000">
                  <a:alpha val="28000"/>
                </a:srgbClr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08" name="Oval 407">
                <a:extLst>
                  <a:ext uri="{FF2B5EF4-FFF2-40B4-BE49-F238E27FC236}">
                    <a16:creationId xmlns:a16="http://schemas.microsoft.com/office/drawing/2014/main" id="{E0F6C35C-914C-3B41-9CC4-D8179FFB699E}"/>
                  </a:ext>
                </a:extLst>
              </p:cNvPr>
              <p:cNvSpPr/>
              <p:nvPr/>
            </p:nvSpPr>
            <p:spPr>
              <a:xfrm>
                <a:off x="5572826" y="1404194"/>
                <a:ext cx="420776" cy="182544"/>
              </a:xfrm>
              <a:prstGeom prst="ellipse">
                <a:avLst/>
              </a:prstGeom>
              <a:solidFill>
                <a:srgbClr val="CC0000">
                  <a:alpha val="28000"/>
                </a:srgbClr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09" name="Oval 408">
                <a:extLst>
                  <a:ext uri="{FF2B5EF4-FFF2-40B4-BE49-F238E27FC236}">
                    <a16:creationId xmlns:a16="http://schemas.microsoft.com/office/drawing/2014/main" id="{F2328B0F-766B-A544-ACA3-A1877D849A35}"/>
                  </a:ext>
                </a:extLst>
              </p:cNvPr>
              <p:cNvSpPr/>
              <p:nvPr/>
            </p:nvSpPr>
            <p:spPr>
              <a:xfrm>
                <a:off x="4367661" y="707349"/>
                <a:ext cx="420775" cy="182545"/>
              </a:xfrm>
              <a:prstGeom prst="ellipse">
                <a:avLst/>
              </a:prstGeom>
              <a:solidFill>
                <a:srgbClr val="CC0000">
                  <a:alpha val="28000"/>
                </a:srgbClr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10" name="Oval 409">
                <a:extLst>
                  <a:ext uri="{FF2B5EF4-FFF2-40B4-BE49-F238E27FC236}">
                    <a16:creationId xmlns:a16="http://schemas.microsoft.com/office/drawing/2014/main" id="{4E049E95-C6A9-FE4D-937B-C134ECB1D9AB}"/>
                  </a:ext>
                </a:extLst>
              </p:cNvPr>
              <p:cNvSpPr/>
              <p:nvPr/>
            </p:nvSpPr>
            <p:spPr>
              <a:xfrm>
                <a:off x="3572157" y="1402606"/>
                <a:ext cx="420776" cy="180957"/>
              </a:xfrm>
              <a:prstGeom prst="ellipse">
                <a:avLst/>
              </a:prstGeom>
              <a:solidFill>
                <a:srgbClr val="CC0000">
                  <a:alpha val="28000"/>
                </a:srgbClr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411" name="Straight Arrow Connector 410">
                <a:extLst>
                  <a:ext uri="{FF2B5EF4-FFF2-40B4-BE49-F238E27FC236}">
                    <a16:creationId xmlns:a16="http://schemas.microsoft.com/office/drawing/2014/main" id="{C5FBB1F6-0839-A343-AE4E-8487D7B4403B}"/>
                  </a:ext>
                </a:extLst>
              </p:cNvPr>
              <p:cNvCxnSpPr/>
              <p:nvPr/>
            </p:nvCxnSpPr>
            <p:spPr>
              <a:xfrm>
                <a:off x="2821113" y="1105773"/>
                <a:ext cx="2739010" cy="339692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412" name="Straight Arrow Connector 411">
                <a:extLst>
                  <a:ext uri="{FF2B5EF4-FFF2-40B4-BE49-F238E27FC236}">
                    <a16:creationId xmlns:a16="http://schemas.microsoft.com/office/drawing/2014/main" id="{01507C1D-D7CC-314D-9BC2-599E67963164}"/>
                  </a:ext>
                </a:extLst>
              </p:cNvPr>
              <p:cNvCxnSpPr>
                <a:endCxn id="407" idx="2"/>
              </p:cNvCxnSpPr>
              <p:nvPr/>
            </p:nvCxnSpPr>
            <p:spPr>
              <a:xfrm flipV="1">
                <a:off x="3997696" y="985135"/>
                <a:ext cx="2561174" cy="469854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413" name="Straight Arrow Connector 412">
                <a:extLst>
                  <a:ext uri="{FF2B5EF4-FFF2-40B4-BE49-F238E27FC236}">
                    <a16:creationId xmlns:a16="http://schemas.microsoft.com/office/drawing/2014/main" id="{0D0AA51C-C88C-DA40-BB5F-C90D75401B35}"/>
                  </a:ext>
                </a:extLst>
              </p:cNvPr>
              <p:cNvCxnSpPr/>
              <p:nvPr/>
            </p:nvCxnSpPr>
            <p:spPr>
              <a:xfrm flipV="1">
                <a:off x="3991345" y="1508959"/>
                <a:ext cx="1581481" cy="0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414" name="Straight Arrow Connector 413">
                <a:extLst>
                  <a:ext uri="{FF2B5EF4-FFF2-40B4-BE49-F238E27FC236}">
                    <a16:creationId xmlns:a16="http://schemas.microsoft.com/office/drawing/2014/main" id="{B8B513D7-9162-0648-BC71-8BEBCC27917A}"/>
                  </a:ext>
                </a:extLst>
              </p:cNvPr>
              <p:cNvCxnSpPr/>
              <p:nvPr/>
            </p:nvCxnSpPr>
            <p:spPr>
              <a:xfrm flipV="1">
                <a:off x="5996777" y="1083550"/>
                <a:ext cx="751044" cy="396836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</p:grp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C4AAA334-C4B2-DD48-A566-2EA2C1AA11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47598" y="3114745"/>
              <a:ext cx="6375400" cy="1047750"/>
              <a:chOff x="1557338" y="3074988"/>
              <a:chExt cx="6375400" cy="1047750"/>
            </a:xfrm>
          </p:grpSpPr>
          <p:sp>
            <p:nvSpPr>
              <p:cNvPr id="416" name="TextBox 232">
                <a:extLst>
                  <a:ext uri="{FF2B5EF4-FFF2-40B4-BE49-F238E27FC236}">
                    <a16:creationId xmlns:a16="http://schemas.microsoft.com/office/drawing/2014/main" id="{97D7EB84-BAC0-D448-A55F-A56C30BB6A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92975" y="3651250"/>
                <a:ext cx="595313" cy="4714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data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plane</a:t>
                </a:r>
              </a:p>
            </p:txBody>
          </p:sp>
          <p:sp>
            <p:nvSpPr>
              <p:cNvPr id="417" name="TextBox 233">
                <a:extLst>
                  <a:ext uri="{FF2B5EF4-FFF2-40B4-BE49-F238E27FC236}">
                    <a16:creationId xmlns:a16="http://schemas.microsoft.com/office/drawing/2014/main" id="{24A4F1C7-4BF4-EB42-A291-47BAC2502C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24713" y="3074988"/>
                <a:ext cx="708025" cy="4714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control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plane</a:t>
                </a:r>
              </a:p>
            </p:txBody>
          </p:sp>
          <p:cxnSp>
            <p:nvCxnSpPr>
              <p:cNvPr id="418" name="Straight Connector 417">
                <a:extLst>
                  <a:ext uri="{FF2B5EF4-FFF2-40B4-BE49-F238E27FC236}">
                    <a16:creationId xmlns:a16="http://schemas.microsoft.com/office/drawing/2014/main" id="{61FEE5A3-FA87-164D-B072-015586DE3B9B}"/>
                  </a:ext>
                </a:extLst>
              </p:cNvPr>
              <p:cNvCxnSpPr/>
              <p:nvPr/>
            </p:nvCxnSpPr>
            <p:spPr>
              <a:xfrm>
                <a:off x="1557338" y="3613150"/>
                <a:ext cx="6207125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dash"/>
              </a:ln>
              <a:effectLst/>
            </p:spPr>
          </p:cxnSp>
        </p:grpSp>
        <p:grpSp>
          <p:nvGrpSpPr>
            <p:cNvPr id="419" name="Group 418">
              <a:extLst>
                <a:ext uri="{FF2B5EF4-FFF2-40B4-BE49-F238E27FC236}">
                  <a16:creationId xmlns:a16="http://schemas.microsoft.com/office/drawing/2014/main" id="{DB2133B7-0204-944D-9F85-D90FA61B1A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9060" y="3741807"/>
              <a:ext cx="5126038" cy="1120775"/>
              <a:chOff x="-4746102" y="4471477"/>
              <a:chExt cx="5126173" cy="1120753"/>
            </a:xfrm>
          </p:grpSpPr>
          <p:pic>
            <p:nvPicPr>
              <p:cNvPr id="420" name="Picture 10" descr="fig42_table.pdf">
                <a:extLst>
                  <a:ext uri="{FF2B5EF4-FFF2-40B4-BE49-F238E27FC236}">
                    <a16:creationId xmlns:a16="http://schemas.microsoft.com/office/drawing/2014/main" id="{B9B148BF-D420-D548-A8E4-2E44EE4354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746102" y="4471477"/>
                <a:ext cx="966463" cy="966962"/>
              </a:xfrm>
              <a:prstGeom prst="rect">
                <a:avLst/>
              </a:prstGeom>
              <a:noFill/>
              <a:ln w="9525">
                <a:solidFill>
                  <a:srgbClr val="CC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421" name="Group 25">
                <a:extLst>
                  <a:ext uri="{FF2B5EF4-FFF2-40B4-BE49-F238E27FC236}">
                    <a16:creationId xmlns:a16="http://schemas.microsoft.com/office/drawing/2014/main" id="{6DCB3611-5B47-554A-AF9F-B20E8866BE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025264" y="5228984"/>
                <a:ext cx="3405335" cy="363246"/>
                <a:chOff x="-3025264" y="5228984"/>
                <a:chExt cx="3405335" cy="363246"/>
              </a:xfrm>
            </p:grpSpPr>
            <p:grpSp>
              <p:nvGrpSpPr>
                <p:cNvPr id="422" name="Group 241">
                  <a:extLst>
                    <a:ext uri="{FF2B5EF4-FFF2-40B4-BE49-F238E27FC236}">
                      <a16:creationId xmlns:a16="http://schemas.microsoft.com/office/drawing/2014/main" id="{18B65E09-A0C2-A34F-9844-081D03E2EEE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025264" y="5262858"/>
                  <a:ext cx="430360" cy="329372"/>
                  <a:chOff x="2931664" y="3912603"/>
                  <a:chExt cx="430450" cy="329314"/>
                </a:xfrm>
              </p:grpSpPr>
              <p:sp>
                <p:nvSpPr>
                  <p:cNvPr id="438" name="Rectangle 437">
                    <a:extLst>
                      <a:ext uri="{FF2B5EF4-FFF2-40B4-BE49-F238E27FC236}">
                        <a16:creationId xmlns:a16="http://schemas.microsoft.com/office/drawing/2014/main" id="{510D7726-2281-144B-B722-F9A0F8992620}"/>
                      </a:ext>
                    </a:extLst>
                  </p:cNvPr>
                  <p:cNvSpPr/>
                  <p:nvPr/>
                </p:nvSpPr>
                <p:spPr>
                  <a:xfrm>
                    <a:off x="2936485" y="3908607"/>
                    <a:ext cx="425550" cy="333310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39" name="Straight Connector 438">
                    <a:extLst>
                      <a:ext uri="{FF2B5EF4-FFF2-40B4-BE49-F238E27FC236}">
                        <a16:creationId xmlns:a16="http://schemas.microsoft.com/office/drawing/2014/main" id="{B663A8A6-A483-9C45-9694-3F60B5B96577}"/>
                      </a:ext>
                    </a:extLst>
                  </p:cNvPr>
                  <p:cNvCxnSpPr/>
                  <p:nvPr/>
                </p:nvCxnSpPr>
                <p:spPr>
                  <a:xfrm>
                    <a:off x="2931721" y="4003838"/>
                    <a:ext cx="425550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40" name="Straight Connector 439">
                    <a:extLst>
                      <a:ext uri="{FF2B5EF4-FFF2-40B4-BE49-F238E27FC236}">
                        <a16:creationId xmlns:a16="http://schemas.microsoft.com/office/drawing/2014/main" id="{50FC0E77-85DF-A44F-A7EA-DB2E7EDC7F79}"/>
                      </a:ext>
                    </a:extLst>
                  </p:cNvPr>
                  <p:cNvCxnSpPr/>
                  <p:nvPr/>
                </p:nvCxnSpPr>
                <p:spPr>
                  <a:xfrm>
                    <a:off x="2931721" y="4067326"/>
                    <a:ext cx="425550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41" name="Straight Connector 440">
                    <a:extLst>
                      <a:ext uri="{FF2B5EF4-FFF2-40B4-BE49-F238E27FC236}">
                        <a16:creationId xmlns:a16="http://schemas.microsoft.com/office/drawing/2014/main" id="{6DCCCE94-F2A7-3D41-B0D1-67C30138A31B}"/>
                      </a:ext>
                    </a:extLst>
                  </p:cNvPr>
                  <p:cNvCxnSpPr>
                    <a:stCxn id="438" idx="2"/>
                  </p:cNvCxnSpPr>
                  <p:nvPr/>
                </p:nvCxnSpPr>
                <p:spPr>
                  <a:xfrm flipH="1" flipV="1">
                    <a:off x="3147672" y="4003838"/>
                    <a:ext cx="1588" cy="238079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grpSp>
              <p:nvGrpSpPr>
                <p:cNvPr id="423" name="Group 444">
                  <a:extLst>
                    <a:ext uri="{FF2B5EF4-FFF2-40B4-BE49-F238E27FC236}">
                      <a16:creationId xmlns:a16="http://schemas.microsoft.com/office/drawing/2014/main" id="{80000B7B-1868-0545-96E2-2F3AE96E33E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2217227" y="5261364"/>
                  <a:ext cx="430361" cy="329307"/>
                  <a:chOff x="2931664" y="3912603"/>
                  <a:chExt cx="430450" cy="329314"/>
                </a:xfrm>
              </p:grpSpPr>
              <p:sp>
                <p:nvSpPr>
                  <p:cNvPr id="434" name="Rectangle 433">
                    <a:extLst>
                      <a:ext uri="{FF2B5EF4-FFF2-40B4-BE49-F238E27FC236}">
                        <a16:creationId xmlns:a16="http://schemas.microsoft.com/office/drawing/2014/main" id="{152E459E-7CA1-E445-B3BA-7DCA2E4A2C56}"/>
                      </a:ext>
                    </a:extLst>
                  </p:cNvPr>
                  <p:cNvSpPr/>
                  <p:nvPr/>
                </p:nvSpPr>
                <p:spPr>
                  <a:xfrm>
                    <a:off x="2936506" y="3908513"/>
                    <a:ext cx="425549" cy="333376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35" name="Straight Connector 434">
                    <a:extLst>
                      <a:ext uri="{FF2B5EF4-FFF2-40B4-BE49-F238E27FC236}">
                        <a16:creationId xmlns:a16="http://schemas.microsoft.com/office/drawing/2014/main" id="{89A2E2E8-DA8D-6D49-B2DC-12FC2FC6D3C4}"/>
                      </a:ext>
                    </a:extLst>
                  </p:cNvPr>
                  <p:cNvCxnSpPr/>
                  <p:nvPr/>
                </p:nvCxnSpPr>
                <p:spPr>
                  <a:xfrm>
                    <a:off x="2931743" y="4003763"/>
                    <a:ext cx="425549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36" name="Straight Connector 435">
                    <a:extLst>
                      <a:ext uri="{FF2B5EF4-FFF2-40B4-BE49-F238E27FC236}">
                        <a16:creationId xmlns:a16="http://schemas.microsoft.com/office/drawing/2014/main" id="{D4FBE92F-02C8-4244-A63E-618F5A912844}"/>
                      </a:ext>
                    </a:extLst>
                  </p:cNvPr>
                  <p:cNvCxnSpPr/>
                  <p:nvPr/>
                </p:nvCxnSpPr>
                <p:spPr>
                  <a:xfrm>
                    <a:off x="2931743" y="4067263"/>
                    <a:ext cx="425549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37" name="Straight Connector 436">
                    <a:extLst>
                      <a:ext uri="{FF2B5EF4-FFF2-40B4-BE49-F238E27FC236}">
                        <a16:creationId xmlns:a16="http://schemas.microsoft.com/office/drawing/2014/main" id="{760EDE61-1AAF-D848-91CB-39C5F318690E}"/>
                      </a:ext>
                    </a:extLst>
                  </p:cNvPr>
                  <p:cNvCxnSpPr>
                    <a:stCxn id="434" idx="2"/>
                  </p:cNvCxnSpPr>
                  <p:nvPr/>
                </p:nvCxnSpPr>
                <p:spPr>
                  <a:xfrm flipH="1" flipV="1">
                    <a:off x="3147693" y="4003763"/>
                    <a:ext cx="1587" cy="238126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grpSp>
              <p:nvGrpSpPr>
                <p:cNvPr id="424" name="Group 473">
                  <a:extLst>
                    <a:ext uri="{FF2B5EF4-FFF2-40B4-BE49-F238E27FC236}">
                      <a16:creationId xmlns:a16="http://schemas.microsoft.com/office/drawing/2014/main" id="{80D1C087-9836-C245-B670-1284428A4A6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034539" y="5261364"/>
                  <a:ext cx="430360" cy="329307"/>
                  <a:chOff x="2931664" y="3912603"/>
                  <a:chExt cx="430450" cy="329314"/>
                </a:xfrm>
              </p:grpSpPr>
              <p:sp>
                <p:nvSpPr>
                  <p:cNvPr id="430" name="Rectangle 429">
                    <a:extLst>
                      <a:ext uri="{FF2B5EF4-FFF2-40B4-BE49-F238E27FC236}">
                        <a16:creationId xmlns:a16="http://schemas.microsoft.com/office/drawing/2014/main" id="{C9A7D412-65DC-9649-A008-5ED26335CCA7}"/>
                      </a:ext>
                    </a:extLst>
                  </p:cNvPr>
                  <p:cNvSpPr/>
                  <p:nvPr/>
                </p:nvSpPr>
                <p:spPr>
                  <a:xfrm>
                    <a:off x="2936538" y="3908513"/>
                    <a:ext cx="425550" cy="333376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31" name="Straight Connector 430">
                    <a:extLst>
                      <a:ext uri="{FF2B5EF4-FFF2-40B4-BE49-F238E27FC236}">
                        <a16:creationId xmlns:a16="http://schemas.microsoft.com/office/drawing/2014/main" id="{2F282FB7-7000-B945-8F5A-E39A5A12E34F}"/>
                      </a:ext>
                    </a:extLst>
                  </p:cNvPr>
                  <p:cNvCxnSpPr/>
                  <p:nvPr/>
                </p:nvCxnSpPr>
                <p:spPr>
                  <a:xfrm>
                    <a:off x="2931774" y="4003763"/>
                    <a:ext cx="425550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32" name="Straight Connector 431">
                    <a:extLst>
                      <a:ext uri="{FF2B5EF4-FFF2-40B4-BE49-F238E27FC236}">
                        <a16:creationId xmlns:a16="http://schemas.microsoft.com/office/drawing/2014/main" id="{6613E38A-F502-9F4F-9071-21665BB1F3DD}"/>
                      </a:ext>
                    </a:extLst>
                  </p:cNvPr>
                  <p:cNvCxnSpPr/>
                  <p:nvPr/>
                </p:nvCxnSpPr>
                <p:spPr>
                  <a:xfrm>
                    <a:off x="2931774" y="4067263"/>
                    <a:ext cx="425550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33" name="Straight Connector 432">
                    <a:extLst>
                      <a:ext uri="{FF2B5EF4-FFF2-40B4-BE49-F238E27FC236}">
                        <a16:creationId xmlns:a16="http://schemas.microsoft.com/office/drawing/2014/main" id="{29B42128-C51A-6040-824E-C554F8EE3D12}"/>
                      </a:ext>
                    </a:extLst>
                  </p:cNvPr>
                  <p:cNvCxnSpPr>
                    <a:stCxn id="430" idx="2"/>
                  </p:cNvCxnSpPr>
                  <p:nvPr/>
                </p:nvCxnSpPr>
                <p:spPr>
                  <a:xfrm flipH="1" flipV="1">
                    <a:off x="3147725" y="4003763"/>
                    <a:ext cx="1588" cy="238126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grpSp>
              <p:nvGrpSpPr>
                <p:cNvPr id="425" name="Group 502">
                  <a:extLst>
                    <a:ext uri="{FF2B5EF4-FFF2-40B4-BE49-F238E27FC236}">
                      <a16:creationId xmlns:a16="http://schemas.microsoft.com/office/drawing/2014/main" id="{C30D5DDC-A13E-034A-A1BA-1E146390EA7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50289" y="5228984"/>
                  <a:ext cx="430360" cy="350559"/>
                  <a:chOff x="2931664" y="3912603"/>
                  <a:chExt cx="430450" cy="329314"/>
                </a:xfrm>
              </p:grpSpPr>
              <p:sp>
                <p:nvSpPr>
                  <p:cNvPr id="426" name="Rectangle 425">
                    <a:extLst>
                      <a:ext uri="{FF2B5EF4-FFF2-40B4-BE49-F238E27FC236}">
                        <a16:creationId xmlns:a16="http://schemas.microsoft.com/office/drawing/2014/main" id="{63A91007-6182-8647-9879-8292A71EAFEF}"/>
                      </a:ext>
                    </a:extLst>
                  </p:cNvPr>
                  <p:cNvSpPr/>
                  <p:nvPr/>
                </p:nvSpPr>
                <p:spPr>
                  <a:xfrm>
                    <a:off x="2936564" y="3912336"/>
                    <a:ext cx="425550" cy="329569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27" name="Straight Connector 426">
                    <a:extLst>
                      <a:ext uri="{FF2B5EF4-FFF2-40B4-BE49-F238E27FC236}">
                        <a16:creationId xmlns:a16="http://schemas.microsoft.com/office/drawing/2014/main" id="{0674F85B-15F4-F446-AD9E-DD534F9C342D}"/>
                      </a:ext>
                    </a:extLst>
                  </p:cNvPr>
                  <p:cNvCxnSpPr/>
                  <p:nvPr/>
                </p:nvCxnSpPr>
                <p:spPr>
                  <a:xfrm>
                    <a:off x="2931800" y="4003303"/>
                    <a:ext cx="425550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28" name="Straight Connector 427">
                    <a:extLst>
                      <a:ext uri="{FF2B5EF4-FFF2-40B4-BE49-F238E27FC236}">
                        <a16:creationId xmlns:a16="http://schemas.microsoft.com/office/drawing/2014/main" id="{60409E77-E63A-824F-A704-D7AE94C9BA5F}"/>
                      </a:ext>
                    </a:extLst>
                  </p:cNvPr>
                  <p:cNvCxnSpPr/>
                  <p:nvPr/>
                </p:nvCxnSpPr>
                <p:spPr>
                  <a:xfrm>
                    <a:off x="2931800" y="4067428"/>
                    <a:ext cx="425550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29" name="Straight Connector 428">
                    <a:extLst>
                      <a:ext uri="{FF2B5EF4-FFF2-40B4-BE49-F238E27FC236}">
                        <a16:creationId xmlns:a16="http://schemas.microsoft.com/office/drawing/2014/main" id="{76DF7BD3-201B-AE4F-909F-AB196C0CDB0D}"/>
                      </a:ext>
                    </a:extLst>
                  </p:cNvPr>
                  <p:cNvCxnSpPr>
                    <a:stCxn id="426" idx="2"/>
                  </p:cNvCxnSpPr>
                  <p:nvPr/>
                </p:nvCxnSpPr>
                <p:spPr>
                  <a:xfrm flipH="1" flipV="1">
                    <a:off x="3147751" y="4003303"/>
                    <a:ext cx="1588" cy="238602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</p:grpSp>
        </p:grpSp>
        <p:grpSp>
          <p:nvGrpSpPr>
            <p:cNvPr id="442" name="Group 441">
              <a:extLst>
                <a:ext uri="{FF2B5EF4-FFF2-40B4-BE49-F238E27FC236}">
                  <a16:creationId xmlns:a16="http://schemas.microsoft.com/office/drawing/2014/main" id="{DC317182-2E9B-354F-9E6B-904AD53D96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3085" y="2922657"/>
              <a:ext cx="4437063" cy="1577975"/>
              <a:chOff x="-4267279" y="3655204"/>
              <a:chExt cx="4437063" cy="1578510"/>
            </a:xfrm>
          </p:grpSpPr>
          <p:cxnSp>
            <p:nvCxnSpPr>
              <p:cNvPr id="443" name="Straight Arrow Connector 442">
                <a:extLst>
                  <a:ext uri="{FF2B5EF4-FFF2-40B4-BE49-F238E27FC236}">
                    <a16:creationId xmlns:a16="http://schemas.microsoft.com/office/drawing/2014/main" id="{AEBEBCEA-9DEC-FC46-95E5-83FE63BD526A}"/>
                  </a:ext>
                </a:extLst>
              </p:cNvPr>
              <p:cNvCxnSpPr/>
              <p:nvPr/>
            </p:nvCxnSpPr>
            <p:spPr bwMode="auto">
              <a:xfrm>
                <a:off x="-4267279" y="4047450"/>
                <a:ext cx="0" cy="422418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CC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444" name="Straight Arrow Connector 443">
                <a:extLst>
                  <a:ext uri="{FF2B5EF4-FFF2-40B4-BE49-F238E27FC236}">
                    <a16:creationId xmlns:a16="http://schemas.microsoft.com/office/drawing/2014/main" id="{8ADE9CEC-EEA0-A54D-AC1A-85CC293083F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-2808366" y="4361882"/>
                <a:ext cx="0" cy="871832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45" name="Straight Arrow Connector 444">
                <a:extLst>
                  <a:ext uri="{FF2B5EF4-FFF2-40B4-BE49-F238E27FC236}">
                    <a16:creationId xmlns:a16="http://schemas.microsoft.com/office/drawing/2014/main" id="{6391DEC8-23F8-A847-ACF3-AD06E6E59A6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2006679" y="3655204"/>
                <a:ext cx="6350" cy="1576922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46" name="Straight Arrow Connector 445">
                <a:extLst>
                  <a:ext uri="{FF2B5EF4-FFF2-40B4-BE49-F238E27FC236}">
                    <a16:creationId xmlns:a16="http://schemas.microsoft.com/office/drawing/2014/main" id="{C40B4987-DD61-E544-9ED1-243F1836BF7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823991" y="4326945"/>
                <a:ext cx="6350" cy="905182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47" name="Straight Arrow Connector 446">
                <a:extLst>
                  <a:ext uri="{FF2B5EF4-FFF2-40B4-BE49-F238E27FC236}">
                    <a16:creationId xmlns:a16="http://schemas.microsoft.com/office/drawing/2014/main" id="{B6FD6F72-9B1A-9E49-BC03-FF4EB3F432F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66609" y="3798127"/>
                <a:ext cx="3175" cy="1399062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EBF459C0-AF75-AC4B-82FD-7B57E1803EDC}"/>
                </a:ext>
              </a:extLst>
            </p:cNvPr>
            <p:cNvCxnSpPr/>
            <p:nvPr/>
          </p:nvCxnSpPr>
          <p:spPr>
            <a:xfrm flipH="1">
              <a:off x="2872960" y="5842070"/>
              <a:ext cx="1508125" cy="1587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449" name="TextBox 265">
              <a:extLst>
                <a:ext uri="{FF2B5EF4-FFF2-40B4-BE49-F238E27FC236}">
                  <a16:creationId xmlns:a16="http://schemas.microsoft.com/office/drawing/2014/main" id="{8D6CC213-50D8-D143-AB2E-8A70AD0BD3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073" y="5513457"/>
              <a:ext cx="2635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450" name="TextBox 281">
              <a:extLst>
                <a:ext uri="{FF2B5EF4-FFF2-40B4-BE49-F238E27FC236}">
                  <a16:creationId xmlns:a16="http://schemas.microsoft.com/office/drawing/2014/main" id="{FD871173-63C8-004A-B893-95B0B94D0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3698" y="5800795"/>
              <a:ext cx="2635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</a:p>
          </p:txBody>
        </p:sp>
        <p:grpSp>
          <p:nvGrpSpPr>
            <p:cNvPr id="451" name="Group 5">
              <a:extLst>
                <a:ext uri="{FF2B5EF4-FFF2-40B4-BE49-F238E27FC236}">
                  <a16:creationId xmlns:a16="http://schemas.microsoft.com/office/drawing/2014/main" id="{57C14B28-467E-9240-8CC3-03FBD986B6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28473" y="5276920"/>
              <a:ext cx="1616075" cy="487362"/>
              <a:chOff x="-4079003" y="2717403"/>
              <a:chExt cx="1616718" cy="488475"/>
            </a:xfrm>
          </p:grpSpPr>
          <p:sp>
            <p:nvSpPr>
              <p:cNvPr id="453" name="Rectangle 98">
                <a:extLst>
                  <a:ext uri="{FF2B5EF4-FFF2-40B4-BE49-F238E27FC236}">
                    <a16:creationId xmlns:a16="http://schemas.microsoft.com/office/drawing/2014/main" id="{693A8054-41EF-F147-A07F-2F6F49925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4" name="Line 99">
                <a:extLst>
                  <a:ext uri="{FF2B5EF4-FFF2-40B4-BE49-F238E27FC236}">
                    <a16:creationId xmlns:a16="http://schemas.microsoft.com/office/drawing/2014/main" id="{F72989E1-2AE2-724E-BB5A-C3EDBBB6AF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2933828" y="3101502"/>
                <a:ext cx="471543" cy="0"/>
              </a:xfrm>
              <a:prstGeom prst="line">
                <a:avLst/>
              </a:prstGeom>
              <a:noFill/>
              <a:ln w="9525">
                <a:solidFill>
                  <a:srgbClr val="3333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5" name="Rectangle 104">
                <a:extLst>
                  <a:ext uri="{FF2B5EF4-FFF2-40B4-BE49-F238E27FC236}">
                    <a16:creationId xmlns:a16="http://schemas.microsoft.com/office/drawing/2014/main" id="{5AC95A09-8057-7147-9F57-6EFF2A5E53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6" name="Text Box 105">
                <a:extLst>
                  <a:ext uri="{FF2B5EF4-FFF2-40B4-BE49-F238E27FC236}">
                    <a16:creationId xmlns:a16="http://schemas.microsoft.com/office/drawing/2014/main" id="{47FDF11B-1F9E-D148-996F-69ECC9F11F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430189" y="2965119"/>
                <a:ext cx="581451" cy="2407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0111</a:t>
                </a:r>
              </a:p>
            </p:txBody>
          </p:sp>
          <p:sp>
            <p:nvSpPr>
              <p:cNvPr id="457" name="Line 119">
                <a:extLst>
                  <a:ext uri="{FF2B5EF4-FFF2-40B4-BE49-F238E27FC236}">
                    <a16:creationId xmlns:a16="http://schemas.microsoft.com/office/drawing/2014/main" id="{CD73CAA3-C367-7049-8128-3C09B270BB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3621642" y="2717403"/>
                <a:ext cx="405953" cy="3006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58" name="Freeform 120">
              <a:extLst>
                <a:ext uri="{FF2B5EF4-FFF2-40B4-BE49-F238E27FC236}">
                  <a16:creationId xmlns:a16="http://schemas.microsoft.com/office/drawing/2014/main" id="{9B17F469-9813-DD46-ADCC-A6A37DCBE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223" y="5708720"/>
              <a:ext cx="982662" cy="233362"/>
            </a:xfrm>
            <a:custGeom>
              <a:avLst/>
              <a:gdLst>
                <a:gd name="T0" fmla="*/ 0 w 554"/>
                <a:gd name="T1" fmla="*/ 2147483647 h 167"/>
                <a:gd name="T2" fmla="*/ 2147483647 w 554"/>
                <a:gd name="T3" fmla="*/ 2147483647 h 167"/>
                <a:gd name="T4" fmla="*/ 2147483647 w 554"/>
                <a:gd name="T5" fmla="*/ 2147483647 h 167"/>
                <a:gd name="T6" fmla="*/ 0 60000 65536"/>
                <a:gd name="T7" fmla="*/ 0 60000 65536"/>
                <a:gd name="T8" fmla="*/ 0 60000 65536"/>
                <a:gd name="T9" fmla="*/ 0 w 554"/>
                <a:gd name="T10" fmla="*/ 0 h 167"/>
                <a:gd name="T11" fmla="*/ 554 w 554"/>
                <a:gd name="T12" fmla="*/ 167 h 1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4" h="167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w="57150" cmpd="sng">
              <a:solidFill>
                <a:srgbClr val="FF33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59" name="Group 357">
              <a:extLst>
                <a:ext uri="{FF2B5EF4-FFF2-40B4-BE49-F238E27FC236}">
                  <a16:creationId xmlns:a16="http://schemas.microsoft.com/office/drawing/2014/main" id="{F5E5FC5C-1765-2446-9583-0A67B91900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4885" y="5699195"/>
              <a:ext cx="565150" cy="293687"/>
              <a:chOff x="1871277" y="1576300"/>
              <a:chExt cx="1128371" cy="437861"/>
            </a:xfrm>
          </p:grpSpPr>
          <p:sp>
            <p:nvSpPr>
              <p:cNvPr id="460" name="Oval 459">
                <a:extLst>
                  <a:ext uri="{FF2B5EF4-FFF2-40B4-BE49-F238E27FC236}">
                    <a16:creationId xmlns:a16="http://schemas.microsoft.com/office/drawing/2014/main" id="{BE27647C-3DCE-C848-8559-90456AA1A4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8" y="1694641"/>
                <a:ext cx="1125200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1" name="Rectangle 460">
                <a:extLst>
                  <a:ext uri="{FF2B5EF4-FFF2-40B4-BE49-F238E27FC236}">
                    <a16:creationId xmlns:a16="http://schemas.microsoft.com/office/drawing/2014/main" id="{59B28033-FF2E-0D49-AE8B-150A3DAC870E}"/>
                  </a:ext>
                </a:extLst>
              </p:cNvPr>
              <p:cNvSpPr/>
              <p:nvPr/>
            </p:nvSpPr>
            <p:spPr bwMode="auto">
              <a:xfrm>
                <a:off x="1871277" y="1739610"/>
                <a:ext cx="1128371" cy="11597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62" name="Oval 461">
                <a:extLst>
                  <a:ext uri="{FF2B5EF4-FFF2-40B4-BE49-F238E27FC236}">
                    <a16:creationId xmlns:a16="http://schemas.microsoft.com/office/drawing/2014/main" id="{90E87BE2-8DD5-F949-9609-CEE42558EC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2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E67E4AB2-89E6-9547-93D2-34CED5D46ECE}"/>
                  </a:ext>
                </a:extLst>
              </p:cNvPr>
              <p:cNvSpPr/>
              <p:nvPr/>
            </p:nvSpPr>
            <p:spPr bwMode="auto">
              <a:xfrm>
                <a:off x="2159710" y="1673339"/>
                <a:ext cx="548337" cy="160944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E0013E89-2E09-C94F-888A-0764BFC4C3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7" y="1633104"/>
                <a:ext cx="662442" cy="111240"/>
              </a:xfrm>
              <a:custGeom>
                <a:avLst/>
                <a:gdLst>
                  <a:gd name="T0" fmla="*/ 0 w 3723451"/>
                  <a:gd name="T1" fmla="*/ 27215 h 932950"/>
                  <a:gd name="T2" fmla="*/ 116561 w 3723451"/>
                  <a:gd name="T3" fmla="*/ 321 h 932950"/>
                  <a:gd name="T4" fmla="*/ 330163 w 3723451"/>
                  <a:gd name="T5" fmla="*/ 62069 h 932950"/>
                  <a:gd name="T6" fmla="*/ 533941 w 3723451"/>
                  <a:gd name="T7" fmla="*/ 0 h 932950"/>
                  <a:gd name="T8" fmla="*/ 662442 w 3723451"/>
                  <a:gd name="T9" fmla="*/ 24699 h 932950"/>
                  <a:gd name="T10" fmla="*/ 566838 w 3723451"/>
                  <a:gd name="T11" fmla="*/ 55071 h 932950"/>
                  <a:gd name="T12" fmla="*/ 536057 w 3723451"/>
                  <a:gd name="T13" fmla="*/ 46883 h 932950"/>
                  <a:gd name="T14" fmla="*/ 333916 w 3723451"/>
                  <a:gd name="T15" fmla="*/ 111240 h 932950"/>
                  <a:gd name="T16" fmla="*/ 126604 w 3723451"/>
                  <a:gd name="T17" fmla="*/ 49250 h 932950"/>
                  <a:gd name="T18" fmla="*/ 93085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5" name="Freeform 464">
                <a:extLst>
                  <a:ext uri="{FF2B5EF4-FFF2-40B4-BE49-F238E27FC236}">
                    <a16:creationId xmlns:a16="http://schemas.microsoft.com/office/drawing/2014/main" id="{D4D31051-3F76-8D4A-A94B-F0DCA0AFF2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9" cy="97039"/>
              </a:xfrm>
              <a:custGeom>
                <a:avLst/>
                <a:gdLst>
                  <a:gd name="T0" fmla="*/ 0 w 1366596"/>
                  <a:gd name="T1" fmla="*/ 0 h 809868"/>
                  <a:gd name="T2" fmla="*/ 244059 w 1366596"/>
                  <a:gd name="T3" fmla="*/ 74985 h 809868"/>
                  <a:gd name="T4" fmla="*/ 154488 w 1366596"/>
                  <a:gd name="T5" fmla="*/ 97039 h 809868"/>
                  <a:gd name="T6" fmla="*/ 822 w 1366596"/>
                  <a:gd name="T7" fmla="*/ 51276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6" name="Freeform 465">
                <a:extLst>
                  <a:ext uri="{FF2B5EF4-FFF2-40B4-BE49-F238E27FC236}">
                    <a16:creationId xmlns:a16="http://schemas.microsoft.com/office/drawing/2014/main" id="{DFC93EA6-DE5D-3E40-831C-1084B477EA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9" y="1730143"/>
                <a:ext cx="240888" cy="97040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40 h 791462"/>
                  <a:gd name="T6" fmla="*/ 0 w 1348191"/>
                  <a:gd name="T7" fmla="*/ 75037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467" name="Straight Connector 466">
                <a:extLst>
                  <a:ext uri="{FF2B5EF4-FFF2-40B4-BE49-F238E27FC236}">
                    <a16:creationId xmlns:a16="http://schemas.microsoft.com/office/drawing/2014/main" id="{4C149BB2-DFC7-984A-98E9-3C4AA2DDC501}"/>
                  </a:ext>
                </a:extLst>
              </p:cNvPr>
              <p:cNvCxnSpPr>
                <a:cxnSpLocks noChangeShapeType="1"/>
                <a:endCxn id="462" idx="2"/>
              </p:cNvCxnSpPr>
              <p:nvPr/>
            </p:nvCxnSpPr>
            <p:spPr bwMode="auto">
              <a:xfrm flipH="1" flipV="1">
                <a:off x="1871277" y="1737244"/>
                <a:ext cx="3171" cy="1230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68" name="Straight Connector 467">
                <a:extLst>
                  <a:ext uri="{FF2B5EF4-FFF2-40B4-BE49-F238E27FC236}">
                    <a16:creationId xmlns:a16="http://schemas.microsoft.com/office/drawing/2014/main" id="{7AD8C9C3-3ED3-FC4C-9678-8E0AF3B5400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9" y="1734876"/>
                <a:ext cx="3169" cy="1230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69" name="TextBox 6">
              <a:extLst>
                <a:ext uri="{FF2B5EF4-FFF2-40B4-BE49-F238E27FC236}">
                  <a16:creationId xmlns:a16="http://schemas.microsoft.com/office/drawing/2014/main" id="{EED866B1-9598-C54F-A0E0-D641030E17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7110" y="4943545"/>
              <a:ext cx="1992313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values in arriving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packet header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0" name="TextBox 282">
              <a:extLst>
                <a:ext uri="{FF2B5EF4-FFF2-40B4-BE49-F238E27FC236}">
                  <a16:creationId xmlns:a16="http://schemas.microsoft.com/office/drawing/2014/main" id="{CE2B3699-263C-CA42-8354-6E8A61868F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8898" y="5902395"/>
              <a:ext cx="261937" cy="277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36528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B46D7-DEDF-364B-99E9-3FB1F889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76" y="261255"/>
            <a:ext cx="11213592" cy="894622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Software-Defined Networking (SDN) control plane</a:t>
            </a:r>
          </a:p>
        </p:txBody>
      </p:sp>
      <p:sp>
        <p:nvSpPr>
          <p:cNvPr id="4" name="TextBox 257">
            <a:extLst>
              <a:ext uri="{FF2B5EF4-FFF2-40B4-BE49-F238E27FC236}">
                <a16:creationId xmlns:a16="http://schemas.microsoft.com/office/drawing/2014/main" id="{8EB40520-A927-A94E-975A-4093319F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609" y="1064529"/>
            <a:ext cx="1131073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Remote controller computes, installs forwarding tables in routers</a:t>
            </a:r>
          </a:p>
        </p:txBody>
      </p:sp>
      <p:sp>
        <p:nvSpPr>
          <p:cNvPr id="887" name="Freeform 2" descr="SDN routing: control and data plane illustrating use of header.">
            <a:extLst>
              <a:ext uri="{FF2B5EF4-FFF2-40B4-BE49-F238E27FC236}">
                <a16:creationId xmlns:a16="http://schemas.microsoft.com/office/drawing/2014/main" id="{73B896A4-C009-EC47-9EB3-507C0C7CCB88}"/>
              </a:ext>
            </a:extLst>
          </p:cNvPr>
          <p:cNvSpPr>
            <a:spLocks/>
          </p:cNvSpPr>
          <p:nvPr/>
        </p:nvSpPr>
        <p:spPr bwMode="auto">
          <a:xfrm>
            <a:off x="4341668" y="5696917"/>
            <a:ext cx="4027487" cy="939800"/>
          </a:xfrm>
          <a:custGeom>
            <a:avLst/>
            <a:gdLst>
              <a:gd name="T0" fmla="*/ 2147483647 w 10001"/>
              <a:gd name="T1" fmla="*/ 2147483647 h 10125"/>
              <a:gd name="T2" fmla="*/ 2147483647 w 10001"/>
              <a:gd name="T3" fmla="*/ 2147483647 h 10125"/>
              <a:gd name="T4" fmla="*/ 2147483647 w 10001"/>
              <a:gd name="T5" fmla="*/ 2147483647 h 10125"/>
              <a:gd name="T6" fmla="*/ 2147483647 w 10001"/>
              <a:gd name="T7" fmla="*/ 0 h 10125"/>
              <a:gd name="T8" fmla="*/ 2147483647 w 10001"/>
              <a:gd name="T9" fmla="*/ 2147483647 h 10125"/>
              <a:gd name="T10" fmla="*/ 2147483647 w 10001"/>
              <a:gd name="T11" fmla="*/ 2147483647 h 10125"/>
              <a:gd name="T12" fmla="*/ 2147483647 w 10001"/>
              <a:gd name="T13" fmla="*/ 2147483647 h 10125"/>
              <a:gd name="T14" fmla="*/ 2147483647 w 10001"/>
              <a:gd name="T15" fmla="*/ 2147483647 h 10125"/>
              <a:gd name="T16" fmla="*/ 2147483647 w 10001"/>
              <a:gd name="T17" fmla="*/ 2147483647 h 10125"/>
              <a:gd name="T18" fmla="*/ 2147483647 w 10001"/>
              <a:gd name="T19" fmla="*/ 2147483647 h 10125"/>
              <a:gd name="T20" fmla="*/ 2147483647 w 10001"/>
              <a:gd name="T21" fmla="*/ 2147483647 h 10125"/>
              <a:gd name="T22" fmla="*/ 2147483647 w 10001"/>
              <a:gd name="T23" fmla="*/ 2147483647 h 10125"/>
              <a:gd name="T24" fmla="*/ 2147483647 w 10001"/>
              <a:gd name="T25" fmla="*/ 2147483647 h 10125"/>
              <a:gd name="T26" fmla="*/ 2147483647 w 10001"/>
              <a:gd name="T27" fmla="*/ 2147483647 h 10125"/>
              <a:gd name="T28" fmla="*/ 2147483647 w 10001"/>
              <a:gd name="T29" fmla="*/ 2147483647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" name="Group 4" descr="SDN routing: control and data plane illustrating use of header.">
            <a:extLst>
              <a:ext uri="{FF2B5EF4-FFF2-40B4-BE49-F238E27FC236}">
                <a16:creationId xmlns:a16="http://schemas.microsoft.com/office/drawing/2014/main" id="{C4A14D95-8CCE-870E-944C-EA684A71B870}"/>
              </a:ext>
            </a:extLst>
          </p:cNvPr>
          <p:cNvGrpSpPr/>
          <p:nvPr/>
        </p:nvGrpSpPr>
        <p:grpSpPr>
          <a:xfrm>
            <a:off x="1946130" y="1967880"/>
            <a:ext cx="8307388" cy="4576762"/>
            <a:chOff x="1946130" y="1967880"/>
            <a:chExt cx="8307388" cy="4576762"/>
          </a:xfrm>
        </p:grpSpPr>
        <p:grpSp>
          <p:nvGrpSpPr>
            <p:cNvPr id="817" name="Group 816">
              <a:extLst>
                <a:ext uri="{FF2B5EF4-FFF2-40B4-BE49-F238E27FC236}">
                  <a16:creationId xmlns:a16="http://schemas.microsoft.com/office/drawing/2014/main" id="{0035B262-335A-2042-8F0A-4D25C5CCAA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3430" y="1967880"/>
              <a:ext cx="6027738" cy="1439862"/>
              <a:chOff x="1492879" y="2061336"/>
              <a:chExt cx="6027737" cy="1440135"/>
            </a:xfrm>
          </p:grpSpPr>
          <p:sp>
            <p:nvSpPr>
              <p:cNvPr id="818" name="Rectangle 817">
                <a:extLst>
                  <a:ext uri="{FF2B5EF4-FFF2-40B4-BE49-F238E27FC236}">
                    <a16:creationId xmlns:a16="http://schemas.microsoft.com/office/drawing/2014/main" id="{2911F90D-6E6D-8D44-A029-2BB47782B47E}"/>
                  </a:ext>
                </a:extLst>
              </p:cNvPr>
              <p:cNvSpPr/>
              <p:nvPr/>
            </p:nvSpPr>
            <p:spPr bwMode="auto">
              <a:xfrm>
                <a:off x="1929442" y="2064512"/>
                <a:ext cx="5043486" cy="1017780"/>
              </a:xfrm>
              <a:prstGeom prst="rect">
                <a:avLst/>
              </a:prstGeom>
              <a:solidFill>
                <a:srgbClr val="2D2DB9">
                  <a:lumMod val="20000"/>
                  <a:lumOff val="80000"/>
                </a:srgbClr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819" name="Freeform 818">
                <a:extLst>
                  <a:ext uri="{FF2B5EF4-FFF2-40B4-BE49-F238E27FC236}">
                    <a16:creationId xmlns:a16="http://schemas.microsoft.com/office/drawing/2014/main" id="{24B8DF14-13D1-7B4D-AA8E-6D4B866768A6}"/>
                  </a:ext>
                </a:extLst>
              </p:cNvPr>
              <p:cNvSpPr/>
              <p:nvPr/>
            </p:nvSpPr>
            <p:spPr bwMode="auto">
              <a:xfrm>
                <a:off x="1740529" y="2067687"/>
                <a:ext cx="198438" cy="1386150"/>
              </a:xfrm>
              <a:custGeom>
                <a:avLst/>
                <a:gdLst>
                  <a:gd name="connsiteX0" fmla="*/ 0 w 312616"/>
                  <a:gd name="connsiteY0" fmla="*/ 644770 h 1367693"/>
                  <a:gd name="connsiteX1" fmla="*/ 312616 w 312616"/>
                  <a:gd name="connsiteY1" fmla="*/ 0 h 1367693"/>
                  <a:gd name="connsiteX2" fmla="*/ 312616 w 312616"/>
                  <a:gd name="connsiteY2" fmla="*/ 1016000 h 1367693"/>
                  <a:gd name="connsiteX3" fmla="*/ 117231 w 312616"/>
                  <a:gd name="connsiteY3" fmla="*/ 1367693 h 1367693"/>
                  <a:gd name="connsiteX4" fmla="*/ 0 w 312616"/>
                  <a:gd name="connsiteY4" fmla="*/ 644770 h 1367693"/>
                  <a:gd name="connsiteX0" fmla="*/ 0 w 199855"/>
                  <a:gd name="connsiteY0" fmla="*/ 733787 h 1367693"/>
                  <a:gd name="connsiteX1" fmla="*/ 199855 w 199855"/>
                  <a:gd name="connsiteY1" fmla="*/ 0 h 1367693"/>
                  <a:gd name="connsiteX2" fmla="*/ 199855 w 199855"/>
                  <a:gd name="connsiteY2" fmla="*/ 1016000 h 1367693"/>
                  <a:gd name="connsiteX3" fmla="*/ 4470 w 199855"/>
                  <a:gd name="connsiteY3" fmla="*/ 1367693 h 1367693"/>
                  <a:gd name="connsiteX4" fmla="*/ 0 w 199855"/>
                  <a:gd name="connsiteY4" fmla="*/ 733787 h 1367693"/>
                  <a:gd name="connsiteX0" fmla="*/ 25203 w 225058"/>
                  <a:gd name="connsiteY0" fmla="*/ 733787 h 1361758"/>
                  <a:gd name="connsiteX1" fmla="*/ 225058 w 225058"/>
                  <a:gd name="connsiteY1" fmla="*/ 0 h 1361758"/>
                  <a:gd name="connsiteX2" fmla="*/ 225058 w 225058"/>
                  <a:gd name="connsiteY2" fmla="*/ 1016000 h 1361758"/>
                  <a:gd name="connsiteX3" fmla="*/ 0 w 225058"/>
                  <a:gd name="connsiteY3" fmla="*/ 1361758 h 1361758"/>
                  <a:gd name="connsiteX4" fmla="*/ 25203 w 225058"/>
                  <a:gd name="connsiteY4" fmla="*/ 733787 h 1361758"/>
                  <a:gd name="connsiteX0" fmla="*/ 25203 w 230992"/>
                  <a:gd name="connsiteY0" fmla="*/ 787197 h 1415168"/>
                  <a:gd name="connsiteX1" fmla="*/ 230992 w 230992"/>
                  <a:gd name="connsiteY1" fmla="*/ 0 h 1415168"/>
                  <a:gd name="connsiteX2" fmla="*/ 225058 w 230992"/>
                  <a:gd name="connsiteY2" fmla="*/ 1069410 h 1415168"/>
                  <a:gd name="connsiteX3" fmla="*/ 0 w 230992"/>
                  <a:gd name="connsiteY3" fmla="*/ 1415168 h 1415168"/>
                  <a:gd name="connsiteX4" fmla="*/ 25203 w 230992"/>
                  <a:gd name="connsiteY4" fmla="*/ 787197 h 1415168"/>
                  <a:gd name="connsiteX0" fmla="*/ 0 w 205789"/>
                  <a:gd name="connsiteY0" fmla="*/ 787197 h 1427037"/>
                  <a:gd name="connsiteX1" fmla="*/ 205789 w 205789"/>
                  <a:gd name="connsiteY1" fmla="*/ 0 h 1427037"/>
                  <a:gd name="connsiteX2" fmla="*/ 199855 w 205789"/>
                  <a:gd name="connsiteY2" fmla="*/ 1069410 h 1427037"/>
                  <a:gd name="connsiteX3" fmla="*/ 4471 w 205789"/>
                  <a:gd name="connsiteY3" fmla="*/ 1427037 h 1427037"/>
                  <a:gd name="connsiteX4" fmla="*/ 0 w 205789"/>
                  <a:gd name="connsiteY4" fmla="*/ 787197 h 1427037"/>
                  <a:gd name="connsiteX0" fmla="*/ 0 w 199855"/>
                  <a:gd name="connsiteY0" fmla="*/ 745656 h 1385496"/>
                  <a:gd name="connsiteX1" fmla="*/ 193920 w 199855"/>
                  <a:gd name="connsiteY1" fmla="*/ 0 h 1385496"/>
                  <a:gd name="connsiteX2" fmla="*/ 199855 w 199855"/>
                  <a:gd name="connsiteY2" fmla="*/ 1027869 h 1385496"/>
                  <a:gd name="connsiteX3" fmla="*/ 4471 w 199855"/>
                  <a:gd name="connsiteY3" fmla="*/ 1385496 h 1385496"/>
                  <a:gd name="connsiteX4" fmla="*/ 0 w 199855"/>
                  <a:gd name="connsiteY4" fmla="*/ 745656 h 1385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9855" h="1385496">
                    <a:moveTo>
                      <a:pt x="0" y="745656"/>
                    </a:moveTo>
                    <a:lnTo>
                      <a:pt x="193920" y="0"/>
                    </a:lnTo>
                    <a:cubicBezTo>
                      <a:pt x="195898" y="342623"/>
                      <a:pt x="197877" y="685246"/>
                      <a:pt x="199855" y="1027869"/>
                    </a:cubicBezTo>
                    <a:lnTo>
                      <a:pt x="4471" y="1385496"/>
                    </a:lnTo>
                    <a:cubicBezTo>
                      <a:pt x="2981" y="1172216"/>
                      <a:pt x="1490" y="958936"/>
                      <a:pt x="0" y="745656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</a:srgbClr>
                  </a:gs>
                  <a:gs pos="100000">
                    <a:srgbClr val="2D2DB9">
                      <a:lumMod val="20000"/>
                      <a:lumOff val="80000"/>
                    </a:srgbClr>
                  </a:gs>
                </a:gsLst>
                <a:lin ang="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820" name="Freeform 819">
                <a:extLst>
                  <a:ext uri="{FF2B5EF4-FFF2-40B4-BE49-F238E27FC236}">
                    <a16:creationId xmlns:a16="http://schemas.microsoft.com/office/drawing/2014/main" id="{B3477997-2171-D144-8F62-1363F13885FD}"/>
                  </a:ext>
                </a:extLst>
              </p:cNvPr>
              <p:cNvSpPr/>
              <p:nvPr/>
            </p:nvSpPr>
            <p:spPr bwMode="auto">
              <a:xfrm flipH="1">
                <a:off x="6969753" y="2061336"/>
                <a:ext cx="219075" cy="1370272"/>
              </a:xfrm>
              <a:custGeom>
                <a:avLst/>
                <a:gdLst>
                  <a:gd name="connsiteX0" fmla="*/ 0 w 312616"/>
                  <a:gd name="connsiteY0" fmla="*/ 644770 h 1367693"/>
                  <a:gd name="connsiteX1" fmla="*/ 312616 w 312616"/>
                  <a:gd name="connsiteY1" fmla="*/ 0 h 1367693"/>
                  <a:gd name="connsiteX2" fmla="*/ 312616 w 312616"/>
                  <a:gd name="connsiteY2" fmla="*/ 1016000 h 1367693"/>
                  <a:gd name="connsiteX3" fmla="*/ 117231 w 312616"/>
                  <a:gd name="connsiteY3" fmla="*/ 1367693 h 1367693"/>
                  <a:gd name="connsiteX4" fmla="*/ 0 w 312616"/>
                  <a:gd name="connsiteY4" fmla="*/ 644770 h 1367693"/>
                  <a:gd name="connsiteX0" fmla="*/ 0 w 199855"/>
                  <a:gd name="connsiteY0" fmla="*/ 733787 h 1367693"/>
                  <a:gd name="connsiteX1" fmla="*/ 199855 w 199855"/>
                  <a:gd name="connsiteY1" fmla="*/ 0 h 1367693"/>
                  <a:gd name="connsiteX2" fmla="*/ 199855 w 199855"/>
                  <a:gd name="connsiteY2" fmla="*/ 1016000 h 1367693"/>
                  <a:gd name="connsiteX3" fmla="*/ 4470 w 199855"/>
                  <a:gd name="connsiteY3" fmla="*/ 1367693 h 1367693"/>
                  <a:gd name="connsiteX4" fmla="*/ 0 w 199855"/>
                  <a:gd name="connsiteY4" fmla="*/ 733787 h 1367693"/>
                  <a:gd name="connsiteX0" fmla="*/ 25203 w 225058"/>
                  <a:gd name="connsiteY0" fmla="*/ 733787 h 1361758"/>
                  <a:gd name="connsiteX1" fmla="*/ 225058 w 225058"/>
                  <a:gd name="connsiteY1" fmla="*/ 0 h 1361758"/>
                  <a:gd name="connsiteX2" fmla="*/ 225058 w 225058"/>
                  <a:gd name="connsiteY2" fmla="*/ 1016000 h 1361758"/>
                  <a:gd name="connsiteX3" fmla="*/ 0 w 225058"/>
                  <a:gd name="connsiteY3" fmla="*/ 1361758 h 1361758"/>
                  <a:gd name="connsiteX4" fmla="*/ 25203 w 225058"/>
                  <a:gd name="connsiteY4" fmla="*/ 733787 h 1361758"/>
                  <a:gd name="connsiteX0" fmla="*/ 25203 w 230992"/>
                  <a:gd name="connsiteY0" fmla="*/ 787197 h 1415168"/>
                  <a:gd name="connsiteX1" fmla="*/ 230992 w 230992"/>
                  <a:gd name="connsiteY1" fmla="*/ 0 h 1415168"/>
                  <a:gd name="connsiteX2" fmla="*/ 225058 w 230992"/>
                  <a:gd name="connsiteY2" fmla="*/ 1069410 h 1415168"/>
                  <a:gd name="connsiteX3" fmla="*/ 0 w 230992"/>
                  <a:gd name="connsiteY3" fmla="*/ 1415168 h 1415168"/>
                  <a:gd name="connsiteX4" fmla="*/ 25203 w 230992"/>
                  <a:gd name="connsiteY4" fmla="*/ 787197 h 1415168"/>
                  <a:gd name="connsiteX0" fmla="*/ 0 w 205789"/>
                  <a:gd name="connsiteY0" fmla="*/ 787197 h 1427037"/>
                  <a:gd name="connsiteX1" fmla="*/ 205789 w 205789"/>
                  <a:gd name="connsiteY1" fmla="*/ 0 h 1427037"/>
                  <a:gd name="connsiteX2" fmla="*/ 199855 w 205789"/>
                  <a:gd name="connsiteY2" fmla="*/ 1069410 h 1427037"/>
                  <a:gd name="connsiteX3" fmla="*/ 4471 w 205789"/>
                  <a:gd name="connsiteY3" fmla="*/ 1427037 h 1427037"/>
                  <a:gd name="connsiteX4" fmla="*/ 0 w 205789"/>
                  <a:gd name="connsiteY4" fmla="*/ 787197 h 1427037"/>
                  <a:gd name="connsiteX0" fmla="*/ 0 w 199855"/>
                  <a:gd name="connsiteY0" fmla="*/ 745656 h 1385496"/>
                  <a:gd name="connsiteX1" fmla="*/ 193920 w 199855"/>
                  <a:gd name="connsiteY1" fmla="*/ 0 h 1385496"/>
                  <a:gd name="connsiteX2" fmla="*/ 199855 w 199855"/>
                  <a:gd name="connsiteY2" fmla="*/ 1027869 h 1385496"/>
                  <a:gd name="connsiteX3" fmla="*/ 4471 w 199855"/>
                  <a:gd name="connsiteY3" fmla="*/ 1385496 h 1385496"/>
                  <a:gd name="connsiteX4" fmla="*/ 0 w 199855"/>
                  <a:gd name="connsiteY4" fmla="*/ 745656 h 1385496"/>
                  <a:gd name="connsiteX0" fmla="*/ 0 w 219519"/>
                  <a:gd name="connsiteY0" fmla="*/ 730359 h 1370199"/>
                  <a:gd name="connsiteX1" fmla="*/ 219401 w 219519"/>
                  <a:gd name="connsiteY1" fmla="*/ 0 h 1370199"/>
                  <a:gd name="connsiteX2" fmla="*/ 199855 w 219519"/>
                  <a:gd name="connsiteY2" fmla="*/ 1012572 h 1370199"/>
                  <a:gd name="connsiteX3" fmla="*/ 4471 w 219519"/>
                  <a:gd name="connsiteY3" fmla="*/ 1370199 h 1370199"/>
                  <a:gd name="connsiteX4" fmla="*/ 0 w 219519"/>
                  <a:gd name="connsiteY4" fmla="*/ 730359 h 1370199"/>
                  <a:gd name="connsiteX0" fmla="*/ 0 w 219602"/>
                  <a:gd name="connsiteY0" fmla="*/ 730359 h 1370199"/>
                  <a:gd name="connsiteX1" fmla="*/ 219401 w 219602"/>
                  <a:gd name="connsiteY1" fmla="*/ 0 h 1370199"/>
                  <a:gd name="connsiteX2" fmla="*/ 210047 w 219602"/>
                  <a:gd name="connsiteY2" fmla="*/ 1007473 h 1370199"/>
                  <a:gd name="connsiteX3" fmla="*/ 4471 w 219602"/>
                  <a:gd name="connsiteY3" fmla="*/ 1370199 h 1370199"/>
                  <a:gd name="connsiteX4" fmla="*/ 0 w 219602"/>
                  <a:gd name="connsiteY4" fmla="*/ 730359 h 1370199"/>
                  <a:gd name="connsiteX0" fmla="*/ 0 w 220239"/>
                  <a:gd name="connsiteY0" fmla="*/ 730359 h 1370199"/>
                  <a:gd name="connsiteX1" fmla="*/ 219401 w 220239"/>
                  <a:gd name="connsiteY1" fmla="*/ 0 h 1370199"/>
                  <a:gd name="connsiteX2" fmla="*/ 220239 w 220239"/>
                  <a:gd name="connsiteY2" fmla="*/ 1007473 h 1370199"/>
                  <a:gd name="connsiteX3" fmla="*/ 4471 w 220239"/>
                  <a:gd name="connsiteY3" fmla="*/ 1370199 h 1370199"/>
                  <a:gd name="connsiteX4" fmla="*/ 0 w 220239"/>
                  <a:gd name="connsiteY4" fmla="*/ 730359 h 137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239" h="1370199">
                    <a:moveTo>
                      <a:pt x="0" y="730359"/>
                    </a:moveTo>
                    <a:cubicBezTo>
                      <a:pt x="64640" y="481807"/>
                      <a:pt x="154761" y="248552"/>
                      <a:pt x="219401" y="0"/>
                    </a:cubicBezTo>
                    <a:cubicBezTo>
                      <a:pt x="221379" y="342623"/>
                      <a:pt x="218261" y="664850"/>
                      <a:pt x="220239" y="1007473"/>
                    </a:cubicBezTo>
                    <a:lnTo>
                      <a:pt x="4471" y="1370199"/>
                    </a:lnTo>
                    <a:cubicBezTo>
                      <a:pt x="2981" y="1156919"/>
                      <a:pt x="1490" y="943639"/>
                      <a:pt x="0" y="73035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D2DB9">
                      <a:lumMod val="20000"/>
                      <a:lumOff val="80000"/>
                    </a:srgbClr>
                  </a:gs>
                  <a:gs pos="100000">
                    <a:srgbClr val="FFFFFF"/>
                  </a:gs>
                </a:gsLst>
                <a:lin ang="108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821" name="Group 950">
                <a:extLst>
                  <a:ext uri="{FF2B5EF4-FFF2-40B4-BE49-F238E27FC236}">
                    <a16:creationId xmlns:a16="http://schemas.microsoft.com/office/drawing/2014/main" id="{DB6AE1A4-24E9-664C-A51D-C17F6021B3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879" y="2820676"/>
                <a:ext cx="338137" cy="653816"/>
                <a:chOff x="4140" y="429"/>
                <a:chExt cx="1425" cy="2396"/>
              </a:xfrm>
            </p:grpSpPr>
            <p:sp>
              <p:nvSpPr>
                <p:cNvPr id="855" name="Freeform 951">
                  <a:extLst>
                    <a:ext uri="{FF2B5EF4-FFF2-40B4-BE49-F238E27FC236}">
                      <a16:creationId xmlns:a16="http://schemas.microsoft.com/office/drawing/2014/main" id="{BFB37BD8-4427-2A47-AE85-B992137B4E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8 w 354"/>
                    <a:gd name="T3" fmla="*/ 16 h 2742"/>
                    <a:gd name="T4" fmla="*/ 8 w 354"/>
                    <a:gd name="T5" fmla="*/ 119 h 2742"/>
                    <a:gd name="T6" fmla="*/ 0 w 354"/>
                    <a:gd name="T7" fmla="*/ 124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6" name="Rectangle 952">
                  <a:extLst>
                    <a:ext uri="{FF2B5EF4-FFF2-40B4-BE49-F238E27FC236}">
                      <a16:creationId xmlns:a16="http://schemas.microsoft.com/office/drawing/2014/main" id="{D33ED3AE-893B-0641-B3D0-6332B98270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7" name="Freeform 953">
                  <a:extLst>
                    <a:ext uri="{FF2B5EF4-FFF2-40B4-BE49-F238E27FC236}">
                      <a16:creationId xmlns:a16="http://schemas.microsoft.com/office/drawing/2014/main" id="{7F8B5734-537E-2D40-ABC5-1153CA76F0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5 w 211"/>
                    <a:gd name="T3" fmla="*/ 11 h 2537"/>
                    <a:gd name="T4" fmla="*/ 2 w 211"/>
                    <a:gd name="T5" fmla="*/ 11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8" name="Freeform 954">
                  <a:extLst>
                    <a:ext uri="{FF2B5EF4-FFF2-40B4-BE49-F238E27FC236}">
                      <a16:creationId xmlns:a16="http://schemas.microsoft.com/office/drawing/2014/main" id="{A27CC3E2-8472-FE49-B22C-8BAD36D3F1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7 w 328"/>
                    <a:gd name="T3" fmla="*/ 7 h 226"/>
                    <a:gd name="T4" fmla="*/ 7 w 328"/>
                    <a:gd name="T5" fmla="*/ 11 h 226"/>
                    <a:gd name="T6" fmla="*/ 0 w 328"/>
                    <a:gd name="T7" fmla="*/ 5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9" name="Rectangle 955">
                  <a:extLst>
                    <a:ext uri="{FF2B5EF4-FFF2-40B4-BE49-F238E27FC236}">
                      <a16:creationId xmlns:a16="http://schemas.microsoft.com/office/drawing/2014/main" id="{11CD015D-401B-EC42-A713-37F4F58064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860" name="Group 956">
                  <a:extLst>
                    <a:ext uri="{FF2B5EF4-FFF2-40B4-BE49-F238E27FC236}">
                      <a16:creationId xmlns:a16="http://schemas.microsoft.com/office/drawing/2014/main" id="{A208DF6A-EF9F-044D-8302-1B9476D184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885" name="AutoShape 957">
                    <a:extLst>
                      <a:ext uri="{FF2B5EF4-FFF2-40B4-BE49-F238E27FC236}">
                        <a16:creationId xmlns:a16="http://schemas.microsoft.com/office/drawing/2014/main" id="{FCC50AD6-31B9-FD4A-9D12-E293AC79E3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886" name="AutoShape 958">
                    <a:extLst>
                      <a:ext uri="{FF2B5EF4-FFF2-40B4-BE49-F238E27FC236}">
                        <a16:creationId xmlns:a16="http://schemas.microsoft.com/office/drawing/2014/main" id="{9515A907-A38B-AC46-9351-9821F9262FD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861" name="Rectangle 959">
                  <a:extLst>
                    <a:ext uri="{FF2B5EF4-FFF2-40B4-BE49-F238E27FC236}">
                      <a16:creationId xmlns:a16="http://schemas.microsoft.com/office/drawing/2014/main" id="{DA74175D-E323-954D-B321-A525406F9D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862" name="Group 960">
                  <a:extLst>
                    <a:ext uri="{FF2B5EF4-FFF2-40B4-BE49-F238E27FC236}">
                      <a16:creationId xmlns:a16="http://schemas.microsoft.com/office/drawing/2014/main" id="{28DE356C-C6F7-BA40-87C6-C5B5BE6C2BF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883" name="AutoShape 961">
                    <a:extLst>
                      <a:ext uri="{FF2B5EF4-FFF2-40B4-BE49-F238E27FC236}">
                        <a16:creationId xmlns:a16="http://schemas.microsoft.com/office/drawing/2014/main" id="{9643844A-45E6-7443-A468-4BC3D1762A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884" name="AutoShape 962">
                    <a:extLst>
                      <a:ext uri="{FF2B5EF4-FFF2-40B4-BE49-F238E27FC236}">
                        <a16:creationId xmlns:a16="http://schemas.microsoft.com/office/drawing/2014/main" id="{60C84F35-0A59-8349-91F6-D5FECFED74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863" name="Rectangle 963">
                  <a:extLst>
                    <a:ext uri="{FF2B5EF4-FFF2-40B4-BE49-F238E27FC236}">
                      <a16:creationId xmlns:a16="http://schemas.microsoft.com/office/drawing/2014/main" id="{92014399-9751-FC4F-9035-A395245BCD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64" name="Rectangle 964">
                  <a:extLst>
                    <a:ext uri="{FF2B5EF4-FFF2-40B4-BE49-F238E27FC236}">
                      <a16:creationId xmlns:a16="http://schemas.microsoft.com/office/drawing/2014/main" id="{9B818A3E-FD1D-F04D-8158-62E78EE4B0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865" name="Group 965">
                  <a:extLst>
                    <a:ext uri="{FF2B5EF4-FFF2-40B4-BE49-F238E27FC236}">
                      <a16:creationId xmlns:a16="http://schemas.microsoft.com/office/drawing/2014/main" id="{4CE95AA0-C88F-3D48-98E7-F3E038739D8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881" name="AutoShape 966">
                    <a:extLst>
                      <a:ext uri="{FF2B5EF4-FFF2-40B4-BE49-F238E27FC236}">
                        <a16:creationId xmlns:a16="http://schemas.microsoft.com/office/drawing/2014/main" id="{5B978760-D630-664D-941B-E0517C2034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882" name="AutoShape 967">
                    <a:extLst>
                      <a:ext uri="{FF2B5EF4-FFF2-40B4-BE49-F238E27FC236}">
                        <a16:creationId xmlns:a16="http://schemas.microsoft.com/office/drawing/2014/main" id="{66581CC6-E163-4349-98BB-7B8F11B584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866" name="Freeform 968">
                  <a:extLst>
                    <a:ext uri="{FF2B5EF4-FFF2-40B4-BE49-F238E27FC236}">
                      <a16:creationId xmlns:a16="http://schemas.microsoft.com/office/drawing/2014/main" id="{0C578B43-7341-984A-8E2E-758C1FE627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7 w 328"/>
                    <a:gd name="T3" fmla="*/ 6 h 226"/>
                    <a:gd name="T4" fmla="*/ 7 w 328"/>
                    <a:gd name="T5" fmla="*/ 10 h 226"/>
                    <a:gd name="T6" fmla="*/ 0 w 328"/>
                    <a:gd name="T7" fmla="*/ 4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867" name="Group 969">
                  <a:extLst>
                    <a:ext uri="{FF2B5EF4-FFF2-40B4-BE49-F238E27FC236}">
                      <a16:creationId xmlns:a16="http://schemas.microsoft.com/office/drawing/2014/main" id="{00F4A952-5D56-894B-BE04-57FD8D9A8FC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879" name="AutoShape 970">
                    <a:extLst>
                      <a:ext uri="{FF2B5EF4-FFF2-40B4-BE49-F238E27FC236}">
                        <a16:creationId xmlns:a16="http://schemas.microsoft.com/office/drawing/2014/main" id="{C6D2E1F8-9BE6-1340-A97F-25C96F4EA3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880" name="AutoShape 971">
                    <a:extLst>
                      <a:ext uri="{FF2B5EF4-FFF2-40B4-BE49-F238E27FC236}">
                        <a16:creationId xmlns:a16="http://schemas.microsoft.com/office/drawing/2014/main" id="{076B7F4B-58FD-394A-A7D1-825421A0DD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868" name="Rectangle 972">
                  <a:extLst>
                    <a:ext uri="{FF2B5EF4-FFF2-40B4-BE49-F238E27FC236}">
                      <a16:creationId xmlns:a16="http://schemas.microsoft.com/office/drawing/2014/main" id="{9CF6079F-A485-B34F-BAE1-E461B27BC0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69" name="Freeform 973">
                  <a:extLst>
                    <a:ext uri="{FF2B5EF4-FFF2-40B4-BE49-F238E27FC236}">
                      <a16:creationId xmlns:a16="http://schemas.microsoft.com/office/drawing/2014/main" id="{4D22F667-50F0-554D-A2A3-06E318F920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7 w 296"/>
                    <a:gd name="T3" fmla="*/ 6 h 256"/>
                    <a:gd name="T4" fmla="*/ 7 w 296"/>
                    <a:gd name="T5" fmla="*/ 11 h 256"/>
                    <a:gd name="T6" fmla="*/ 0 w 296"/>
                    <a:gd name="T7" fmla="*/ 4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70" name="Freeform 974">
                  <a:extLst>
                    <a:ext uri="{FF2B5EF4-FFF2-40B4-BE49-F238E27FC236}">
                      <a16:creationId xmlns:a16="http://schemas.microsoft.com/office/drawing/2014/main" id="{FEA6AA77-7341-EC44-9A1C-8FF6D3429B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7 w 304"/>
                    <a:gd name="T3" fmla="*/ 8 h 288"/>
                    <a:gd name="T4" fmla="*/ 6 w 304"/>
                    <a:gd name="T5" fmla="*/ 13 h 288"/>
                    <a:gd name="T6" fmla="*/ 2 w 304"/>
                    <a:gd name="T7" fmla="*/ 6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71" name="Oval 975">
                  <a:extLst>
                    <a:ext uri="{FF2B5EF4-FFF2-40B4-BE49-F238E27FC236}">
                      <a16:creationId xmlns:a16="http://schemas.microsoft.com/office/drawing/2014/main" id="{A02843C6-28FA-9945-9CEB-7717E68BC3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72" name="Freeform 976">
                  <a:extLst>
                    <a:ext uri="{FF2B5EF4-FFF2-40B4-BE49-F238E27FC236}">
                      <a16:creationId xmlns:a16="http://schemas.microsoft.com/office/drawing/2014/main" id="{B41467ED-71ED-774D-B5B1-0E498264B3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6 h 240"/>
                    <a:gd name="T2" fmla="*/ 2 w 306"/>
                    <a:gd name="T3" fmla="*/ 11 h 240"/>
                    <a:gd name="T4" fmla="*/ 7 w 306"/>
                    <a:gd name="T5" fmla="*/ 6 h 240"/>
                    <a:gd name="T6" fmla="*/ 7 w 306"/>
                    <a:gd name="T7" fmla="*/ 0 h 240"/>
                    <a:gd name="T8" fmla="*/ 0 w 306"/>
                    <a:gd name="T9" fmla="*/ 6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73" name="AutoShape 977">
                  <a:extLst>
                    <a:ext uri="{FF2B5EF4-FFF2-40B4-BE49-F238E27FC236}">
                      <a16:creationId xmlns:a16="http://schemas.microsoft.com/office/drawing/2014/main" id="{9B5749F0-C743-D247-9288-DD5C4B670C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74" name="AutoShape 978">
                  <a:extLst>
                    <a:ext uri="{FF2B5EF4-FFF2-40B4-BE49-F238E27FC236}">
                      <a16:creationId xmlns:a16="http://schemas.microsoft.com/office/drawing/2014/main" id="{990B835A-E601-8B4A-913C-86C2C6F75D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75" name="Oval 979">
                  <a:extLst>
                    <a:ext uri="{FF2B5EF4-FFF2-40B4-BE49-F238E27FC236}">
                      <a16:creationId xmlns:a16="http://schemas.microsoft.com/office/drawing/2014/main" id="{54D6634C-D1A9-6142-9854-19C444BA4C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76" name="Oval 980">
                  <a:extLst>
                    <a:ext uri="{FF2B5EF4-FFF2-40B4-BE49-F238E27FC236}">
                      <a16:creationId xmlns:a16="http://schemas.microsoft.com/office/drawing/2014/main" id="{4B663C71-DBAC-684F-AC10-C3062136DE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77" name="Oval 981">
                  <a:extLst>
                    <a:ext uri="{FF2B5EF4-FFF2-40B4-BE49-F238E27FC236}">
                      <a16:creationId xmlns:a16="http://schemas.microsoft.com/office/drawing/2014/main" id="{89DA651A-7990-3046-B6A9-BDF3A76B18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78" name="Rectangle 982">
                  <a:extLst>
                    <a:ext uri="{FF2B5EF4-FFF2-40B4-BE49-F238E27FC236}">
                      <a16:creationId xmlns:a16="http://schemas.microsoft.com/office/drawing/2014/main" id="{97BCC976-FD19-5C44-A0F3-970A14677F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822" name="Group 950">
                <a:extLst>
                  <a:ext uri="{FF2B5EF4-FFF2-40B4-BE49-F238E27FC236}">
                    <a16:creationId xmlns:a16="http://schemas.microsoft.com/office/drawing/2014/main" id="{408FB985-1A5F-F147-891F-C6EE203F17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82479" y="2847655"/>
                <a:ext cx="338137" cy="653816"/>
                <a:chOff x="4140" y="429"/>
                <a:chExt cx="1425" cy="2396"/>
              </a:xfrm>
            </p:grpSpPr>
            <p:sp>
              <p:nvSpPr>
                <p:cNvPr id="823" name="Freeform 951">
                  <a:extLst>
                    <a:ext uri="{FF2B5EF4-FFF2-40B4-BE49-F238E27FC236}">
                      <a16:creationId xmlns:a16="http://schemas.microsoft.com/office/drawing/2014/main" id="{E5433180-28F2-BE4A-AA7C-A7B21A6324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8 w 354"/>
                    <a:gd name="T3" fmla="*/ 16 h 2742"/>
                    <a:gd name="T4" fmla="*/ 8 w 354"/>
                    <a:gd name="T5" fmla="*/ 119 h 2742"/>
                    <a:gd name="T6" fmla="*/ 0 w 354"/>
                    <a:gd name="T7" fmla="*/ 124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24" name="Rectangle 952">
                  <a:extLst>
                    <a:ext uri="{FF2B5EF4-FFF2-40B4-BE49-F238E27FC236}">
                      <a16:creationId xmlns:a16="http://schemas.microsoft.com/office/drawing/2014/main" id="{8C5BD778-66FD-3945-B836-91E6ED4A0B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25" name="Freeform 953">
                  <a:extLst>
                    <a:ext uri="{FF2B5EF4-FFF2-40B4-BE49-F238E27FC236}">
                      <a16:creationId xmlns:a16="http://schemas.microsoft.com/office/drawing/2014/main" id="{2A91ACBD-8D41-DD4C-A2B1-048B348B9E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5 w 211"/>
                    <a:gd name="T3" fmla="*/ 11 h 2537"/>
                    <a:gd name="T4" fmla="*/ 2 w 211"/>
                    <a:gd name="T5" fmla="*/ 11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26" name="Freeform 954">
                  <a:extLst>
                    <a:ext uri="{FF2B5EF4-FFF2-40B4-BE49-F238E27FC236}">
                      <a16:creationId xmlns:a16="http://schemas.microsoft.com/office/drawing/2014/main" id="{FD9AFB84-DB6D-6046-8467-AD372F4138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7 w 328"/>
                    <a:gd name="T3" fmla="*/ 7 h 226"/>
                    <a:gd name="T4" fmla="*/ 7 w 328"/>
                    <a:gd name="T5" fmla="*/ 11 h 226"/>
                    <a:gd name="T6" fmla="*/ 0 w 328"/>
                    <a:gd name="T7" fmla="*/ 5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27" name="Rectangle 955">
                  <a:extLst>
                    <a:ext uri="{FF2B5EF4-FFF2-40B4-BE49-F238E27FC236}">
                      <a16:creationId xmlns:a16="http://schemas.microsoft.com/office/drawing/2014/main" id="{77DBE4BA-8D67-5B43-8297-B9D264FE9B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828" name="Group 956">
                  <a:extLst>
                    <a:ext uri="{FF2B5EF4-FFF2-40B4-BE49-F238E27FC236}">
                      <a16:creationId xmlns:a16="http://schemas.microsoft.com/office/drawing/2014/main" id="{F3DA3736-9C54-FD40-9182-376547A2AE8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853" name="AutoShape 957">
                    <a:extLst>
                      <a:ext uri="{FF2B5EF4-FFF2-40B4-BE49-F238E27FC236}">
                        <a16:creationId xmlns:a16="http://schemas.microsoft.com/office/drawing/2014/main" id="{AF6DA2C1-3BA8-9F42-8082-1828FAC4ED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854" name="AutoShape 958">
                    <a:extLst>
                      <a:ext uri="{FF2B5EF4-FFF2-40B4-BE49-F238E27FC236}">
                        <a16:creationId xmlns:a16="http://schemas.microsoft.com/office/drawing/2014/main" id="{7E65A1C9-4BD5-C648-BDA4-FE7A4B1268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829" name="Rectangle 959">
                  <a:extLst>
                    <a:ext uri="{FF2B5EF4-FFF2-40B4-BE49-F238E27FC236}">
                      <a16:creationId xmlns:a16="http://schemas.microsoft.com/office/drawing/2014/main" id="{EC0E4CD1-FF46-4441-8D14-832711884C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830" name="Group 960">
                  <a:extLst>
                    <a:ext uri="{FF2B5EF4-FFF2-40B4-BE49-F238E27FC236}">
                      <a16:creationId xmlns:a16="http://schemas.microsoft.com/office/drawing/2014/main" id="{E64F3582-6063-6041-8631-63DD7426A47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851" name="AutoShape 961">
                    <a:extLst>
                      <a:ext uri="{FF2B5EF4-FFF2-40B4-BE49-F238E27FC236}">
                        <a16:creationId xmlns:a16="http://schemas.microsoft.com/office/drawing/2014/main" id="{C34EAECD-E1EF-8646-9F61-922B7F0EA0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852" name="AutoShape 962">
                    <a:extLst>
                      <a:ext uri="{FF2B5EF4-FFF2-40B4-BE49-F238E27FC236}">
                        <a16:creationId xmlns:a16="http://schemas.microsoft.com/office/drawing/2014/main" id="{9D855FB6-3F8B-4F48-BB63-40E93ACB20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831" name="Rectangle 963">
                  <a:extLst>
                    <a:ext uri="{FF2B5EF4-FFF2-40B4-BE49-F238E27FC236}">
                      <a16:creationId xmlns:a16="http://schemas.microsoft.com/office/drawing/2014/main" id="{F062D5F9-755C-724B-955A-7A2BDC06D5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32" name="Rectangle 964">
                  <a:extLst>
                    <a:ext uri="{FF2B5EF4-FFF2-40B4-BE49-F238E27FC236}">
                      <a16:creationId xmlns:a16="http://schemas.microsoft.com/office/drawing/2014/main" id="{177A8ED0-5EFF-1249-9487-CD3CEB431A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833" name="Group 965">
                  <a:extLst>
                    <a:ext uri="{FF2B5EF4-FFF2-40B4-BE49-F238E27FC236}">
                      <a16:creationId xmlns:a16="http://schemas.microsoft.com/office/drawing/2014/main" id="{A1DF88D1-CA38-D94A-B614-BF080EB3891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849" name="AutoShape 966">
                    <a:extLst>
                      <a:ext uri="{FF2B5EF4-FFF2-40B4-BE49-F238E27FC236}">
                        <a16:creationId xmlns:a16="http://schemas.microsoft.com/office/drawing/2014/main" id="{F38F11ED-A8CE-5249-99B7-BC200E46CA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850" name="AutoShape 967">
                    <a:extLst>
                      <a:ext uri="{FF2B5EF4-FFF2-40B4-BE49-F238E27FC236}">
                        <a16:creationId xmlns:a16="http://schemas.microsoft.com/office/drawing/2014/main" id="{BE8854EE-7F90-844A-B45E-E7DD53A00DD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834" name="Freeform 968">
                  <a:extLst>
                    <a:ext uri="{FF2B5EF4-FFF2-40B4-BE49-F238E27FC236}">
                      <a16:creationId xmlns:a16="http://schemas.microsoft.com/office/drawing/2014/main" id="{C685DB2D-2CAC-9042-82A0-DF8A8A5C76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7 w 328"/>
                    <a:gd name="T3" fmla="*/ 6 h 226"/>
                    <a:gd name="T4" fmla="*/ 7 w 328"/>
                    <a:gd name="T5" fmla="*/ 10 h 226"/>
                    <a:gd name="T6" fmla="*/ 0 w 328"/>
                    <a:gd name="T7" fmla="*/ 4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835" name="Group 969">
                  <a:extLst>
                    <a:ext uri="{FF2B5EF4-FFF2-40B4-BE49-F238E27FC236}">
                      <a16:creationId xmlns:a16="http://schemas.microsoft.com/office/drawing/2014/main" id="{17E8E7C0-53DA-9845-A7EC-5C2E647C987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847" name="AutoShape 970">
                    <a:extLst>
                      <a:ext uri="{FF2B5EF4-FFF2-40B4-BE49-F238E27FC236}">
                        <a16:creationId xmlns:a16="http://schemas.microsoft.com/office/drawing/2014/main" id="{B5CA9A5E-F11C-004B-9937-AD191292AE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848" name="AutoShape 971">
                    <a:extLst>
                      <a:ext uri="{FF2B5EF4-FFF2-40B4-BE49-F238E27FC236}">
                        <a16:creationId xmlns:a16="http://schemas.microsoft.com/office/drawing/2014/main" id="{96386543-71E7-1D42-9624-7949180883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836" name="Rectangle 972">
                  <a:extLst>
                    <a:ext uri="{FF2B5EF4-FFF2-40B4-BE49-F238E27FC236}">
                      <a16:creationId xmlns:a16="http://schemas.microsoft.com/office/drawing/2014/main" id="{C1AF9949-5911-9240-A6AD-91975A73F0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37" name="Freeform 973">
                  <a:extLst>
                    <a:ext uri="{FF2B5EF4-FFF2-40B4-BE49-F238E27FC236}">
                      <a16:creationId xmlns:a16="http://schemas.microsoft.com/office/drawing/2014/main" id="{27BBB8ED-9D76-4E4F-BF4D-5A7FF56435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7 w 296"/>
                    <a:gd name="T3" fmla="*/ 6 h 256"/>
                    <a:gd name="T4" fmla="*/ 7 w 296"/>
                    <a:gd name="T5" fmla="*/ 11 h 256"/>
                    <a:gd name="T6" fmla="*/ 0 w 296"/>
                    <a:gd name="T7" fmla="*/ 4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38" name="Freeform 974">
                  <a:extLst>
                    <a:ext uri="{FF2B5EF4-FFF2-40B4-BE49-F238E27FC236}">
                      <a16:creationId xmlns:a16="http://schemas.microsoft.com/office/drawing/2014/main" id="{02E9A54F-05AA-404E-91E8-11085F7EBD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7 w 304"/>
                    <a:gd name="T3" fmla="*/ 8 h 288"/>
                    <a:gd name="T4" fmla="*/ 6 w 304"/>
                    <a:gd name="T5" fmla="*/ 13 h 288"/>
                    <a:gd name="T6" fmla="*/ 2 w 304"/>
                    <a:gd name="T7" fmla="*/ 6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39" name="Oval 975">
                  <a:extLst>
                    <a:ext uri="{FF2B5EF4-FFF2-40B4-BE49-F238E27FC236}">
                      <a16:creationId xmlns:a16="http://schemas.microsoft.com/office/drawing/2014/main" id="{9AC3BA29-CFE0-7A41-866E-F884B95B87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40" name="Freeform 976">
                  <a:extLst>
                    <a:ext uri="{FF2B5EF4-FFF2-40B4-BE49-F238E27FC236}">
                      <a16:creationId xmlns:a16="http://schemas.microsoft.com/office/drawing/2014/main" id="{E7FFF245-8A0A-2749-A793-25B6F30E96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6 h 240"/>
                    <a:gd name="T2" fmla="*/ 2 w 306"/>
                    <a:gd name="T3" fmla="*/ 11 h 240"/>
                    <a:gd name="T4" fmla="*/ 7 w 306"/>
                    <a:gd name="T5" fmla="*/ 6 h 240"/>
                    <a:gd name="T6" fmla="*/ 7 w 306"/>
                    <a:gd name="T7" fmla="*/ 0 h 240"/>
                    <a:gd name="T8" fmla="*/ 0 w 306"/>
                    <a:gd name="T9" fmla="*/ 6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41" name="AutoShape 977">
                  <a:extLst>
                    <a:ext uri="{FF2B5EF4-FFF2-40B4-BE49-F238E27FC236}">
                      <a16:creationId xmlns:a16="http://schemas.microsoft.com/office/drawing/2014/main" id="{774C1F7E-EF61-9041-A67B-B2D38BDB14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42" name="AutoShape 978">
                  <a:extLst>
                    <a:ext uri="{FF2B5EF4-FFF2-40B4-BE49-F238E27FC236}">
                      <a16:creationId xmlns:a16="http://schemas.microsoft.com/office/drawing/2014/main" id="{8321AD11-FD38-2140-803F-0861F460D9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43" name="Oval 979">
                  <a:extLst>
                    <a:ext uri="{FF2B5EF4-FFF2-40B4-BE49-F238E27FC236}">
                      <a16:creationId xmlns:a16="http://schemas.microsoft.com/office/drawing/2014/main" id="{3B03DD16-3989-194B-BD6E-9FAE3F6CDA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44" name="Oval 980">
                  <a:extLst>
                    <a:ext uri="{FF2B5EF4-FFF2-40B4-BE49-F238E27FC236}">
                      <a16:creationId xmlns:a16="http://schemas.microsoft.com/office/drawing/2014/main" id="{FB43C4D6-3355-2049-A335-F477077CE1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45" name="Oval 981">
                  <a:extLst>
                    <a:ext uri="{FF2B5EF4-FFF2-40B4-BE49-F238E27FC236}">
                      <a16:creationId xmlns:a16="http://schemas.microsoft.com/office/drawing/2014/main" id="{8045FE53-47F3-754E-922B-AF14C03606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46" name="Rectangle 982">
                  <a:extLst>
                    <a:ext uri="{FF2B5EF4-FFF2-40B4-BE49-F238E27FC236}">
                      <a16:creationId xmlns:a16="http://schemas.microsoft.com/office/drawing/2014/main" id="{970F4A74-CE34-AE4C-A565-ABAC41470B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cxnSp>
          <p:nvCxnSpPr>
            <p:cNvPr id="888" name="Straight Connector 887">
              <a:extLst>
                <a:ext uri="{FF2B5EF4-FFF2-40B4-BE49-F238E27FC236}">
                  <a16:creationId xmlns:a16="http://schemas.microsoft.com/office/drawing/2014/main" id="{BFDE916B-AF97-DB4F-88E3-3211F74E07F5}"/>
                </a:ext>
              </a:extLst>
            </p:cNvPr>
            <p:cNvCxnSpPr/>
            <p:nvPr/>
          </p:nvCxnSpPr>
          <p:spPr>
            <a:xfrm flipV="1">
              <a:off x="5011593" y="5847730"/>
              <a:ext cx="1316037" cy="1317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89" name="Straight Connector 888">
              <a:extLst>
                <a:ext uri="{FF2B5EF4-FFF2-40B4-BE49-F238E27FC236}">
                  <a16:creationId xmlns:a16="http://schemas.microsoft.com/office/drawing/2014/main" id="{11A6A20F-5B1F-E34C-A889-7D7216BC52A6}"/>
                </a:ext>
              </a:extLst>
            </p:cNvPr>
            <p:cNvCxnSpPr/>
            <p:nvPr/>
          </p:nvCxnSpPr>
          <p:spPr>
            <a:xfrm>
              <a:off x="4900468" y="6035055"/>
              <a:ext cx="2259012" cy="29845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90" name="Straight Connector 889">
              <a:extLst>
                <a:ext uri="{FF2B5EF4-FFF2-40B4-BE49-F238E27FC236}">
                  <a16:creationId xmlns:a16="http://schemas.microsoft.com/office/drawing/2014/main" id="{EC3A188E-9403-584D-9DE4-BD063B6A9984}"/>
                </a:ext>
              </a:extLst>
            </p:cNvPr>
            <p:cNvCxnSpPr/>
            <p:nvPr/>
          </p:nvCxnSpPr>
          <p:spPr>
            <a:xfrm>
              <a:off x="4913168" y="6139830"/>
              <a:ext cx="714375" cy="276225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91" name="Straight Connector 890">
              <a:extLst>
                <a:ext uri="{FF2B5EF4-FFF2-40B4-BE49-F238E27FC236}">
                  <a16:creationId xmlns:a16="http://schemas.microsoft.com/office/drawing/2014/main" id="{CA8EFEA7-A8AA-F945-BA1D-4ACB721622E5}"/>
                </a:ext>
              </a:extLst>
            </p:cNvPr>
            <p:cNvCxnSpPr/>
            <p:nvPr/>
          </p:nvCxnSpPr>
          <p:spPr>
            <a:xfrm flipV="1">
              <a:off x="5930755" y="6333505"/>
              <a:ext cx="1247775" cy="8255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92" name="Straight Connector 891">
              <a:extLst>
                <a:ext uri="{FF2B5EF4-FFF2-40B4-BE49-F238E27FC236}">
                  <a16:creationId xmlns:a16="http://schemas.microsoft.com/office/drawing/2014/main" id="{B2D0340F-062D-4B43-ADB5-74954D542D1B}"/>
                </a:ext>
              </a:extLst>
            </p:cNvPr>
            <p:cNvCxnSpPr/>
            <p:nvPr/>
          </p:nvCxnSpPr>
          <p:spPr>
            <a:xfrm>
              <a:off x="6591155" y="5881067"/>
              <a:ext cx="1057275" cy="123825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93" name="Straight Connector 892">
              <a:extLst>
                <a:ext uri="{FF2B5EF4-FFF2-40B4-BE49-F238E27FC236}">
                  <a16:creationId xmlns:a16="http://schemas.microsoft.com/office/drawing/2014/main" id="{694966F7-E79E-AC42-A981-710223649ACC}"/>
                </a:ext>
              </a:extLst>
            </p:cNvPr>
            <p:cNvCxnSpPr/>
            <p:nvPr/>
          </p:nvCxnSpPr>
          <p:spPr>
            <a:xfrm flipV="1">
              <a:off x="5875193" y="6035055"/>
              <a:ext cx="1790700" cy="29845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E084439A-562F-9047-916D-8BFA8D983C78}"/>
                </a:ext>
              </a:extLst>
            </p:cNvPr>
            <p:cNvCxnSpPr/>
            <p:nvPr/>
          </p:nvCxnSpPr>
          <p:spPr>
            <a:xfrm flipV="1">
              <a:off x="7202343" y="6063630"/>
              <a:ext cx="588962" cy="269875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B834EF84-01CE-DB43-AA3A-31C4F6601F10}"/>
                </a:ext>
              </a:extLst>
            </p:cNvPr>
            <p:cNvCxnSpPr/>
            <p:nvPr/>
          </p:nvCxnSpPr>
          <p:spPr>
            <a:xfrm>
              <a:off x="6345093" y="5847730"/>
              <a:ext cx="814387" cy="401637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grpSp>
          <p:nvGrpSpPr>
            <p:cNvPr id="896" name="Group 895">
              <a:extLst>
                <a:ext uri="{FF2B5EF4-FFF2-40B4-BE49-F238E27FC236}">
                  <a16:creationId xmlns:a16="http://schemas.microsoft.com/office/drawing/2014/main" id="{711F93EB-336F-294F-9B30-EC65C9DC0F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4868" y="2950542"/>
              <a:ext cx="6978650" cy="1096963"/>
              <a:chOff x="1526216" y="3003498"/>
              <a:chExt cx="6978041" cy="1096962"/>
            </a:xfrm>
          </p:grpSpPr>
          <p:sp>
            <p:nvSpPr>
              <p:cNvPr id="897" name="TextBox 399">
                <a:extLst>
                  <a:ext uri="{FF2B5EF4-FFF2-40B4-BE49-F238E27FC236}">
                    <a16:creationId xmlns:a16="http://schemas.microsoft.com/office/drawing/2014/main" id="{02C371D3-2C1E-5244-9747-22984982BA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14291" y="3628973"/>
                <a:ext cx="595313" cy="4714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data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plane</a:t>
                </a:r>
              </a:p>
            </p:txBody>
          </p:sp>
          <p:sp>
            <p:nvSpPr>
              <p:cNvPr id="898" name="TextBox 400">
                <a:extLst>
                  <a:ext uri="{FF2B5EF4-FFF2-40B4-BE49-F238E27FC236}">
                    <a16:creationId xmlns:a16="http://schemas.microsoft.com/office/drawing/2014/main" id="{E9FCEA42-739D-C647-B0B2-29DF679917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28579" y="3003498"/>
                <a:ext cx="709612" cy="4714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control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plane</a:t>
                </a:r>
              </a:p>
            </p:txBody>
          </p:sp>
          <p:cxnSp>
            <p:nvCxnSpPr>
              <p:cNvPr id="899" name="Straight Connector 898">
                <a:extLst>
                  <a:ext uri="{FF2B5EF4-FFF2-40B4-BE49-F238E27FC236}">
                    <a16:creationId xmlns:a16="http://schemas.microsoft.com/office/drawing/2014/main" id="{B4D02647-EB69-3549-8B8C-C214B4362D0C}"/>
                  </a:ext>
                </a:extLst>
              </p:cNvPr>
              <p:cNvCxnSpPr/>
              <p:nvPr/>
            </p:nvCxnSpPr>
            <p:spPr bwMode="auto">
              <a:xfrm flipV="1">
                <a:off x="1526216" y="3579760"/>
                <a:ext cx="6978041" cy="11112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dash"/>
              </a:ln>
              <a:effectLst/>
            </p:spPr>
          </p:cxnSp>
        </p:grpSp>
        <p:grpSp>
          <p:nvGrpSpPr>
            <p:cNvPr id="900" name="Group 899">
              <a:extLst>
                <a:ext uri="{FF2B5EF4-FFF2-40B4-BE49-F238E27FC236}">
                  <a16:creationId xmlns:a16="http://schemas.microsoft.com/office/drawing/2014/main" id="{D1C980A1-7A81-E64E-86E7-AE4ADB468E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86093" y="2682255"/>
              <a:ext cx="4295775" cy="320675"/>
              <a:chOff x="2433511" y="2792111"/>
              <a:chExt cx="4296530" cy="320561"/>
            </a:xfrm>
          </p:grpSpPr>
          <p:grpSp>
            <p:nvGrpSpPr>
              <p:cNvPr id="901" name="Group 401">
                <a:extLst>
                  <a:ext uri="{FF2B5EF4-FFF2-40B4-BE49-F238E27FC236}">
                    <a16:creationId xmlns:a16="http://schemas.microsoft.com/office/drawing/2014/main" id="{0C7ACA51-7903-9B4D-A9BA-79FE11C0D1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33511" y="2794083"/>
                <a:ext cx="349250" cy="317387"/>
                <a:chOff x="2931664" y="3912603"/>
                <a:chExt cx="430450" cy="329314"/>
              </a:xfrm>
            </p:grpSpPr>
            <p:sp>
              <p:nvSpPr>
                <p:cNvPr id="922" name="Rectangle 921">
                  <a:extLst>
                    <a:ext uri="{FF2B5EF4-FFF2-40B4-BE49-F238E27FC236}">
                      <a16:creationId xmlns:a16="http://schemas.microsoft.com/office/drawing/2014/main" id="{4D33FA09-AAF7-044A-A5A8-F3F23C68AF3C}"/>
                    </a:ext>
                  </a:extLst>
                </p:cNvPr>
                <p:cNvSpPr/>
                <p:nvPr/>
              </p:nvSpPr>
              <p:spPr>
                <a:xfrm>
                  <a:off x="2937534" y="3912203"/>
                  <a:ext cx="424655" cy="329314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23" name="Straight Connector 922">
                  <a:extLst>
                    <a:ext uri="{FF2B5EF4-FFF2-40B4-BE49-F238E27FC236}">
                      <a16:creationId xmlns:a16="http://schemas.microsoft.com/office/drawing/2014/main" id="{C201AD05-8A56-4949-B304-A2A9AB5DD587}"/>
                    </a:ext>
                  </a:extLst>
                </p:cNvPr>
                <p:cNvCxnSpPr/>
                <p:nvPr/>
              </p:nvCxnSpPr>
              <p:spPr>
                <a:xfrm>
                  <a:off x="2931664" y="4004411"/>
                  <a:ext cx="424654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924" name="Straight Connector 923">
                  <a:extLst>
                    <a:ext uri="{FF2B5EF4-FFF2-40B4-BE49-F238E27FC236}">
                      <a16:creationId xmlns:a16="http://schemas.microsoft.com/office/drawing/2014/main" id="{ED7C9AD7-08A8-D942-BF3A-F53E94AF4B95}"/>
                    </a:ext>
                  </a:extLst>
                </p:cNvPr>
                <p:cNvCxnSpPr/>
                <p:nvPr/>
              </p:nvCxnSpPr>
              <p:spPr>
                <a:xfrm>
                  <a:off x="2931664" y="4066980"/>
                  <a:ext cx="424654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925" name="Straight Connector 924">
                  <a:extLst>
                    <a:ext uri="{FF2B5EF4-FFF2-40B4-BE49-F238E27FC236}">
                      <a16:creationId xmlns:a16="http://schemas.microsoft.com/office/drawing/2014/main" id="{143A10B8-06CC-D647-AEF7-2670CD772003}"/>
                    </a:ext>
                  </a:extLst>
                </p:cNvPr>
                <p:cNvCxnSpPr>
                  <a:stCxn id="922" idx="2"/>
                </p:cNvCxnSpPr>
                <p:nvPr/>
              </p:nvCxnSpPr>
              <p:spPr>
                <a:xfrm flipH="1" flipV="1">
                  <a:off x="3148883" y="4004411"/>
                  <a:ext cx="0" cy="23710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902" name="Group 406">
                <a:extLst>
                  <a:ext uri="{FF2B5EF4-FFF2-40B4-BE49-F238E27FC236}">
                    <a16:creationId xmlns:a16="http://schemas.microsoft.com/office/drawing/2014/main" id="{508A07A5-EEA9-904C-A972-4C4DADB526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8666" y="2792111"/>
                <a:ext cx="350838" cy="317387"/>
                <a:chOff x="2931664" y="3912603"/>
                <a:chExt cx="430450" cy="329314"/>
              </a:xfrm>
            </p:grpSpPr>
            <p:sp>
              <p:nvSpPr>
                <p:cNvPr id="918" name="Rectangle 917">
                  <a:extLst>
                    <a:ext uri="{FF2B5EF4-FFF2-40B4-BE49-F238E27FC236}">
                      <a16:creationId xmlns:a16="http://schemas.microsoft.com/office/drawing/2014/main" id="{3F286581-2453-1F47-8CC7-5657614015DB}"/>
                    </a:ext>
                  </a:extLst>
                </p:cNvPr>
                <p:cNvSpPr/>
                <p:nvPr/>
              </p:nvSpPr>
              <p:spPr>
                <a:xfrm>
                  <a:off x="2936779" y="3912603"/>
                  <a:ext cx="424681" cy="329314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19" name="Straight Connector 918">
                  <a:extLst>
                    <a:ext uri="{FF2B5EF4-FFF2-40B4-BE49-F238E27FC236}">
                      <a16:creationId xmlns:a16="http://schemas.microsoft.com/office/drawing/2014/main" id="{30F55D65-689B-184E-A7EE-17D45743B000}"/>
                    </a:ext>
                  </a:extLst>
                </p:cNvPr>
                <p:cNvCxnSpPr/>
                <p:nvPr/>
              </p:nvCxnSpPr>
              <p:spPr>
                <a:xfrm>
                  <a:off x="2930935" y="4004811"/>
                  <a:ext cx="424681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920" name="Straight Connector 919">
                  <a:extLst>
                    <a:ext uri="{FF2B5EF4-FFF2-40B4-BE49-F238E27FC236}">
                      <a16:creationId xmlns:a16="http://schemas.microsoft.com/office/drawing/2014/main" id="{076ADE22-2AEF-5040-9FA3-121B2C370E3A}"/>
                    </a:ext>
                  </a:extLst>
                </p:cNvPr>
                <p:cNvCxnSpPr/>
                <p:nvPr/>
              </p:nvCxnSpPr>
              <p:spPr>
                <a:xfrm>
                  <a:off x="2930935" y="4067381"/>
                  <a:ext cx="424681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921" name="Straight Connector 920">
                  <a:extLst>
                    <a:ext uri="{FF2B5EF4-FFF2-40B4-BE49-F238E27FC236}">
                      <a16:creationId xmlns:a16="http://schemas.microsoft.com/office/drawing/2014/main" id="{F2B6C973-6DE4-2349-9A6A-64B1F7541845}"/>
                    </a:ext>
                  </a:extLst>
                </p:cNvPr>
                <p:cNvCxnSpPr>
                  <a:stCxn id="918" idx="2"/>
                </p:cNvCxnSpPr>
                <p:nvPr/>
              </p:nvCxnSpPr>
              <p:spPr>
                <a:xfrm flipH="1" flipV="1">
                  <a:off x="3147171" y="4004811"/>
                  <a:ext cx="1949" cy="23710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903" name="Group 411">
                <a:extLst>
                  <a:ext uri="{FF2B5EF4-FFF2-40B4-BE49-F238E27FC236}">
                    <a16:creationId xmlns:a16="http://schemas.microsoft.com/office/drawing/2014/main" id="{AB449866-D0BC-6B4F-801B-0FA210DD83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82104" y="2792111"/>
                <a:ext cx="350837" cy="317387"/>
                <a:chOff x="2931664" y="3912603"/>
                <a:chExt cx="430450" cy="329314"/>
              </a:xfrm>
            </p:grpSpPr>
            <p:sp>
              <p:nvSpPr>
                <p:cNvPr id="914" name="Rectangle 913">
                  <a:extLst>
                    <a:ext uri="{FF2B5EF4-FFF2-40B4-BE49-F238E27FC236}">
                      <a16:creationId xmlns:a16="http://schemas.microsoft.com/office/drawing/2014/main" id="{4E4F9BC1-F5BE-B344-A249-E838C680C739}"/>
                    </a:ext>
                  </a:extLst>
                </p:cNvPr>
                <p:cNvSpPr/>
                <p:nvPr/>
              </p:nvSpPr>
              <p:spPr>
                <a:xfrm>
                  <a:off x="2936958" y="3912603"/>
                  <a:ext cx="424682" cy="329314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15" name="Straight Connector 914">
                  <a:extLst>
                    <a:ext uri="{FF2B5EF4-FFF2-40B4-BE49-F238E27FC236}">
                      <a16:creationId xmlns:a16="http://schemas.microsoft.com/office/drawing/2014/main" id="{DB20F410-274B-C043-A0B4-75FDB2F514FF}"/>
                    </a:ext>
                  </a:extLst>
                </p:cNvPr>
                <p:cNvCxnSpPr/>
                <p:nvPr/>
              </p:nvCxnSpPr>
              <p:spPr>
                <a:xfrm>
                  <a:off x="2931113" y="4004811"/>
                  <a:ext cx="424682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916" name="Straight Connector 915">
                  <a:extLst>
                    <a:ext uri="{FF2B5EF4-FFF2-40B4-BE49-F238E27FC236}">
                      <a16:creationId xmlns:a16="http://schemas.microsoft.com/office/drawing/2014/main" id="{7E028785-0101-4B45-BBD3-8308680B4792}"/>
                    </a:ext>
                  </a:extLst>
                </p:cNvPr>
                <p:cNvCxnSpPr/>
                <p:nvPr/>
              </p:nvCxnSpPr>
              <p:spPr>
                <a:xfrm>
                  <a:off x="2931113" y="4067381"/>
                  <a:ext cx="424682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917" name="Straight Connector 916">
                  <a:extLst>
                    <a:ext uri="{FF2B5EF4-FFF2-40B4-BE49-F238E27FC236}">
                      <a16:creationId xmlns:a16="http://schemas.microsoft.com/office/drawing/2014/main" id="{A47B9AA0-7155-B643-A937-D99E939A959D}"/>
                    </a:ext>
                  </a:extLst>
                </p:cNvPr>
                <p:cNvCxnSpPr>
                  <a:stCxn id="914" idx="2"/>
                </p:cNvCxnSpPr>
                <p:nvPr/>
              </p:nvCxnSpPr>
              <p:spPr>
                <a:xfrm flipH="1" flipV="1">
                  <a:off x="3147351" y="4004811"/>
                  <a:ext cx="1947" cy="23710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904" name="Group 416">
                <a:extLst>
                  <a:ext uri="{FF2B5EF4-FFF2-40B4-BE49-F238E27FC236}">
                    <a16:creationId xmlns:a16="http://schemas.microsoft.com/office/drawing/2014/main" id="{6CFC219B-7363-534F-BBB9-2940C18F6D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74316" y="2795285"/>
                <a:ext cx="349250" cy="317387"/>
                <a:chOff x="2931664" y="3912603"/>
                <a:chExt cx="430450" cy="329314"/>
              </a:xfrm>
            </p:grpSpPr>
            <p:sp>
              <p:nvSpPr>
                <p:cNvPr id="910" name="Rectangle 909">
                  <a:extLst>
                    <a:ext uri="{FF2B5EF4-FFF2-40B4-BE49-F238E27FC236}">
                      <a16:creationId xmlns:a16="http://schemas.microsoft.com/office/drawing/2014/main" id="{A90F17FE-7DC7-C744-AC85-74012E165AB3}"/>
                    </a:ext>
                  </a:extLst>
                </p:cNvPr>
                <p:cNvSpPr/>
                <p:nvPr/>
              </p:nvSpPr>
              <p:spPr>
                <a:xfrm>
                  <a:off x="2937241" y="3912603"/>
                  <a:ext cx="424655" cy="329314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11" name="Straight Connector 910">
                  <a:extLst>
                    <a:ext uri="{FF2B5EF4-FFF2-40B4-BE49-F238E27FC236}">
                      <a16:creationId xmlns:a16="http://schemas.microsoft.com/office/drawing/2014/main" id="{493DE14E-A2F1-A249-AD60-B96754D395E1}"/>
                    </a:ext>
                  </a:extLst>
                </p:cNvPr>
                <p:cNvCxnSpPr/>
                <p:nvPr/>
              </p:nvCxnSpPr>
              <p:spPr>
                <a:xfrm>
                  <a:off x="2931371" y="4004811"/>
                  <a:ext cx="424654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912" name="Straight Connector 911">
                  <a:extLst>
                    <a:ext uri="{FF2B5EF4-FFF2-40B4-BE49-F238E27FC236}">
                      <a16:creationId xmlns:a16="http://schemas.microsoft.com/office/drawing/2014/main" id="{8DFE02DA-2A86-4844-B164-F4DC02A4123A}"/>
                    </a:ext>
                  </a:extLst>
                </p:cNvPr>
                <p:cNvCxnSpPr/>
                <p:nvPr/>
              </p:nvCxnSpPr>
              <p:spPr>
                <a:xfrm>
                  <a:off x="2931371" y="4067381"/>
                  <a:ext cx="424654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913" name="Straight Connector 912">
                  <a:extLst>
                    <a:ext uri="{FF2B5EF4-FFF2-40B4-BE49-F238E27FC236}">
                      <a16:creationId xmlns:a16="http://schemas.microsoft.com/office/drawing/2014/main" id="{C4AA7EE7-5C2E-8D48-989F-F7194666A353}"/>
                    </a:ext>
                  </a:extLst>
                </p:cNvPr>
                <p:cNvCxnSpPr>
                  <a:stCxn id="910" idx="2"/>
                </p:cNvCxnSpPr>
                <p:nvPr/>
              </p:nvCxnSpPr>
              <p:spPr>
                <a:xfrm flipH="1" flipV="1">
                  <a:off x="3148590" y="4004811"/>
                  <a:ext cx="0" cy="23710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905" name="Group 421">
                <a:extLst>
                  <a:ext uri="{FF2B5EF4-FFF2-40B4-BE49-F238E27FC236}">
                    <a16:creationId xmlns:a16="http://schemas.microsoft.com/office/drawing/2014/main" id="{1FA36B18-95B0-CB4E-95BE-59E9718161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79204" y="2792111"/>
                <a:ext cx="350837" cy="317387"/>
                <a:chOff x="2931664" y="3912603"/>
                <a:chExt cx="430450" cy="329314"/>
              </a:xfrm>
            </p:grpSpPr>
            <p:sp>
              <p:nvSpPr>
                <p:cNvPr id="906" name="Rectangle 905">
                  <a:extLst>
                    <a:ext uri="{FF2B5EF4-FFF2-40B4-BE49-F238E27FC236}">
                      <a16:creationId xmlns:a16="http://schemas.microsoft.com/office/drawing/2014/main" id="{EE684161-8E76-E041-95F6-E692F09DB739}"/>
                    </a:ext>
                  </a:extLst>
                </p:cNvPr>
                <p:cNvSpPr/>
                <p:nvPr/>
              </p:nvSpPr>
              <p:spPr>
                <a:xfrm>
                  <a:off x="2937432" y="3912603"/>
                  <a:ext cx="424682" cy="329314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07" name="Straight Connector 906">
                  <a:extLst>
                    <a:ext uri="{FF2B5EF4-FFF2-40B4-BE49-F238E27FC236}">
                      <a16:creationId xmlns:a16="http://schemas.microsoft.com/office/drawing/2014/main" id="{7927B3EE-2CC2-B44C-94F1-B69CA0A815A2}"/>
                    </a:ext>
                  </a:extLst>
                </p:cNvPr>
                <p:cNvCxnSpPr/>
                <p:nvPr/>
              </p:nvCxnSpPr>
              <p:spPr>
                <a:xfrm>
                  <a:off x="2931587" y="4004811"/>
                  <a:ext cx="424682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908" name="Straight Connector 907">
                  <a:extLst>
                    <a:ext uri="{FF2B5EF4-FFF2-40B4-BE49-F238E27FC236}">
                      <a16:creationId xmlns:a16="http://schemas.microsoft.com/office/drawing/2014/main" id="{89B6595F-CFF0-3B40-B47C-ADB86E974281}"/>
                    </a:ext>
                  </a:extLst>
                </p:cNvPr>
                <p:cNvCxnSpPr/>
                <p:nvPr/>
              </p:nvCxnSpPr>
              <p:spPr>
                <a:xfrm>
                  <a:off x="2931587" y="4067381"/>
                  <a:ext cx="424682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909" name="Straight Connector 908">
                  <a:extLst>
                    <a:ext uri="{FF2B5EF4-FFF2-40B4-BE49-F238E27FC236}">
                      <a16:creationId xmlns:a16="http://schemas.microsoft.com/office/drawing/2014/main" id="{C551D2B6-035F-CE4D-A43A-5FFB5AFCEED5}"/>
                    </a:ext>
                  </a:extLst>
                </p:cNvPr>
                <p:cNvCxnSpPr>
                  <a:stCxn id="906" idx="2"/>
                </p:cNvCxnSpPr>
                <p:nvPr/>
              </p:nvCxnSpPr>
              <p:spPr>
                <a:xfrm flipH="1" flipV="1">
                  <a:off x="3147825" y="4004811"/>
                  <a:ext cx="1947" cy="23710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</p:grpSp>
        <p:grpSp>
          <p:nvGrpSpPr>
            <p:cNvPr id="926" name="Group 925">
              <a:extLst>
                <a:ext uri="{FF2B5EF4-FFF2-40B4-BE49-F238E27FC236}">
                  <a16:creationId xmlns:a16="http://schemas.microsoft.com/office/drawing/2014/main" id="{A988FEAF-222E-2C4B-8C38-8B6C17D4D6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5068" y="3656980"/>
              <a:ext cx="5211762" cy="2740025"/>
              <a:chOff x="1856416" y="3709935"/>
              <a:chExt cx="5211763" cy="2739614"/>
            </a:xfrm>
          </p:grpSpPr>
          <p:sp>
            <p:nvSpPr>
              <p:cNvPr id="927" name="Freeform 926">
                <a:extLst>
                  <a:ext uri="{FF2B5EF4-FFF2-40B4-BE49-F238E27FC236}">
                    <a16:creationId xmlns:a16="http://schemas.microsoft.com/office/drawing/2014/main" id="{875BCAC4-B573-D54B-BF32-094096F89D98}"/>
                  </a:ext>
                </a:extLst>
              </p:cNvPr>
              <p:cNvSpPr/>
              <p:nvPr/>
            </p:nvSpPr>
            <p:spPr>
              <a:xfrm>
                <a:off x="1877053" y="5330529"/>
                <a:ext cx="1281113" cy="758711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325315"/>
                  <a:gd name="connsiteY0" fmla="*/ 1160935 h 1160935"/>
                  <a:gd name="connsiteX1" fmla="*/ 0 w 1325315"/>
                  <a:gd name="connsiteY1" fmla="*/ 0 h 1160935"/>
                  <a:gd name="connsiteX2" fmla="*/ 1040633 w 1325315"/>
                  <a:gd name="connsiteY2" fmla="*/ 16785 h 1160935"/>
                  <a:gd name="connsiteX3" fmla="*/ 1214315 w 1325315"/>
                  <a:gd name="connsiteY3" fmla="*/ 1064597 h 1160935"/>
                  <a:gd name="connsiteX4" fmla="*/ 448507 w 1325315"/>
                  <a:gd name="connsiteY4" fmla="*/ 1160935 h 1160935"/>
                  <a:gd name="connsiteX0" fmla="*/ 448507 w 1214315"/>
                  <a:gd name="connsiteY0" fmla="*/ 1160935 h 1160935"/>
                  <a:gd name="connsiteX1" fmla="*/ 0 w 1214315"/>
                  <a:gd name="connsiteY1" fmla="*/ 0 h 1160935"/>
                  <a:gd name="connsiteX2" fmla="*/ 1040633 w 1214315"/>
                  <a:gd name="connsiteY2" fmla="*/ 16785 h 1160935"/>
                  <a:gd name="connsiteX3" fmla="*/ 1214315 w 1214315"/>
                  <a:gd name="connsiteY3" fmla="*/ 1064597 h 1160935"/>
                  <a:gd name="connsiteX4" fmla="*/ 448507 w 1214315"/>
                  <a:gd name="connsiteY4" fmla="*/ 1160935 h 1160935"/>
                  <a:gd name="connsiteX0" fmla="*/ 448507 w 1214315"/>
                  <a:gd name="connsiteY0" fmla="*/ 1160935 h 1160935"/>
                  <a:gd name="connsiteX1" fmla="*/ 0 w 1214315"/>
                  <a:gd name="connsiteY1" fmla="*/ 0 h 1160935"/>
                  <a:gd name="connsiteX2" fmla="*/ 1040633 w 1214315"/>
                  <a:gd name="connsiteY2" fmla="*/ 16785 h 1160935"/>
                  <a:gd name="connsiteX3" fmla="*/ 1214315 w 1214315"/>
                  <a:gd name="connsiteY3" fmla="*/ 1064597 h 1160935"/>
                  <a:gd name="connsiteX4" fmla="*/ 448507 w 1214315"/>
                  <a:gd name="connsiteY4" fmla="*/ 1160935 h 1160935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340486"/>
                  <a:gd name="connsiteY0" fmla="*/ 921649 h 921649"/>
                  <a:gd name="connsiteX1" fmla="*/ 0 w 1340486"/>
                  <a:gd name="connsiteY1" fmla="*/ 51716 h 921649"/>
                  <a:gd name="connsiteX2" fmla="*/ 1059218 w 1340486"/>
                  <a:gd name="connsiteY2" fmla="*/ 355 h 921649"/>
                  <a:gd name="connsiteX3" fmla="*/ 1340486 w 1340486"/>
                  <a:gd name="connsiteY3" fmla="*/ 709789 h 921649"/>
                  <a:gd name="connsiteX4" fmla="*/ 1060159 w 1340486"/>
                  <a:gd name="connsiteY4" fmla="*/ 921649 h 921649"/>
                  <a:gd name="connsiteX0" fmla="*/ 1060159 w 1340486"/>
                  <a:gd name="connsiteY0" fmla="*/ 921649 h 921649"/>
                  <a:gd name="connsiteX1" fmla="*/ 0 w 1340486"/>
                  <a:gd name="connsiteY1" fmla="*/ 51716 h 921649"/>
                  <a:gd name="connsiteX2" fmla="*/ 1059218 w 1340486"/>
                  <a:gd name="connsiteY2" fmla="*/ 355 h 921649"/>
                  <a:gd name="connsiteX3" fmla="*/ 1340486 w 1340486"/>
                  <a:gd name="connsiteY3" fmla="*/ 709789 h 921649"/>
                  <a:gd name="connsiteX4" fmla="*/ 1060159 w 1340486"/>
                  <a:gd name="connsiteY4" fmla="*/ 921649 h 921649"/>
                  <a:gd name="connsiteX0" fmla="*/ 1060159 w 1340486"/>
                  <a:gd name="connsiteY0" fmla="*/ 921649 h 921649"/>
                  <a:gd name="connsiteX1" fmla="*/ 0 w 1340486"/>
                  <a:gd name="connsiteY1" fmla="*/ 51716 h 921649"/>
                  <a:gd name="connsiteX2" fmla="*/ 1059218 w 1340486"/>
                  <a:gd name="connsiteY2" fmla="*/ 355 h 921649"/>
                  <a:gd name="connsiteX3" fmla="*/ 1340486 w 1340486"/>
                  <a:gd name="connsiteY3" fmla="*/ 709789 h 921649"/>
                  <a:gd name="connsiteX4" fmla="*/ 1060159 w 1340486"/>
                  <a:gd name="connsiteY4" fmla="*/ 921649 h 921649"/>
                  <a:gd name="connsiteX0" fmla="*/ 1025166 w 1340486"/>
                  <a:gd name="connsiteY0" fmla="*/ 746482 h 746482"/>
                  <a:gd name="connsiteX1" fmla="*/ 0 w 1340486"/>
                  <a:gd name="connsiteY1" fmla="*/ 51716 h 746482"/>
                  <a:gd name="connsiteX2" fmla="*/ 1059218 w 1340486"/>
                  <a:gd name="connsiteY2" fmla="*/ 355 h 746482"/>
                  <a:gd name="connsiteX3" fmla="*/ 1340486 w 1340486"/>
                  <a:gd name="connsiteY3" fmla="*/ 709789 h 746482"/>
                  <a:gd name="connsiteX4" fmla="*/ 1025166 w 1340486"/>
                  <a:gd name="connsiteY4" fmla="*/ 746482 h 746482"/>
                  <a:gd name="connsiteX0" fmla="*/ 1025166 w 1340486"/>
                  <a:gd name="connsiteY0" fmla="*/ 746482 h 746482"/>
                  <a:gd name="connsiteX1" fmla="*/ 0 w 1340486"/>
                  <a:gd name="connsiteY1" fmla="*/ 51716 h 746482"/>
                  <a:gd name="connsiteX2" fmla="*/ 1059218 w 1340486"/>
                  <a:gd name="connsiteY2" fmla="*/ 355 h 746482"/>
                  <a:gd name="connsiteX3" fmla="*/ 1340486 w 1340486"/>
                  <a:gd name="connsiteY3" fmla="*/ 709789 h 746482"/>
                  <a:gd name="connsiteX4" fmla="*/ 1025166 w 1340486"/>
                  <a:gd name="connsiteY4" fmla="*/ 746482 h 746482"/>
                  <a:gd name="connsiteX0" fmla="*/ 965179 w 1280499"/>
                  <a:gd name="connsiteY0" fmla="*/ 759828 h 759828"/>
                  <a:gd name="connsiteX1" fmla="*/ 0 w 1280499"/>
                  <a:gd name="connsiteY1" fmla="*/ 0 h 759828"/>
                  <a:gd name="connsiteX2" fmla="*/ 999231 w 1280499"/>
                  <a:gd name="connsiteY2" fmla="*/ 13701 h 759828"/>
                  <a:gd name="connsiteX3" fmla="*/ 1280499 w 1280499"/>
                  <a:gd name="connsiteY3" fmla="*/ 723135 h 759828"/>
                  <a:gd name="connsiteX4" fmla="*/ 965179 w 1280499"/>
                  <a:gd name="connsiteY4" fmla="*/ 759828 h 759828"/>
                  <a:gd name="connsiteX0" fmla="*/ 965179 w 1280499"/>
                  <a:gd name="connsiteY0" fmla="*/ 759828 h 759828"/>
                  <a:gd name="connsiteX1" fmla="*/ 0 w 1280499"/>
                  <a:gd name="connsiteY1" fmla="*/ 0 h 759828"/>
                  <a:gd name="connsiteX2" fmla="*/ 999231 w 1280499"/>
                  <a:gd name="connsiteY2" fmla="*/ 13701 h 759828"/>
                  <a:gd name="connsiteX3" fmla="*/ 1280499 w 1280499"/>
                  <a:gd name="connsiteY3" fmla="*/ 723135 h 759828"/>
                  <a:gd name="connsiteX4" fmla="*/ 965179 w 1280499"/>
                  <a:gd name="connsiteY4" fmla="*/ 759828 h 759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0499" h="759828">
                    <a:moveTo>
                      <a:pt x="965179" y="759828"/>
                    </a:moveTo>
                    <a:cubicBezTo>
                      <a:pt x="301565" y="231725"/>
                      <a:pt x="628999" y="498939"/>
                      <a:pt x="0" y="0"/>
                    </a:cubicBezTo>
                    <a:lnTo>
                      <a:pt x="999231" y="13701"/>
                    </a:lnTo>
                    <a:cubicBezTo>
                      <a:pt x="1112985" y="379881"/>
                      <a:pt x="1055867" y="236107"/>
                      <a:pt x="1280499" y="723135"/>
                    </a:cubicBezTo>
                    <a:cubicBezTo>
                      <a:pt x="1186079" y="728668"/>
                      <a:pt x="1127207" y="701414"/>
                      <a:pt x="965179" y="75982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928" name="Freeform 927">
                <a:extLst>
                  <a:ext uri="{FF2B5EF4-FFF2-40B4-BE49-F238E27FC236}">
                    <a16:creationId xmlns:a16="http://schemas.microsoft.com/office/drawing/2014/main" id="{0D857BEA-FC6F-1449-A5C0-C21CC8BC5CED}"/>
                  </a:ext>
                </a:extLst>
              </p:cNvPr>
              <p:cNvSpPr/>
              <p:nvPr/>
            </p:nvSpPr>
            <p:spPr>
              <a:xfrm>
                <a:off x="6202992" y="5428939"/>
                <a:ext cx="865187" cy="553955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23004 w 954755"/>
                  <a:gd name="connsiteY0" fmla="*/ 943771 h 976186"/>
                  <a:gd name="connsiteX1" fmla="*/ 455145 w 954755"/>
                  <a:gd name="connsiteY1" fmla="*/ 11688 h 976186"/>
                  <a:gd name="connsiteX2" fmla="*/ 954755 w 954755"/>
                  <a:gd name="connsiteY2" fmla="*/ 0 h 976186"/>
                  <a:gd name="connsiteX3" fmla="*/ 728484 w 954755"/>
                  <a:gd name="connsiteY3" fmla="*/ 976186 h 976186"/>
                  <a:gd name="connsiteX4" fmla="*/ 23004 w 954755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56363"/>
                  <a:gd name="connsiteY0" fmla="*/ 932083 h 954654"/>
                  <a:gd name="connsiteX1" fmla="*/ 432141 w 956363"/>
                  <a:gd name="connsiteY1" fmla="*/ 0 h 954654"/>
                  <a:gd name="connsiteX2" fmla="*/ 956363 w 956363"/>
                  <a:gd name="connsiteY2" fmla="*/ 12924 h 954654"/>
                  <a:gd name="connsiteX3" fmla="*/ 183705 w 956363"/>
                  <a:gd name="connsiteY3" fmla="*/ 954654 h 954654"/>
                  <a:gd name="connsiteX4" fmla="*/ 0 w 956363"/>
                  <a:gd name="connsiteY4" fmla="*/ 932083 h 954654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1011379"/>
                  <a:gd name="connsiteY0" fmla="*/ 605727 h 758185"/>
                  <a:gd name="connsiteX1" fmla="*/ 490915 w 1011379"/>
                  <a:gd name="connsiteY1" fmla="*/ 13939 h 758185"/>
                  <a:gd name="connsiteX2" fmla="*/ 1011379 w 1011379"/>
                  <a:gd name="connsiteY2" fmla="*/ 563 h 758185"/>
                  <a:gd name="connsiteX3" fmla="*/ 268780 w 1011379"/>
                  <a:gd name="connsiteY3" fmla="*/ 758185 h 758185"/>
                  <a:gd name="connsiteX4" fmla="*/ 0 w 1011379"/>
                  <a:gd name="connsiteY4" fmla="*/ 605727 h 758185"/>
                  <a:gd name="connsiteX0" fmla="*/ 0 w 1011379"/>
                  <a:gd name="connsiteY0" fmla="*/ 605727 h 648280"/>
                  <a:gd name="connsiteX1" fmla="*/ 490915 w 1011379"/>
                  <a:gd name="connsiteY1" fmla="*/ 13939 h 648280"/>
                  <a:gd name="connsiteX2" fmla="*/ 1011379 w 1011379"/>
                  <a:gd name="connsiteY2" fmla="*/ 563 h 648280"/>
                  <a:gd name="connsiteX3" fmla="*/ 198718 w 1011379"/>
                  <a:gd name="connsiteY3" fmla="*/ 648280 h 648280"/>
                  <a:gd name="connsiteX4" fmla="*/ 0 w 1011379"/>
                  <a:gd name="connsiteY4" fmla="*/ 605727 h 648280"/>
                  <a:gd name="connsiteX0" fmla="*/ 0 w 1011379"/>
                  <a:gd name="connsiteY0" fmla="*/ 605727 h 648280"/>
                  <a:gd name="connsiteX1" fmla="*/ 490915 w 1011379"/>
                  <a:gd name="connsiteY1" fmla="*/ 13939 h 648280"/>
                  <a:gd name="connsiteX2" fmla="*/ 1011379 w 1011379"/>
                  <a:gd name="connsiteY2" fmla="*/ 563 h 648280"/>
                  <a:gd name="connsiteX3" fmla="*/ 198718 w 1011379"/>
                  <a:gd name="connsiteY3" fmla="*/ 648280 h 648280"/>
                  <a:gd name="connsiteX4" fmla="*/ 0 w 1011379"/>
                  <a:gd name="connsiteY4" fmla="*/ 605727 h 648280"/>
                  <a:gd name="connsiteX0" fmla="*/ 0 w 1011379"/>
                  <a:gd name="connsiteY0" fmla="*/ 605727 h 648280"/>
                  <a:gd name="connsiteX1" fmla="*/ 490915 w 1011379"/>
                  <a:gd name="connsiteY1" fmla="*/ 13939 h 648280"/>
                  <a:gd name="connsiteX2" fmla="*/ 1011379 w 1011379"/>
                  <a:gd name="connsiteY2" fmla="*/ 563 h 648280"/>
                  <a:gd name="connsiteX3" fmla="*/ 198718 w 1011379"/>
                  <a:gd name="connsiteY3" fmla="*/ 648280 h 648280"/>
                  <a:gd name="connsiteX4" fmla="*/ 0 w 1011379"/>
                  <a:gd name="connsiteY4" fmla="*/ 605727 h 648280"/>
                  <a:gd name="connsiteX0" fmla="*/ 0 w 1011379"/>
                  <a:gd name="connsiteY0" fmla="*/ 605727 h 605727"/>
                  <a:gd name="connsiteX1" fmla="*/ 490915 w 1011379"/>
                  <a:gd name="connsiteY1" fmla="*/ 13939 h 605727"/>
                  <a:gd name="connsiteX2" fmla="*/ 1011379 w 1011379"/>
                  <a:gd name="connsiteY2" fmla="*/ 563 h 605727"/>
                  <a:gd name="connsiteX3" fmla="*/ 318823 w 1011379"/>
                  <a:gd name="connsiteY3" fmla="*/ 553361 h 605727"/>
                  <a:gd name="connsiteX4" fmla="*/ 0 w 1011379"/>
                  <a:gd name="connsiteY4" fmla="*/ 605727 h 605727"/>
                  <a:gd name="connsiteX0" fmla="*/ 0 w 866251"/>
                  <a:gd name="connsiteY0" fmla="*/ 540783 h 553361"/>
                  <a:gd name="connsiteX1" fmla="*/ 345787 w 866251"/>
                  <a:gd name="connsiteY1" fmla="*/ 13939 h 553361"/>
                  <a:gd name="connsiteX2" fmla="*/ 866251 w 866251"/>
                  <a:gd name="connsiteY2" fmla="*/ 563 h 553361"/>
                  <a:gd name="connsiteX3" fmla="*/ 173695 w 866251"/>
                  <a:gd name="connsiteY3" fmla="*/ 553361 h 553361"/>
                  <a:gd name="connsiteX4" fmla="*/ 0 w 866251"/>
                  <a:gd name="connsiteY4" fmla="*/ 540783 h 553361"/>
                  <a:gd name="connsiteX0" fmla="*/ 0 w 866251"/>
                  <a:gd name="connsiteY0" fmla="*/ 540783 h 553361"/>
                  <a:gd name="connsiteX1" fmla="*/ 345787 w 866251"/>
                  <a:gd name="connsiteY1" fmla="*/ 13939 h 553361"/>
                  <a:gd name="connsiteX2" fmla="*/ 866251 w 866251"/>
                  <a:gd name="connsiteY2" fmla="*/ 563 h 553361"/>
                  <a:gd name="connsiteX3" fmla="*/ 173695 w 866251"/>
                  <a:gd name="connsiteY3" fmla="*/ 553361 h 553361"/>
                  <a:gd name="connsiteX4" fmla="*/ 0 w 866251"/>
                  <a:gd name="connsiteY4" fmla="*/ 540783 h 553361"/>
                  <a:gd name="connsiteX0" fmla="*/ 0 w 866251"/>
                  <a:gd name="connsiteY0" fmla="*/ 540783 h 553361"/>
                  <a:gd name="connsiteX1" fmla="*/ 345787 w 866251"/>
                  <a:gd name="connsiteY1" fmla="*/ 13939 h 553361"/>
                  <a:gd name="connsiteX2" fmla="*/ 866251 w 866251"/>
                  <a:gd name="connsiteY2" fmla="*/ 563 h 553361"/>
                  <a:gd name="connsiteX3" fmla="*/ 173695 w 866251"/>
                  <a:gd name="connsiteY3" fmla="*/ 553361 h 553361"/>
                  <a:gd name="connsiteX4" fmla="*/ 0 w 866251"/>
                  <a:gd name="connsiteY4" fmla="*/ 540783 h 553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6251" h="553361">
                    <a:moveTo>
                      <a:pt x="0" y="540783"/>
                    </a:moveTo>
                    <a:cubicBezTo>
                      <a:pt x="274887" y="134762"/>
                      <a:pt x="159176" y="337938"/>
                      <a:pt x="345787" y="13939"/>
                    </a:cubicBezTo>
                    <a:cubicBezTo>
                      <a:pt x="520528" y="18247"/>
                      <a:pt x="691510" y="-3745"/>
                      <a:pt x="866251" y="563"/>
                    </a:cubicBezTo>
                    <a:cubicBezTo>
                      <a:pt x="252709" y="502795"/>
                      <a:pt x="640047" y="209256"/>
                      <a:pt x="173695" y="553361"/>
                    </a:cubicBezTo>
                    <a:cubicBezTo>
                      <a:pt x="39410" y="524725"/>
                      <a:pt x="196198" y="539317"/>
                      <a:pt x="0" y="540783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929" name="Freeform 928">
                <a:extLst>
                  <a:ext uri="{FF2B5EF4-FFF2-40B4-BE49-F238E27FC236}">
                    <a16:creationId xmlns:a16="http://schemas.microsoft.com/office/drawing/2014/main" id="{218DF382-E11C-A94A-ABF5-F93EB0534196}"/>
                  </a:ext>
                </a:extLst>
              </p:cNvPr>
              <p:cNvSpPr/>
              <p:nvPr/>
            </p:nvSpPr>
            <p:spPr>
              <a:xfrm>
                <a:off x="5377492" y="5449574"/>
                <a:ext cx="676275" cy="896802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27977 w 802211"/>
                  <a:gd name="connsiteY0" fmla="*/ 815791 h 976186"/>
                  <a:gd name="connsiteX1" fmla="*/ 302601 w 802211"/>
                  <a:gd name="connsiteY1" fmla="*/ 11688 h 976186"/>
                  <a:gd name="connsiteX2" fmla="*/ 802211 w 802211"/>
                  <a:gd name="connsiteY2" fmla="*/ 0 h 976186"/>
                  <a:gd name="connsiteX3" fmla="*/ 575940 w 802211"/>
                  <a:gd name="connsiteY3" fmla="*/ 976186 h 976186"/>
                  <a:gd name="connsiteX4" fmla="*/ 27977 w 802211"/>
                  <a:gd name="connsiteY4" fmla="*/ 815791 h 976186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28714 h 828714"/>
                  <a:gd name="connsiteX1" fmla="*/ 302601 w 802211"/>
                  <a:gd name="connsiteY1" fmla="*/ 0 h 828714"/>
                  <a:gd name="connsiteX2" fmla="*/ 802211 w 802211"/>
                  <a:gd name="connsiteY2" fmla="*/ 12923 h 828714"/>
                  <a:gd name="connsiteX3" fmla="*/ 236294 w 802211"/>
                  <a:gd name="connsiteY3" fmla="*/ 821751 h 828714"/>
                  <a:gd name="connsiteX4" fmla="*/ 27977 w 802211"/>
                  <a:gd name="connsiteY4" fmla="*/ 828714 h 828714"/>
                  <a:gd name="connsiteX0" fmla="*/ 56213 w 830447"/>
                  <a:gd name="connsiteY0" fmla="*/ 828714 h 828714"/>
                  <a:gd name="connsiteX1" fmla="*/ 330837 w 830447"/>
                  <a:gd name="connsiteY1" fmla="*/ 0 h 828714"/>
                  <a:gd name="connsiteX2" fmla="*/ 830447 w 830447"/>
                  <a:gd name="connsiteY2" fmla="*/ 12923 h 828714"/>
                  <a:gd name="connsiteX3" fmla="*/ 264530 w 830447"/>
                  <a:gd name="connsiteY3" fmla="*/ 821751 h 828714"/>
                  <a:gd name="connsiteX4" fmla="*/ 56213 w 830447"/>
                  <a:gd name="connsiteY4" fmla="*/ 828714 h 828714"/>
                  <a:gd name="connsiteX0" fmla="*/ 64130 w 789139"/>
                  <a:gd name="connsiteY0" fmla="*/ 794258 h 821751"/>
                  <a:gd name="connsiteX1" fmla="*/ 289529 w 789139"/>
                  <a:gd name="connsiteY1" fmla="*/ 0 h 821751"/>
                  <a:gd name="connsiteX2" fmla="*/ 789139 w 789139"/>
                  <a:gd name="connsiteY2" fmla="*/ 12923 h 821751"/>
                  <a:gd name="connsiteX3" fmla="*/ 223222 w 789139"/>
                  <a:gd name="connsiteY3" fmla="*/ 821751 h 821751"/>
                  <a:gd name="connsiteX4" fmla="*/ 64130 w 789139"/>
                  <a:gd name="connsiteY4" fmla="*/ 794258 h 821751"/>
                  <a:gd name="connsiteX0" fmla="*/ 0 w 725009"/>
                  <a:gd name="connsiteY0" fmla="*/ 794258 h 821751"/>
                  <a:gd name="connsiteX1" fmla="*/ 225399 w 725009"/>
                  <a:gd name="connsiteY1" fmla="*/ 0 h 821751"/>
                  <a:gd name="connsiteX2" fmla="*/ 725009 w 725009"/>
                  <a:gd name="connsiteY2" fmla="*/ 12923 h 821751"/>
                  <a:gd name="connsiteX3" fmla="*/ 159092 w 725009"/>
                  <a:gd name="connsiteY3" fmla="*/ 821751 h 821751"/>
                  <a:gd name="connsiteX4" fmla="*/ 0 w 725009"/>
                  <a:gd name="connsiteY4" fmla="*/ 794258 h 82175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422433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497"/>
                  <a:gd name="connsiteY0" fmla="*/ 1279028 h 1306521"/>
                  <a:gd name="connsiteX1" fmla="*/ 225399 w 725497"/>
                  <a:gd name="connsiteY1" fmla="*/ 75260 h 1306521"/>
                  <a:gd name="connsiteX2" fmla="*/ 396193 w 725497"/>
                  <a:gd name="connsiteY2" fmla="*/ 156799 h 1306521"/>
                  <a:gd name="connsiteX3" fmla="*/ 725009 w 725497"/>
                  <a:gd name="connsiteY3" fmla="*/ 205042 h 1306521"/>
                  <a:gd name="connsiteX4" fmla="*/ 159092 w 725497"/>
                  <a:gd name="connsiteY4" fmla="*/ 1306521 h 1306521"/>
                  <a:gd name="connsiteX5" fmla="*/ 0 w 725497"/>
                  <a:gd name="connsiteY5" fmla="*/ 1279028 h 1306521"/>
                  <a:gd name="connsiteX0" fmla="*/ 0 w 725239"/>
                  <a:gd name="connsiteY0" fmla="*/ 1295668 h 1323161"/>
                  <a:gd name="connsiteX1" fmla="*/ 225399 w 725239"/>
                  <a:gd name="connsiteY1" fmla="*/ 91900 h 1323161"/>
                  <a:gd name="connsiteX2" fmla="*/ 725009 w 725239"/>
                  <a:gd name="connsiteY2" fmla="*/ 221682 h 1323161"/>
                  <a:gd name="connsiteX3" fmla="*/ 159092 w 725239"/>
                  <a:gd name="connsiteY3" fmla="*/ 1323161 h 1323161"/>
                  <a:gd name="connsiteX4" fmla="*/ 0 w 725239"/>
                  <a:gd name="connsiteY4" fmla="*/ 1295668 h 1323161"/>
                  <a:gd name="connsiteX0" fmla="*/ 0 w 725221"/>
                  <a:gd name="connsiteY0" fmla="*/ 1210552 h 1238045"/>
                  <a:gd name="connsiteX1" fmla="*/ 191583 w 725221"/>
                  <a:gd name="connsiteY1" fmla="*/ 153319 h 1238045"/>
                  <a:gd name="connsiteX2" fmla="*/ 725009 w 725221"/>
                  <a:gd name="connsiteY2" fmla="*/ 136566 h 1238045"/>
                  <a:gd name="connsiteX3" fmla="*/ 159092 w 725221"/>
                  <a:gd name="connsiteY3" fmla="*/ 1238045 h 1238045"/>
                  <a:gd name="connsiteX4" fmla="*/ 0 w 725221"/>
                  <a:gd name="connsiteY4" fmla="*/ 1210552 h 1238045"/>
                  <a:gd name="connsiteX0" fmla="*/ 0 w 725305"/>
                  <a:gd name="connsiteY0" fmla="*/ 1158512 h 1186005"/>
                  <a:gd name="connsiteX1" fmla="*/ 191583 w 725305"/>
                  <a:gd name="connsiteY1" fmla="*/ 101279 h 1186005"/>
                  <a:gd name="connsiteX2" fmla="*/ 725009 w 725305"/>
                  <a:gd name="connsiteY2" fmla="*/ 84526 h 1186005"/>
                  <a:gd name="connsiteX3" fmla="*/ 159092 w 725305"/>
                  <a:gd name="connsiteY3" fmla="*/ 1186005 h 1186005"/>
                  <a:gd name="connsiteX4" fmla="*/ 0 w 725305"/>
                  <a:gd name="connsiteY4" fmla="*/ 1158512 h 1186005"/>
                  <a:gd name="connsiteX0" fmla="*/ 0 w 725009"/>
                  <a:gd name="connsiteY0" fmla="*/ 1073986 h 1101479"/>
                  <a:gd name="connsiteX1" fmla="*/ 191583 w 725009"/>
                  <a:gd name="connsiteY1" fmla="*/ 16753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074607"/>
                  <a:gd name="connsiteX1" fmla="*/ 206612 w 725009"/>
                  <a:gd name="connsiteY1" fmla="*/ 1724 h 1074607"/>
                  <a:gd name="connsiteX2" fmla="*/ 725009 w 725009"/>
                  <a:gd name="connsiteY2" fmla="*/ 0 h 1074607"/>
                  <a:gd name="connsiteX3" fmla="*/ 229048 w 725009"/>
                  <a:gd name="connsiteY3" fmla="*/ 886531 h 1074607"/>
                  <a:gd name="connsiteX4" fmla="*/ 0 w 725009"/>
                  <a:gd name="connsiteY4" fmla="*/ 1073986 h 1074607"/>
                  <a:gd name="connsiteX0" fmla="*/ 0 w 725009"/>
                  <a:gd name="connsiteY0" fmla="*/ 1073986 h 1074607"/>
                  <a:gd name="connsiteX1" fmla="*/ 206612 w 725009"/>
                  <a:gd name="connsiteY1" fmla="*/ 1724 h 1074607"/>
                  <a:gd name="connsiteX2" fmla="*/ 725009 w 725009"/>
                  <a:gd name="connsiteY2" fmla="*/ 0 h 1074607"/>
                  <a:gd name="connsiteX3" fmla="*/ 229048 w 725009"/>
                  <a:gd name="connsiteY3" fmla="*/ 886531 h 1074607"/>
                  <a:gd name="connsiteX4" fmla="*/ 0 w 725009"/>
                  <a:gd name="connsiteY4" fmla="*/ 1073986 h 1074607"/>
                  <a:gd name="connsiteX0" fmla="*/ 0 w 675040"/>
                  <a:gd name="connsiteY0" fmla="*/ 894029 h 896577"/>
                  <a:gd name="connsiteX1" fmla="*/ 156643 w 675040"/>
                  <a:gd name="connsiteY1" fmla="*/ 1724 h 896577"/>
                  <a:gd name="connsiteX2" fmla="*/ 675040 w 675040"/>
                  <a:gd name="connsiteY2" fmla="*/ 0 h 896577"/>
                  <a:gd name="connsiteX3" fmla="*/ 179079 w 675040"/>
                  <a:gd name="connsiteY3" fmla="*/ 886531 h 896577"/>
                  <a:gd name="connsiteX4" fmla="*/ 0 w 675040"/>
                  <a:gd name="connsiteY4" fmla="*/ 894029 h 896577"/>
                  <a:gd name="connsiteX0" fmla="*/ 0 w 675040"/>
                  <a:gd name="connsiteY0" fmla="*/ 894029 h 896577"/>
                  <a:gd name="connsiteX1" fmla="*/ 186623 w 675040"/>
                  <a:gd name="connsiteY1" fmla="*/ 1724 h 896577"/>
                  <a:gd name="connsiteX2" fmla="*/ 675040 w 675040"/>
                  <a:gd name="connsiteY2" fmla="*/ 0 h 896577"/>
                  <a:gd name="connsiteX3" fmla="*/ 179079 w 675040"/>
                  <a:gd name="connsiteY3" fmla="*/ 886531 h 896577"/>
                  <a:gd name="connsiteX4" fmla="*/ 0 w 675040"/>
                  <a:gd name="connsiteY4" fmla="*/ 894029 h 896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5040" h="896577">
                    <a:moveTo>
                      <a:pt x="0" y="894029"/>
                    </a:moveTo>
                    <a:cubicBezTo>
                      <a:pt x="95638" y="409857"/>
                      <a:pt x="76811" y="618448"/>
                      <a:pt x="186623" y="1724"/>
                    </a:cubicBezTo>
                    <a:cubicBezTo>
                      <a:pt x="431451" y="14348"/>
                      <a:pt x="449377" y="35256"/>
                      <a:pt x="675040" y="0"/>
                    </a:cubicBezTo>
                    <a:cubicBezTo>
                      <a:pt x="276172" y="749497"/>
                      <a:pt x="462801" y="344746"/>
                      <a:pt x="179079" y="886531"/>
                    </a:cubicBezTo>
                    <a:cubicBezTo>
                      <a:pt x="44794" y="857895"/>
                      <a:pt x="92525" y="908114"/>
                      <a:pt x="0" y="89402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930" name="Freeform 929">
                <a:extLst>
                  <a:ext uri="{FF2B5EF4-FFF2-40B4-BE49-F238E27FC236}">
                    <a16:creationId xmlns:a16="http://schemas.microsoft.com/office/drawing/2014/main" id="{BD4E8E8A-5281-2546-8825-0786245B15DA}"/>
                  </a:ext>
                </a:extLst>
              </p:cNvPr>
              <p:cNvSpPr/>
              <p:nvPr/>
            </p:nvSpPr>
            <p:spPr>
              <a:xfrm>
                <a:off x="4340853" y="5470208"/>
                <a:ext cx="514350" cy="401578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503138"/>
                  <a:gd name="connsiteY0" fmla="*/ 961687 h 964568"/>
                  <a:gd name="connsiteX1" fmla="*/ 0 w 503138"/>
                  <a:gd name="connsiteY1" fmla="*/ 70 h 964568"/>
                  <a:gd name="connsiteX2" fmla="*/ 503138 w 503138"/>
                  <a:gd name="connsiteY2" fmla="*/ 154187 h 964568"/>
                  <a:gd name="connsiteX3" fmla="*/ 273339 w 503138"/>
                  <a:gd name="connsiteY3" fmla="*/ 964568 h 964568"/>
                  <a:gd name="connsiteX4" fmla="*/ 197928 w 503138"/>
                  <a:gd name="connsiteY4" fmla="*/ 961687 h 964568"/>
                  <a:gd name="connsiteX0" fmla="*/ 201456 w 506666"/>
                  <a:gd name="connsiteY0" fmla="*/ 807500 h 810381"/>
                  <a:gd name="connsiteX1" fmla="*/ 0 w 506666"/>
                  <a:gd name="connsiteY1" fmla="*/ 15216 h 810381"/>
                  <a:gd name="connsiteX2" fmla="*/ 506666 w 506666"/>
                  <a:gd name="connsiteY2" fmla="*/ 0 h 810381"/>
                  <a:gd name="connsiteX3" fmla="*/ 276867 w 506666"/>
                  <a:gd name="connsiteY3" fmla="*/ 810381 h 810381"/>
                  <a:gd name="connsiteX4" fmla="*/ 201456 w 506666"/>
                  <a:gd name="connsiteY4" fmla="*/ 807500 h 810381"/>
                  <a:gd name="connsiteX0" fmla="*/ 201456 w 506666"/>
                  <a:gd name="connsiteY0" fmla="*/ 807500 h 811593"/>
                  <a:gd name="connsiteX1" fmla="*/ 0 w 506666"/>
                  <a:gd name="connsiteY1" fmla="*/ 15216 h 811593"/>
                  <a:gd name="connsiteX2" fmla="*/ 506666 w 506666"/>
                  <a:gd name="connsiteY2" fmla="*/ 0 h 811593"/>
                  <a:gd name="connsiteX3" fmla="*/ 276867 w 506666"/>
                  <a:gd name="connsiteY3" fmla="*/ 810381 h 811593"/>
                  <a:gd name="connsiteX4" fmla="*/ 201456 w 506666"/>
                  <a:gd name="connsiteY4" fmla="*/ 807500 h 811593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276867 w 506666"/>
                  <a:gd name="connsiteY3" fmla="*/ 81038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789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789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45472 w 559302"/>
                  <a:gd name="connsiteY0" fmla="*/ 807500 h 807500"/>
                  <a:gd name="connsiteX1" fmla="*/ 52636 w 559302"/>
                  <a:gd name="connsiteY1" fmla="*/ 7896 h 807500"/>
                  <a:gd name="connsiteX2" fmla="*/ 559302 w 559302"/>
                  <a:gd name="connsiteY2" fmla="*/ 0 h 807500"/>
                  <a:gd name="connsiteX3" fmla="*/ 384402 w 559302"/>
                  <a:gd name="connsiteY3" fmla="*/ 803061 h 807500"/>
                  <a:gd name="connsiteX4" fmla="*/ 45472 w 559302"/>
                  <a:gd name="connsiteY4" fmla="*/ 807500 h 807500"/>
                  <a:gd name="connsiteX0" fmla="*/ 21974 w 535804"/>
                  <a:gd name="connsiteY0" fmla="*/ 807500 h 807500"/>
                  <a:gd name="connsiteX1" fmla="*/ 29138 w 535804"/>
                  <a:gd name="connsiteY1" fmla="*/ 7896 h 807500"/>
                  <a:gd name="connsiteX2" fmla="*/ 535804 w 535804"/>
                  <a:gd name="connsiteY2" fmla="*/ 0 h 807500"/>
                  <a:gd name="connsiteX3" fmla="*/ 360904 w 535804"/>
                  <a:gd name="connsiteY3" fmla="*/ 803061 h 807500"/>
                  <a:gd name="connsiteX4" fmla="*/ 21974 w 535804"/>
                  <a:gd name="connsiteY4" fmla="*/ 807500 h 807500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30473"/>
                  <a:gd name="connsiteX1" fmla="*/ 0 w 506666"/>
                  <a:gd name="connsiteY1" fmla="*/ 7896 h 830473"/>
                  <a:gd name="connsiteX2" fmla="*/ 506666 w 506666"/>
                  <a:gd name="connsiteY2" fmla="*/ 0 h 830473"/>
                  <a:gd name="connsiteX3" fmla="*/ 331766 w 506666"/>
                  <a:gd name="connsiteY3" fmla="*/ 828681 h 830473"/>
                  <a:gd name="connsiteX4" fmla="*/ 128256 w 506666"/>
                  <a:gd name="connsiteY4" fmla="*/ 829461 h 830473"/>
                  <a:gd name="connsiteX0" fmla="*/ 128256 w 506666"/>
                  <a:gd name="connsiteY0" fmla="*/ 829461 h 830473"/>
                  <a:gd name="connsiteX1" fmla="*/ 0 w 506666"/>
                  <a:gd name="connsiteY1" fmla="*/ 7896 h 830473"/>
                  <a:gd name="connsiteX2" fmla="*/ 506666 w 506666"/>
                  <a:gd name="connsiteY2" fmla="*/ 0 h 830473"/>
                  <a:gd name="connsiteX3" fmla="*/ 331766 w 506666"/>
                  <a:gd name="connsiteY3" fmla="*/ 828681 h 830473"/>
                  <a:gd name="connsiteX4" fmla="*/ 128256 w 506666"/>
                  <a:gd name="connsiteY4" fmla="*/ 829461 h 830473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7341"/>
                  <a:gd name="connsiteX1" fmla="*/ 0 w 514180"/>
                  <a:gd name="connsiteY1" fmla="*/ 0 h 577341"/>
                  <a:gd name="connsiteX2" fmla="*/ 514180 w 514180"/>
                  <a:gd name="connsiteY2" fmla="*/ 10891 h 577341"/>
                  <a:gd name="connsiteX3" fmla="*/ 404259 w 514180"/>
                  <a:gd name="connsiteY3" fmla="*/ 386400 h 577341"/>
                  <a:gd name="connsiteX4" fmla="*/ 135770 w 514180"/>
                  <a:gd name="connsiteY4" fmla="*/ 577341 h 577341"/>
                  <a:gd name="connsiteX0" fmla="*/ 100781 w 514180"/>
                  <a:gd name="connsiteY0" fmla="*/ 432218 h 432218"/>
                  <a:gd name="connsiteX1" fmla="*/ 0 w 514180"/>
                  <a:gd name="connsiteY1" fmla="*/ 0 h 432218"/>
                  <a:gd name="connsiteX2" fmla="*/ 514180 w 514180"/>
                  <a:gd name="connsiteY2" fmla="*/ 10891 h 432218"/>
                  <a:gd name="connsiteX3" fmla="*/ 404259 w 514180"/>
                  <a:gd name="connsiteY3" fmla="*/ 386400 h 432218"/>
                  <a:gd name="connsiteX4" fmla="*/ 100781 w 514180"/>
                  <a:gd name="connsiteY4" fmla="*/ 432218 h 432218"/>
                  <a:gd name="connsiteX0" fmla="*/ 100781 w 514180"/>
                  <a:gd name="connsiteY0" fmla="*/ 432218 h 432218"/>
                  <a:gd name="connsiteX1" fmla="*/ 0 w 514180"/>
                  <a:gd name="connsiteY1" fmla="*/ 0 h 432218"/>
                  <a:gd name="connsiteX2" fmla="*/ 514180 w 514180"/>
                  <a:gd name="connsiteY2" fmla="*/ 10891 h 432218"/>
                  <a:gd name="connsiteX3" fmla="*/ 404259 w 514180"/>
                  <a:gd name="connsiteY3" fmla="*/ 386400 h 432218"/>
                  <a:gd name="connsiteX4" fmla="*/ 100781 w 514180"/>
                  <a:gd name="connsiteY4" fmla="*/ 432218 h 432218"/>
                  <a:gd name="connsiteX0" fmla="*/ 100781 w 514180"/>
                  <a:gd name="connsiteY0" fmla="*/ 402193 h 402193"/>
                  <a:gd name="connsiteX1" fmla="*/ 0 w 514180"/>
                  <a:gd name="connsiteY1" fmla="*/ 0 h 402193"/>
                  <a:gd name="connsiteX2" fmla="*/ 514180 w 514180"/>
                  <a:gd name="connsiteY2" fmla="*/ 10891 h 402193"/>
                  <a:gd name="connsiteX3" fmla="*/ 404259 w 514180"/>
                  <a:gd name="connsiteY3" fmla="*/ 386400 h 402193"/>
                  <a:gd name="connsiteX4" fmla="*/ 100781 w 514180"/>
                  <a:gd name="connsiteY4" fmla="*/ 402193 h 402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4180" h="402193">
                    <a:moveTo>
                      <a:pt x="100781" y="402193"/>
                    </a:moveTo>
                    <a:cubicBezTo>
                      <a:pt x="60584" y="194221"/>
                      <a:pt x="96631" y="442038"/>
                      <a:pt x="0" y="0"/>
                    </a:cubicBezTo>
                    <a:lnTo>
                      <a:pt x="514180" y="10891"/>
                    </a:lnTo>
                    <a:cubicBezTo>
                      <a:pt x="417353" y="348331"/>
                      <a:pt x="491637" y="89943"/>
                      <a:pt x="404259" y="386400"/>
                    </a:cubicBezTo>
                    <a:cubicBezTo>
                      <a:pt x="357814" y="390704"/>
                      <a:pt x="168880" y="400727"/>
                      <a:pt x="100781" y="402193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931" name="Freeform 930">
                <a:extLst>
                  <a:ext uri="{FF2B5EF4-FFF2-40B4-BE49-F238E27FC236}">
                    <a16:creationId xmlns:a16="http://schemas.microsoft.com/office/drawing/2014/main" id="{E78920D8-D684-1642-B41B-2CC538B9202E}"/>
                  </a:ext>
                </a:extLst>
              </p:cNvPr>
              <p:cNvSpPr/>
              <p:nvPr/>
            </p:nvSpPr>
            <p:spPr>
              <a:xfrm>
                <a:off x="3561391" y="5433701"/>
                <a:ext cx="573087" cy="1015848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621064"/>
                  <a:gd name="connsiteY0" fmla="*/ 973305 h 973305"/>
                  <a:gd name="connsiteX1" fmla="*/ 0 w 621064"/>
                  <a:gd name="connsiteY1" fmla="*/ 11688 h 973305"/>
                  <a:gd name="connsiteX2" fmla="*/ 499610 w 621064"/>
                  <a:gd name="connsiteY2" fmla="*/ 0 h 973305"/>
                  <a:gd name="connsiteX3" fmla="*/ 558839 w 621064"/>
                  <a:gd name="connsiteY3" fmla="*/ 754682 h 973305"/>
                  <a:gd name="connsiteX4" fmla="*/ 197928 w 621064"/>
                  <a:gd name="connsiteY4" fmla="*/ 973305 h 973305"/>
                  <a:gd name="connsiteX0" fmla="*/ 197928 w 558839"/>
                  <a:gd name="connsiteY0" fmla="*/ 973305 h 973305"/>
                  <a:gd name="connsiteX1" fmla="*/ 0 w 558839"/>
                  <a:gd name="connsiteY1" fmla="*/ 11688 h 973305"/>
                  <a:gd name="connsiteX2" fmla="*/ 499610 w 558839"/>
                  <a:gd name="connsiteY2" fmla="*/ 0 h 973305"/>
                  <a:gd name="connsiteX3" fmla="*/ 558839 w 558839"/>
                  <a:gd name="connsiteY3" fmla="*/ 754682 h 973305"/>
                  <a:gd name="connsiteX4" fmla="*/ 197928 w 558839"/>
                  <a:gd name="connsiteY4" fmla="*/ 973305 h 973305"/>
                  <a:gd name="connsiteX0" fmla="*/ 197928 w 558839"/>
                  <a:gd name="connsiteY0" fmla="*/ 973305 h 973305"/>
                  <a:gd name="connsiteX1" fmla="*/ 0 w 558839"/>
                  <a:gd name="connsiteY1" fmla="*/ 11688 h 973305"/>
                  <a:gd name="connsiteX2" fmla="*/ 499610 w 558839"/>
                  <a:gd name="connsiteY2" fmla="*/ 0 h 973305"/>
                  <a:gd name="connsiteX3" fmla="*/ 558839 w 558839"/>
                  <a:gd name="connsiteY3" fmla="*/ 754682 h 973305"/>
                  <a:gd name="connsiteX4" fmla="*/ 197928 w 558839"/>
                  <a:gd name="connsiteY4" fmla="*/ 973305 h 973305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1315828 h 1315828"/>
                  <a:gd name="connsiteX1" fmla="*/ 0 w 558839"/>
                  <a:gd name="connsiteY1" fmla="*/ 531414 h 1315828"/>
                  <a:gd name="connsiteX2" fmla="*/ 506930 w 558839"/>
                  <a:gd name="connsiteY2" fmla="*/ 0 h 1315828"/>
                  <a:gd name="connsiteX3" fmla="*/ 558839 w 558839"/>
                  <a:gd name="connsiteY3" fmla="*/ 1274408 h 1315828"/>
                  <a:gd name="connsiteX4" fmla="*/ 370213 w 558839"/>
                  <a:gd name="connsiteY4" fmla="*/ 1315828 h 1315828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88119"/>
                  <a:gd name="connsiteY0" fmla="*/ 1326654 h 1326654"/>
                  <a:gd name="connsiteX1" fmla="*/ 0 w 588119"/>
                  <a:gd name="connsiteY1" fmla="*/ 554 h 1326654"/>
                  <a:gd name="connsiteX2" fmla="*/ 521570 w 588119"/>
                  <a:gd name="connsiteY2" fmla="*/ 10826 h 1326654"/>
                  <a:gd name="connsiteX3" fmla="*/ 588119 w 588119"/>
                  <a:gd name="connsiteY3" fmla="*/ 1321835 h 1326654"/>
                  <a:gd name="connsiteX4" fmla="*/ 384853 w 588119"/>
                  <a:gd name="connsiteY4" fmla="*/ 1326654 h 1326654"/>
                  <a:gd name="connsiteX0" fmla="*/ 384853 w 588119"/>
                  <a:gd name="connsiteY0" fmla="*/ 1326654 h 1326654"/>
                  <a:gd name="connsiteX1" fmla="*/ 0 w 588119"/>
                  <a:gd name="connsiteY1" fmla="*/ 554 h 1326654"/>
                  <a:gd name="connsiteX2" fmla="*/ 521570 w 588119"/>
                  <a:gd name="connsiteY2" fmla="*/ 10826 h 1326654"/>
                  <a:gd name="connsiteX3" fmla="*/ 588119 w 588119"/>
                  <a:gd name="connsiteY3" fmla="*/ 1321835 h 1326654"/>
                  <a:gd name="connsiteX4" fmla="*/ 384853 w 588119"/>
                  <a:gd name="connsiteY4" fmla="*/ 1326654 h 1326654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94113"/>
                  <a:gd name="connsiteY0" fmla="*/ 1097905 h 1179971"/>
                  <a:gd name="connsiteX1" fmla="*/ 0 w 594113"/>
                  <a:gd name="connsiteY1" fmla="*/ 4757 h 1179971"/>
                  <a:gd name="connsiteX2" fmla="*/ 502783 w 594113"/>
                  <a:gd name="connsiteY2" fmla="*/ 0 h 1179971"/>
                  <a:gd name="connsiteX3" fmla="*/ 594113 w 594113"/>
                  <a:gd name="connsiteY3" fmla="*/ 1179818 h 1179971"/>
                  <a:gd name="connsiteX4" fmla="*/ 366066 w 594113"/>
                  <a:gd name="connsiteY4" fmla="*/ 1097905 h 1179971"/>
                  <a:gd name="connsiteX0" fmla="*/ 403236 w 594113"/>
                  <a:gd name="connsiteY0" fmla="*/ 1215612 h 1215612"/>
                  <a:gd name="connsiteX1" fmla="*/ 0 w 594113"/>
                  <a:gd name="connsiteY1" fmla="*/ 4757 h 1215612"/>
                  <a:gd name="connsiteX2" fmla="*/ 502783 w 594113"/>
                  <a:gd name="connsiteY2" fmla="*/ 0 h 1215612"/>
                  <a:gd name="connsiteX3" fmla="*/ 594113 w 594113"/>
                  <a:gd name="connsiteY3" fmla="*/ 1179818 h 1215612"/>
                  <a:gd name="connsiteX4" fmla="*/ 403236 w 594113"/>
                  <a:gd name="connsiteY4" fmla="*/ 1215612 h 1215612"/>
                  <a:gd name="connsiteX0" fmla="*/ 403236 w 574100"/>
                  <a:gd name="connsiteY0" fmla="*/ 1215612 h 1215612"/>
                  <a:gd name="connsiteX1" fmla="*/ 0 w 574100"/>
                  <a:gd name="connsiteY1" fmla="*/ 4757 h 1215612"/>
                  <a:gd name="connsiteX2" fmla="*/ 502783 w 574100"/>
                  <a:gd name="connsiteY2" fmla="*/ 0 h 1215612"/>
                  <a:gd name="connsiteX3" fmla="*/ 574100 w 574100"/>
                  <a:gd name="connsiteY3" fmla="*/ 1014877 h 1215612"/>
                  <a:gd name="connsiteX4" fmla="*/ 403236 w 574100"/>
                  <a:gd name="connsiteY4" fmla="*/ 1215612 h 1215612"/>
                  <a:gd name="connsiteX0" fmla="*/ 333190 w 574100"/>
                  <a:gd name="connsiteY0" fmla="*/ 985695 h 1015244"/>
                  <a:gd name="connsiteX1" fmla="*/ 0 w 574100"/>
                  <a:gd name="connsiteY1" fmla="*/ 4757 h 1015244"/>
                  <a:gd name="connsiteX2" fmla="*/ 502783 w 574100"/>
                  <a:gd name="connsiteY2" fmla="*/ 0 h 1015244"/>
                  <a:gd name="connsiteX3" fmla="*/ 574100 w 574100"/>
                  <a:gd name="connsiteY3" fmla="*/ 1014877 h 1015244"/>
                  <a:gd name="connsiteX4" fmla="*/ 333190 w 574100"/>
                  <a:gd name="connsiteY4" fmla="*/ 985695 h 1015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4100" h="1015244">
                    <a:moveTo>
                      <a:pt x="333190" y="985695"/>
                    </a:moveTo>
                    <a:cubicBezTo>
                      <a:pt x="153901" y="433090"/>
                      <a:pt x="295574" y="908506"/>
                      <a:pt x="0" y="4757"/>
                    </a:cubicBezTo>
                    <a:cubicBezTo>
                      <a:pt x="166537" y="861"/>
                      <a:pt x="336246" y="3896"/>
                      <a:pt x="502783" y="0"/>
                    </a:cubicBezTo>
                    <a:cubicBezTo>
                      <a:pt x="555943" y="995541"/>
                      <a:pt x="537473" y="350120"/>
                      <a:pt x="574100" y="1014877"/>
                    </a:cubicBezTo>
                    <a:cubicBezTo>
                      <a:pt x="476415" y="1019182"/>
                      <a:pt x="529388" y="984229"/>
                      <a:pt x="333190" y="985695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932" name="Group 28">
                <a:extLst>
                  <a:ext uri="{FF2B5EF4-FFF2-40B4-BE49-F238E27FC236}">
                    <a16:creationId xmlns:a16="http://schemas.microsoft.com/office/drawing/2014/main" id="{088ACE2A-7A5D-4F42-921C-CF157C2880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56416" y="3709935"/>
                <a:ext cx="1049338" cy="1739900"/>
                <a:chOff x="1856416" y="3709935"/>
                <a:chExt cx="1049338" cy="1739900"/>
              </a:xfrm>
            </p:grpSpPr>
            <p:sp>
              <p:nvSpPr>
                <p:cNvPr id="1017" name="Rectangle 1016">
                  <a:extLst>
                    <a:ext uri="{FF2B5EF4-FFF2-40B4-BE49-F238E27FC236}">
                      <a16:creationId xmlns:a16="http://schemas.microsoft.com/office/drawing/2014/main" id="{F031C840-E404-B943-9DD7-6487F36B8BC7}"/>
                    </a:ext>
                  </a:extLst>
                </p:cNvPr>
                <p:cNvSpPr/>
                <p:nvPr/>
              </p:nvSpPr>
              <p:spPr bwMode="auto">
                <a:xfrm rot="10800000">
                  <a:off x="1867528" y="3957548"/>
                  <a:ext cx="1027113" cy="61109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grpSp>
              <p:nvGrpSpPr>
                <p:cNvPr id="1018" name="Group 498">
                  <a:extLst>
                    <a:ext uri="{FF2B5EF4-FFF2-40B4-BE49-F238E27FC236}">
                      <a16:creationId xmlns:a16="http://schemas.microsoft.com/office/drawing/2014/main" id="{11E4B476-A94C-6141-A48C-F22AAD7C573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58805" y="5088863"/>
                  <a:ext cx="1035373" cy="360972"/>
                  <a:chOff x="4128636" y="3606589"/>
                  <a:chExt cx="568145" cy="338667"/>
                </a:xfrm>
              </p:grpSpPr>
              <p:sp>
                <p:nvSpPr>
                  <p:cNvPr id="1032" name="Oval 1031">
                    <a:extLst>
                      <a:ext uri="{FF2B5EF4-FFF2-40B4-BE49-F238E27FC236}">
                        <a16:creationId xmlns:a16="http://schemas.microsoft.com/office/drawing/2014/main" id="{6285E922-4389-6747-873A-ED742F93B7B8}"/>
                      </a:ext>
                    </a:extLst>
                  </p:cNvPr>
                  <p:cNvSpPr/>
                  <p:nvPr/>
                </p:nvSpPr>
                <p:spPr>
                  <a:xfrm>
                    <a:off x="4129067" y="3720144"/>
                    <a:ext cx="567968" cy="224867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33" name="Rectangle 1032">
                    <a:extLst>
                      <a:ext uri="{FF2B5EF4-FFF2-40B4-BE49-F238E27FC236}">
                        <a16:creationId xmlns:a16="http://schemas.microsoft.com/office/drawing/2014/main" id="{681399F7-9F7D-8247-A86B-B0C42C17B7BD}"/>
                      </a:ext>
                    </a:extLst>
                  </p:cNvPr>
                  <p:cNvSpPr/>
                  <p:nvPr/>
                </p:nvSpPr>
                <p:spPr>
                  <a:xfrm>
                    <a:off x="4129067" y="3720144"/>
                    <a:ext cx="567968" cy="111689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34" name="Oval 1033">
                    <a:extLst>
                      <a:ext uri="{FF2B5EF4-FFF2-40B4-BE49-F238E27FC236}">
                        <a16:creationId xmlns:a16="http://schemas.microsoft.com/office/drawing/2014/main" id="{22EC9AA8-544A-8B4A-88A6-2074F49F53D4}"/>
                      </a:ext>
                    </a:extLst>
                  </p:cNvPr>
                  <p:cNvSpPr/>
                  <p:nvPr/>
                </p:nvSpPr>
                <p:spPr>
                  <a:xfrm>
                    <a:off x="4129067" y="3606966"/>
                    <a:ext cx="567968" cy="224867"/>
                  </a:xfrm>
                  <a:prstGeom prst="ellipse">
                    <a:avLst/>
                  </a:prstGeom>
                  <a:solidFill>
                    <a:srgbClr val="3333CC">
                      <a:lumMod val="60000"/>
                      <a:lumOff val="40000"/>
                      <a:alpha val="7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035" name="Straight Connector 1034">
                    <a:extLst>
                      <a:ext uri="{FF2B5EF4-FFF2-40B4-BE49-F238E27FC236}">
                        <a16:creationId xmlns:a16="http://schemas.microsoft.com/office/drawing/2014/main" id="{C98CC5A1-6137-AD47-8DAD-1CE3995E4F4E}"/>
                      </a:ext>
                    </a:extLst>
                  </p:cNvPr>
                  <p:cNvCxnSpPr/>
                  <p:nvPr/>
                </p:nvCxnSpPr>
                <p:spPr>
                  <a:xfrm>
                    <a:off x="4697035" y="3720144"/>
                    <a:ext cx="0" cy="111689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36" name="Straight Connector 1035">
                    <a:extLst>
                      <a:ext uri="{FF2B5EF4-FFF2-40B4-BE49-F238E27FC236}">
                        <a16:creationId xmlns:a16="http://schemas.microsoft.com/office/drawing/2014/main" id="{D6DBD6DE-4277-6E43-8F0F-101EA88CC186}"/>
                      </a:ext>
                    </a:extLst>
                  </p:cNvPr>
                  <p:cNvCxnSpPr/>
                  <p:nvPr/>
                </p:nvCxnSpPr>
                <p:spPr>
                  <a:xfrm>
                    <a:off x="4129067" y="3720144"/>
                    <a:ext cx="0" cy="111689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019" name="Rectangle 1018">
                  <a:extLst>
                    <a:ext uri="{FF2B5EF4-FFF2-40B4-BE49-F238E27FC236}">
                      <a16:creationId xmlns:a16="http://schemas.microsoft.com/office/drawing/2014/main" id="{511198B5-F79E-C74D-B56E-01ADB1EAA4C1}"/>
                    </a:ext>
                  </a:extLst>
                </p:cNvPr>
                <p:cNvSpPr/>
                <p:nvPr/>
              </p:nvSpPr>
              <p:spPr bwMode="auto">
                <a:xfrm>
                  <a:off x="1877053" y="4705148"/>
                  <a:ext cx="1028700" cy="52221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20" name="Straight Connector 1019">
                  <a:extLst>
                    <a:ext uri="{FF2B5EF4-FFF2-40B4-BE49-F238E27FC236}">
                      <a16:creationId xmlns:a16="http://schemas.microsoft.com/office/drawing/2014/main" id="{D3ADC60A-D45A-1346-84AC-B4714AE1CB27}"/>
                    </a:ext>
                  </a:extLst>
                </p:cNvPr>
                <p:cNvCxnSpPr/>
                <p:nvPr/>
              </p:nvCxnSpPr>
              <p:spPr bwMode="auto">
                <a:xfrm>
                  <a:off x="1861178" y="3981356"/>
                  <a:ext cx="17463" cy="1301555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cxnSp>
              <p:nvCxnSpPr>
                <p:cNvPr id="1021" name="Straight Connector 1020">
                  <a:extLst>
                    <a:ext uri="{FF2B5EF4-FFF2-40B4-BE49-F238E27FC236}">
                      <a16:creationId xmlns:a16="http://schemas.microsoft.com/office/drawing/2014/main" id="{8C732665-0AF3-514A-8491-058D584AA66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894641" y="3971833"/>
                  <a:ext cx="6350" cy="126981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1022" name="Group 504">
                  <a:extLst>
                    <a:ext uri="{FF2B5EF4-FFF2-40B4-BE49-F238E27FC236}">
                      <a16:creationId xmlns:a16="http://schemas.microsoft.com/office/drawing/2014/main" id="{87E38306-3DC6-B044-991D-BEE6F6FD2E7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56416" y="3709935"/>
                  <a:ext cx="1044712" cy="399063"/>
                  <a:chOff x="2183302" y="1574638"/>
                  <a:chExt cx="1200154" cy="430218"/>
                </a:xfrm>
              </p:grpSpPr>
              <p:sp>
                <p:nvSpPr>
                  <p:cNvPr id="1023" name="Oval 1022">
                    <a:extLst>
                      <a:ext uri="{FF2B5EF4-FFF2-40B4-BE49-F238E27FC236}">
                        <a16:creationId xmlns:a16="http://schemas.microsoft.com/office/drawing/2014/main" id="{55E5FA1C-CAB4-8341-8DAA-EDAE9CFD84E2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5125" y="1689286"/>
                    <a:ext cx="1196349" cy="314857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20000"/>
                          <a:lumOff val="80000"/>
                        </a:srgbClr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24" name="Rectangle 1023">
                    <a:extLst>
                      <a:ext uri="{FF2B5EF4-FFF2-40B4-BE49-F238E27FC236}">
                        <a16:creationId xmlns:a16="http://schemas.microsoft.com/office/drawing/2014/main" id="{44108165-9E65-5F4A-BAAB-C6ACE38D3C6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3302" y="1735489"/>
                    <a:ext cx="1198172" cy="112938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25" name="Oval 1024">
                    <a:extLst>
                      <a:ext uri="{FF2B5EF4-FFF2-40B4-BE49-F238E27FC236}">
                        <a16:creationId xmlns:a16="http://schemas.microsoft.com/office/drawing/2014/main" id="{5220D9A0-FC71-C848-AA4B-AC3EAD73DB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3302" y="1574638"/>
                    <a:ext cx="1196349" cy="314857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026" name="Freeform 1025">
                    <a:extLst>
                      <a:ext uri="{FF2B5EF4-FFF2-40B4-BE49-F238E27FC236}">
                        <a16:creationId xmlns:a16="http://schemas.microsoft.com/office/drawing/2014/main" id="{0E8501FC-8102-1648-8958-E425AC1A0FB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89684" y="1670464"/>
                    <a:ext cx="581761" cy="157429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27" name="Freeform 1026">
                    <a:extLst>
                      <a:ext uri="{FF2B5EF4-FFF2-40B4-BE49-F238E27FC236}">
                        <a16:creationId xmlns:a16="http://schemas.microsoft.com/office/drawing/2014/main" id="{AF49A14A-FE33-EB4B-ADEA-BA7B348615C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29501" y="1629396"/>
                    <a:ext cx="703949" cy="111226"/>
                  </a:xfrm>
                  <a:custGeom>
                    <a:avLst/>
                    <a:gdLst>
                      <a:gd name="T0" fmla="*/ 0 w 3723451"/>
                      <a:gd name="T1" fmla="*/ 27211 h 932950"/>
                      <a:gd name="T2" fmla="*/ 123865 w 3723451"/>
                      <a:gd name="T3" fmla="*/ 321 h 932950"/>
                      <a:gd name="T4" fmla="*/ 350850 w 3723451"/>
                      <a:gd name="T5" fmla="*/ 62061 h 932950"/>
                      <a:gd name="T6" fmla="*/ 567397 w 3723451"/>
                      <a:gd name="T7" fmla="*/ 0 h 932950"/>
                      <a:gd name="T8" fmla="*/ 703949 w 3723451"/>
                      <a:gd name="T9" fmla="*/ 24696 h 932950"/>
                      <a:gd name="T10" fmla="*/ 602354 w 3723451"/>
                      <a:gd name="T11" fmla="*/ 55064 h 932950"/>
                      <a:gd name="T12" fmla="*/ 569645 w 3723451"/>
                      <a:gd name="T13" fmla="*/ 46877 h 932950"/>
                      <a:gd name="T14" fmla="*/ 354838 w 3723451"/>
                      <a:gd name="T15" fmla="*/ 111226 h 932950"/>
                      <a:gd name="T16" fmla="*/ 134536 w 3723451"/>
                      <a:gd name="T17" fmla="*/ 49244 h 932950"/>
                      <a:gd name="T18" fmla="*/ 98918 w 3723451"/>
                      <a:gd name="T19" fmla="*/ 55934 h 932950"/>
                      <a:gd name="T20" fmla="*/ 0 w 3723451"/>
                      <a:gd name="T21" fmla="*/ 27211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028" name="Freeform 1027">
                    <a:extLst>
                      <a:ext uri="{FF2B5EF4-FFF2-40B4-BE49-F238E27FC236}">
                        <a16:creationId xmlns:a16="http://schemas.microsoft.com/office/drawing/2014/main" id="{FEBE179E-02E9-C64E-89FC-F45503783F7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722" y="1723510"/>
                    <a:ext cx="257143" cy="95826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57143 w 1366596"/>
                      <a:gd name="T3" fmla="*/ 74047 h 809868"/>
                      <a:gd name="T4" fmla="*/ 162771 w 1366596"/>
                      <a:gd name="T5" fmla="*/ 95826 h 809868"/>
                      <a:gd name="T6" fmla="*/ 866 w 1366596"/>
                      <a:gd name="T7" fmla="*/ 50635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029" name="Freeform 1028">
                    <a:extLst>
                      <a:ext uri="{FF2B5EF4-FFF2-40B4-BE49-F238E27FC236}">
                        <a16:creationId xmlns:a16="http://schemas.microsoft.com/office/drawing/2014/main" id="{56DF1AAD-D538-1C44-A286-465AD81A046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6736" y="1725222"/>
                    <a:ext cx="255318" cy="94114"/>
                  </a:xfrm>
                  <a:custGeom>
                    <a:avLst/>
                    <a:gdLst>
                      <a:gd name="T0" fmla="*/ 251832 w 1348191"/>
                      <a:gd name="T1" fmla="*/ 0 h 791462"/>
                      <a:gd name="T2" fmla="*/ 255318 w 1348191"/>
                      <a:gd name="T3" fmla="*/ 45415 h 791462"/>
                      <a:gd name="T4" fmla="*/ 92368 w 1348191"/>
                      <a:gd name="T5" fmla="*/ 94114 h 791462"/>
                      <a:gd name="T6" fmla="*/ 0 w 1348191"/>
                      <a:gd name="T7" fmla="*/ 72774 h 791462"/>
                      <a:gd name="T8" fmla="*/ 251832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1030" name="Straight Connector 1029">
                    <a:extLst>
                      <a:ext uri="{FF2B5EF4-FFF2-40B4-BE49-F238E27FC236}">
                        <a16:creationId xmlns:a16="http://schemas.microsoft.com/office/drawing/2014/main" id="{60701F8E-3F5A-734C-A498-AA55BCD5CFE1}"/>
                      </a:ext>
                    </a:extLst>
                  </p:cNvPr>
                  <p:cNvCxnSpPr>
                    <a:cxnSpLocks noChangeShapeType="1"/>
                    <a:endCxn id="1025" idx="2"/>
                  </p:cNvCxnSpPr>
                  <p:nvPr/>
                </p:nvCxnSpPr>
                <p:spPr bwMode="auto">
                  <a:xfrm flipH="1" flipV="1">
                    <a:off x="2183302" y="1732067"/>
                    <a:ext cx="1823" cy="121493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031" name="Straight Connector 1030">
                    <a:extLst>
                      <a:ext uri="{FF2B5EF4-FFF2-40B4-BE49-F238E27FC236}">
                        <a16:creationId xmlns:a16="http://schemas.microsoft.com/office/drawing/2014/main" id="{299ED768-B7C5-C447-A0CA-015C1D4D47F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81474" y="1728644"/>
                    <a:ext cx="1824" cy="121493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933" name="Group 29">
                <a:extLst>
                  <a:ext uri="{FF2B5EF4-FFF2-40B4-BE49-F238E27FC236}">
                    <a16:creationId xmlns:a16="http://schemas.microsoft.com/office/drawing/2014/main" id="{BE1E7CEF-FBEC-2040-A3E0-0EBB60746A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66154" y="3862335"/>
                <a:ext cx="514350" cy="1670050"/>
                <a:chOff x="3566154" y="3862335"/>
                <a:chExt cx="514350" cy="1670050"/>
              </a:xfrm>
            </p:grpSpPr>
            <p:sp>
              <p:nvSpPr>
                <p:cNvPr id="997" name="Rectangle 996">
                  <a:extLst>
                    <a:ext uri="{FF2B5EF4-FFF2-40B4-BE49-F238E27FC236}">
                      <a16:creationId xmlns:a16="http://schemas.microsoft.com/office/drawing/2014/main" id="{7F242236-8B77-9144-8038-81B9BCAB1509}"/>
                    </a:ext>
                  </a:extLst>
                </p:cNvPr>
                <p:cNvSpPr/>
                <p:nvPr/>
              </p:nvSpPr>
              <p:spPr bwMode="auto">
                <a:xfrm rot="10800000">
                  <a:off x="3569201" y="3946092"/>
                  <a:ext cx="498084" cy="62864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98" name="Straight Connector 997">
                  <a:extLst>
                    <a:ext uri="{FF2B5EF4-FFF2-40B4-BE49-F238E27FC236}">
                      <a16:creationId xmlns:a16="http://schemas.microsoft.com/office/drawing/2014/main" id="{855E433C-9E28-D243-A7F8-5DC166631717}"/>
                    </a:ext>
                  </a:extLst>
                </p:cNvPr>
                <p:cNvCxnSpPr/>
                <p:nvPr/>
              </p:nvCxnSpPr>
              <p:spPr bwMode="auto">
                <a:xfrm flipH="1">
                  <a:off x="4078916" y="4019450"/>
                  <a:ext cx="1587" cy="1365045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999" name="Group 552">
                  <a:extLst>
                    <a:ext uri="{FF2B5EF4-FFF2-40B4-BE49-F238E27FC236}">
                      <a16:creationId xmlns:a16="http://schemas.microsoft.com/office/drawing/2014/main" id="{2095E3B0-B1DF-9747-A4B6-739AFCB17CA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71302" y="5310688"/>
                  <a:ext cx="507588" cy="221697"/>
                  <a:chOff x="4128636" y="3606589"/>
                  <a:chExt cx="568145" cy="338667"/>
                </a:xfrm>
              </p:grpSpPr>
              <p:sp>
                <p:nvSpPr>
                  <p:cNvPr id="1012" name="Oval 1011">
                    <a:extLst>
                      <a:ext uri="{FF2B5EF4-FFF2-40B4-BE49-F238E27FC236}">
                        <a16:creationId xmlns:a16="http://schemas.microsoft.com/office/drawing/2014/main" id="{77BE98D0-B8F8-0542-81BA-550DCDDBED58}"/>
                      </a:ext>
                    </a:extLst>
                  </p:cNvPr>
                  <p:cNvSpPr/>
                  <p:nvPr/>
                </p:nvSpPr>
                <p:spPr>
                  <a:xfrm>
                    <a:off x="4128204" y="3719337"/>
                    <a:ext cx="568606" cy="225500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13" name="Rectangle 1012">
                    <a:extLst>
                      <a:ext uri="{FF2B5EF4-FFF2-40B4-BE49-F238E27FC236}">
                        <a16:creationId xmlns:a16="http://schemas.microsoft.com/office/drawing/2014/main" id="{FF81DF11-B403-0242-9BBF-4028E5002511}"/>
                      </a:ext>
                    </a:extLst>
                  </p:cNvPr>
                  <p:cNvSpPr/>
                  <p:nvPr/>
                </p:nvSpPr>
                <p:spPr>
                  <a:xfrm>
                    <a:off x="4128204" y="3719337"/>
                    <a:ext cx="568606" cy="111537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14" name="Oval 1013">
                    <a:extLst>
                      <a:ext uri="{FF2B5EF4-FFF2-40B4-BE49-F238E27FC236}">
                        <a16:creationId xmlns:a16="http://schemas.microsoft.com/office/drawing/2014/main" id="{DA7CD07E-7BFA-EA40-A63C-19BD545F9FBB}"/>
                      </a:ext>
                    </a:extLst>
                  </p:cNvPr>
                  <p:cNvSpPr/>
                  <p:nvPr/>
                </p:nvSpPr>
                <p:spPr>
                  <a:xfrm>
                    <a:off x="4128204" y="3600527"/>
                    <a:ext cx="568606" cy="230348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015" name="Straight Connector 1014">
                    <a:extLst>
                      <a:ext uri="{FF2B5EF4-FFF2-40B4-BE49-F238E27FC236}">
                        <a16:creationId xmlns:a16="http://schemas.microsoft.com/office/drawing/2014/main" id="{B2F8B11B-A555-1F4E-A7E6-540E16F7A0A8}"/>
                      </a:ext>
                    </a:extLst>
                  </p:cNvPr>
                  <p:cNvCxnSpPr/>
                  <p:nvPr/>
                </p:nvCxnSpPr>
                <p:spPr>
                  <a:xfrm>
                    <a:off x="4696810" y="3719337"/>
                    <a:ext cx="0" cy="111537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16" name="Straight Connector 1015">
                    <a:extLst>
                      <a:ext uri="{FF2B5EF4-FFF2-40B4-BE49-F238E27FC236}">
                        <a16:creationId xmlns:a16="http://schemas.microsoft.com/office/drawing/2014/main" id="{DC5D2573-EDE8-D044-BD08-61DD678EC15B}"/>
                      </a:ext>
                    </a:extLst>
                  </p:cNvPr>
                  <p:cNvCxnSpPr/>
                  <p:nvPr/>
                </p:nvCxnSpPr>
                <p:spPr>
                  <a:xfrm>
                    <a:off x="4128204" y="3719337"/>
                    <a:ext cx="0" cy="111537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000" name="Rectangle 999">
                  <a:extLst>
                    <a:ext uri="{FF2B5EF4-FFF2-40B4-BE49-F238E27FC236}">
                      <a16:creationId xmlns:a16="http://schemas.microsoft.com/office/drawing/2014/main" id="{1CD2ADDF-DE6E-274D-9173-D493921DFE9F}"/>
                    </a:ext>
                  </a:extLst>
                </p:cNvPr>
                <p:cNvSpPr/>
                <p:nvPr/>
              </p:nvSpPr>
              <p:spPr bwMode="auto">
                <a:xfrm>
                  <a:off x="3572503" y="4574992"/>
                  <a:ext cx="496888" cy="812678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01" name="Straight Connector 1000">
                  <a:extLst>
                    <a:ext uri="{FF2B5EF4-FFF2-40B4-BE49-F238E27FC236}">
                      <a16:creationId xmlns:a16="http://schemas.microsoft.com/office/drawing/2014/main" id="{3926DE25-E9FB-D540-98B7-27C7DBB56A43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66153" y="4027387"/>
                  <a:ext cx="3175" cy="145075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1002" name="Group 538">
                  <a:extLst>
                    <a:ext uri="{FF2B5EF4-FFF2-40B4-BE49-F238E27FC236}">
                      <a16:creationId xmlns:a16="http://schemas.microsoft.com/office/drawing/2014/main" id="{FA32E138-3569-9943-8F38-8BFBBEE94E0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68667" y="3862335"/>
                  <a:ext cx="503828" cy="248249"/>
                  <a:chOff x="2183302" y="1564542"/>
                  <a:chExt cx="1200154" cy="440314"/>
                </a:xfrm>
              </p:grpSpPr>
              <p:sp>
                <p:nvSpPr>
                  <p:cNvPr id="1003" name="Oval 1002">
                    <a:extLst>
                      <a:ext uri="{FF2B5EF4-FFF2-40B4-BE49-F238E27FC236}">
                        <a16:creationId xmlns:a16="http://schemas.microsoft.com/office/drawing/2014/main" id="{172BF76E-3582-364D-ACA4-688518FFF091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8659" y="1691189"/>
                    <a:ext cx="1194966" cy="312499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04" name="Rectangle 1003">
                    <a:extLst>
                      <a:ext uri="{FF2B5EF4-FFF2-40B4-BE49-F238E27FC236}">
                        <a16:creationId xmlns:a16="http://schemas.microsoft.com/office/drawing/2014/main" id="{3A78A2F4-E393-6E42-BE3F-0FCA6714AEB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4877" y="1736233"/>
                    <a:ext cx="1198749" cy="112612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05" name="Oval 1004">
                    <a:extLst>
                      <a:ext uri="{FF2B5EF4-FFF2-40B4-BE49-F238E27FC236}">
                        <a16:creationId xmlns:a16="http://schemas.microsoft.com/office/drawing/2014/main" id="{940143FD-143D-914C-BE2C-37F2F665D24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4877" y="1564501"/>
                    <a:ext cx="1194966" cy="312497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006" name="Freeform 1005">
                    <a:extLst>
                      <a:ext uri="{FF2B5EF4-FFF2-40B4-BE49-F238E27FC236}">
                        <a16:creationId xmlns:a16="http://schemas.microsoft.com/office/drawing/2014/main" id="{E3E8B10C-6B82-EC4C-A959-82D1FA770D4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1182" y="1671482"/>
                    <a:ext cx="582357" cy="154840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07" name="Freeform 1006">
                    <a:extLst>
                      <a:ext uri="{FF2B5EF4-FFF2-40B4-BE49-F238E27FC236}">
                        <a16:creationId xmlns:a16="http://schemas.microsoft.com/office/drawing/2014/main" id="{0B23900C-40C2-5447-A8A5-DB9E4C1FBD2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30678" y="1629252"/>
                    <a:ext cx="703366" cy="109797"/>
                  </a:xfrm>
                  <a:custGeom>
                    <a:avLst/>
                    <a:gdLst>
                      <a:gd name="T0" fmla="*/ 0 w 3723451"/>
                      <a:gd name="T1" fmla="*/ 26862 h 932950"/>
                      <a:gd name="T2" fmla="*/ 123762 w 3723451"/>
                      <a:gd name="T3" fmla="*/ 317 h 932950"/>
                      <a:gd name="T4" fmla="*/ 350560 w 3723451"/>
                      <a:gd name="T5" fmla="*/ 61264 h 932950"/>
                      <a:gd name="T6" fmla="*/ 566927 w 3723451"/>
                      <a:gd name="T7" fmla="*/ 0 h 932950"/>
                      <a:gd name="T8" fmla="*/ 703366 w 3723451"/>
                      <a:gd name="T9" fmla="*/ 24379 h 932950"/>
                      <a:gd name="T10" fmla="*/ 601856 w 3723451"/>
                      <a:gd name="T11" fmla="*/ 54357 h 932950"/>
                      <a:gd name="T12" fmla="*/ 569173 w 3723451"/>
                      <a:gd name="T13" fmla="*/ 46275 h 932950"/>
                      <a:gd name="T14" fmla="*/ 354544 w 3723451"/>
                      <a:gd name="T15" fmla="*/ 109797 h 932950"/>
                      <a:gd name="T16" fmla="*/ 134425 w 3723451"/>
                      <a:gd name="T17" fmla="*/ 48612 h 932950"/>
                      <a:gd name="T18" fmla="*/ 98836 w 3723451"/>
                      <a:gd name="T19" fmla="*/ 55215 h 932950"/>
                      <a:gd name="T20" fmla="*/ 0 w 3723451"/>
                      <a:gd name="T21" fmla="*/ 26862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008" name="Freeform 1007">
                    <a:extLst>
                      <a:ext uri="{FF2B5EF4-FFF2-40B4-BE49-F238E27FC236}">
                        <a16:creationId xmlns:a16="http://schemas.microsoft.com/office/drawing/2014/main" id="{8EDB510B-0DD2-AE4F-82C5-7A7D8DC924A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025" y="1722158"/>
                    <a:ext cx="260925" cy="95720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60925 w 1366596"/>
                      <a:gd name="T3" fmla="*/ 73965 h 809868"/>
                      <a:gd name="T4" fmla="*/ 165165 w 1366596"/>
                      <a:gd name="T5" fmla="*/ 95720 h 809868"/>
                      <a:gd name="T6" fmla="*/ 878 w 1366596"/>
                      <a:gd name="T7" fmla="*/ 50579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009" name="Freeform 1008">
                    <a:extLst>
                      <a:ext uri="{FF2B5EF4-FFF2-40B4-BE49-F238E27FC236}">
                        <a16:creationId xmlns:a16="http://schemas.microsoft.com/office/drawing/2014/main" id="{8DBE17FA-57C2-EB4B-A9B7-514F4336E2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9332" y="1724972"/>
                    <a:ext cx="253364" cy="95720"/>
                  </a:xfrm>
                  <a:custGeom>
                    <a:avLst/>
                    <a:gdLst>
                      <a:gd name="T0" fmla="*/ 249905 w 1348191"/>
                      <a:gd name="T1" fmla="*/ 0 h 791462"/>
                      <a:gd name="T2" fmla="*/ 253364 w 1348191"/>
                      <a:gd name="T3" fmla="*/ 46190 h 791462"/>
                      <a:gd name="T4" fmla="*/ 91661 w 1348191"/>
                      <a:gd name="T5" fmla="*/ 95720 h 791462"/>
                      <a:gd name="T6" fmla="*/ 0 w 1348191"/>
                      <a:gd name="T7" fmla="*/ 74016 h 791462"/>
                      <a:gd name="T8" fmla="*/ 249905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1010" name="Straight Connector 1009">
                    <a:extLst>
                      <a:ext uri="{FF2B5EF4-FFF2-40B4-BE49-F238E27FC236}">
                        <a16:creationId xmlns:a16="http://schemas.microsoft.com/office/drawing/2014/main" id="{6D72BFF1-097B-E940-AAD0-E8A2E1D2A096}"/>
                      </a:ext>
                    </a:extLst>
                  </p:cNvPr>
                  <p:cNvCxnSpPr>
                    <a:cxnSpLocks noChangeShapeType="1"/>
                    <a:endCxn id="1005" idx="2"/>
                  </p:cNvCxnSpPr>
                  <p:nvPr/>
                </p:nvCxnSpPr>
                <p:spPr bwMode="auto">
                  <a:xfrm flipH="1" flipV="1">
                    <a:off x="2184877" y="1722158"/>
                    <a:ext cx="3783" cy="121057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011" name="Straight Connector 1010">
                    <a:extLst>
                      <a:ext uri="{FF2B5EF4-FFF2-40B4-BE49-F238E27FC236}">
                        <a16:creationId xmlns:a16="http://schemas.microsoft.com/office/drawing/2014/main" id="{088863E0-982B-8A4D-853F-851CE3F1F14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842" y="1727788"/>
                    <a:ext cx="3783" cy="121057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934" name="Group 30">
                <a:extLst>
                  <a:ext uri="{FF2B5EF4-FFF2-40B4-BE49-F238E27FC236}">
                    <a16:creationId xmlns:a16="http://schemas.microsoft.com/office/drawing/2014/main" id="{B108AACE-03DC-254D-AC34-727FF075B8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48791" y="3867098"/>
                <a:ext cx="514350" cy="1670050"/>
                <a:chOff x="4348791" y="3867098"/>
                <a:chExt cx="514350" cy="1670050"/>
              </a:xfrm>
            </p:grpSpPr>
            <p:sp>
              <p:nvSpPr>
                <p:cNvPr id="977" name="Rectangle 976">
                  <a:extLst>
                    <a:ext uri="{FF2B5EF4-FFF2-40B4-BE49-F238E27FC236}">
                      <a16:creationId xmlns:a16="http://schemas.microsoft.com/office/drawing/2014/main" id="{B0F9C3E9-A467-3F42-B81A-4399A9B977B8}"/>
                    </a:ext>
                  </a:extLst>
                </p:cNvPr>
                <p:cNvSpPr/>
                <p:nvPr/>
              </p:nvSpPr>
              <p:spPr bwMode="auto">
                <a:xfrm rot="10800000">
                  <a:off x="4351838" y="3950855"/>
                  <a:ext cx="498084" cy="62864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78" name="Straight Connector 977">
                  <a:extLst>
                    <a:ext uri="{FF2B5EF4-FFF2-40B4-BE49-F238E27FC236}">
                      <a16:creationId xmlns:a16="http://schemas.microsoft.com/office/drawing/2014/main" id="{20B4E373-A127-2049-BBD2-5D8AFBDD7F00}"/>
                    </a:ext>
                  </a:extLst>
                </p:cNvPr>
                <p:cNvCxnSpPr/>
                <p:nvPr/>
              </p:nvCxnSpPr>
              <p:spPr bwMode="auto">
                <a:xfrm flipH="1">
                  <a:off x="4861553" y="4024212"/>
                  <a:ext cx="1588" cy="1365045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979" name="Group 580">
                  <a:extLst>
                    <a:ext uri="{FF2B5EF4-FFF2-40B4-BE49-F238E27FC236}">
                      <a16:creationId xmlns:a16="http://schemas.microsoft.com/office/drawing/2014/main" id="{3A9D8F64-E0EA-B742-94C4-1BEB4135EA8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53939" y="5315451"/>
                  <a:ext cx="507588" cy="221697"/>
                  <a:chOff x="4128636" y="3606589"/>
                  <a:chExt cx="568145" cy="338667"/>
                </a:xfrm>
              </p:grpSpPr>
              <p:sp>
                <p:nvSpPr>
                  <p:cNvPr id="992" name="Oval 991">
                    <a:extLst>
                      <a:ext uri="{FF2B5EF4-FFF2-40B4-BE49-F238E27FC236}">
                        <a16:creationId xmlns:a16="http://schemas.microsoft.com/office/drawing/2014/main" id="{74425C53-433E-6F47-8B0C-9F4C8E916E2E}"/>
                      </a:ext>
                    </a:extLst>
                  </p:cNvPr>
                  <p:cNvSpPr/>
                  <p:nvPr/>
                </p:nvSpPr>
                <p:spPr>
                  <a:xfrm>
                    <a:off x="4128204" y="3719336"/>
                    <a:ext cx="568606" cy="225498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93" name="Rectangle 992">
                    <a:extLst>
                      <a:ext uri="{FF2B5EF4-FFF2-40B4-BE49-F238E27FC236}">
                        <a16:creationId xmlns:a16="http://schemas.microsoft.com/office/drawing/2014/main" id="{A0400564-35E9-0947-9C64-641EDF9EEAFA}"/>
                      </a:ext>
                    </a:extLst>
                  </p:cNvPr>
                  <p:cNvSpPr/>
                  <p:nvPr/>
                </p:nvSpPr>
                <p:spPr>
                  <a:xfrm>
                    <a:off x="4128204" y="3719336"/>
                    <a:ext cx="568606" cy="111537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94" name="Oval 993">
                    <a:extLst>
                      <a:ext uri="{FF2B5EF4-FFF2-40B4-BE49-F238E27FC236}">
                        <a16:creationId xmlns:a16="http://schemas.microsoft.com/office/drawing/2014/main" id="{56DE4CA9-0BD6-4744-AD30-73684267516E}"/>
                      </a:ext>
                    </a:extLst>
                  </p:cNvPr>
                  <p:cNvSpPr/>
                  <p:nvPr/>
                </p:nvSpPr>
                <p:spPr>
                  <a:xfrm>
                    <a:off x="4128204" y="3600524"/>
                    <a:ext cx="568606" cy="230349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95" name="Straight Connector 994">
                    <a:extLst>
                      <a:ext uri="{FF2B5EF4-FFF2-40B4-BE49-F238E27FC236}">
                        <a16:creationId xmlns:a16="http://schemas.microsoft.com/office/drawing/2014/main" id="{0A9628A0-82B0-154A-AC0C-91A2584C6F9D}"/>
                      </a:ext>
                    </a:extLst>
                  </p:cNvPr>
                  <p:cNvCxnSpPr/>
                  <p:nvPr/>
                </p:nvCxnSpPr>
                <p:spPr>
                  <a:xfrm>
                    <a:off x="4696810" y="3719336"/>
                    <a:ext cx="0" cy="111537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96" name="Straight Connector 995">
                    <a:extLst>
                      <a:ext uri="{FF2B5EF4-FFF2-40B4-BE49-F238E27FC236}">
                        <a16:creationId xmlns:a16="http://schemas.microsoft.com/office/drawing/2014/main" id="{88F83DD9-96B0-3640-BF70-6737E76C9760}"/>
                      </a:ext>
                    </a:extLst>
                  </p:cNvPr>
                  <p:cNvCxnSpPr/>
                  <p:nvPr/>
                </p:nvCxnSpPr>
                <p:spPr>
                  <a:xfrm>
                    <a:off x="4128204" y="3719336"/>
                    <a:ext cx="0" cy="111537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980" name="Rectangle 979">
                  <a:extLst>
                    <a:ext uri="{FF2B5EF4-FFF2-40B4-BE49-F238E27FC236}">
                      <a16:creationId xmlns:a16="http://schemas.microsoft.com/office/drawing/2014/main" id="{F00ED881-B944-FC48-9E88-0D81D2145925}"/>
                    </a:ext>
                  </a:extLst>
                </p:cNvPr>
                <p:cNvSpPr/>
                <p:nvPr/>
              </p:nvSpPr>
              <p:spPr bwMode="auto">
                <a:xfrm>
                  <a:off x="4355141" y="4579754"/>
                  <a:ext cx="496887" cy="812678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81" name="Straight Connector 980">
                  <a:extLst>
                    <a:ext uri="{FF2B5EF4-FFF2-40B4-BE49-F238E27FC236}">
                      <a16:creationId xmlns:a16="http://schemas.microsoft.com/office/drawing/2014/main" id="{7CCAB184-9AE2-7B4C-80D2-9640964D0371}"/>
                    </a:ext>
                  </a:extLst>
                </p:cNvPr>
                <p:cNvCxnSpPr/>
                <p:nvPr/>
              </p:nvCxnSpPr>
              <p:spPr bwMode="auto">
                <a:xfrm flipH="1">
                  <a:off x="4348791" y="4032148"/>
                  <a:ext cx="3175" cy="145075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982" name="Group 568">
                  <a:extLst>
                    <a:ext uri="{FF2B5EF4-FFF2-40B4-BE49-F238E27FC236}">
                      <a16:creationId xmlns:a16="http://schemas.microsoft.com/office/drawing/2014/main" id="{2939B129-2D0A-934E-82CE-DFAE38C58EB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51304" y="3867098"/>
                  <a:ext cx="503828" cy="248249"/>
                  <a:chOff x="2183302" y="1564542"/>
                  <a:chExt cx="1200154" cy="440314"/>
                </a:xfrm>
              </p:grpSpPr>
              <p:sp>
                <p:nvSpPr>
                  <p:cNvPr id="983" name="Oval 982">
                    <a:extLst>
                      <a:ext uri="{FF2B5EF4-FFF2-40B4-BE49-F238E27FC236}">
                        <a16:creationId xmlns:a16="http://schemas.microsoft.com/office/drawing/2014/main" id="{6A8F745B-1D4E-4F4F-BEFA-6144E5BDE2F6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8659" y="1691187"/>
                    <a:ext cx="1194966" cy="312497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84" name="Rectangle 983">
                    <a:extLst>
                      <a:ext uri="{FF2B5EF4-FFF2-40B4-BE49-F238E27FC236}">
                        <a16:creationId xmlns:a16="http://schemas.microsoft.com/office/drawing/2014/main" id="{9C90A1F3-B2A8-9548-8E8B-D7BD5730790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4879" y="1736232"/>
                    <a:ext cx="1198746" cy="112612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85" name="Oval 984">
                    <a:extLst>
                      <a:ext uri="{FF2B5EF4-FFF2-40B4-BE49-F238E27FC236}">
                        <a16:creationId xmlns:a16="http://schemas.microsoft.com/office/drawing/2014/main" id="{629F401F-84D1-3A47-827D-8D943652DA3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4879" y="1564498"/>
                    <a:ext cx="1194966" cy="312499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986" name="Freeform 985">
                    <a:extLst>
                      <a:ext uri="{FF2B5EF4-FFF2-40B4-BE49-F238E27FC236}">
                        <a16:creationId xmlns:a16="http://schemas.microsoft.com/office/drawing/2014/main" id="{FF593AC5-08BE-8844-905E-205731B1D7E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1182" y="1671479"/>
                    <a:ext cx="582357" cy="154842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87" name="Freeform 986">
                    <a:extLst>
                      <a:ext uri="{FF2B5EF4-FFF2-40B4-BE49-F238E27FC236}">
                        <a16:creationId xmlns:a16="http://schemas.microsoft.com/office/drawing/2014/main" id="{F0D77977-1A67-AA45-AB94-A8428B06120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30678" y="1629250"/>
                    <a:ext cx="703366" cy="109796"/>
                  </a:xfrm>
                  <a:custGeom>
                    <a:avLst/>
                    <a:gdLst>
                      <a:gd name="T0" fmla="*/ 0 w 3723451"/>
                      <a:gd name="T1" fmla="*/ 26862 h 932950"/>
                      <a:gd name="T2" fmla="*/ 123762 w 3723451"/>
                      <a:gd name="T3" fmla="*/ 317 h 932950"/>
                      <a:gd name="T4" fmla="*/ 350560 w 3723451"/>
                      <a:gd name="T5" fmla="*/ 61263 h 932950"/>
                      <a:gd name="T6" fmla="*/ 566927 w 3723451"/>
                      <a:gd name="T7" fmla="*/ 0 h 932950"/>
                      <a:gd name="T8" fmla="*/ 703366 w 3723451"/>
                      <a:gd name="T9" fmla="*/ 24379 h 932950"/>
                      <a:gd name="T10" fmla="*/ 601856 w 3723451"/>
                      <a:gd name="T11" fmla="*/ 54357 h 932950"/>
                      <a:gd name="T12" fmla="*/ 569173 w 3723451"/>
                      <a:gd name="T13" fmla="*/ 46274 h 932950"/>
                      <a:gd name="T14" fmla="*/ 354544 w 3723451"/>
                      <a:gd name="T15" fmla="*/ 109796 h 932950"/>
                      <a:gd name="T16" fmla="*/ 134425 w 3723451"/>
                      <a:gd name="T17" fmla="*/ 48611 h 932950"/>
                      <a:gd name="T18" fmla="*/ 98836 w 3723451"/>
                      <a:gd name="T19" fmla="*/ 55215 h 932950"/>
                      <a:gd name="T20" fmla="*/ 0 w 3723451"/>
                      <a:gd name="T21" fmla="*/ 26862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988" name="Freeform 987">
                    <a:extLst>
                      <a:ext uri="{FF2B5EF4-FFF2-40B4-BE49-F238E27FC236}">
                        <a16:creationId xmlns:a16="http://schemas.microsoft.com/office/drawing/2014/main" id="{4A24255A-B649-9D44-AB80-CACD0B0D1B3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025" y="1722154"/>
                    <a:ext cx="260927" cy="95720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60927 w 1366596"/>
                      <a:gd name="T3" fmla="*/ 73965 h 809868"/>
                      <a:gd name="T4" fmla="*/ 165166 w 1366596"/>
                      <a:gd name="T5" fmla="*/ 95720 h 809868"/>
                      <a:gd name="T6" fmla="*/ 878 w 1366596"/>
                      <a:gd name="T7" fmla="*/ 50579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989" name="Freeform 988">
                    <a:extLst>
                      <a:ext uri="{FF2B5EF4-FFF2-40B4-BE49-F238E27FC236}">
                        <a16:creationId xmlns:a16="http://schemas.microsoft.com/office/drawing/2014/main" id="{21311582-6B5F-4441-B6D0-5D1DEBA1CB8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9334" y="1724970"/>
                    <a:ext cx="253362" cy="95720"/>
                  </a:xfrm>
                  <a:custGeom>
                    <a:avLst/>
                    <a:gdLst>
                      <a:gd name="T0" fmla="*/ 249903 w 1348191"/>
                      <a:gd name="T1" fmla="*/ 0 h 791462"/>
                      <a:gd name="T2" fmla="*/ 253362 w 1348191"/>
                      <a:gd name="T3" fmla="*/ 46190 h 791462"/>
                      <a:gd name="T4" fmla="*/ 91660 w 1348191"/>
                      <a:gd name="T5" fmla="*/ 95720 h 791462"/>
                      <a:gd name="T6" fmla="*/ 0 w 1348191"/>
                      <a:gd name="T7" fmla="*/ 74016 h 791462"/>
                      <a:gd name="T8" fmla="*/ 249903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990" name="Straight Connector 989">
                    <a:extLst>
                      <a:ext uri="{FF2B5EF4-FFF2-40B4-BE49-F238E27FC236}">
                        <a16:creationId xmlns:a16="http://schemas.microsoft.com/office/drawing/2014/main" id="{C0FC5468-8C4C-AB42-AC33-6B20FED82305}"/>
                      </a:ext>
                    </a:extLst>
                  </p:cNvPr>
                  <p:cNvCxnSpPr>
                    <a:cxnSpLocks noChangeShapeType="1"/>
                    <a:endCxn id="985" idx="2"/>
                  </p:cNvCxnSpPr>
                  <p:nvPr/>
                </p:nvCxnSpPr>
                <p:spPr bwMode="auto">
                  <a:xfrm flipH="1" flipV="1">
                    <a:off x="2184879" y="1722154"/>
                    <a:ext cx="3780" cy="121059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91" name="Straight Connector 990">
                    <a:extLst>
                      <a:ext uri="{FF2B5EF4-FFF2-40B4-BE49-F238E27FC236}">
                        <a16:creationId xmlns:a16="http://schemas.microsoft.com/office/drawing/2014/main" id="{0641688B-D837-D241-8726-C138E7CF244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845" y="1727785"/>
                    <a:ext cx="3780" cy="121059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935" name="Group 48257">
                <a:extLst>
                  <a:ext uri="{FF2B5EF4-FFF2-40B4-BE49-F238E27FC236}">
                    <a16:creationId xmlns:a16="http://schemas.microsoft.com/office/drawing/2014/main" id="{DFD8AD38-F69C-AE4E-A7C6-58BC92264C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52116" y="3849635"/>
                <a:ext cx="514350" cy="1670050"/>
                <a:chOff x="5552116" y="3849635"/>
                <a:chExt cx="514350" cy="1670050"/>
              </a:xfrm>
            </p:grpSpPr>
            <p:sp>
              <p:nvSpPr>
                <p:cNvPr id="957" name="Rectangle 956">
                  <a:extLst>
                    <a:ext uri="{FF2B5EF4-FFF2-40B4-BE49-F238E27FC236}">
                      <a16:creationId xmlns:a16="http://schemas.microsoft.com/office/drawing/2014/main" id="{B13372F6-7422-A24B-A223-1174A9270D3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5163" y="3933392"/>
                  <a:ext cx="498084" cy="62864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58" name="Straight Connector 957">
                  <a:extLst>
                    <a:ext uri="{FF2B5EF4-FFF2-40B4-BE49-F238E27FC236}">
                      <a16:creationId xmlns:a16="http://schemas.microsoft.com/office/drawing/2014/main" id="{E33D11D1-8D4D-F14F-B9FC-6D2FB093890B}"/>
                    </a:ext>
                  </a:extLst>
                </p:cNvPr>
                <p:cNvCxnSpPr/>
                <p:nvPr/>
              </p:nvCxnSpPr>
              <p:spPr bwMode="auto">
                <a:xfrm flipH="1">
                  <a:off x="6064879" y="4006752"/>
                  <a:ext cx="1588" cy="1365045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959" name="Group 607">
                  <a:extLst>
                    <a:ext uri="{FF2B5EF4-FFF2-40B4-BE49-F238E27FC236}">
                      <a16:creationId xmlns:a16="http://schemas.microsoft.com/office/drawing/2014/main" id="{12AC3864-6986-E84A-85C7-6895574A880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57264" y="5297988"/>
                  <a:ext cx="507588" cy="221697"/>
                  <a:chOff x="4128636" y="3606589"/>
                  <a:chExt cx="568145" cy="338667"/>
                </a:xfrm>
              </p:grpSpPr>
              <p:sp>
                <p:nvSpPr>
                  <p:cNvPr id="972" name="Oval 971">
                    <a:extLst>
                      <a:ext uri="{FF2B5EF4-FFF2-40B4-BE49-F238E27FC236}">
                        <a16:creationId xmlns:a16="http://schemas.microsoft.com/office/drawing/2014/main" id="{1C323077-6C9C-1746-A411-C1B91269146D}"/>
                      </a:ext>
                    </a:extLst>
                  </p:cNvPr>
                  <p:cNvSpPr/>
                  <p:nvPr/>
                </p:nvSpPr>
                <p:spPr>
                  <a:xfrm>
                    <a:off x="4128205" y="3719341"/>
                    <a:ext cx="568606" cy="225500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73" name="Rectangle 972">
                    <a:extLst>
                      <a:ext uri="{FF2B5EF4-FFF2-40B4-BE49-F238E27FC236}">
                        <a16:creationId xmlns:a16="http://schemas.microsoft.com/office/drawing/2014/main" id="{EE440552-5BF2-324D-8F4B-CBBAD5E25F28}"/>
                      </a:ext>
                    </a:extLst>
                  </p:cNvPr>
                  <p:cNvSpPr/>
                  <p:nvPr/>
                </p:nvSpPr>
                <p:spPr>
                  <a:xfrm>
                    <a:off x="4128205" y="3719341"/>
                    <a:ext cx="568606" cy="111537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74" name="Oval 973">
                    <a:extLst>
                      <a:ext uri="{FF2B5EF4-FFF2-40B4-BE49-F238E27FC236}">
                        <a16:creationId xmlns:a16="http://schemas.microsoft.com/office/drawing/2014/main" id="{352AAEDD-5767-E14C-A897-289B1F7E9906}"/>
                      </a:ext>
                    </a:extLst>
                  </p:cNvPr>
                  <p:cNvSpPr/>
                  <p:nvPr/>
                </p:nvSpPr>
                <p:spPr>
                  <a:xfrm>
                    <a:off x="4128205" y="3600530"/>
                    <a:ext cx="568606" cy="230348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75" name="Straight Connector 974">
                    <a:extLst>
                      <a:ext uri="{FF2B5EF4-FFF2-40B4-BE49-F238E27FC236}">
                        <a16:creationId xmlns:a16="http://schemas.microsoft.com/office/drawing/2014/main" id="{703AA525-DABB-0145-AB73-1F4B2D918977}"/>
                      </a:ext>
                    </a:extLst>
                  </p:cNvPr>
                  <p:cNvCxnSpPr/>
                  <p:nvPr/>
                </p:nvCxnSpPr>
                <p:spPr>
                  <a:xfrm>
                    <a:off x="4696811" y="3719341"/>
                    <a:ext cx="0" cy="111537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76" name="Straight Connector 975">
                    <a:extLst>
                      <a:ext uri="{FF2B5EF4-FFF2-40B4-BE49-F238E27FC236}">
                        <a16:creationId xmlns:a16="http://schemas.microsoft.com/office/drawing/2014/main" id="{4325B995-3B4C-0C4D-A71A-517823605523}"/>
                      </a:ext>
                    </a:extLst>
                  </p:cNvPr>
                  <p:cNvCxnSpPr/>
                  <p:nvPr/>
                </p:nvCxnSpPr>
                <p:spPr>
                  <a:xfrm>
                    <a:off x="4128205" y="3719341"/>
                    <a:ext cx="0" cy="111537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960" name="Rectangle 959">
                  <a:extLst>
                    <a:ext uri="{FF2B5EF4-FFF2-40B4-BE49-F238E27FC236}">
                      <a16:creationId xmlns:a16="http://schemas.microsoft.com/office/drawing/2014/main" id="{67DB7B11-56CE-334A-ADC8-5DC41B2B2B31}"/>
                    </a:ext>
                  </a:extLst>
                </p:cNvPr>
                <p:cNvSpPr/>
                <p:nvPr/>
              </p:nvSpPr>
              <p:spPr bwMode="auto">
                <a:xfrm>
                  <a:off x="5558467" y="4562294"/>
                  <a:ext cx="496887" cy="812678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61" name="Straight Connector 960">
                  <a:extLst>
                    <a:ext uri="{FF2B5EF4-FFF2-40B4-BE49-F238E27FC236}">
                      <a16:creationId xmlns:a16="http://schemas.microsoft.com/office/drawing/2014/main" id="{A04F27FE-A553-BA4D-8784-D3F9D239406C}"/>
                    </a:ext>
                  </a:extLst>
                </p:cNvPr>
                <p:cNvCxnSpPr/>
                <p:nvPr/>
              </p:nvCxnSpPr>
              <p:spPr bwMode="auto">
                <a:xfrm flipH="1">
                  <a:off x="5552117" y="4014689"/>
                  <a:ext cx="3175" cy="145075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962" name="Group 595">
                  <a:extLst>
                    <a:ext uri="{FF2B5EF4-FFF2-40B4-BE49-F238E27FC236}">
                      <a16:creationId xmlns:a16="http://schemas.microsoft.com/office/drawing/2014/main" id="{7A9DFB75-AD21-E042-816D-12C833D0B1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54629" y="3849635"/>
                  <a:ext cx="503828" cy="248249"/>
                  <a:chOff x="2183302" y="1564542"/>
                  <a:chExt cx="1200154" cy="440314"/>
                </a:xfrm>
              </p:grpSpPr>
              <p:sp>
                <p:nvSpPr>
                  <p:cNvPr id="963" name="Oval 962">
                    <a:extLst>
                      <a:ext uri="{FF2B5EF4-FFF2-40B4-BE49-F238E27FC236}">
                        <a16:creationId xmlns:a16="http://schemas.microsoft.com/office/drawing/2014/main" id="{EBC1A268-4FE6-7C48-A7EB-5B88F961348E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8662" y="1691192"/>
                    <a:ext cx="1194966" cy="312499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4" name="Rectangle 963">
                    <a:extLst>
                      <a:ext uri="{FF2B5EF4-FFF2-40B4-BE49-F238E27FC236}">
                        <a16:creationId xmlns:a16="http://schemas.microsoft.com/office/drawing/2014/main" id="{7E5BFB83-4F66-5340-A6C8-AE2EA6969B5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4881" y="1736237"/>
                    <a:ext cx="1198746" cy="112612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5" name="Oval 964">
                    <a:extLst>
                      <a:ext uri="{FF2B5EF4-FFF2-40B4-BE49-F238E27FC236}">
                        <a16:creationId xmlns:a16="http://schemas.microsoft.com/office/drawing/2014/main" id="{835B3555-2BFA-4345-AEDE-3AFF012D16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4881" y="1564505"/>
                    <a:ext cx="1194966" cy="312497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966" name="Freeform 965">
                    <a:extLst>
                      <a:ext uri="{FF2B5EF4-FFF2-40B4-BE49-F238E27FC236}">
                        <a16:creationId xmlns:a16="http://schemas.microsoft.com/office/drawing/2014/main" id="{9C54B396-F12D-CD4B-97BD-8CD97DC9CB6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1185" y="1671486"/>
                    <a:ext cx="582357" cy="154840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7" name="Freeform 966">
                    <a:extLst>
                      <a:ext uri="{FF2B5EF4-FFF2-40B4-BE49-F238E27FC236}">
                        <a16:creationId xmlns:a16="http://schemas.microsoft.com/office/drawing/2014/main" id="{74A5A762-7F2A-7146-9F8E-38B680D0FA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30680" y="1629256"/>
                    <a:ext cx="703366" cy="109797"/>
                  </a:xfrm>
                  <a:custGeom>
                    <a:avLst/>
                    <a:gdLst>
                      <a:gd name="T0" fmla="*/ 0 w 3723451"/>
                      <a:gd name="T1" fmla="*/ 26862 h 932950"/>
                      <a:gd name="T2" fmla="*/ 123762 w 3723451"/>
                      <a:gd name="T3" fmla="*/ 317 h 932950"/>
                      <a:gd name="T4" fmla="*/ 350560 w 3723451"/>
                      <a:gd name="T5" fmla="*/ 61264 h 932950"/>
                      <a:gd name="T6" fmla="*/ 566927 w 3723451"/>
                      <a:gd name="T7" fmla="*/ 0 h 932950"/>
                      <a:gd name="T8" fmla="*/ 703366 w 3723451"/>
                      <a:gd name="T9" fmla="*/ 24379 h 932950"/>
                      <a:gd name="T10" fmla="*/ 601856 w 3723451"/>
                      <a:gd name="T11" fmla="*/ 54357 h 932950"/>
                      <a:gd name="T12" fmla="*/ 569173 w 3723451"/>
                      <a:gd name="T13" fmla="*/ 46275 h 932950"/>
                      <a:gd name="T14" fmla="*/ 354544 w 3723451"/>
                      <a:gd name="T15" fmla="*/ 109797 h 932950"/>
                      <a:gd name="T16" fmla="*/ 134425 w 3723451"/>
                      <a:gd name="T17" fmla="*/ 48612 h 932950"/>
                      <a:gd name="T18" fmla="*/ 98836 w 3723451"/>
                      <a:gd name="T19" fmla="*/ 55215 h 932950"/>
                      <a:gd name="T20" fmla="*/ 0 w 3723451"/>
                      <a:gd name="T21" fmla="*/ 26862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968" name="Freeform 967">
                    <a:extLst>
                      <a:ext uri="{FF2B5EF4-FFF2-40B4-BE49-F238E27FC236}">
                        <a16:creationId xmlns:a16="http://schemas.microsoft.com/office/drawing/2014/main" id="{2A01FA01-3AF8-6C49-B347-15EC8DD1FC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028" y="1722161"/>
                    <a:ext cx="260927" cy="95720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60927 w 1366596"/>
                      <a:gd name="T3" fmla="*/ 73965 h 809868"/>
                      <a:gd name="T4" fmla="*/ 165166 w 1366596"/>
                      <a:gd name="T5" fmla="*/ 95720 h 809868"/>
                      <a:gd name="T6" fmla="*/ 878 w 1366596"/>
                      <a:gd name="T7" fmla="*/ 50579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969" name="Freeform 968">
                    <a:extLst>
                      <a:ext uri="{FF2B5EF4-FFF2-40B4-BE49-F238E27FC236}">
                        <a16:creationId xmlns:a16="http://schemas.microsoft.com/office/drawing/2014/main" id="{45B074FE-A579-4E44-9C72-7EC6937937B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9337" y="1724976"/>
                    <a:ext cx="253362" cy="95720"/>
                  </a:xfrm>
                  <a:custGeom>
                    <a:avLst/>
                    <a:gdLst>
                      <a:gd name="T0" fmla="*/ 249903 w 1348191"/>
                      <a:gd name="T1" fmla="*/ 0 h 791462"/>
                      <a:gd name="T2" fmla="*/ 253362 w 1348191"/>
                      <a:gd name="T3" fmla="*/ 46190 h 791462"/>
                      <a:gd name="T4" fmla="*/ 91660 w 1348191"/>
                      <a:gd name="T5" fmla="*/ 95720 h 791462"/>
                      <a:gd name="T6" fmla="*/ 0 w 1348191"/>
                      <a:gd name="T7" fmla="*/ 74016 h 791462"/>
                      <a:gd name="T8" fmla="*/ 249903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970" name="Straight Connector 969">
                    <a:extLst>
                      <a:ext uri="{FF2B5EF4-FFF2-40B4-BE49-F238E27FC236}">
                        <a16:creationId xmlns:a16="http://schemas.microsoft.com/office/drawing/2014/main" id="{D7BA177F-687A-5349-B8D9-E812C7AD3962}"/>
                      </a:ext>
                    </a:extLst>
                  </p:cNvPr>
                  <p:cNvCxnSpPr>
                    <a:cxnSpLocks noChangeShapeType="1"/>
                    <a:endCxn id="965" idx="2"/>
                  </p:cNvCxnSpPr>
                  <p:nvPr/>
                </p:nvCxnSpPr>
                <p:spPr bwMode="auto">
                  <a:xfrm flipH="1" flipV="1">
                    <a:off x="2184881" y="1722161"/>
                    <a:ext cx="3780" cy="121057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71" name="Straight Connector 970">
                    <a:extLst>
                      <a:ext uri="{FF2B5EF4-FFF2-40B4-BE49-F238E27FC236}">
                        <a16:creationId xmlns:a16="http://schemas.microsoft.com/office/drawing/2014/main" id="{2708807E-0266-644C-A6E9-061ABB06D12B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847" y="1727792"/>
                    <a:ext cx="3780" cy="121057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936" name="Group 48258">
                <a:extLst>
                  <a:ext uri="{FF2B5EF4-FFF2-40B4-BE49-F238E27FC236}">
                    <a16:creationId xmlns:a16="http://schemas.microsoft.com/office/drawing/2014/main" id="{47B32372-CF84-404F-9FD0-9ACFAC4EE6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47479" y="3836935"/>
                <a:ext cx="514350" cy="1671638"/>
                <a:chOff x="6547479" y="3836935"/>
                <a:chExt cx="514350" cy="1671638"/>
              </a:xfrm>
            </p:grpSpPr>
            <p:sp>
              <p:nvSpPr>
                <p:cNvPr id="937" name="Rectangle 936">
                  <a:extLst>
                    <a:ext uri="{FF2B5EF4-FFF2-40B4-BE49-F238E27FC236}">
                      <a16:creationId xmlns:a16="http://schemas.microsoft.com/office/drawing/2014/main" id="{73DDF967-9AF3-2A4F-AE8E-6BE3B9FF2E91}"/>
                    </a:ext>
                  </a:extLst>
                </p:cNvPr>
                <p:cNvSpPr/>
                <p:nvPr/>
              </p:nvSpPr>
              <p:spPr bwMode="auto">
                <a:xfrm rot="10800000">
                  <a:off x="6550526" y="3920772"/>
                  <a:ext cx="498084" cy="62924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38" name="Straight Connector 937">
                  <a:extLst>
                    <a:ext uri="{FF2B5EF4-FFF2-40B4-BE49-F238E27FC236}">
                      <a16:creationId xmlns:a16="http://schemas.microsoft.com/office/drawing/2014/main" id="{4E2A68FE-149D-DD45-B62C-268C2B480787}"/>
                    </a:ext>
                  </a:extLst>
                </p:cNvPr>
                <p:cNvCxnSpPr/>
                <p:nvPr/>
              </p:nvCxnSpPr>
              <p:spPr bwMode="auto">
                <a:xfrm flipH="1">
                  <a:off x="7060242" y="3994054"/>
                  <a:ext cx="1587" cy="1366633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939" name="Group 634">
                  <a:extLst>
                    <a:ext uri="{FF2B5EF4-FFF2-40B4-BE49-F238E27FC236}">
                      <a16:creationId xmlns:a16="http://schemas.microsoft.com/office/drawing/2014/main" id="{EA89FBDD-115D-B744-8C40-278D9ECECBF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552627" y="5286665"/>
                  <a:ext cx="507588" cy="221908"/>
                  <a:chOff x="4128636" y="3606589"/>
                  <a:chExt cx="568145" cy="338667"/>
                </a:xfrm>
              </p:grpSpPr>
              <p:sp>
                <p:nvSpPr>
                  <p:cNvPr id="952" name="Oval 951">
                    <a:extLst>
                      <a:ext uri="{FF2B5EF4-FFF2-40B4-BE49-F238E27FC236}">
                        <a16:creationId xmlns:a16="http://schemas.microsoft.com/office/drawing/2014/main" id="{ADD15AEA-0E06-3444-AA78-D1D680AED400}"/>
                      </a:ext>
                    </a:extLst>
                  </p:cNvPr>
                  <p:cNvSpPr/>
                  <p:nvPr/>
                </p:nvSpPr>
                <p:spPr>
                  <a:xfrm>
                    <a:off x="4128205" y="3719558"/>
                    <a:ext cx="568606" cy="225284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3" name="Rectangle 952">
                    <a:extLst>
                      <a:ext uri="{FF2B5EF4-FFF2-40B4-BE49-F238E27FC236}">
                        <a16:creationId xmlns:a16="http://schemas.microsoft.com/office/drawing/2014/main" id="{CBDCEDCB-60F4-7D47-8AE9-D843D17AF39C}"/>
                      </a:ext>
                    </a:extLst>
                  </p:cNvPr>
                  <p:cNvSpPr/>
                  <p:nvPr/>
                </p:nvSpPr>
                <p:spPr>
                  <a:xfrm>
                    <a:off x="4128205" y="3719558"/>
                    <a:ext cx="568606" cy="111431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4" name="Oval 953">
                    <a:extLst>
                      <a:ext uri="{FF2B5EF4-FFF2-40B4-BE49-F238E27FC236}">
                        <a16:creationId xmlns:a16="http://schemas.microsoft.com/office/drawing/2014/main" id="{96CC10B3-D82A-D340-B795-8505902BBB5B}"/>
                      </a:ext>
                    </a:extLst>
                  </p:cNvPr>
                  <p:cNvSpPr/>
                  <p:nvPr/>
                </p:nvSpPr>
                <p:spPr>
                  <a:xfrm>
                    <a:off x="4128205" y="3605704"/>
                    <a:ext cx="568606" cy="225286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55" name="Straight Connector 954">
                    <a:extLst>
                      <a:ext uri="{FF2B5EF4-FFF2-40B4-BE49-F238E27FC236}">
                        <a16:creationId xmlns:a16="http://schemas.microsoft.com/office/drawing/2014/main" id="{3B133DA9-A713-2849-A8D7-EDE46E681761}"/>
                      </a:ext>
                    </a:extLst>
                  </p:cNvPr>
                  <p:cNvCxnSpPr/>
                  <p:nvPr/>
                </p:nvCxnSpPr>
                <p:spPr>
                  <a:xfrm>
                    <a:off x="4696811" y="3719558"/>
                    <a:ext cx="0" cy="111431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56" name="Straight Connector 955">
                    <a:extLst>
                      <a:ext uri="{FF2B5EF4-FFF2-40B4-BE49-F238E27FC236}">
                        <a16:creationId xmlns:a16="http://schemas.microsoft.com/office/drawing/2014/main" id="{BC22357C-1B49-FD47-A8E1-4EE9363277E0}"/>
                      </a:ext>
                    </a:extLst>
                  </p:cNvPr>
                  <p:cNvCxnSpPr/>
                  <p:nvPr/>
                </p:nvCxnSpPr>
                <p:spPr>
                  <a:xfrm>
                    <a:off x="4128205" y="3719558"/>
                    <a:ext cx="0" cy="111431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940" name="Rectangle 939">
                  <a:extLst>
                    <a:ext uri="{FF2B5EF4-FFF2-40B4-BE49-F238E27FC236}">
                      <a16:creationId xmlns:a16="http://schemas.microsoft.com/office/drawing/2014/main" id="{8A75ED0D-201E-C349-9238-A2D94F02D3E1}"/>
                    </a:ext>
                  </a:extLst>
                </p:cNvPr>
                <p:cNvSpPr/>
                <p:nvPr/>
              </p:nvSpPr>
              <p:spPr bwMode="auto">
                <a:xfrm>
                  <a:off x="6553829" y="4551184"/>
                  <a:ext cx="496888" cy="812678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41" name="Straight Connector 940">
                  <a:extLst>
                    <a:ext uri="{FF2B5EF4-FFF2-40B4-BE49-F238E27FC236}">
                      <a16:creationId xmlns:a16="http://schemas.microsoft.com/office/drawing/2014/main" id="{690B7076-D7BF-A64B-A741-7A1AB99BC7BD}"/>
                    </a:ext>
                  </a:extLst>
                </p:cNvPr>
                <p:cNvCxnSpPr/>
                <p:nvPr/>
              </p:nvCxnSpPr>
              <p:spPr bwMode="auto">
                <a:xfrm flipH="1">
                  <a:off x="6547479" y="4001991"/>
                  <a:ext cx="3175" cy="145234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942" name="Group 622">
                  <a:extLst>
                    <a:ext uri="{FF2B5EF4-FFF2-40B4-BE49-F238E27FC236}">
                      <a16:creationId xmlns:a16="http://schemas.microsoft.com/office/drawing/2014/main" id="{536C1E87-C19D-B549-A398-BDAA53318FF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549992" y="3836935"/>
                  <a:ext cx="503828" cy="248485"/>
                  <a:chOff x="2183302" y="1564542"/>
                  <a:chExt cx="1200154" cy="440314"/>
                </a:xfrm>
              </p:grpSpPr>
              <p:sp>
                <p:nvSpPr>
                  <p:cNvPr id="943" name="Oval 942">
                    <a:extLst>
                      <a:ext uri="{FF2B5EF4-FFF2-40B4-BE49-F238E27FC236}">
                        <a16:creationId xmlns:a16="http://schemas.microsoft.com/office/drawing/2014/main" id="{2FA609ED-2E63-804A-8736-890A528B12F8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8662" y="1691075"/>
                    <a:ext cx="1194966" cy="315014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4" name="Rectangle 943">
                    <a:extLst>
                      <a:ext uri="{FF2B5EF4-FFF2-40B4-BE49-F238E27FC236}">
                        <a16:creationId xmlns:a16="http://schemas.microsoft.com/office/drawing/2014/main" id="{355D3E63-F907-0E45-8C46-4E02D5408E6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4879" y="1736077"/>
                    <a:ext cx="1198749" cy="11250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5" name="Oval 944">
                    <a:extLst>
                      <a:ext uri="{FF2B5EF4-FFF2-40B4-BE49-F238E27FC236}">
                        <a16:creationId xmlns:a16="http://schemas.microsoft.com/office/drawing/2014/main" id="{575934DF-B322-274A-92BC-3407CBF5947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4879" y="1564508"/>
                    <a:ext cx="1194966" cy="315014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946" name="Freeform 945">
                    <a:extLst>
                      <a:ext uri="{FF2B5EF4-FFF2-40B4-BE49-F238E27FC236}">
                        <a16:creationId xmlns:a16="http://schemas.microsoft.com/office/drawing/2014/main" id="{CBF18B9D-FBE2-C54E-A32D-C409E6C6291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1185" y="1671388"/>
                    <a:ext cx="582357" cy="157507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7" name="Freeform 946">
                    <a:extLst>
                      <a:ext uri="{FF2B5EF4-FFF2-40B4-BE49-F238E27FC236}">
                        <a16:creationId xmlns:a16="http://schemas.microsoft.com/office/drawing/2014/main" id="{E96DBFA6-2771-A54D-B845-79612A3939C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30680" y="1629198"/>
                    <a:ext cx="703366" cy="112505"/>
                  </a:xfrm>
                  <a:custGeom>
                    <a:avLst/>
                    <a:gdLst>
                      <a:gd name="T0" fmla="*/ 0 w 3723451"/>
                      <a:gd name="T1" fmla="*/ 27524 h 932950"/>
                      <a:gd name="T2" fmla="*/ 123762 w 3723451"/>
                      <a:gd name="T3" fmla="*/ 324 h 932950"/>
                      <a:gd name="T4" fmla="*/ 350560 w 3723451"/>
                      <a:gd name="T5" fmla="*/ 62775 h 932950"/>
                      <a:gd name="T6" fmla="*/ 566927 w 3723451"/>
                      <a:gd name="T7" fmla="*/ 0 h 932950"/>
                      <a:gd name="T8" fmla="*/ 703366 w 3723451"/>
                      <a:gd name="T9" fmla="*/ 24980 h 932950"/>
                      <a:gd name="T10" fmla="*/ 601856 w 3723451"/>
                      <a:gd name="T11" fmla="*/ 55698 h 932950"/>
                      <a:gd name="T12" fmla="*/ 569173 w 3723451"/>
                      <a:gd name="T13" fmla="*/ 47416 h 932950"/>
                      <a:gd name="T14" fmla="*/ 354544 w 3723451"/>
                      <a:gd name="T15" fmla="*/ 112505 h 932950"/>
                      <a:gd name="T16" fmla="*/ 134425 w 3723451"/>
                      <a:gd name="T17" fmla="*/ 49811 h 932950"/>
                      <a:gd name="T18" fmla="*/ 98836 w 3723451"/>
                      <a:gd name="T19" fmla="*/ 56577 h 932950"/>
                      <a:gd name="T20" fmla="*/ 0 w 3723451"/>
                      <a:gd name="T21" fmla="*/ 27524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948" name="Freeform 947">
                    <a:extLst>
                      <a:ext uri="{FF2B5EF4-FFF2-40B4-BE49-F238E27FC236}">
                        <a16:creationId xmlns:a16="http://schemas.microsoft.com/office/drawing/2014/main" id="{02B4EA66-7954-AA46-ABFF-843F0F91393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028" y="1724827"/>
                    <a:ext cx="260925" cy="95629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60925 w 1366596"/>
                      <a:gd name="T3" fmla="*/ 73895 h 809868"/>
                      <a:gd name="T4" fmla="*/ 165165 w 1366596"/>
                      <a:gd name="T5" fmla="*/ 95629 h 809868"/>
                      <a:gd name="T6" fmla="*/ 878 w 1366596"/>
                      <a:gd name="T7" fmla="*/ 50531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949" name="Freeform 948">
                    <a:extLst>
                      <a:ext uri="{FF2B5EF4-FFF2-40B4-BE49-F238E27FC236}">
                        <a16:creationId xmlns:a16="http://schemas.microsoft.com/office/drawing/2014/main" id="{F20F445F-471B-7448-AAA1-96643F81BE1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9334" y="1727640"/>
                    <a:ext cx="253364" cy="92816"/>
                  </a:xfrm>
                  <a:custGeom>
                    <a:avLst/>
                    <a:gdLst>
                      <a:gd name="T0" fmla="*/ 249905 w 1348191"/>
                      <a:gd name="T1" fmla="*/ 0 h 791462"/>
                      <a:gd name="T2" fmla="*/ 253364 w 1348191"/>
                      <a:gd name="T3" fmla="*/ 44789 h 791462"/>
                      <a:gd name="T4" fmla="*/ 91661 w 1348191"/>
                      <a:gd name="T5" fmla="*/ 92816 h 791462"/>
                      <a:gd name="T6" fmla="*/ 0 w 1348191"/>
                      <a:gd name="T7" fmla="*/ 71770 h 791462"/>
                      <a:gd name="T8" fmla="*/ 249905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950" name="Straight Connector 949">
                    <a:extLst>
                      <a:ext uri="{FF2B5EF4-FFF2-40B4-BE49-F238E27FC236}">
                        <a16:creationId xmlns:a16="http://schemas.microsoft.com/office/drawing/2014/main" id="{4BDF3FD2-413B-0D4C-9A59-50D44FBEA121}"/>
                      </a:ext>
                    </a:extLst>
                  </p:cNvPr>
                  <p:cNvCxnSpPr>
                    <a:cxnSpLocks noChangeShapeType="1"/>
                    <a:endCxn id="945" idx="2"/>
                  </p:cNvCxnSpPr>
                  <p:nvPr/>
                </p:nvCxnSpPr>
                <p:spPr bwMode="auto">
                  <a:xfrm flipH="1" flipV="1">
                    <a:off x="2184879" y="1722015"/>
                    <a:ext cx="3783" cy="120942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51" name="Straight Connector 950">
                    <a:extLst>
                      <a:ext uri="{FF2B5EF4-FFF2-40B4-BE49-F238E27FC236}">
                        <a16:creationId xmlns:a16="http://schemas.microsoft.com/office/drawing/2014/main" id="{71DA60AE-C589-FA44-94AB-B21A49C15239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845" y="1730452"/>
                    <a:ext cx="3783" cy="120944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</p:grpSp>
        <p:grpSp>
          <p:nvGrpSpPr>
            <p:cNvPr id="1037" name="Group 1036">
              <a:extLst>
                <a:ext uri="{FF2B5EF4-FFF2-40B4-BE49-F238E27FC236}">
                  <a16:creationId xmlns:a16="http://schemas.microsoft.com/office/drawing/2014/main" id="{B91F629B-CF25-F443-9115-62469DD7E5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0530" y="2423492"/>
              <a:ext cx="4416425" cy="2314575"/>
              <a:chOff x="2381956" y="2435173"/>
              <a:chExt cx="4415330" cy="2315048"/>
            </a:xfrm>
          </p:grpSpPr>
          <p:sp>
            <p:nvSpPr>
              <p:cNvPr id="1038" name="Freeform 1037">
                <a:extLst>
                  <a:ext uri="{FF2B5EF4-FFF2-40B4-BE49-F238E27FC236}">
                    <a16:creationId xmlns:a16="http://schemas.microsoft.com/office/drawing/2014/main" id="{9766E8B3-28C0-B742-8340-745064581E4E}"/>
                  </a:ext>
                </a:extLst>
              </p:cNvPr>
              <p:cNvSpPr/>
              <p:nvPr/>
            </p:nvSpPr>
            <p:spPr>
              <a:xfrm>
                <a:off x="2381956" y="2439937"/>
                <a:ext cx="296789" cy="1743431"/>
              </a:xfrm>
              <a:custGeom>
                <a:avLst/>
                <a:gdLst>
                  <a:gd name="connsiteX0" fmla="*/ 307275 w 307275"/>
                  <a:gd name="connsiteY0" fmla="*/ 0 h 1659441"/>
                  <a:gd name="connsiteX1" fmla="*/ 0 w 307275"/>
                  <a:gd name="connsiteY1" fmla="*/ 0 h 1659441"/>
                  <a:gd name="connsiteX2" fmla="*/ 0 w 307275"/>
                  <a:gd name="connsiteY2" fmla="*/ 1659441 h 1659441"/>
                  <a:gd name="connsiteX0" fmla="*/ 307275 w 307275"/>
                  <a:gd name="connsiteY0" fmla="*/ 0 h 2015941"/>
                  <a:gd name="connsiteX1" fmla="*/ 0 w 307275"/>
                  <a:gd name="connsiteY1" fmla="*/ 0 h 2015941"/>
                  <a:gd name="connsiteX2" fmla="*/ 0 w 307275"/>
                  <a:gd name="connsiteY2" fmla="*/ 2015941 h 2015941"/>
                  <a:gd name="connsiteX0" fmla="*/ 228538 w 228538"/>
                  <a:gd name="connsiteY0" fmla="*/ 0 h 2022548"/>
                  <a:gd name="connsiteX1" fmla="*/ 0 w 228538"/>
                  <a:gd name="connsiteY1" fmla="*/ 6607 h 2022548"/>
                  <a:gd name="connsiteX2" fmla="*/ 0 w 228538"/>
                  <a:gd name="connsiteY2" fmla="*/ 2022548 h 2022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538" h="2022548">
                    <a:moveTo>
                      <a:pt x="228538" y="0"/>
                    </a:moveTo>
                    <a:lnTo>
                      <a:pt x="0" y="6607"/>
                    </a:lnTo>
                    <a:lnTo>
                      <a:pt x="0" y="2022548"/>
                    </a:lnTo>
                  </a:path>
                </a:pathLst>
              </a:custGeom>
              <a:noFill/>
              <a:ln w="3175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039" name="Freeform 1038">
                <a:extLst>
                  <a:ext uri="{FF2B5EF4-FFF2-40B4-BE49-F238E27FC236}">
                    <a16:creationId xmlns:a16="http://schemas.microsoft.com/office/drawing/2014/main" id="{CDF62C6F-3C23-F349-9A9F-804273D0BA51}"/>
                  </a:ext>
                </a:extLst>
              </p:cNvPr>
              <p:cNvSpPr/>
              <p:nvPr/>
            </p:nvSpPr>
            <p:spPr>
              <a:xfrm flipH="1">
                <a:off x="6411620" y="2435173"/>
                <a:ext cx="385666" cy="2300758"/>
              </a:xfrm>
              <a:custGeom>
                <a:avLst/>
                <a:gdLst>
                  <a:gd name="connsiteX0" fmla="*/ 307275 w 307275"/>
                  <a:gd name="connsiteY0" fmla="*/ 0 h 1659441"/>
                  <a:gd name="connsiteX1" fmla="*/ 0 w 307275"/>
                  <a:gd name="connsiteY1" fmla="*/ 0 h 1659441"/>
                  <a:gd name="connsiteX2" fmla="*/ 0 w 307275"/>
                  <a:gd name="connsiteY2" fmla="*/ 1659441 h 1659441"/>
                  <a:gd name="connsiteX0" fmla="*/ 307275 w 307275"/>
                  <a:gd name="connsiteY0" fmla="*/ 0 h 2117725"/>
                  <a:gd name="connsiteX1" fmla="*/ 0 w 307275"/>
                  <a:gd name="connsiteY1" fmla="*/ 0 h 2117725"/>
                  <a:gd name="connsiteX2" fmla="*/ 0 w 307275"/>
                  <a:gd name="connsiteY2" fmla="*/ 2117725 h 211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7275" h="2117725">
                    <a:moveTo>
                      <a:pt x="307275" y="0"/>
                    </a:moveTo>
                    <a:lnTo>
                      <a:pt x="0" y="0"/>
                    </a:lnTo>
                    <a:lnTo>
                      <a:pt x="0" y="2117725"/>
                    </a:lnTo>
                  </a:path>
                </a:pathLst>
              </a:custGeom>
              <a:noFill/>
              <a:ln w="3175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40" name="Straight Arrow Connector 1039">
                <a:extLst>
                  <a:ext uri="{FF2B5EF4-FFF2-40B4-BE49-F238E27FC236}">
                    <a16:creationId xmlns:a16="http://schemas.microsoft.com/office/drawing/2014/main" id="{497E72DF-A12C-4044-A2D6-B881FE41D269}"/>
                  </a:ext>
                </a:extLst>
              </p:cNvPr>
              <p:cNvCxnSpPr/>
              <p:nvPr/>
            </p:nvCxnSpPr>
            <p:spPr>
              <a:xfrm flipV="1">
                <a:off x="5791061" y="2687638"/>
                <a:ext cx="7936" cy="2062583"/>
              </a:xfrm>
              <a:prstGeom prst="straightConnector1">
                <a:avLst/>
              </a:prstGeom>
              <a:noFill/>
              <a:ln w="3175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1041" name="Straight Arrow Connector 1040">
                <a:extLst>
                  <a:ext uri="{FF2B5EF4-FFF2-40B4-BE49-F238E27FC236}">
                    <a16:creationId xmlns:a16="http://schemas.microsoft.com/office/drawing/2014/main" id="{EF8C79E1-BE27-8F43-B34B-79F8C5338E4E}"/>
                  </a:ext>
                </a:extLst>
              </p:cNvPr>
              <p:cNvCxnSpPr/>
              <p:nvPr/>
            </p:nvCxnSpPr>
            <p:spPr>
              <a:xfrm flipV="1">
                <a:off x="4599144" y="2708279"/>
                <a:ext cx="17458" cy="2037179"/>
              </a:xfrm>
              <a:prstGeom prst="straightConnector1">
                <a:avLst/>
              </a:prstGeom>
              <a:noFill/>
              <a:ln w="3175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1042" name="Straight Arrow Connector 1041">
                <a:extLst>
                  <a:ext uri="{FF2B5EF4-FFF2-40B4-BE49-F238E27FC236}">
                    <a16:creationId xmlns:a16="http://schemas.microsoft.com/office/drawing/2014/main" id="{4B55563F-765E-CC4D-92B4-D17FBE1B08A6}"/>
                  </a:ext>
                </a:extLst>
              </p:cNvPr>
              <p:cNvCxnSpPr/>
              <p:nvPr/>
            </p:nvCxnSpPr>
            <p:spPr>
              <a:xfrm flipH="1" flipV="1">
                <a:off x="3807178" y="2762265"/>
                <a:ext cx="9523" cy="1983193"/>
              </a:xfrm>
              <a:prstGeom prst="straightConnector1">
                <a:avLst/>
              </a:prstGeom>
              <a:noFill/>
              <a:ln w="3175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</p:grpSp>
        <p:grpSp>
          <p:nvGrpSpPr>
            <p:cNvPr id="1043" name="Group 1042">
              <a:extLst>
                <a:ext uri="{FF2B5EF4-FFF2-40B4-BE49-F238E27FC236}">
                  <a16:creationId xmlns:a16="http://schemas.microsoft.com/office/drawing/2014/main" id="{B5756541-DE04-D343-ADA3-E578917497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5093" y="4634880"/>
              <a:ext cx="4957762" cy="693737"/>
              <a:chOff x="2055070" y="4690247"/>
              <a:chExt cx="4956877" cy="694339"/>
            </a:xfrm>
          </p:grpSpPr>
          <p:grpSp>
            <p:nvGrpSpPr>
              <p:cNvPr id="1044" name="Group 554">
                <a:extLst>
                  <a:ext uri="{FF2B5EF4-FFF2-40B4-BE49-F238E27FC236}">
                    <a16:creationId xmlns:a16="http://schemas.microsoft.com/office/drawing/2014/main" id="{368CBAA7-B3CD-B447-8953-FE800957AF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5320" y="5055434"/>
                <a:ext cx="430131" cy="329152"/>
                <a:chOff x="2931664" y="3912603"/>
                <a:chExt cx="430450" cy="329314"/>
              </a:xfrm>
            </p:grpSpPr>
            <p:sp>
              <p:nvSpPr>
                <p:cNvPr id="1065" name="Rectangle 1064">
                  <a:extLst>
                    <a:ext uri="{FF2B5EF4-FFF2-40B4-BE49-F238E27FC236}">
                      <a16:creationId xmlns:a16="http://schemas.microsoft.com/office/drawing/2014/main" id="{C71DD82B-ED54-9D40-848F-40B6802EC749}"/>
                    </a:ext>
                  </a:extLst>
                </p:cNvPr>
                <p:cNvSpPr/>
                <p:nvPr/>
              </p:nvSpPr>
              <p:spPr>
                <a:xfrm>
                  <a:off x="2936890" y="3912858"/>
                  <a:ext cx="425689" cy="329059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66" name="Straight Connector 1065">
                  <a:extLst>
                    <a:ext uri="{FF2B5EF4-FFF2-40B4-BE49-F238E27FC236}">
                      <a16:creationId xmlns:a16="http://schemas.microsoft.com/office/drawing/2014/main" id="{5A2CCD06-A52B-594C-895E-DE5616109835}"/>
                    </a:ext>
                  </a:extLst>
                </p:cNvPr>
                <p:cNvCxnSpPr/>
                <p:nvPr/>
              </p:nvCxnSpPr>
              <p:spPr>
                <a:xfrm>
                  <a:off x="2932124" y="4005058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1067" name="Straight Connector 1066">
                  <a:extLst>
                    <a:ext uri="{FF2B5EF4-FFF2-40B4-BE49-F238E27FC236}">
                      <a16:creationId xmlns:a16="http://schemas.microsoft.com/office/drawing/2014/main" id="{CAE78986-A47E-684D-AC0D-81B0C9B79A88}"/>
                    </a:ext>
                  </a:extLst>
                </p:cNvPr>
                <p:cNvCxnSpPr/>
                <p:nvPr/>
              </p:nvCxnSpPr>
              <p:spPr>
                <a:xfrm>
                  <a:off x="2932124" y="4068645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1068" name="Straight Connector 1067">
                  <a:extLst>
                    <a:ext uri="{FF2B5EF4-FFF2-40B4-BE49-F238E27FC236}">
                      <a16:creationId xmlns:a16="http://schemas.microsoft.com/office/drawing/2014/main" id="{CEA4CB24-3526-B94F-BDC2-D6FC123FF46E}"/>
                    </a:ext>
                  </a:extLst>
                </p:cNvPr>
                <p:cNvCxnSpPr>
                  <a:stCxn id="1065" idx="2"/>
                </p:cNvCxnSpPr>
                <p:nvPr/>
              </p:nvCxnSpPr>
              <p:spPr>
                <a:xfrm flipH="1" flipV="1">
                  <a:off x="3148146" y="4005058"/>
                  <a:ext cx="1589" cy="236859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1045" name="Group 582">
                <a:extLst>
                  <a:ext uri="{FF2B5EF4-FFF2-40B4-BE49-F238E27FC236}">
                    <a16:creationId xmlns:a16="http://schemas.microsoft.com/office/drawing/2014/main" id="{813A6CA3-90B1-754D-8C2A-B486DE6440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7957" y="5055368"/>
                <a:ext cx="430131" cy="329152"/>
                <a:chOff x="2931664" y="3912603"/>
                <a:chExt cx="430450" cy="329314"/>
              </a:xfrm>
            </p:grpSpPr>
            <p:sp>
              <p:nvSpPr>
                <p:cNvPr id="1061" name="Rectangle 1060">
                  <a:extLst>
                    <a:ext uri="{FF2B5EF4-FFF2-40B4-BE49-F238E27FC236}">
                      <a16:creationId xmlns:a16="http://schemas.microsoft.com/office/drawing/2014/main" id="{CDA497B5-1F53-4B4A-B52C-8AF25ACDEA7D}"/>
                    </a:ext>
                  </a:extLst>
                </p:cNvPr>
                <p:cNvSpPr/>
                <p:nvPr/>
              </p:nvSpPr>
              <p:spPr>
                <a:xfrm>
                  <a:off x="2936750" y="3912924"/>
                  <a:ext cx="425689" cy="329059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62" name="Straight Connector 1061">
                  <a:extLst>
                    <a:ext uri="{FF2B5EF4-FFF2-40B4-BE49-F238E27FC236}">
                      <a16:creationId xmlns:a16="http://schemas.microsoft.com/office/drawing/2014/main" id="{1FEFA7AF-47D6-9044-B6BA-FCC567BC9B9F}"/>
                    </a:ext>
                  </a:extLst>
                </p:cNvPr>
                <p:cNvCxnSpPr/>
                <p:nvPr/>
              </p:nvCxnSpPr>
              <p:spPr>
                <a:xfrm>
                  <a:off x="2931985" y="4005125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1063" name="Straight Connector 1062">
                  <a:extLst>
                    <a:ext uri="{FF2B5EF4-FFF2-40B4-BE49-F238E27FC236}">
                      <a16:creationId xmlns:a16="http://schemas.microsoft.com/office/drawing/2014/main" id="{F2F3585A-E53E-A040-84F7-9123881B9F28}"/>
                    </a:ext>
                  </a:extLst>
                </p:cNvPr>
                <p:cNvCxnSpPr/>
                <p:nvPr/>
              </p:nvCxnSpPr>
              <p:spPr>
                <a:xfrm>
                  <a:off x="2931985" y="4068711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1064" name="Straight Connector 1063">
                  <a:extLst>
                    <a:ext uri="{FF2B5EF4-FFF2-40B4-BE49-F238E27FC236}">
                      <a16:creationId xmlns:a16="http://schemas.microsoft.com/office/drawing/2014/main" id="{F72283CD-AFD3-8E4E-9857-F6D589080734}"/>
                    </a:ext>
                  </a:extLst>
                </p:cNvPr>
                <p:cNvCxnSpPr>
                  <a:stCxn id="1061" idx="2"/>
                </p:cNvCxnSpPr>
                <p:nvPr/>
              </p:nvCxnSpPr>
              <p:spPr>
                <a:xfrm flipH="1" flipV="1">
                  <a:off x="3148007" y="4005125"/>
                  <a:ext cx="1588" cy="236859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1046" name="Group 609">
                <a:extLst>
                  <a:ext uri="{FF2B5EF4-FFF2-40B4-BE49-F238E27FC236}">
                    <a16:creationId xmlns:a16="http://schemas.microsoft.com/office/drawing/2014/main" id="{89D38A41-C0E7-004E-889C-35371BDB49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91804" y="5053093"/>
                <a:ext cx="430212" cy="328614"/>
                <a:chOff x="2932186" y="3913304"/>
                <a:chExt cx="430531" cy="328775"/>
              </a:xfrm>
            </p:grpSpPr>
            <p:sp>
              <p:nvSpPr>
                <p:cNvPr id="1057" name="Rectangle 1056">
                  <a:extLst>
                    <a:ext uri="{FF2B5EF4-FFF2-40B4-BE49-F238E27FC236}">
                      <a16:creationId xmlns:a16="http://schemas.microsoft.com/office/drawing/2014/main" id="{7E038D77-DD73-D34F-AE34-D667F6E9B9F0}"/>
                    </a:ext>
                  </a:extLst>
                </p:cNvPr>
                <p:cNvSpPr/>
                <p:nvPr/>
              </p:nvSpPr>
              <p:spPr>
                <a:xfrm>
                  <a:off x="2936535" y="3912722"/>
                  <a:ext cx="425689" cy="329058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58" name="Straight Connector 1057">
                  <a:extLst>
                    <a:ext uri="{FF2B5EF4-FFF2-40B4-BE49-F238E27FC236}">
                      <a16:creationId xmlns:a16="http://schemas.microsoft.com/office/drawing/2014/main" id="{D2968903-9149-5948-9F49-8F05AE95D6F0}"/>
                    </a:ext>
                  </a:extLst>
                </p:cNvPr>
                <p:cNvCxnSpPr/>
                <p:nvPr/>
              </p:nvCxnSpPr>
              <p:spPr>
                <a:xfrm>
                  <a:off x="2931771" y="4004922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1059" name="Straight Connector 1058">
                  <a:extLst>
                    <a:ext uri="{FF2B5EF4-FFF2-40B4-BE49-F238E27FC236}">
                      <a16:creationId xmlns:a16="http://schemas.microsoft.com/office/drawing/2014/main" id="{6B45A1AF-6B67-DD42-AEDE-F73D064563E4}"/>
                    </a:ext>
                  </a:extLst>
                </p:cNvPr>
                <p:cNvCxnSpPr/>
                <p:nvPr/>
              </p:nvCxnSpPr>
              <p:spPr>
                <a:xfrm>
                  <a:off x="2931771" y="4068509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1060" name="Straight Connector 1059">
                  <a:extLst>
                    <a:ext uri="{FF2B5EF4-FFF2-40B4-BE49-F238E27FC236}">
                      <a16:creationId xmlns:a16="http://schemas.microsoft.com/office/drawing/2014/main" id="{0FF66FC3-DA6A-CB44-8117-4648AAEC93ED}"/>
                    </a:ext>
                  </a:extLst>
                </p:cNvPr>
                <p:cNvCxnSpPr>
                  <a:stCxn id="1057" idx="2"/>
                </p:cNvCxnSpPr>
                <p:nvPr/>
              </p:nvCxnSpPr>
              <p:spPr>
                <a:xfrm flipH="1" flipV="1">
                  <a:off x="3147792" y="4004922"/>
                  <a:ext cx="1588" cy="236858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1047" name="Group 636">
                <a:extLst>
                  <a:ext uri="{FF2B5EF4-FFF2-40B4-BE49-F238E27FC236}">
                    <a16:creationId xmlns:a16="http://schemas.microsoft.com/office/drawing/2014/main" id="{6DF58C37-21E3-AF4F-B080-530FD985E9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81816" y="5045656"/>
                <a:ext cx="430131" cy="329465"/>
                <a:chOff x="2931664" y="3912603"/>
                <a:chExt cx="430450" cy="329314"/>
              </a:xfrm>
            </p:grpSpPr>
            <p:sp>
              <p:nvSpPr>
                <p:cNvPr id="1053" name="Rectangle 1052">
                  <a:extLst>
                    <a:ext uri="{FF2B5EF4-FFF2-40B4-BE49-F238E27FC236}">
                      <a16:creationId xmlns:a16="http://schemas.microsoft.com/office/drawing/2014/main" id="{F4182402-0285-CD46-9828-6534BE97D257}"/>
                    </a:ext>
                  </a:extLst>
                </p:cNvPr>
                <p:cNvSpPr/>
                <p:nvPr/>
              </p:nvSpPr>
              <p:spPr>
                <a:xfrm>
                  <a:off x="2936425" y="3913102"/>
                  <a:ext cx="425689" cy="328747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54" name="Straight Connector 1053">
                  <a:extLst>
                    <a:ext uri="{FF2B5EF4-FFF2-40B4-BE49-F238E27FC236}">
                      <a16:creationId xmlns:a16="http://schemas.microsoft.com/office/drawing/2014/main" id="{D14A7BEB-C638-0A47-B8DE-352AFA82413E}"/>
                    </a:ext>
                  </a:extLst>
                </p:cNvPr>
                <p:cNvCxnSpPr/>
                <p:nvPr/>
              </p:nvCxnSpPr>
              <p:spPr>
                <a:xfrm>
                  <a:off x="2931660" y="4005215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1055" name="Straight Connector 1054">
                  <a:extLst>
                    <a:ext uri="{FF2B5EF4-FFF2-40B4-BE49-F238E27FC236}">
                      <a16:creationId xmlns:a16="http://schemas.microsoft.com/office/drawing/2014/main" id="{F02DD2C2-E65E-7E4C-B479-635D130D51D4}"/>
                    </a:ext>
                  </a:extLst>
                </p:cNvPr>
                <p:cNvCxnSpPr/>
                <p:nvPr/>
              </p:nvCxnSpPr>
              <p:spPr>
                <a:xfrm>
                  <a:off x="2931660" y="4067152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1056" name="Straight Connector 1055">
                  <a:extLst>
                    <a:ext uri="{FF2B5EF4-FFF2-40B4-BE49-F238E27FC236}">
                      <a16:creationId xmlns:a16="http://schemas.microsoft.com/office/drawing/2014/main" id="{01A054F6-D6ED-F249-8703-213FDF32A722}"/>
                    </a:ext>
                  </a:extLst>
                </p:cNvPr>
                <p:cNvCxnSpPr>
                  <a:stCxn id="1053" idx="2"/>
                </p:cNvCxnSpPr>
                <p:nvPr/>
              </p:nvCxnSpPr>
              <p:spPr>
                <a:xfrm flipH="1" flipV="1">
                  <a:off x="3147681" y="4005215"/>
                  <a:ext cx="1588" cy="23663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1048" name="Group 554">
                <a:extLst>
                  <a:ext uri="{FF2B5EF4-FFF2-40B4-BE49-F238E27FC236}">
                    <a16:creationId xmlns:a16="http://schemas.microsoft.com/office/drawing/2014/main" id="{BAA5C424-578C-0343-914E-B5BD57101F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55070" y="4690247"/>
                <a:ext cx="675320" cy="521222"/>
                <a:chOff x="2931664" y="3912603"/>
                <a:chExt cx="430450" cy="329314"/>
              </a:xfrm>
            </p:grpSpPr>
            <p:sp>
              <p:nvSpPr>
                <p:cNvPr id="1049" name="Rectangle 1048">
                  <a:extLst>
                    <a:ext uri="{FF2B5EF4-FFF2-40B4-BE49-F238E27FC236}">
                      <a16:creationId xmlns:a16="http://schemas.microsoft.com/office/drawing/2014/main" id="{A0CDA39B-A97A-7842-8A3D-C53D637AE12E}"/>
                    </a:ext>
                  </a:extLst>
                </p:cNvPr>
                <p:cNvSpPr/>
                <p:nvPr/>
              </p:nvSpPr>
              <p:spPr>
                <a:xfrm>
                  <a:off x="2936722" y="3913607"/>
                  <a:ext cx="425923" cy="328266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50" name="Straight Connector 1049">
                  <a:extLst>
                    <a:ext uri="{FF2B5EF4-FFF2-40B4-BE49-F238E27FC236}">
                      <a16:creationId xmlns:a16="http://schemas.microsoft.com/office/drawing/2014/main" id="{779BD574-9352-0A4A-AD81-3425C567CA59}"/>
                    </a:ext>
                  </a:extLst>
                </p:cNvPr>
                <p:cNvCxnSpPr/>
                <p:nvPr/>
              </p:nvCxnSpPr>
              <p:spPr>
                <a:xfrm>
                  <a:off x="2932675" y="4004959"/>
                  <a:ext cx="424911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1051" name="Straight Connector 1050">
                  <a:extLst>
                    <a:ext uri="{FF2B5EF4-FFF2-40B4-BE49-F238E27FC236}">
                      <a16:creationId xmlns:a16="http://schemas.microsoft.com/office/drawing/2014/main" id="{E4722BD0-017E-9C4D-9B3E-BB2C34567D80}"/>
                    </a:ext>
                  </a:extLst>
                </p:cNvPr>
                <p:cNvCxnSpPr/>
                <p:nvPr/>
              </p:nvCxnSpPr>
              <p:spPr>
                <a:xfrm>
                  <a:off x="2932675" y="4069207"/>
                  <a:ext cx="424911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1052" name="Straight Connector 1051">
                  <a:extLst>
                    <a:ext uri="{FF2B5EF4-FFF2-40B4-BE49-F238E27FC236}">
                      <a16:creationId xmlns:a16="http://schemas.microsoft.com/office/drawing/2014/main" id="{BA1C7D13-CACA-DE42-A4BD-9DF0691F3FA5}"/>
                    </a:ext>
                  </a:extLst>
                </p:cNvPr>
                <p:cNvCxnSpPr>
                  <a:stCxn id="1049" idx="2"/>
                </p:cNvCxnSpPr>
                <p:nvPr/>
              </p:nvCxnSpPr>
              <p:spPr>
                <a:xfrm flipH="1" flipV="1">
                  <a:off x="3148166" y="4004959"/>
                  <a:ext cx="1011" cy="23691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</p:grpSp>
        <p:grpSp>
          <p:nvGrpSpPr>
            <p:cNvPr id="1069" name="Group 347">
              <a:extLst>
                <a:ext uri="{FF2B5EF4-FFF2-40B4-BE49-F238E27FC236}">
                  <a16:creationId xmlns:a16="http://schemas.microsoft.com/office/drawing/2014/main" id="{4D6C1728-73DE-F748-A0E0-11321B8F75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05568" y="5890592"/>
              <a:ext cx="588962" cy="242888"/>
              <a:chOff x="1871277" y="1576300"/>
              <a:chExt cx="1128371" cy="437861"/>
            </a:xfrm>
          </p:grpSpPr>
          <p:sp>
            <p:nvSpPr>
              <p:cNvPr id="1070" name="Oval 1069">
                <a:extLst>
                  <a:ext uri="{FF2B5EF4-FFF2-40B4-BE49-F238E27FC236}">
                    <a16:creationId xmlns:a16="http://schemas.microsoft.com/office/drawing/2014/main" id="{BD0DE6BC-801F-2349-B339-2073DD002B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317" y="1693636"/>
                <a:ext cx="1125331" cy="320525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1" name="Rectangle 1070">
                <a:extLst>
                  <a:ext uri="{FF2B5EF4-FFF2-40B4-BE49-F238E27FC236}">
                    <a16:creationId xmlns:a16="http://schemas.microsoft.com/office/drawing/2014/main" id="{8006CA96-E3FA-9945-9B82-02259999272B}"/>
                  </a:ext>
                </a:extLst>
              </p:cNvPr>
              <p:cNvSpPr/>
              <p:nvPr/>
            </p:nvSpPr>
            <p:spPr bwMode="auto">
              <a:xfrm>
                <a:off x="1871277" y="1739425"/>
                <a:ext cx="1128371" cy="117334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072" name="Oval 1071">
                <a:extLst>
                  <a:ext uri="{FF2B5EF4-FFF2-40B4-BE49-F238E27FC236}">
                    <a16:creationId xmlns:a16="http://schemas.microsoft.com/office/drawing/2014/main" id="{AC968267-A70E-0B48-9B2B-F3F7549B2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331" cy="320525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3" name="Freeform 1072">
                <a:extLst>
                  <a:ext uri="{FF2B5EF4-FFF2-40B4-BE49-F238E27FC236}">
                    <a16:creationId xmlns:a16="http://schemas.microsoft.com/office/drawing/2014/main" id="{3543F393-921B-2544-AAF2-81DE265DCA01}"/>
                  </a:ext>
                </a:extLst>
              </p:cNvPr>
              <p:cNvSpPr/>
              <p:nvPr/>
            </p:nvSpPr>
            <p:spPr bwMode="auto">
              <a:xfrm>
                <a:off x="2160212" y="1673602"/>
                <a:ext cx="547458" cy="16026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074" name="Freeform 1073">
                <a:extLst>
                  <a:ext uri="{FF2B5EF4-FFF2-40B4-BE49-F238E27FC236}">
                    <a16:creationId xmlns:a16="http://schemas.microsoft.com/office/drawing/2014/main" id="{36A99124-4AE5-ED4F-A834-C0222885A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426" y="1633537"/>
                <a:ext cx="663033" cy="111612"/>
              </a:xfrm>
              <a:custGeom>
                <a:avLst/>
                <a:gdLst>
                  <a:gd name="T0" fmla="*/ 0 w 3723451"/>
                  <a:gd name="T1" fmla="*/ 27306 h 932950"/>
                  <a:gd name="T2" fmla="*/ 116665 w 3723451"/>
                  <a:gd name="T3" fmla="*/ 322 h 932950"/>
                  <a:gd name="T4" fmla="*/ 330457 w 3723451"/>
                  <a:gd name="T5" fmla="*/ 62277 h 932950"/>
                  <a:gd name="T6" fmla="*/ 534418 w 3723451"/>
                  <a:gd name="T7" fmla="*/ 0 h 932950"/>
                  <a:gd name="T8" fmla="*/ 663033 w 3723451"/>
                  <a:gd name="T9" fmla="*/ 24782 h 932950"/>
                  <a:gd name="T10" fmla="*/ 567343 w 3723451"/>
                  <a:gd name="T11" fmla="*/ 55256 h 932950"/>
                  <a:gd name="T12" fmla="*/ 536535 w 3723451"/>
                  <a:gd name="T13" fmla="*/ 47040 h 932950"/>
                  <a:gd name="T14" fmla="*/ 334214 w 3723451"/>
                  <a:gd name="T15" fmla="*/ 111612 h 932950"/>
                  <a:gd name="T16" fmla="*/ 126717 w 3723451"/>
                  <a:gd name="T17" fmla="*/ 49415 h 932950"/>
                  <a:gd name="T18" fmla="*/ 93168 w 3723451"/>
                  <a:gd name="T19" fmla="*/ 56128 h 932950"/>
                  <a:gd name="T20" fmla="*/ 0 w 3723451"/>
                  <a:gd name="T21" fmla="*/ 27306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5" name="Freeform 1074">
                <a:extLst>
                  <a:ext uri="{FF2B5EF4-FFF2-40B4-BE49-F238E27FC236}">
                    <a16:creationId xmlns:a16="http://schemas.microsoft.com/office/drawing/2014/main" id="{9CE3F7E2-B553-1E45-88FC-E2E1EC32F4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7350" y="1727978"/>
                <a:ext cx="243315" cy="97302"/>
              </a:xfrm>
              <a:custGeom>
                <a:avLst/>
                <a:gdLst>
                  <a:gd name="T0" fmla="*/ 0 w 1366596"/>
                  <a:gd name="T1" fmla="*/ 0 h 809868"/>
                  <a:gd name="T2" fmla="*/ 243315 w 1366596"/>
                  <a:gd name="T3" fmla="*/ 75188 h 809868"/>
                  <a:gd name="T4" fmla="*/ 154017 w 1366596"/>
                  <a:gd name="T5" fmla="*/ 97302 h 809868"/>
                  <a:gd name="T6" fmla="*/ 819 w 1366596"/>
                  <a:gd name="T7" fmla="*/ 51415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6" name="Freeform 1075">
                <a:extLst>
                  <a:ext uri="{FF2B5EF4-FFF2-40B4-BE49-F238E27FC236}">
                    <a16:creationId xmlns:a16="http://schemas.microsoft.com/office/drawing/2014/main" id="{D7BB9DED-4899-7649-AEBA-749DA45279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260" y="1730839"/>
                <a:ext cx="240272" cy="97302"/>
              </a:xfrm>
              <a:custGeom>
                <a:avLst/>
                <a:gdLst>
                  <a:gd name="T0" fmla="*/ 236992 w 1348191"/>
                  <a:gd name="T1" fmla="*/ 0 h 791462"/>
                  <a:gd name="T2" fmla="*/ 240272 w 1348191"/>
                  <a:gd name="T3" fmla="*/ 46954 h 791462"/>
                  <a:gd name="T4" fmla="*/ 86924 w 1348191"/>
                  <a:gd name="T5" fmla="*/ 97302 h 791462"/>
                  <a:gd name="T6" fmla="*/ 0 w 1348191"/>
                  <a:gd name="T7" fmla="*/ 75239 h 791462"/>
                  <a:gd name="T8" fmla="*/ 236992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E8965662-2E9A-0244-946F-4423CC691CFA}"/>
                  </a:ext>
                </a:extLst>
              </p:cNvPr>
              <p:cNvCxnSpPr>
                <a:cxnSpLocks noChangeShapeType="1"/>
                <a:endCxn id="1072" idx="2"/>
              </p:cNvCxnSpPr>
              <p:nvPr/>
            </p:nvCxnSpPr>
            <p:spPr bwMode="auto">
              <a:xfrm flipH="1" flipV="1">
                <a:off x="1871277" y="1736563"/>
                <a:ext cx="3040" cy="12306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78" name="Straight Connector 1077">
                <a:extLst>
                  <a:ext uri="{FF2B5EF4-FFF2-40B4-BE49-F238E27FC236}">
                    <a16:creationId xmlns:a16="http://schemas.microsoft.com/office/drawing/2014/main" id="{857BA7A2-209C-0B4F-9F2F-F5D9E12C579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608" y="1733702"/>
                <a:ext cx="3040" cy="123058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079" name="Group 347">
              <a:extLst>
                <a:ext uri="{FF2B5EF4-FFF2-40B4-BE49-F238E27FC236}">
                  <a16:creationId xmlns:a16="http://schemas.microsoft.com/office/drawing/2014/main" id="{23A5395A-73E4-9545-9CCB-0643AECEF7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4430" y="5749305"/>
              <a:ext cx="588963" cy="242887"/>
              <a:chOff x="1871277" y="1576300"/>
              <a:chExt cx="1128371" cy="437861"/>
            </a:xfrm>
          </p:grpSpPr>
          <p:sp>
            <p:nvSpPr>
              <p:cNvPr id="1080" name="Oval 1079">
                <a:extLst>
                  <a:ext uri="{FF2B5EF4-FFF2-40B4-BE49-F238E27FC236}">
                    <a16:creationId xmlns:a16="http://schemas.microsoft.com/office/drawing/2014/main" id="{DF4469B4-1A62-884E-B93E-2088628FC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319" y="1693635"/>
                <a:ext cx="1125329" cy="320526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81" name="Rectangle 1080">
                <a:extLst>
                  <a:ext uri="{FF2B5EF4-FFF2-40B4-BE49-F238E27FC236}">
                    <a16:creationId xmlns:a16="http://schemas.microsoft.com/office/drawing/2014/main" id="{CEED749C-6638-6040-A523-CBE05E8011F2}"/>
                  </a:ext>
                </a:extLst>
              </p:cNvPr>
              <p:cNvSpPr/>
              <p:nvPr/>
            </p:nvSpPr>
            <p:spPr bwMode="auto">
              <a:xfrm>
                <a:off x="1871277" y="1739424"/>
                <a:ext cx="1128371" cy="117336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082" name="Oval 1081">
                <a:extLst>
                  <a:ext uri="{FF2B5EF4-FFF2-40B4-BE49-F238E27FC236}">
                    <a16:creationId xmlns:a16="http://schemas.microsoft.com/office/drawing/2014/main" id="{E82E8A3A-0CDF-0142-A8D4-2A7F88E46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329" cy="320526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83" name="Freeform 1082">
                <a:extLst>
                  <a:ext uri="{FF2B5EF4-FFF2-40B4-BE49-F238E27FC236}">
                    <a16:creationId xmlns:a16="http://schemas.microsoft.com/office/drawing/2014/main" id="{20B0C69D-2EFF-CC4C-91E3-DE028EA90E90}"/>
                  </a:ext>
                </a:extLst>
              </p:cNvPr>
              <p:cNvSpPr/>
              <p:nvPr/>
            </p:nvSpPr>
            <p:spPr bwMode="auto">
              <a:xfrm>
                <a:off x="2160214" y="1673603"/>
                <a:ext cx="547457" cy="16026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084" name="Freeform 1083">
                <a:extLst>
                  <a:ext uri="{FF2B5EF4-FFF2-40B4-BE49-F238E27FC236}">
                    <a16:creationId xmlns:a16="http://schemas.microsoft.com/office/drawing/2014/main" id="{8F166C83-2DE4-AA4C-934F-358B1ABBD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426" y="1633537"/>
                <a:ext cx="663031" cy="111611"/>
              </a:xfrm>
              <a:custGeom>
                <a:avLst/>
                <a:gdLst>
                  <a:gd name="T0" fmla="*/ 0 w 3723451"/>
                  <a:gd name="T1" fmla="*/ 27306 h 932950"/>
                  <a:gd name="T2" fmla="*/ 116665 w 3723451"/>
                  <a:gd name="T3" fmla="*/ 322 h 932950"/>
                  <a:gd name="T4" fmla="*/ 330456 w 3723451"/>
                  <a:gd name="T5" fmla="*/ 62276 h 932950"/>
                  <a:gd name="T6" fmla="*/ 534416 w 3723451"/>
                  <a:gd name="T7" fmla="*/ 0 h 932950"/>
                  <a:gd name="T8" fmla="*/ 663031 w 3723451"/>
                  <a:gd name="T9" fmla="*/ 24782 h 932950"/>
                  <a:gd name="T10" fmla="*/ 567342 w 3723451"/>
                  <a:gd name="T11" fmla="*/ 55255 h 932950"/>
                  <a:gd name="T12" fmla="*/ 536534 w 3723451"/>
                  <a:gd name="T13" fmla="*/ 47039 h 932950"/>
                  <a:gd name="T14" fmla="*/ 334213 w 3723451"/>
                  <a:gd name="T15" fmla="*/ 111611 h 932950"/>
                  <a:gd name="T16" fmla="*/ 126716 w 3723451"/>
                  <a:gd name="T17" fmla="*/ 49415 h 932950"/>
                  <a:gd name="T18" fmla="*/ 93168 w 3723451"/>
                  <a:gd name="T19" fmla="*/ 56127 h 932950"/>
                  <a:gd name="T20" fmla="*/ 0 w 3723451"/>
                  <a:gd name="T21" fmla="*/ 27306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85" name="Freeform 1084">
                <a:extLst>
                  <a:ext uri="{FF2B5EF4-FFF2-40B4-BE49-F238E27FC236}">
                    <a16:creationId xmlns:a16="http://schemas.microsoft.com/office/drawing/2014/main" id="{64120D6F-CF36-7A4B-868D-9522C1F794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7351" y="1727977"/>
                <a:ext cx="243314" cy="97303"/>
              </a:xfrm>
              <a:custGeom>
                <a:avLst/>
                <a:gdLst>
                  <a:gd name="T0" fmla="*/ 0 w 1366596"/>
                  <a:gd name="T1" fmla="*/ 0 h 809868"/>
                  <a:gd name="T2" fmla="*/ 243314 w 1366596"/>
                  <a:gd name="T3" fmla="*/ 75189 h 809868"/>
                  <a:gd name="T4" fmla="*/ 154017 w 1366596"/>
                  <a:gd name="T5" fmla="*/ 97303 h 809868"/>
                  <a:gd name="T6" fmla="*/ 819 w 1366596"/>
                  <a:gd name="T7" fmla="*/ 51416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86" name="Freeform 1085">
                <a:extLst>
                  <a:ext uri="{FF2B5EF4-FFF2-40B4-BE49-F238E27FC236}">
                    <a16:creationId xmlns:a16="http://schemas.microsoft.com/office/drawing/2014/main" id="{8477E0BD-F61A-594C-8419-6BA64D7DFC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260" y="1730839"/>
                <a:ext cx="240274" cy="97303"/>
              </a:xfrm>
              <a:custGeom>
                <a:avLst/>
                <a:gdLst>
                  <a:gd name="T0" fmla="*/ 236994 w 1348191"/>
                  <a:gd name="T1" fmla="*/ 0 h 791462"/>
                  <a:gd name="T2" fmla="*/ 240274 w 1348191"/>
                  <a:gd name="T3" fmla="*/ 46954 h 791462"/>
                  <a:gd name="T4" fmla="*/ 86925 w 1348191"/>
                  <a:gd name="T5" fmla="*/ 97303 h 791462"/>
                  <a:gd name="T6" fmla="*/ 0 w 1348191"/>
                  <a:gd name="T7" fmla="*/ 75240 h 791462"/>
                  <a:gd name="T8" fmla="*/ 236994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087" name="Straight Connector 1086">
                <a:extLst>
                  <a:ext uri="{FF2B5EF4-FFF2-40B4-BE49-F238E27FC236}">
                    <a16:creationId xmlns:a16="http://schemas.microsoft.com/office/drawing/2014/main" id="{53F7848D-82FC-7641-AC58-517C9B2FB854}"/>
                  </a:ext>
                </a:extLst>
              </p:cNvPr>
              <p:cNvCxnSpPr>
                <a:cxnSpLocks noChangeShapeType="1"/>
                <a:endCxn id="1082" idx="2"/>
              </p:cNvCxnSpPr>
              <p:nvPr/>
            </p:nvCxnSpPr>
            <p:spPr bwMode="auto">
              <a:xfrm flipH="1" flipV="1">
                <a:off x="1871277" y="1736563"/>
                <a:ext cx="3042" cy="123058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88" name="Straight Connector 1087">
                <a:extLst>
                  <a:ext uri="{FF2B5EF4-FFF2-40B4-BE49-F238E27FC236}">
                    <a16:creationId xmlns:a16="http://schemas.microsoft.com/office/drawing/2014/main" id="{EA830BBF-D185-DB42-96F5-34C5273F4B6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606" y="1733700"/>
                <a:ext cx="3042" cy="12306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089" name="Group 347">
              <a:extLst>
                <a:ext uri="{FF2B5EF4-FFF2-40B4-BE49-F238E27FC236}">
                  <a16:creationId xmlns:a16="http://schemas.microsoft.com/office/drawing/2014/main" id="{B6A937C7-17A9-A648-A780-A8D67F2249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6593" y="6209680"/>
              <a:ext cx="588962" cy="242887"/>
              <a:chOff x="1871277" y="1576300"/>
              <a:chExt cx="1128371" cy="437861"/>
            </a:xfrm>
          </p:grpSpPr>
          <p:sp>
            <p:nvSpPr>
              <p:cNvPr id="1090" name="Oval 1089">
                <a:extLst>
                  <a:ext uri="{FF2B5EF4-FFF2-40B4-BE49-F238E27FC236}">
                    <a16:creationId xmlns:a16="http://schemas.microsoft.com/office/drawing/2014/main" id="{21A30E2F-9F7B-DC47-908B-38849C8FE1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317" y="1693635"/>
                <a:ext cx="1125331" cy="320526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91" name="Rectangle 1090">
                <a:extLst>
                  <a:ext uri="{FF2B5EF4-FFF2-40B4-BE49-F238E27FC236}">
                    <a16:creationId xmlns:a16="http://schemas.microsoft.com/office/drawing/2014/main" id="{368E56E7-1038-F843-8824-9F2406D135DC}"/>
                  </a:ext>
                </a:extLst>
              </p:cNvPr>
              <p:cNvSpPr/>
              <p:nvPr/>
            </p:nvSpPr>
            <p:spPr bwMode="auto">
              <a:xfrm>
                <a:off x="1871277" y="1739424"/>
                <a:ext cx="1128371" cy="117336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092" name="Oval 1091">
                <a:extLst>
                  <a:ext uri="{FF2B5EF4-FFF2-40B4-BE49-F238E27FC236}">
                    <a16:creationId xmlns:a16="http://schemas.microsoft.com/office/drawing/2014/main" id="{5E09C5D1-4489-9245-906B-AB737B65B9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331" cy="320526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93" name="Freeform 1092">
                <a:extLst>
                  <a:ext uri="{FF2B5EF4-FFF2-40B4-BE49-F238E27FC236}">
                    <a16:creationId xmlns:a16="http://schemas.microsoft.com/office/drawing/2014/main" id="{60675A58-4EA5-F645-8293-8D562D37C4A7}"/>
                  </a:ext>
                </a:extLst>
              </p:cNvPr>
              <p:cNvSpPr/>
              <p:nvPr/>
            </p:nvSpPr>
            <p:spPr bwMode="auto">
              <a:xfrm>
                <a:off x="2160212" y="1673603"/>
                <a:ext cx="547458" cy="16026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094" name="Freeform 1093">
                <a:extLst>
                  <a:ext uri="{FF2B5EF4-FFF2-40B4-BE49-F238E27FC236}">
                    <a16:creationId xmlns:a16="http://schemas.microsoft.com/office/drawing/2014/main" id="{936A0061-F839-A048-9329-4BA74387A8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426" y="1633537"/>
                <a:ext cx="663033" cy="111611"/>
              </a:xfrm>
              <a:custGeom>
                <a:avLst/>
                <a:gdLst>
                  <a:gd name="T0" fmla="*/ 0 w 3723451"/>
                  <a:gd name="T1" fmla="*/ 27306 h 932950"/>
                  <a:gd name="T2" fmla="*/ 116665 w 3723451"/>
                  <a:gd name="T3" fmla="*/ 322 h 932950"/>
                  <a:gd name="T4" fmla="*/ 330457 w 3723451"/>
                  <a:gd name="T5" fmla="*/ 62276 h 932950"/>
                  <a:gd name="T6" fmla="*/ 534418 w 3723451"/>
                  <a:gd name="T7" fmla="*/ 0 h 932950"/>
                  <a:gd name="T8" fmla="*/ 663033 w 3723451"/>
                  <a:gd name="T9" fmla="*/ 24782 h 932950"/>
                  <a:gd name="T10" fmla="*/ 567343 w 3723451"/>
                  <a:gd name="T11" fmla="*/ 55255 h 932950"/>
                  <a:gd name="T12" fmla="*/ 536535 w 3723451"/>
                  <a:gd name="T13" fmla="*/ 47039 h 932950"/>
                  <a:gd name="T14" fmla="*/ 334214 w 3723451"/>
                  <a:gd name="T15" fmla="*/ 111611 h 932950"/>
                  <a:gd name="T16" fmla="*/ 126717 w 3723451"/>
                  <a:gd name="T17" fmla="*/ 49415 h 932950"/>
                  <a:gd name="T18" fmla="*/ 93168 w 3723451"/>
                  <a:gd name="T19" fmla="*/ 56127 h 932950"/>
                  <a:gd name="T20" fmla="*/ 0 w 3723451"/>
                  <a:gd name="T21" fmla="*/ 27306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95" name="Freeform 1094">
                <a:extLst>
                  <a:ext uri="{FF2B5EF4-FFF2-40B4-BE49-F238E27FC236}">
                    <a16:creationId xmlns:a16="http://schemas.microsoft.com/office/drawing/2014/main" id="{5010EAA9-D9FE-B348-B497-E58DC4A702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7350" y="1727977"/>
                <a:ext cx="243315" cy="97303"/>
              </a:xfrm>
              <a:custGeom>
                <a:avLst/>
                <a:gdLst>
                  <a:gd name="T0" fmla="*/ 0 w 1366596"/>
                  <a:gd name="T1" fmla="*/ 0 h 809868"/>
                  <a:gd name="T2" fmla="*/ 243315 w 1366596"/>
                  <a:gd name="T3" fmla="*/ 75189 h 809868"/>
                  <a:gd name="T4" fmla="*/ 154017 w 1366596"/>
                  <a:gd name="T5" fmla="*/ 97303 h 809868"/>
                  <a:gd name="T6" fmla="*/ 819 w 1366596"/>
                  <a:gd name="T7" fmla="*/ 51416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96" name="Freeform 1095">
                <a:extLst>
                  <a:ext uri="{FF2B5EF4-FFF2-40B4-BE49-F238E27FC236}">
                    <a16:creationId xmlns:a16="http://schemas.microsoft.com/office/drawing/2014/main" id="{E2301F16-3352-1848-BBB4-2365D15D0F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260" y="1730839"/>
                <a:ext cx="240272" cy="97303"/>
              </a:xfrm>
              <a:custGeom>
                <a:avLst/>
                <a:gdLst>
                  <a:gd name="T0" fmla="*/ 236992 w 1348191"/>
                  <a:gd name="T1" fmla="*/ 0 h 791462"/>
                  <a:gd name="T2" fmla="*/ 240272 w 1348191"/>
                  <a:gd name="T3" fmla="*/ 46954 h 791462"/>
                  <a:gd name="T4" fmla="*/ 86924 w 1348191"/>
                  <a:gd name="T5" fmla="*/ 97303 h 791462"/>
                  <a:gd name="T6" fmla="*/ 0 w 1348191"/>
                  <a:gd name="T7" fmla="*/ 75240 h 791462"/>
                  <a:gd name="T8" fmla="*/ 236992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097" name="Straight Connector 1096">
                <a:extLst>
                  <a:ext uri="{FF2B5EF4-FFF2-40B4-BE49-F238E27FC236}">
                    <a16:creationId xmlns:a16="http://schemas.microsoft.com/office/drawing/2014/main" id="{D853D2D6-514A-9847-BBC3-2AE928C8DAFB}"/>
                  </a:ext>
                </a:extLst>
              </p:cNvPr>
              <p:cNvCxnSpPr>
                <a:cxnSpLocks noChangeShapeType="1"/>
                <a:endCxn id="1092" idx="2"/>
              </p:cNvCxnSpPr>
              <p:nvPr/>
            </p:nvCxnSpPr>
            <p:spPr bwMode="auto">
              <a:xfrm flipH="1" flipV="1">
                <a:off x="1871277" y="1736563"/>
                <a:ext cx="3040" cy="123058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98" name="Straight Connector 1097">
                <a:extLst>
                  <a:ext uri="{FF2B5EF4-FFF2-40B4-BE49-F238E27FC236}">
                    <a16:creationId xmlns:a16="http://schemas.microsoft.com/office/drawing/2014/main" id="{0F7465E9-0BFE-964B-AB98-F93DD82101C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608" y="1733700"/>
                <a:ext cx="3040" cy="12306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099" name="Group 347">
              <a:extLst>
                <a:ext uri="{FF2B5EF4-FFF2-40B4-BE49-F238E27FC236}">
                  <a16:creationId xmlns:a16="http://schemas.microsoft.com/office/drawing/2014/main" id="{B1B48B52-0F33-0442-B024-9A681DC9E1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52918" y="6301755"/>
              <a:ext cx="588962" cy="242887"/>
              <a:chOff x="1871277" y="1576300"/>
              <a:chExt cx="1128371" cy="437861"/>
            </a:xfrm>
          </p:grpSpPr>
          <p:sp>
            <p:nvSpPr>
              <p:cNvPr id="1100" name="Oval 1099">
                <a:extLst>
                  <a:ext uri="{FF2B5EF4-FFF2-40B4-BE49-F238E27FC236}">
                    <a16:creationId xmlns:a16="http://schemas.microsoft.com/office/drawing/2014/main" id="{B2DB57CB-08BD-2F4D-A7ED-38936BBFA3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317" y="1693635"/>
                <a:ext cx="1125331" cy="320526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01" name="Rectangle 1100">
                <a:extLst>
                  <a:ext uri="{FF2B5EF4-FFF2-40B4-BE49-F238E27FC236}">
                    <a16:creationId xmlns:a16="http://schemas.microsoft.com/office/drawing/2014/main" id="{C5A9C96D-A2BA-754F-A882-52122EB391BC}"/>
                  </a:ext>
                </a:extLst>
              </p:cNvPr>
              <p:cNvSpPr/>
              <p:nvPr/>
            </p:nvSpPr>
            <p:spPr bwMode="auto">
              <a:xfrm>
                <a:off x="1871277" y="1739424"/>
                <a:ext cx="1128371" cy="117336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02" name="Oval 1101">
                <a:extLst>
                  <a:ext uri="{FF2B5EF4-FFF2-40B4-BE49-F238E27FC236}">
                    <a16:creationId xmlns:a16="http://schemas.microsoft.com/office/drawing/2014/main" id="{83C4800F-B303-9446-B339-EF2E78D32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331" cy="320526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03" name="Freeform 1102">
                <a:extLst>
                  <a:ext uri="{FF2B5EF4-FFF2-40B4-BE49-F238E27FC236}">
                    <a16:creationId xmlns:a16="http://schemas.microsoft.com/office/drawing/2014/main" id="{8248D620-997C-1B4D-A023-5CD8220FC4D0}"/>
                  </a:ext>
                </a:extLst>
              </p:cNvPr>
              <p:cNvSpPr/>
              <p:nvPr/>
            </p:nvSpPr>
            <p:spPr bwMode="auto">
              <a:xfrm>
                <a:off x="2160212" y="1673603"/>
                <a:ext cx="547458" cy="16026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04" name="Freeform 1103">
                <a:extLst>
                  <a:ext uri="{FF2B5EF4-FFF2-40B4-BE49-F238E27FC236}">
                    <a16:creationId xmlns:a16="http://schemas.microsoft.com/office/drawing/2014/main" id="{906FE13D-AC05-AA42-853B-9FAC9CA250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426" y="1633537"/>
                <a:ext cx="663033" cy="111611"/>
              </a:xfrm>
              <a:custGeom>
                <a:avLst/>
                <a:gdLst>
                  <a:gd name="T0" fmla="*/ 0 w 3723451"/>
                  <a:gd name="T1" fmla="*/ 27306 h 932950"/>
                  <a:gd name="T2" fmla="*/ 116665 w 3723451"/>
                  <a:gd name="T3" fmla="*/ 322 h 932950"/>
                  <a:gd name="T4" fmla="*/ 330457 w 3723451"/>
                  <a:gd name="T5" fmla="*/ 62276 h 932950"/>
                  <a:gd name="T6" fmla="*/ 534418 w 3723451"/>
                  <a:gd name="T7" fmla="*/ 0 h 932950"/>
                  <a:gd name="T8" fmla="*/ 663033 w 3723451"/>
                  <a:gd name="T9" fmla="*/ 24782 h 932950"/>
                  <a:gd name="T10" fmla="*/ 567343 w 3723451"/>
                  <a:gd name="T11" fmla="*/ 55255 h 932950"/>
                  <a:gd name="T12" fmla="*/ 536535 w 3723451"/>
                  <a:gd name="T13" fmla="*/ 47039 h 932950"/>
                  <a:gd name="T14" fmla="*/ 334214 w 3723451"/>
                  <a:gd name="T15" fmla="*/ 111611 h 932950"/>
                  <a:gd name="T16" fmla="*/ 126717 w 3723451"/>
                  <a:gd name="T17" fmla="*/ 49415 h 932950"/>
                  <a:gd name="T18" fmla="*/ 93168 w 3723451"/>
                  <a:gd name="T19" fmla="*/ 56127 h 932950"/>
                  <a:gd name="T20" fmla="*/ 0 w 3723451"/>
                  <a:gd name="T21" fmla="*/ 27306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05" name="Freeform 1104">
                <a:extLst>
                  <a:ext uri="{FF2B5EF4-FFF2-40B4-BE49-F238E27FC236}">
                    <a16:creationId xmlns:a16="http://schemas.microsoft.com/office/drawing/2014/main" id="{DE4AB67E-E389-E747-AA8A-F557E3BDBA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7350" y="1727977"/>
                <a:ext cx="243315" cy="97303"/>
              </a:xfrm>
              <a:custGeom>
                <a:avLst/>
                <a:gdLst>
                  <a:gd name="T0" fmla="*/ 0 w 1366596"/>
                  <a:gd name="T1" fmla="*/ 0 h 809868"/>
                  <a:gd name="T2" fmla="*/ 243315 w 1366596"/>
                  <a:gd name="T3" fmla="*/ 75189 h 809868"/>
                  <a:gd name="T4" fmla="*/ 154017 w 1366596"/>
                  <a:gd name="T5" fmla="*/ 97303 h 809868"/>
                  <a:gd name="T6" fmla="*/ 819 w 1366596"/>
                  <a:gd name="T7" fmla="*/ 51416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06" name="Freeform 1105">
                <a:extLst>
                  <a:ext uri="{FF2B5EF4-FFF2-40B4-BE49-F238E27FC236}">
                    <a16:creationId xmlns:a16="http://schemas.microsoft.com/office/drawing/2014/main" id="{A18C8CAC-63E9-E248-8397-1346071AD6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260" y="1730839"/>
                <a:ext cx="240272" cy="97303"/>
              </a:xfrm>
              <a:custGeom>
                <a:avLst/>
                <a:gdLst>
                  <a:gd name="T0" fmla="*/ 236992 w 1348191"/>
                  <a:gd name="T1" fmla="*/ 0 h 791462"/>
                  <a:gd name="T2" fmla="*/ 240272 w 1348191"/>
                  <a:gd name="T3" fmla="*/ 46954 h 791462"/>
                  <a:gd name="T4" fmla="*/ 86924 w 1348191"/>
                  <a:gd name="T5" fmla="*/ 97303 h 791462"/>
                  <a:gd name="T6" fmla="*/ 0 w 1348191"/>
                  <a:gd name="T7" fmla="*/ 75240 h 791462"/>
                  <a:gd name="T8" fmla="*/ 236992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107" name="Straight Connector 1106">
                <a:extLst>
                  <a:ext uri="{FF2B5EF4-FFF2-40B4-BE49-F238E27FC236}">
                    <a16:creationId xmlns:a16="http://schemas.microsoft.com/office/drawing/2014/main" id="{73BEE8CD-92EF-AB4A-9223-19BD5734C8CF}"/>
                  </a:ext>
                </a:extLst>
              </p:cNvPr>
              <p:cNvCxnSpPr>
                <a:cxnSpLocks noChangeShapeType="1"/>
                <a:endCxn id="1102" idx="2"/>
              </p:cNvCxnSpPr>
              <p:nvPr/>
            </p:nvCxnSpPr>
            <p:spPr bwMode="auto">
              <a:xfrm flipH="1" flipV="1">
                <a:off x="1871277" y="1736563"/>
                <a:ext cx="3040" cy="123058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08" name="Straight Connector 1107">
                <a:extLst>
                  <a:ext uri="{FF2B5EF4-FFF2-40B4-BE49-F238E27FC236}">
                    <a16:creationId xmlns:a16="http://schemas.microsoft.com/office/drawing/2014/main" id="{5BC61A72-737C-4F4F-802A-7DAAF663B43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608" y="1733700"/>
                <a:ext cx="3040" cy="12306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110" name="Group 11">
              <a:extLst>
                <a:ext uri="{FF2B5EF4-FFF2-40B4-BE49-F238E27FC236}">
                  <a16:creationId xmlns:a16="http://schemas.microsoft.com/office/drawing/2014/main" id="{E5217315-CB03-2542-94D5-3FA12A4076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4536" y="2167905"/>
              <a:ext cx="3597875" cy="493470"/>
              <a:chOff x="2705100" y="2011398"/>
              <a:chExt cx="3597533" cy="493677"/>
            </a:xfrm>
          </p:grpSpPr>
          <p:sp>
            <p:nvSpPr>
              <p:cNvPr id="1135" name="Oval 1134">
                <a:extLst>
                  <a:ext uri="{FF2B5EF4-FFF2-40B4-BE49-F238E27FC236}">
                    <a16:creationId xmlns:a16="http://schemas.microsoft.com/office/drawing/2014/main" id="{57A6E143-0094-5D49-8A05-004EA3A97A71}"/>
                  </a:ext>
                </a:extLst>
              </p:cNvPr>
              <p:cNvSpPr/>
              <p:nvPr/>
            </p:nvSpPr>
            <p:spPr bwMode="auto">
              <a:xfrm>
                <a:off x="2722092" y="2011398"/>
                <a:ext cx="3581060" cy="492331"/>
              </a:xfrm>
              <a:prstGeom prst="ellipse">
                <a:avLst/>
              </a:prstGeom>
              <a:solidFill>
                <a:srgbClr val="FFFFFF">
                  <a:alpha val="42000"/>
                </a:srgbClr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36" name="Oval 1135">
                <a:extLst>
                  <a:ext uri="{FF2B5EF4-FFF2-40B4-BE49-F238E27FC236}">
                    <a16:creationId xmlns:a16="http://schemas.microsoft.com/office/drawing/2014/main" id="{431997AA-2888-D042-A558-B6DE0F737D3F}"/>
                  </a:ext>
                </a:extLst>
              </p:cNvPr>
              <p:cNvSpPr/>
              <p:nvPr/>
            </p:nvSpPr>
            <p:spPr bwMode="auto">
              <a:xfrm>
                <a:off x="2704632" y="2012986"/>
                <a:ext cx="3581060" cy="492331"/>
              </a:xfrm>
              <a:prstGeom prst="ellipse">
                <a:avLst/>
              </a:prstGeom>
              <a:solidFill>
                <a:srgbClr val="CC0000">
                  <a:alpha val="42000"/>
                </a:srgbClr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37" name="TextBox 389">
                <a:extLst>
                  <a:ext uri="{FF2B5EF4-FFF2-40B4-BE49-F238E27FC236}">
                    <a16:creationId xmlns:a16="http://schemas.microsoft.com/office/drawing/2014/main" id="{D0AF8FB3-4D5B-7B4A-8B82-CF15E8A6F1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2664" y="2127167"/>
                <a:ext cx="2057700" cy="296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Remote Controller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70F660B-2991-C94D-80D9-F1429AC36768}"/>
                </a:ext>
              </a:extLst>
            </p:cNvPr>
            <p:cNvGrpSpPr/>
            <p:nvPr/>
          </p:nvGrpSpPr>
          <p:grpSpPr>
            <a:xfrm>
              <a:off x="3674918" y="4177613"/>
              <a:ext cx="5095875" cy="822392"/>
              <a:chOff x="3674918" y="4177613"/>
              <a:chExt cx="5095875" cy="822392"/>
            </a:xfrm>
          </p:grpSpPr>
          <p:grpSp>
            <p:nvGrpSpPr>
              <p:cNvPr id="1111" name="Group 441">
                <a:extLst>
                  <a:ext uri="{FF2B5EF4-FFF2-40B4-BE49-F238E27FC236}">
                    <a16:creationId xmlns:a16="http://schemas.microsoft.com/office/drawing/2014/main" id="{0C03A32C-FA65-214B-B936-B6E1B2C384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74918" y="4177613"/>
                <a:ext cx="923628" cy="405783"/>
                <a:chOff x="2705100" y="2011398"/>
                <a:chExt cx="3597533" cy="493677"/>
              </a:xfrm>
            </p:grpSpPr>
            <p:sp>
              <p:nvSpPr>
                <p:cNvPr id="1132" name="Oval 1131">
                  <a:extLst>
                    <a:ext uri="{FF2B5EF4-FFF2-40B4-BE49-F238E27FC236}">
                      <a16:creationId xmlns:a16="http://schemas.microsoft.com/office/drawing/2014/main" id="{F74AE388-0960-CF47-B1A1-1ABEEB3A9CAF}"/>
                    </a:ext>
                  </a:extLst>
                </p:cNvPr>
                <p:cNvSpPr/>
                <p:nvPr/>
              </p:nvSpPr>
              <p:spPr bwMode="auto">
                <a:xfrm>
                  <a:off x="2723648" y="2011480"/>
                  <a:ext cx="3580142" cy="492496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33" name="Oval 1132">
                  <a:extLst>
                    <a:ext uri="{FF2B5EF4-FFF2-40B4-BE49-F238E27FC236}">
                      <a16:creationId xmlns:a16="http://schemas.microsoft.com/office/drawing/2014/main" id="{1181AFDF-673F-BE48-B342-3AE78D0EFECC}"/>
                    </a:ext>
                  </a:extLst>
                </p:cNvPr>
                <p:cNvSpPr/>
                <p:nvPr/>
              </p:nvSpPr>
              <p:spPr bwMode="auto">
                <a:xfrm>
                  <a:off x="2705100" y="2013410"/>
                  <a:ext cx="3580138" cy="492497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34" name="TextBox 389">
                  <a:extLst>
                    <a:ext uri="{FF2B5EF4-FFF2-40B4-BE49-F238E27FC236}">
                      <a16:creationId xmlns:a16="http://schemas.microsoft.com/office/drawing/2014/main" id="{F3932BCA-D430-FC40-B54E-015140A71EF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01810" y="2127167"/>
                  <a:ext cx="1159411" cy="296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ts val="1475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CA</a:t>
                  </a:r>
                </a:p>
              </p:txBody>
            </p:sp>
          </p:grpSp>
          <p:grpSp>
            <p:nvGrpSpPr>
              <p:cNvPr id="1112" name="Group 16">
                <a:extLst>
                  <a:ext uri="{FF2B5EF4-FFF2-40B4-BE49-F238E27FC236}">
                    <a16:creationId xmlns:a16="http://schemas.microsoft.com/office/drawing/2014/main" id="{C3F9499B-4024-2B4E-8994-25AA993B23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8708" y="4714256"/>
                <a:ext cx="463612" cy="285749"/>
                <a:chOff x="3558850" y="4573304"/>
                <a:chExt cx="463568" cy="285869"/>
              </a:xfrm>
            </p:grpSpPr>
            <p:grpSp>
              <p:nvGrpSpPr>
                <p:cNvPr id="1128" name="Group 12">
                  <a:extLst>
                    <a:ext uri="{FF2B5EF4-FFF2-40B4-BE49-F238E27FC236}">
                      <a16:creationId xmlns:a16="http://schemas.microsoft.com/office/drawing/2014/main" id="{643660C7-BD5F-8243-BB52-5E41566520B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1130" name="Oval 1129">
                    <a:extLst>
                      <a:ext uri="{FF2B5EF4-FFF2-40B4-BE49-F238E27FC236}">
                        <a16:creationId xmlns:a16="http://schemas.microsoft.com/office/drawing/2014/main" id="{EB6F94A5-07EA-824D-BCE4-E412F1D275A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73046" y="4578067"/>
                    <a:ext cx="439696" cy="260459"/>
                  </a:xfrm>
                  <a:prstGeom prst="ellipse">
                    <a:avLst/>
                  </a:prstGeom>
                  <a:solidFill>
                    <a:srgbClr val="FFFFFF">
                      <a:alpha val="42000"/>
                    </a:srgbClr>
                  </a:solidFill>
                  <a:ln w="317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31" name="Oval 1130">
                    <a:extLst>
                      <a:ext uri="{FF2B5EF4-FFF2-40B4-BE49-F238E27FC236}">
                        <a16:creationId xmlns:a16="http://schemas.microsoft.com/office/drawing/2014/main" id="{3AFA8449-4699-DE4E-AD4F-2F50FF91F47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58760" y="4587596"/>
                    <a:ext cx="463506" cy="252519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129" name="TextBox 389">
                  <a:extLst>
                    <a:ext uri="{FF2B5EF4-FFF2-40B4-BE49-F238E27FC236}">
                      <a16:creationId xmlns:a16="http://schemas.microsoft.com/office/drawing/2014/main" id="{64D840F2-5A70-9E44-A243-26989818507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ts val="1475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CA</a:t>
                  </a: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113" name="Group 450">
                <a:extLst>
                  <a:ext uri="{FF2B5EF4-FFF2-40B4-BE49-F238E27FC236}">
                    <a16:creationId xmlns:a16="http://schemas.microsoft.com/office/drawing/2014/main" id="{AADDBF22-BF75-E042-B015-F1D30A1937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18930" y="4712138"/>
                <a:ext cx="463612" cy="285749"/>
                <a:chOff x="3558850" y="4573304"/>
                <a:chExt cx="463568" cy="285869"/>
              </a:xfrm>
            </p:grpSpPr>
            <p:grpSp>
              <p:nvGrpSpPr>
                <p:cNvPr id="1124" name="Group 451">
                  <a:extLst>
                    <a:ext uri="{FF2B5EF4-FFF2-40B4-BE49-F238E27FC236}">
                      <a16:creationId xmlns:a16="http://schemas.microsoft.com/office/drawing/2014/main" id="{BD64AF44-6F7F-1747-8E26-3E6D0EDDA01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1126" name="Oval 1125">
                    <a:extLst>
                      <a:ext uri="{FF2B5EF4-FFF2-40B4-BE49-F238E27FC236}">
                        <a16:creationId xmlns:a16="http://schemas.microsoft.com/office/drawing/2014/main" id="{B13E6B0A-9B22-874D-A5BB-CAB7052B0E5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73874" y="4581775"/>
                    <a:ext cx="439696" cy="257283"/>
                  </a:xfrm>
                  <a:prstGeom prst="ellipse">
                    <a:avLst/>
                  </a:prstGeom>
                  <a:solidFill>
                    <a:srgbClr val="FFFFFF">
                      <a:alpha val="42000"/>
                    </a:srgbClr>
                  </a:solidFill>
                  <a:ln w="317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27" name="Oval 1126">
                    <a:extLst>
                      <a:ext uri="{FF2B5EF4-FFF2-40B4-BE49-F238E27FC236}">
                        <a16:creationId xmlns:a16="http://schemas.microsoft.com/office/drawing/2014/main" id="{88C69275-D6D4-D64E-9433-86A12EE44DC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59588" y="4591304"/>
                    <a:ext cx="463506" cy="249341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125" name="TextBox 389">
                  <a:extLst>
                    <a:ext uri="{FF2B5EF4-FFF2-40B4-BE49-F238E27FC236}">
                      <a16:creationId xmlns:a16="http://schemas.microsoft.com/office/drawing/2014/main" id="{137E9DC6-E808-9244-BE10-49D98EA5A17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ts val="1475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CA</a:t>
                  </a: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114" name="Group 455">
                <a:extLst>
                  <a:ext uri="{FF2B5EF4-FFF2-40B4-BE49-F238E27FC236}">
                    <a16:creationId xmlns:a16="http://schemas.microsoft.com/office/drawing/2014/main" id="{F9EC1EDD-92AD-2245-AE89-053A0D1F0A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319300" y="4710021"/>
                <a:ext cx="463612" cy="285749"/>
                <a:chOff x="3558850" y="4573304"/>
                <a:chExt cx="463568" cy="285869"/>
              </a:xfrm>
            </p:grpSpPr>
            <p:grpSp>
              <p:nvGrpSpPr>
                <p:cNvPr id="1120" name="Group 456">
                  <a:extLst>
                    <a:ext uri="{FF2B5EF4-FFF2-40B4-BE49-F238E27FC236}">
                      <a16:creationId xmlns:a16="http://schemas.microsoft.com/office/drawing/2014/main" id="{CB1EA6B7-79F6-7C4E-B31B-F6338BD15A2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1122" name="Oval 1121">
                    <a:extLst>
                      <a:ext uri="{FF2B5EF4-FFF2-40B4-BE49-F238E27FC236}">
                        <a16:creationId xmlns:a16="http://schemas.microsoft.com/office/drawing/2014/main" id="{9BF9A7D0-3676-5B44-9F92-551F82BA815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73654" y="4577540"/>
                    <a:ext cx="439696" cy="260459"/>
                  </a:xfrm>
                  <a:prstGeom prst="ellipse">
                    <a:avLst/>
                  </a:prstGeom>
                  <a:solidFill>
                    <a:srgbClr val="FFFFFF">
                      <a:alpha val="42000"/>
                    </a:srgbClr>
                  </a:solidFill>
                  <a:ln w="317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23" name="Oval 1122">
                    <a:extLst>
                      <a:ext uri="{FF2B5EF4-FFF2-40B4-BE49-F238E27FC236}">
                        <a16:creationId xmlns:a16="http://schemas.microsoft.com/office/drawing/2014/main" id="{F3145DFC-AFCD-7043-8580-05CA0BB4CB0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59368" y="4587069"/>
                    <a:ext cx="463506" cy="252518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121" name="TextBox 389">
                  <a:extLst>
                    <a:ext uri="{FF2B5EF4-FFF2-40B4-BE49-F238E27FC236}">
                      <a16:creationId xmlns:a16="http://schemas.microsoft.com/office/drawing/2014/main" id="{F248CEB0-87E6-A44A-A50F-5C3EC5372B5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ts val="1475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CA</a:t>
                  </a: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115" name="Group 460">
                <a:extLst>
                  <a:ext uri="{FF2B5EF4-FFF2-40B4-BE49-F238E27FC236}">
                    <a16:creationId xmlns:a16="http://schemas.microsoft.com/office/drawing/2014/main" id="{4F7BA808-3479-484C-BAF0-5CC1FD0331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07181" y="4707904"/>
                <a:ext cx="463612" cy="285749"/>
                <a:chOff x="3558850" y="4573304"/>
                <a:chExt cx="463568" cy="285869"/>
              </a:xfrm>
            </p:grpSpPr>
            <p:grpSp>
              <p:nvGrpSpPr>
                <p:cNvPr id="1116" name="Group 461">
                  <a:extLst>
                    <a:ext uri="{FF2B5EF4-FFF2-40B4-BE49-F238E27FC236}">
                      <a16:creationId xmlns:a16="http://schemas.microsoft.com/office/drawing/2014/main" id="{933FA7BC-47D5-ED48-85E7-B486D7CBCA9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1118" name="Oval 1117">
                    <a:extLst>
                      <a:ext uri="{FF2B5EF4-FFF2-40B4-BE49-F238E27FC236}">
                        <a16:creationId xmlns:a16="http://schemas.microsoft.com/office/drawing/2014/main" id="{BFFF1AA5-D313-234B-BDA6-40E287FD081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73198" y="4578069"/>
                    <a:ext cx="439696" cy="260459"/>
                  </a:xfrm>
                  <a:prstGeom prst="ellipse">
                    <a:avLst/>
                  </a:prstGeom>
                  <a:solidFill>
                    <a:srgbClr val="FFFFFF">
                      <a:alpha val="42000"/>
                    </a:srgbClr>
                  </a:solidFill>
                  <a:ln w="317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9" name="Oval 1118">
                    <a:extLst>
                      <a:ext uri="{FF2B5EF4-FFF2-40B4-BE49-F238E27FC236}">
                        <a16:creationId xmlns:a16="http://schemas.microsoft.com/office/drawing/2014/main" id="{08D261B5-FBF3-B541-B8CA-B63F648BEF5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58912" y="4587598"/>
                    <a:ext cx="463506" cy="252519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117" name="TextBox 389">
                  <a:extLst>
                    <a:ext uri="{FF2B5EF4-FFF2-40B4-BE49-F238E27FC236}">
                      <a16:creationId xmlns:a16="http://schemas.microsoft.com/office/drawing/2014/main" id="{8386C9B3-5C0B-0443-98EF-8CDB1312E9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ts val="1475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CA</a:t>
                  </a: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1139" name="Group 1">
              <a:extLst>
                <a:ext uri="{FF2B5EF4-FFF2-40B4-BE49-F238E27FC236}">
                  <a16:creationId xmlns:a16="http://schemas.microsoft.com/office/drawing/2014/main" id="{A228ACC2-6157-BF41-88C3-0A08641726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7493" y="5474667"/>
              <a:ext cx="2698750" cy="903288"/>
              <a:chOff x="938213" y="5237163"/>
              <a:chExt cx="2698750" cy="903287"/>
            </a:xfrm>
          </p:grpSpPr>
          <p:cxnSp>
            <p:nvCxnSpPr>
              <p:cNvPr id="1140" name="Straight Connector 1139">
                <a:extLst>
                  <a:ext uri="{FF2B5EF4-FFF2-40B4-BE49-F238E27FC236}">
                    <a16:creationId xmlns:a16="http://schemas.microsoft.com/office/drawing/2014/main" id="{CB924182-B4D8-0F43-97E1-646C4E72A083}"/>
                  </a:ext>
                </a:extLst>
              </p:cNvPr>
              <p:cNvCxnSpPr/>
              <p:nvPr/>
            </p:nvCxnSpPr>
            <p:spPr>
              <a:xfrm flipH="1">
                <a:off x="1282700" y="5802312"/>
                <a:ext cx="1508125" cy="1588"/>
              </a:xfrm>
              <a:prstGeom prst="line">
                <a:avLst/>
              </a:prstGeom>
              <a:noFill/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sp>
            <p:nvSpPr>
              <p:cNvPr id="1141" name="TextBox 265">
                <a:extLst>
                  <a:ext uri="{FF2B5EF4-FFF2-40B4-BE49-F238E27FC236}">
                    <a16:creationId xmlns:a16="http://schemas.microsoft.com/office/drawing/2014/main" id="{CFD0B0F1-D70C-5245-B37A-C9A4ABCBEF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813" y="5473700"/>
                <a:ext cx="263525" cy="276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1</a:t>
                </a:r>
              </a:p>
            </p:txBody>
          </p:sp>
          <p:sp>
            <p:nvSpPr>
              <p:cNvPr id="1142" name="TextBox 281">
                <a:extLst>
                  <a:ext uri="{FF2B5EF4-FFF2-40B4-BE49-F238E27FC236}">
                    <a16:creationId xmlns:a16="http://schemas.microsoft.com/office/drawing/2014/main" id="{6C507E5B-C87D-FA46-A331-4ABAB6B8A2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3438" y="5761038"/>
                <a:ext cx="263525" cy="276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</a:t>
                </a:r>
              </a:p>
            </p:txBody>
          </p:sp>
          <p:grpSp>
            <p:nvGrpSpPr>
              <p:cNvPr id="1143" name="Group 5">
                <a:extLst>
                  <a:ext uri="{FF2B5EF4-FFF2-40B4-BE49-F238E27FC236}">
                    <a16:creationId xmlns:a16="http://schemas.microsoft.com/office/drawing/2014/main" id="{1A707F03-E0B2-FF48-9597-B751067AD9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8213" y="5237163"/>
                <a:ext cx="1616075" cy="487362"/>
                <a:chOff x="-4079003" y="2717403"/>
                <a:chExt cx="1616718" cy="488475"/>
              </a:xfrm>
            </p:grpSpPr>
            <p:sp>
              <p:nvSpPr>
                <p:cNvPr id="1157" name="Rectangle 98">
                  <a:extLst>
                    <a:ext uri="{FF2B5EF4-FFF2-40B4-BE49-F238E27FC236}">
                      <a16:creationId xmlns:a16="http://schemas.microsoft.com/office/drawing/2014/main" id="{CA6EA6FC-3469-1A42-8A1A-7ABEC47FF2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079003" y="2985994"/>
                  <a:ext cx="1281675" cy="208750"/>
                </a:xfrm>
                <a:prstGeom prst="rect">
                  <a:avLst/>
                </a:prstGeom>
                <a:solidFill>
                  <a:srgbClr val="3333CC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58" name="Line 99">
                  <a:extLst>
                    <a:ext uri="{FF2B5EF4-FFF2-40B4-BE49-F238E27FC236}">
                      <a16:creationId xmlns:a16="http://schemas.microsoft.com/office/drawing/2014/main" id="{8B52FDA0-6129-4D4D-AB34-6E31B5746E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2933828" y="3101502"/>
                  <a:ext cx="471543" cy="0"/>
                </a:xfrm>
                <a:prstGeom prst="line">
                  <a:avLst/>
                </a:prstGeom>
                <a:noFill/>
                <a:ln w="9525">
                  <a:solidFill>
                    <a:srgbClr val="3333CC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59" name="Rectangle 104">
                  <a:extLst>
                    <a:ext uri="{FF2B5EF4-FFF2-40B4-BE49-F238E27FC236}">
                      <a16:creationId xmlns:a16="http://schemas.microsoft.com/office/drawing/2014/main" id="{EF6D77F4-B510-3541-9758-82FBBD8239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3377007" y="2988777"/>
                  <a:ext cx="476861" cy="21014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60" name="Text Box 105">
                  <a:extLst>
                    <a:ext uri="{FF2B5EF4-FFF2-40B4-BE49-F238E27FC236}">
                      <a16:creationId xmlns:a16="http://schemas.microsoft.com/office/drawing/2014/main" id="{2AE0900E-8A8F-4A4D-BB87-414DFE5E1C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3430189" y="2965119"/>
                  <a:ext cx="581451" cy="2407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0111</a:t>
                  </a:r>
                </a:p>
              </p:txBody>
            </p:sp>
            <p:sp>
              <p:nvSpPr>
                <p:cNvPr id="1161" name="Line 119">
                  <a:extLst>
                    <a:ext uri="{FF2B5EF4-FFF2-40B4-BE49-F238E27FC236}">
                      <a16:creationId xmlns:a16="http://schemas.microsoft.com/office/drawing/2014/main" id="{5B21AE9C-8AC8-434E-B3D3-DDFB36C485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3621642" y="2717403"/>
                  <a:ext cx="405953" cy="30060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144" name="Freeform 120">
                <a:extLst>
                  <a:ext uri="{FF2B5EF4-FFF2-40B4-BE49-F238E27FC236}">
                    <a16:creationId xmlns:a16="http://schemas.microsoft.com/office/drawing/2014/main" id="{7959F5AF-96CF-CD42-95A7-B320D466F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3963" y="5668963"/>
                <a:ext cx="982662" cy="233362"/>
              </a:xfrm>
              <a:custGeom>
                <a:avLst/>
                <a:gdLst>
                  <a:gd name="T0" fmla="*/ 0 w 554"/>
                  <a:gd name="T1" fmla="*/ 2147483647 h 167"/>
                  <a:gd name="T2" fmla="*/ 2147483647 w 554"/>
                  <a:gd name="T3" fmla="*/ 2147483647 h 167"/>
                  <a:gd name="T4" fmla="*/ 2147483647 w 554"/>
                  <a:gd name="T5" fmla="*/ 2147483647 h 167"/>
                  <a:gd name="T6" fmla="*/ 0 60000 65536"/>
                  <a:gd name="T7" fmla="*/ 0 60000 65536"/>
                  <a:gd name="T8" fmla="*/ 0 60000 65536"/>
                  <a:gd name="T9" fmla="*/ 0 w 554"/>
                  <a:gd name="T10" fmla="*/ 0 h 167"/>
                  <a:gd name="T11" fmla="*/ 554 w 554"/>
                  <a:gd name="T12" fmla="*/ 167 h 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54" h="167">
                    <a:moveTo>
                      <a:pt x="0" y="10"/>
                    </a:moveTo>
                    <a:cubicBezTo>
                      <a:pt x="102" y="0"/>
                      <a:pt x="240" y="5"/>
                      <a:pt x="324" y="26"/>
                    </a:cubicBezTo>
                    <a:cubicBezTo>
                      <a:pt x="416" y="52"/>
                      <a:pt x="502" y="120"/>
                      <a:pt x="554" y="167"/>
                    </a:cubicBezTo>
                  </a:path>
                </a:pathLst>
              </a:custGeom>
              <a:noFill/>
              <a:ln w="57150" cmpd="sng">
                <a:solidFill>
                  <a:srgbClr val="FF3300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145" name="Group 357">
                <a:extLst>
                  <a:ext uri="{FF2B5EF4-FFF2-40B4-BE49-F238E27FC236}">
                    <a16:creationId xmlns:a16="http://schemas.microsoft.com/office/drawing/2014/main" id="{4D59E87F-CE51-5F46-B516-9F402F5585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14625" y="5659438"/>
                <a:ext cx="565150" cy="293687"/>
                <a:chOff x="1871277" y="1576300"/>
                <a:chExt cx="1128371" cy="437861"/>
              </a:xfrm>
            </p:grpSpPr>
            <p:sp>
              <p:nvSpPr>
                <p:cNvPr id="1147" name="Oval 1146">
                  <a:extLst>
                    <a:ext uri="{FF2B5EF4-FFF2-40B4-BE49-F238E27FC236}">
                      <a16:creationId xmlns:a16="http://schemas.microsoft.com/office/drawing/2014/main" id="{47BEE802-D705-FB42-955E-D825A1B513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4448" y="1694641"/>
                  <a:ext cx="1125200" cy="3195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48" name="Rectangle 1147">
                  <a:extLst>
                    <a:ext uri="{FF2B5EF4-FFF2-40B4-BE49-F238E27FC236}">
                      <a16:creationId xmlns:a16="http://schemas.microsoft.com/office/drawing/2014/main" id="{A0A9F0A0-D85B-BC44-809E-0D44746B1886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49" name="Oval 1148">
                  <a:extLst>
                    <a:ext uri="{FF2B5EF4-FFF2-40B4-BE49-F238E27FC236}">
                      <a16:creationId xmlns:a16="http://schemas.microsoft.com/office/drawing/2014/main" id="{E6E2E4DB-C182-5947-9544-5CA42AF8D0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1277" y="1576300"/>
                  <a:ext cx="1125202" cy="319521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50" name="Freeform 1149">
                  <a:extLst>
                    <a:ext uri="{FF2B5EF4-FFF2-40B4-BE49-F238E27FC236}">
                      <a16:creationId xmlns:a16="http://schemas.microsoft.com/office/drawing/2014/main" id="{826516FA-D90F-FF4F-86C3-EABFADEC3BBB}"/>
                    </a:ext>
                  </a:extLst>
                </p:cNvPr>
                <p:cNvSpPr/>
                <p:nvPr/>
              </p:nvSpPr>
              <p:spPr bwMode="auto">
                <a:xfrm>
                  <a:off x="2159710" y="1673340"/>
                  <a:ext cx="548337" cy="160944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51" name="Freeform 1150">
                  <a:extLst>
                    <a:ext uri="{FF2B5EF4-FFF2-40B4-BE49-F238E27FC236}">
                      <a16:creationId xmlns:a16="http://schemas.microsoft.com/office/drawing/2014/main" id="{8B23C2D3-E371-5547-9057-B35E626ABD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2657" y="1633104"/>
                  <a:ext cx="662442" cy="111241"/>
                </a:xfrm>
                <a:custGeom>
                  <a:avLst/>
                  <a:gdLst>
                    <a:gd name="T0" fmla="*/ 0 w 3723451"/>
                    <a:gd name="T1" fmla="*/ 27215 h 932950"/>
                    <a:gd name="T2" fmla="*/ 116561 w 3723451"/>
                    <a:gd name="T3" fmla="*/ 321 h 932950"/>
                    <a:gd name="T4" fmla="*/ 330163 w 3723451"/>
                    <a:gd name="T5" fmla="*/ 62070 h 932950"/>
                    <a:gd name="T6" fmla="*/ 533941 w 3723451"/>
                    <a:gd name="T7" fmla="*/ 0 h 932950"/>
                    <a:gd name="T8" fmla="*/ 662442 w 3723451"/>
                    <a:gd name="T9" fmla="*/ 24700 h 932950"/>
                    <a:gd name="T10" fmla="*/ 566838 w 3723451"/>
                    <a:gd name="T11" fmla="*/ 55072 h 932950"/>
                    <a:gd name="T12" fmla="*/ 536057 w 3723451"/>
                    <a:gd name="T13" fmla="*/ 46883 h 932950"/>
                    <a:gd name="T14" fmla="*/ 333916 w 3723451"/>
                    <a:gd name="T15" fmla="*/ 111241 h 932950"/>
                    <a:gd name="T16" fmla="*/ 126604 w 3723451"/>
                    <a:gd name="T17" fmla="*/ 49251 h 932950"/>
                    <a:gd name="T18" fmla="*/ 93085 w 3723451"/>
                    <a:gd name="T19" fmla="*/ 55941 h 932950"/>
                    <a:gd name="T20" fmla="*/ 0 w 3723451"/>
                    <a:gd name="T21" fmla="*/ 27215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52" name="Freeform 1151">
                  <a:extLst>
                    <a:ext uri="{FF2B5EF4-FFF2-40B4-BE49-F238E27FC236}">
                      <a16:creationId xmlns:a16="http://schemas.microsoft.com/office/drawing/2014/main" id="{2DEA8715-4603-7449-BB4D-351CFEF75C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6889" y="1727776"/>
                  <a:ext cx="244059" cy="9704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44059 w 1366596"/>
                    <a:gd name="T3" fmla="*/ 74985 h 809868"/>
                    <a:gd name="T4" fmla="*/ 154488 w 1366596"/>
                    <a:gd name="T5" fmla="*/ 97040 h 809868"/>
                    <a:gd name="T6" fmla="*/ 822 w 1366596"/>
                    <a:gd name="T7" fmla="*/ 51277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53" name="Freeform 1152">
                  <a:extLst>
                    <a:ext uri="{FF2B5EF4-FFF2-40B4-BE49-F238E27FC236}">
                      <a16:creationId xmlns:a16="http://schemas.microsoft.com/office/drawing/2014/main" id="{72F5390F-6421-6840-94BC-D15B70623E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9979" y="1730144"/>
                  <a:ext cx="240888" cy="97039"/>
                </a:xfrm>
                <a:custGeom>
                  <a:avLst/>
                  <a:gdLst>
                    <a:gd name="T0" fmla="*/ 237599 w 1348191"/>
                    <a:gd name="T1" fmla="*/ 0 h 791462"/>
                    <a:gd name="T2" fmla="*/ 240888 w 1348191"/>
                    <a:gd name="T3" fmla="*/ 46827 h 791462"/>
                    <a:gd name="T4" fmla="*/ 87147 w 1348191"/>
                    <a:gd name="T5" fmla="*/ 97039 h 791462"/>
                    <a:gd name="T6" fmla="*/ 0 w 1348191"/>
                    <a:gd name="T7" fmla="*/ 75036 h 791462"/>
                    <a:gd name="T8" fmla="*/ 237599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1154" name="Straight Connector 1153">
                  <a:extLst>
                    <a:ext uri="{FF2B5EF4-FFF2-40B4-BE49-F238E27FC236}">
                      <a16:creationId xmlns:a16="http://schemas.microsoft.com/office/drawing/2014/main" id="{34E68527-C12C-5248-A62C-D72D4BEC928A}"/>
                    </a:ext>
                  </a:extLst>
                </p:cNvPr>
                <p:cNvCxnSpPr>
                  <a:cxnSpLocks noChangeShapeType="1"/>
                  <a:endCxn id="1149" idx="2"/>
                </p:cNvCxnSpPr>
                <p:nvPr/>
              </p:nvCxnSpPr>
              <p:spPr bwMode="auto">
                <a:xfrm flipH="1" flipV="1">
                  <a:off x="1871277" y="1737244"/>
                  <a:ext cx="3171" cy="123075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155" name="Straight Connector 1154">
                  <a:extLst>
                    <a:ext uri="{FF2B5EF4-FFF2-40B4-BE49-F238E27FC236}">
                      <a16:creationId xmlns:a16="http://schemas.microsoft.com/office/drawing/2014/main" id="{475CE0A8-F910-FF45-A479-96A5E48ACF2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2996479" y="1734878"/>
                  <a:ext cx="3169" cy="123075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1146" name="TextBox 282">
                <a:extLst>
                  <a:ext uri="{FF2B5EF4-FFF2-40B4-BE49-F238E27FC236}">
                    <a16:creationId xmlns:a16="http://schemas.microsoft.com/office/drawing/2014/main" id="{4B460814-1FB2-5F46-A167-2E252688DD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8638" y="5862638"/>
                <a:ext cx="261937" cy="2778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3</a:t>
                </a:r>
              </a:p>
            </p:txBody>
          </p:sp>
        </p:grpSp>
        <p:sp>
          <p:nvSpPr>
            <p:cNvPr id="1162" name="TextBox 6">
              <a:extLst>
                <a:ext uri="{FF2B5EF4-FFF2-40B4-BE49-F238E27FC236}">
                  <a16:creationId xmlns:a16="http://schemas.microsoft.com/office/drawing/2014/main" id="{21D1826E-E3E7-E445-9FFB-A565D9A2AD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6130" y="4850780"/>
              <a:ext cx="1992313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values in arriving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packet header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163" name="Group 1162">
              <a:extLst>
                <a:ext uri="{FF2B5EF4-FFF2-40B4-BE49-F238E27FC236}">
                  <a16:creationId xmlns:a16="http://schemas.microsoft.com/office/drawing/2014/main" id="{F8C15A5A-1645-0849-B8DE-390745B8EB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90906" y="2898842"/>
              <a:ext cx="4051268" cy="2367063"/>
              <a:chOff x="-3855475" y="3644638"/>
              <a:chExt cx="4051268" cy="2367866"/>
            </a:xfrm>
          </p:grpSpPr>
          <p:cxnSp>
            <p:nvCxnSpPr>
              <p:cNvPr id="1164" name="Straight Arrow Connector 1163">
                <a:extLst>
                  <a:ext uri="{FF2B5EF4-FFF2-40B4-BE49-F238E27FC236}">
                    <a16:creationId xmlns:a16="http://schemas.microsoft.com/office/drawing/2014/main" id="{D6CE7F18-1D47-9C49-BB85-76C5894DE53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-3855475" y="3664699"/>
                <a:ext cx="0" cy="20948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CC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1165" name="Straight Arrow Connector 1164">
                <a:extLst>
                  <a:ext uri="{FF2B5EF4-FFF2-40B4-BE49-F238E27FC236}">
                    <a16:creationId xmlns:a16="http://schemas.microsoft.com/office/drawing/2014/main" id="{1C7BE6B4-EA67-FB4B-B50B-7E72D52ED7D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2818087" y="3658010"/>
                <a:ext cx="0" cy="2354494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66" name="Straight Arrow Connector 1165">
                <a:extLst>
                  <a:ext uri="{FF2B5EF4-FFF2-40B4-BE49-F238E27FC236}">
                    <a16:creationId xmlns:a16="http://schemas.microsoft.com/office/drawing/2014/main" id="{57774C27-8FF6-9F4F-A17E-D2F743FE22F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2006679" y="3655204"/>
                <a:ext cx="31396" cy="2331351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67" name="Straight Arrow Connector 1166">
                <a:extLst>
                  <a:ext uri="{FF2B5EF4-FFF2-40B4-BE49-F238E27FC236}">
                    <a16:creationId xmlns:a16="http://schemas.microsoft.com/office/drawing/2014/main" id="{1F481D65-016C-9E4F-A167-D6343A31365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817641" y="3644638"/>
                <a:ext cx="0" cy="2364624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68" name="Straight Arrow Connector 1167">
                <a:extLst>
                  <a:ext uri="{FF2B5EF4-FFF2-40B4-BE49-F238E27FC236}">
                    <a16:creationId xmlns:a16="http://schemas.microsoft.com/office/drawing/2014/main" id="{8D76033E-EA4A-B441-99A6-CFC1521E6CB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95792" y="3690049"/>
                <a:ext cx="1" cy="2311566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</p:spTree>
    <p:extLst>
      <p:ext uri="{BB962C8B-B14F-4D97-AF65-F5344CB8AC3E}">
        <p14:creationId xmlns:p14="http://schemas.microsoft.com/office/powerpoint/2010/main" val="38750775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702AB5-AB8E-3545-A5A9-FCEA06E6E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148" y="158624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i="1" dirty="0">
                <a:solidFill>
                  <a:srgbClr val="CC0000"/>
                </a:solidFill>
              </a:rPr>
              <a:t>Why</a:t>
            </a:r>
            <a:r>
              <a:rPr lang="en-US" sz="3200" dirty="0">
                <a:solidFill>
                  <a:srgbClr val="CC0000"/>
                </a:solidFill>
              </a:rPr>
              <a:t> </a:t>
            </a:r>
            <a:r>
              <a:rPr lang="en-US" sz="3200" dirty="0"/>
              <a:t>a</a:t>
            </a:r>
            <a:r>
              <a:rPr lang="en-US" sz="3200" dirty="0">
                <a:solidFill>
                  <a:srgbClr val="CC0000"/>
                </a:solidFill>
              </a:rPr>
              <a:t> </a:t>
            </a:r>
            <a:r>
              <a:rPr lang="en-US" sz="3200" i="1" dirty="0">
                <a:solidFill>
                  <a:srgbClr val="CC0000"/>
                </a:solidFill>
              </a:rPr>
              <a:t>logically centralized </a:t>
            </a:r>
            <a:r>
              <a:rPr lang="en-US" sz="3200" dirty="0">
                <a:solidFill>
                  <a:srgbClr val="000000"/>
                </a:solidFill>
              </a:rPr>
              <a:t>control plane?</a:t>
            </a:r>
          </a:p>
          <a:p>
            <a:pPr marL="635000" indent="-400050"/>
            <a:r>
              <a:rPr lang="en-US" dirty="0"/>
              <a:t>easier network management: avoid router misconfigurations, greater flexibility of traffic flows</a:t>
            </a:r>
          </a:p>
          <a:p>
            <a:pPr marL="635000" indent="-400050"/>
            <a:r>
              <a:rPr lang="en-US" dirty="0"/>
              <a:t>table-based forwarding (recall OpenFlow API) allows “programming” routers</a:t>
            </a:r>
          </a:p>
          <a:p>
            <a:pPr marL="1035050" lvl="1" indent="-176213"/>
            <a:r>
              <a:rPr lang="en-US" dirty="0"/>
              <a:t>centralized “programming” easier: compute tables centrally and distribute</a:t>
            </a:r>
          </a:p>
          <a:p>
            <a:pPr marL="1035050" lvl="1" indent="-176213"/>
            <a:r>
              <a:rPr lang="en-US" dirty="0"/>
              <a:t>distributed “programming” more difficult: compute tables as result of distributed algorithm (protocol) implemented in each-and-every router </a:t>
            </a:r>
          </a:p>
          <a:p>
            <a:pPr marL="635000" indent="-400050"/>
            <a:r>
              <a:rPr lang="en-US" dirty="0"/>
              <a:t>open (non-proprietary) implementation of control plane</a:t>
            </a:r>
          </a:p>
          <a:p>
            <a:pPr marL="977900" lvl="1" indent="-400050"/>
            <a:r>
              <a:rPr lang="en-US" dirty="0"/>
              <a:t>foster innovation: let 1000 flowers bloom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4139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Software defined networking (SDN)</a:t>
            </a:r>
          </a:p>
        </p:txBody>
      </p:sp>
    </p:spTree>
    <p:extLst>
      <p:ext uri="{BB962C8B-B14F-4D97-AF65-F5344CB8AC3E}">
        <p14:creationId xmlns:p14="http://schemas.microsoft.com/office/powerpoint/2010/main" val="31551690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4139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SDN analogy: mainframe to PC revolution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4B582C-4A3D-524E-902F-B0945D4A7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315" y="5097880"/>
            <a:ext cx="3276600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 algn="ctr" defTabSz="91440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prstClr val="black"/>
                </a:solidFill>
                <a:latin typeface="+mn-lt"/>
              </a:rPr>
              <a:t>Vertically integrated</a:t>
            </a:r>
          </a:p>
          <a:p>
            <a:pPr algn="ctr" defTabSz="91440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prstClr val="black"/>
                </a:solidFill>
                <a:latin typeface="+mn-lt"/>
              </a:rPr>
              <a:t>Closed, proprietary</a:t>
            </a:r>
          </a:p>
          <a:p>
            <a:pPr algn="ctr" defTabSz="91440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prstClr val="black"/>
                </a:solidFill>
                <a:latin typeface="+mn-lt"/>
              </a:rPr>
              <a:t>Slow innovation</a:t>
            </a:r>
          </a:p>
          <a:p>
            <a:pPr algn="ctr" defTabSz="91440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prstClr val="black"/>
                </a:solidFill>
                <a:latin typeface="+mn-lt"/>
              </a:rPr>
              <a:t>Small industry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F68A64-2A5C-2844-A9AB-07E8C144C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9" t="1500" r="3650" b="5499"/>
          <a:stretch>
            <a:fillRect/>
          </a:stretch>
        </p:blipFill>
        <p:spPr bwMode="auto">
          <a:xfrm>
            <a:off x="1971094" y="1538451"/>
            <a:ext cx="2496173" cy="3517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B31AF-E216-AA46-8DBE-CCADBF4769BC}"/>
              </a:ext>
            </a:extLst>
          </p:cNvPr>
          <p:cNvSpPr/>
          <p:nvPr/>
        </p:nvSpPr>
        <p:spPr>
          <a:xfrm>
            <a:off x="2212931" y="2734793"/>
            <a:ext cx="1905000" cy="96520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Specialized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Operating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System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B32807C-C0B7-B24D-93E7-7F0C57227BBA}"/>
              </a:ext>
            </a:extLst>
          </p:cNvPr>
          <p:cNvSpPr/>
          <p:nvPr/>
        </p:nvSpPr>
        <p:spPr>
          <a:xfrm>
            <a:off x="2212931" y="3776193"/>
            <a:ext cx="1905000" cy="83820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Specialized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Hardware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C1C0D48-1D6C-5749-86FB-67FF039653D9}"/>
              </a:ext>
            </a:extLst>
          </p:cNvPr>
          <p:cNvSpPr/>
          <p:nvPr/>
        </p:nvSpPr>
        <p:spPr>
          <a:xfrm>
            <a:off x="2212931" y="1896593"/>
            <a:ext cx="1905000" cy="73660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Specialized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Applications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BE7CBDD-13E0-9349-9E5E-321561EDCACA}"/>
              </a:ext>
            </a:extLst>
          </p:cNvPr>
          <p:cNvSpPr txBox="1"/>
          <p:nvPr/>
        </p:nvSpPr>
        <p:spPr>
          <a:xfrm>
            <a:off x="152871" y="6550399"/>
            <a:ext cx="22544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 Slide  courtesy: N. McKeown</a:t>
            </a:r>
          </a:p>
        </p:txBody>
      </p:sp>
    </p:spTree>
    <p:extLst>
      <p:ext uri="{BB962C8B-B14F-4D97-AF65-F5344CB8AC3E}">
        <p14:creationId xmlns:p14="http://schemas.microsoft.com/office/powerpoint/2010/main" val="34595465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7A32-0C00-8D49-CFA9-62C178260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169844-DF0B-552A-F6DC-10725E85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4139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SDN analogy: mainframe to PC revolution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878BA8-66F0-12ED-D545-FC1A12B1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315" y="5097880"/>
            <a:ext cx="3276600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 algn="ctr" defTabSz="91440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prstClr val="black"/>
                </a:solidFill>
                <a:latin typeface="+mn-lt"/>
              </a:rPr>
              <a:t>Vertically integrated</a:t>
            </a:r>
          </a:p>
          <a:p>
            <a:pPr algn="ctr" defTabSz="91440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prstClr val="black"/>
                </a:solidFill>
                <a:latin typeface="+mn-lt"/>
              </a:rPr>
              <a:t>Closed, proprietary</a:t>
            </a:r>
          </a:p>
          <a:p>
            <a:pPr algn="ctr" defTabSz="91440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prstClr val="black"/>
                </a:solidFill>
                <a:latin typeface="+mn-lt"/>
              </a:rPr>
              <a:t>Slow innovation</a:t>
            </a:r>
          </a:p>
          <a:p>
            <a:pPr algn="ctr" defTabSz="91440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prstClr val="black"/>
                </a:solidFill>
                <a:latin typeface="+mn-lt"/>
              </a:rPr>
              <a:t>Small industry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79E3A6-BE6B-CEED-388D-DC5F0CE4E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9" t="1500" r="3650" b="5499"/>
          <a:stretch>
            <a:fillRect/>
          </a:stretch>
        </p:blipFill>
        <p:spPr bwMode="auto">
          <a:xfrm>
            <a:off x="1971094" y="1538451"/>
            <a:ext cx="2496173" cy="3517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64EBD7C-5A85-8001-119F-E06DEC214406}"/>
              </a:ext>
            </a:extLst>
          </p:cNvPr>
          <p:cNvSpPr/>
          <p:nvPr/>
        </p:nvSpPr>
        <p:spPr>
          <a:xfrm>
            <a:off x="2212931" y="2734793"/>
            <a:ext cx="1905000" cy="96520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Specialized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Operating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System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3A3DFDB-23D1-E776-9010-A873D2567606}"/>
              </a:ext>
            </a:extLst>
          </p:cNvPr>
          <p:cNvSpPr/>
          <p:nvPr/>
        </p:nvSpPr>
        <p:spPr>
          <a:xfrm>
            <a:off x="2212931" y="3776193"/>
            <a:ext cx="1905000" cy="83820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Specialized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Hardware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6D72C42-589F-C0BE-E7C5-FE697FFBB7C5}"/>
              </a:ext>
            </a:extLst>
          </p:cNvPr>
          <p:cNvSpPr/>
          <p:nvPr/>
        </p:nvSpPr>
        <p:spPr>
          <a:xfrm>
            <a:off x="2212931" y="1896593"/>
            <a:ext cx="1905000" cy="73660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Specialized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Applications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8FF14D-5749-BBA1-5855-06FC5DADC929}"/>
              </a:ext>
            </a:extLst>
          </p:cNvPr>
          <p:cNvSpPr txBox="1"/>
          <p:nvPr/>
        </p:nvSpPr>
        <p:spPr>
          <a:xfrm>
            <a:off x="152871" y="6550399"/>
            <a:ext cx="22544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 Slide  courtesy: N. McKeown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81883E5-6B4B-BD4B-8DCC-0A96CB70B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273457" y="1743791"/>
            <a:ext cx="5584520" cy="4779225"/>
            <a:chOff x="5273457" y="1743791"/>
            <a:chExt cx="5584520" cy="4779225"/>
          </a:xfrm>
        </p:grpSpPr>
        <p:pic>
          <p:nvPicPr>
            <p:cNvPr id="1026" name="Picture 2" descr="The Journey Inside℠: Curriculum for Microprocessor">
              <a:extLst>
                <a:ext uri="{FF2B5EF4-FFF2-40B4-BE49-F238E27FC236}">
                  <a16:creationId xmlns:a16="http://schemas.microsoft.com/office/drawing/2014/main" id="{5E5A498C-4C80-A80A-C839-A66EB3D6FA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0043" y="4454675"/>
              <a:ext cx="847596" cy="4757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" name="Group 47">
              <a:extLst>
                <a:ext uri="{FF2B5EF4-FFF2-40B4-BE49-F238E27FC236}">
                  <a16:creationId xmlns:a16="http://schemas.microsoft.com/office/drawing/2014/main" id="{7C38A694-10F4-F6F0-B246-86F4A206F6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44562" y="1743791"/>
              <a:ext cx="3048000" cy="417900"/>
              <a:chOff x="5334000" y="1371600"/>
              <a:chExt cx="3657600" cy="685800"/>
            </a:xfrm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62D1C7CB-F81D-931B-1518-D0A09CC17618}"/>
                  </a:ext>
                </a:extLst>
              </p:cNvPr>
              <p:cNvSpPr/>
              <p:nvPr/>
            </p:nvSpPr>
            <p:spPr bwMode="auto">
              <a:xfrm>
                <a:off x="8382000" y="1371600"/>
                <a:ext cx="609600" cy="685800"/>
              </a:xfrm>
              <a:prstGeom prst="roundRect">
                <a:avLst/>
              </a:prstGeom>
              <a:solidFill>
                <a:srgbClr val="FFCC66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r>
                  <a:rPr lang="en-US" sz="1600" b="1" dirty="0">
                    <a:solidFill>
                      <a:srgbClr val="FFCC66"/>
                    </a:solidFill>
                    <a:latin typeface="Calibri"/>
                  </a:rPr>
                  <a:t>App</a:t>
                </a:r>
              </a:p>
            </p:txBody>
          </p:sp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43664297-04DB-FBA2-05E5-E7A07BE19167}"/>
                  </a:ext>
                </a:extLst>
              </p:cNvPr>
              <p:cNvSpPr/>
              <p:nvPr/>
            </p:nvSpPr>
            <p:spPr bwMode="auto">
              <a:xfrm>
                <a:off x="8077200" y="1371600"/>
                <a:ext cx="609600" cy="685800"/>
              </a:xfrm>
              <a:prstGeom prst="roundRect">
                <a:avLst/>
              </a:prstGeom>
              <a:solidFill>
                <a:srgbClr val="FFCC66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r>
                  <a:rPr lang="en-US" sz="1600" b="1" dirty="0">
                    <a:solidFill>
                      <a:srgbClr val="FFCC66"/>
                    </a:solidFill>
                    <a:latin typeface="Calibri"/>
                  </a:rPr>
                  <a:t>App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FFD6176A-CEA0-F781-A6C4-FDB178FB46D6}"/>
                  </a:ext>
                </a:extLst>
              </p:cNvPr>
              <p:cNvSpPr/>
              <p:nvPr/>
            </p:nvSpPr>
            <p:spPr bwMode="auto">
              <a:xfrm>
                <a:off x="7772400" y="1371600"/>
                <a:ext cx="609600" cy="685800"/>
              </a:xfrm>
              <a:prstGeom prst="roundRect">
                <a:avLst/>
              </a:prstGeom>
              <a:solidFill>
                <a:srgbClr val="FFCC66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r>
                  <a:rPr lang="en-US" sz="1600" b="1" dirty="0">
                    <a:solidFill>
                      <a:srgbClr val="FFCC66"/>
                    </a:solidFill>
                    <a:latin typeface="Calibri"/>
                  </a:rPr>
                  <a:t>App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E1F61D13-8503-8973-901E-C005FA266C40}"/>
                  </a:ext>
                </a:extLst>
              </p:cNvPr>
              <p:cNvSpPr/>
              <p:nvPr/>
            </p:nvSpPr>
            <p:spPr bwMode="auto">
              <a:xfrm>
                <a:off x="7467600" y="1371600"/>
                <a:ext cx="609600" cy="685800"/>
              </a:xfrm>
              <a:prstGeom prst="roundRect">
                <a:avLst/>
              </a:prstGeom>
              <a:solidFill>
                <a:srgbClr val="FFCC66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r>
                  <a:rPr lang="en-US" sz="1600" b="1" dirty="0">
                    <a:solidFill>
                      <a:srgbClr val="FFCC66"/>
                    </a:solidFill>
                    <a:latin typeface="Calibri"/>
                  </a:rPr>
                  <a:t>App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63E796FB-5DB7-0110-B0CE-7C131F9E63C5}"/>
                  </a:ext>
                </a:extLst>
              </p:cNvPr>
              <p:cNvSpPr/>
              <p:nvPr/>
            </p:nvSpPr>
            <p:spPr bwMode="auto">
              <a:xfrm>
                <a:off x="7162800" y="1371600"/>
                <a:ext cx="609600" cy="685800"/>
              </a:xfrm>
              <a:prstGeom prst="roundRect">
                <a:avLst/>
              </a:prstGeom>
              <a:solidFill>
                <a:srgbClr val="FFCC66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r>
                  <a:rPr lang="en-US" sz="1600" b="1" dirty="0">
                    <a:solidFill>
                      <a:srgbClr val="FFCC66"/>
                    </a:solidFill>
                    <a:latin typeface="Calibri"/>
                  </a:rPr>
                  <a:t>App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77012DC4-45C2-033A-9870-48CBC97210DA}"/>
                  </a:ext>
                </a:extLst>
              </p:cNvPr>
              <p:cNvSpPr/>
              <p:nvPr/>
            </p:nvSpPr>
            <p:spPr bwMode="auto">
              <a:xfrm>
                <a:off x="6858000" y="1371600"/>
                <a:ext cx="609600" cy="685800"/>
              </a:xfrm>
              <a:prstGeom prst="roundRect">
                <a:avLst/>
              </a:prstGeom>
              <a:solidFill>
                <a:srgbClr val="FFCC66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r>
                  <a:rPr lang="en-US" sz="1600" b="1" dirty="0">
                    <a:solidFill>
                      <a:srgbClr val="FFCC66"/>
                    </a:solidFill>
                    <a:latin typeface="Calibri"/>
                  </a:rPr>
                  <a:t>App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40A75A46-B231-E4D7-E0D8-8D14E3127D09}"/>
                  </a:ext>
                </a:extLst>
              </p:cNvPr>
              <p:cNvSpPr/>
              <p:nvPr/>
            </p:nvSpPr>
            <p:spPr bwMode="auto">
              <a:xfrm>
                <a:off x="6553200" y="1371600"/>
                <a:ext cx="609600" cy="685800"/>
              </a:xfrm>
              <a:prstGeom prst="roundRect">
                <a:avLst/>
              </a:prstGeom>
              <a:solidFill>
                <a:srgbClr val="FFCC66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r>
                  <a:rPr lang="en-US" sz="1600" b="1" dirty="0">
                    <a:solidFill>
                      <a:srgbClr val="FFCC66"/>
                    </a:solidFill>
                    <a:latin typeface="Calibri"/>
                  </a:rPr>
                  <a:t>App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1ACB9A28-8018-EFEE-C4C3-6F5C2AA67590}"/>
                  </a:ext>
                </a:extLst>
              </p:cNvPr>
              <p:cNvSpPr/>
              <p:nvPr/>
            </p:nvSpPr>
            <p:spPr bwMode="auto">
              <a:xfrm>
                <a:off x="6248400" y="1371600"/>
                <a:ext cx="609600" cy="685800"/>
              </a:xfrm>
              <a:prstGeom prst="roundRect">
                <a:avLst/>
              </a:prstGeom>
              <a:solidFill>
                <a:srgbClr val="FFCC66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r>
                  <a:rPr lang="en-US" sz="1600" b="1" dirty="0">
                    <a:solidFill>
                      <a:srgbClr val="FFCC66"/>
                    </a:solidFill>
                    <a:latin typeface="Calibri"/>
                  </a:rPr>
                  <a:t>App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73BF294E-EC14-4E19-C05C-276517AC6419}"/>
                  </a:ext>
                </a:extLst>
              </p:cNvPr>
              <p:cNvSpPr/>
              <p:nvPr/>
            </p:nvSpPr>
            <p:spPr bwMode="auto">
              <a:xfrm>
                <a:off x="5943600" y="1371600"/>
                <a:ext cx="609600" cy="685800"/>
              </a:xfrm>
              <a:prstGeom prst="roundRect">
                <a:avLst/>
              </a:prstGeom>
              <a:solidFill>
                <a:srgbClr val="FFCC66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r>
                  <a:rPr lang="en-US" sz="1600" b="1" dirty="0">
                    <a:solidFill>
                      <a:srgbClr val="FFCC66"/>
                    </a:solidFill>
                    <a:latin typeface="Calibri"/>
                  </a:rPr>
                  <a:t>App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ADAB1467-526C-E769-3FBC-134F45A3726F}"/>
                  </a:ext>
                </a:extLst>
              </p:cNvPr>
              <p:cNvSpPr/>
              <p:nvPr/>
            </p:nvSpPr>
            <p:spPr bwMode="auto">
              <a:xfrm>
                <a:off x="5638800" y="1371600"/>
                <a:ext cx="609600" cy="685800"/>
              </a:xfrm>
              <a:prstGeom prst="roundRect">
                <a:avLst/>
              </a:prstGeom>
              <a:solidFill>
                <a:srgbClr val="FFCC66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r>
                  <a:rPr lang="en-US" sz="1600" b="1" dirty="0">
                    <a:solidFill>
                      <a:srgbClr val="FFCC66"/>
                    </a:solidFill>
                    <a:latin typeface="Calibri"/>
                  </a:rPr>
                  <a:t>App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5A9215FC-18C7-EAB7-3BD7-702B844328CD}"/>
                  </a:ext>
                </a:extLst>
              </p:cNvPr>
              <p:cNvSpPr/>
              <p:nvPr/>
            </p:nvSpPr>
            <p:spPr bwMode="auto">
              <a:xfrm>
                <a:off x="5334000" y="1371600"/>
                <a:ext cx="914400" cy="685800"/>
              </a:xfrm>
              <a:prstGeom prst="roundRect">
                <a:avLst/>
              </a:prstGeom>
              <a:solidFill>
                <a:srgbClr val="FFCC66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r>
                  <a:rPr lang="en-US" sz="1400" b="1" dirty="0">
                    <a:solidFill>
                      <a:prstClr val="black"/>
                    </a:solidFill>
                    <a:latin typeface="Calibri"/>
                  </a:rPr>
                  <a:t>App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4EB0E21-BAC6-F825-DBC7-0D43FCB048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5766" y="5101088"/>
              <a:ext cx="4172211" cy="1421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ctr" defTabSz="914400" eaLnBrk="1" fontAlgn="base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0" dirty="0">
                  <a:solidFill>
                    <a:prstClr val="black"/>
                  </a:solidFill>
                  <a:latin typeface="+mn-lt"/>
                </a:rPr>
                <a:t>Horizontal</a:t>
              </a:r>
            </a:p>
            <a:p>
              <a:pPr algn="ctr" defTabSz="914400" eaLnBrk="1" fontAlgn="base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0" dirty="0">
                  <a:solidFill>
                    <a:prstClr val="black"/>
                  </a:solidFill>
                  <a:latin typeface="+mn-lt"/>
                </a:rPr>
                <a:t>Open interfaces</a:t>
              </a:r>
            </a:p>
            <a:p>
              <a:pPr algn="ctr" defTabSz="914400" eaLnBrk="1" fontAlgn="base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0" dirty="0">
                  <a:solidFill>
                    <a:prstClr val="black"/>
                  </a:solidFill>
                  <a:latin typeface="+mn-lt"/>
                </a:rPr>
                <a:t>Rapid innovation</a:t>
              </a:r>
            </a:p>
            <a:p>
              <a:pPr algn="ctr" defTabSz="914400" eaLnBrk="1" fontAlgn="base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0" dirty="0">
                  <a:solidFill>
                    <a:prstClr val="black"/>
                  </a:solidFill>
                  <a:latin typeface="+mn-lt"/>
                </a:rPr>
                <a:t>Huge industry</a:t>
              </a:r>
            </a:p>
          </p:txBody>
        </p:sp>
        <p:grpSp>
          <p:nvGrpSpPr>
            <p:cNvPr id="26" name="Group 56">
              <a:extLst>
                <a:ext uri="{FF2B5EF4-FFF2-40B4-BE49-F238E27FC236}">
                  <a16:creationId xmlns:a16="http://schemas.microsoft.com/office/drawing/2014/main" id="{19726FEC-0C30-0D43-7FD9-4A9B68D0B9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13486" y="3922880"/>
              <a:ext cx="2532996" cy="1044813"/>
              <a:chOff x="5308190" y="3212068"/>
              <a:chExt cx="3212311" cy="1359931"/>
            </a:xfrm>
          </p:grpSpPr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3D1A7056-93CE-B947-EBD4-85FFFC52B5E7}"/>
                  </a:ext>
                </a:extLst>
              </p:cNvPr>
              <p:cNvSpPr/>
              <p:nvPr/>
            </p:nvSpPr>
            <p:spPr bwMode="auto">
              <a:xfrm>
                <a:off x="6096000" y="3874196"/>
                <a:ext cx="2424501" cy="697803"/>
              </a:xfrm>
              <a:prstGeom prst="roundRect">
                <a:avLst/>
              </a:prstGeom>
              <a:solidFill>
                <a:srgbClr val="00009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b="1" dirty="0">
                    <a:solidFill>
                      <a:prstClr val="white"/>
                    </a:solidFill>
                    <a:latin typeface="Arial" charset="0"/>
                    <a:ea typeface="ＭＳ Ｐゴシック" charset="-128"/>
                    <a:cs typeface="ＭＳ Ｐゴシック" charset="-128"/>
                  </a:rPr>
                  <a:t>Microprocessor</a:t>
                </a:r>
              </a:p>
            </p:txBody>
          </p:sp>
          <p:grpSp>
            <p:nvGrpSpPr>
              <p:cNvPr id="29" name="Group 51">
                <a:extLst>
                  <a:ext uri="{FF2B5EF4-FFF2-40B4-BE49-F238E27FC236}">
                    <a16:creationId xmlns:a16="http://schemas.microsoft.com/office/drawing/2014/main" id="{9EAADD5A-DCA5-68B7-D51B-2A255062FD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08190" y="3212068"/>
                <a:ext cx="3121640" cy="440663"/>
                <a:chOff x="5384390" y="3200400"/>
                <a:chExt cx="3121640" cy="440663"/>
              </a:xfrm>
            </p:grpSpPr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2AF0EDC6-3E03-A6B0-1A0B-691CDA53D3D5}"/>
                    </a:ext>
                  </a:extLst>
                </p:cNvPr>
                <p:cNvCxnSpPr/>
                <p:nvPr/>
              </p:nvCxnSpPr>
              <p:spPr>
                <a:xfrm>
                  <a:off x="5384390" y="3424423"/>
                  <a:ext cx="3121640" cy="450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TextBox 23">
                  <a:extLst>
                    <a:ext uri="{FF2B5EF4-FFF2-40B4-BE49-F238E27FC236}">
                      <a16:creationId xmlns:a16="http://schemas.microsoft.com/office/drawing/2014/main" id="{56186835-2E8E-A7B4-1700-4D191AF03B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61913" y="3200400"/>
                  <a:ext cx="2465881" cy="44066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Helvetica" charset="0"/>
                      <a:ea typeface="ＭＳ Ｐゴシック" charset="0"/>
                      <a:cs typeface="ＭＳ Ｐゴシック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Helvetica" charset="0"/>
                      <a:ea typeface="ＭＳ Ｐゴシック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Helvetica" charset="0"/>
                      <a:ea typeface="ＭＳ Ｐゴシック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Helvetica" charset="0"/>
                      <a:ea typeface="ＭＳ Ｐゴシック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Helvetica" charset="0"/>
                      <a:ea typeface="ＭＳ Ｐゴシック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Helvetica" charset="0"/>
                      <a:ea typeface="ＭＳ Ｐゴシック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Helvetica" charset="0"/>
                      <a:ea typeface="ＭＳ Ｐゴシック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Helvetica" charset="0"/>
                      <a:ea typeface="ＭＳ Ｐゴシック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Helvetica" charset="0"/>
                      <a:ea typeface="ＭＳ Ｐゴシック" charset="0"/>
                    </a:defRPr>
                  </a:lvl9pPr>
                </a:lstStyle>
                <a:p>
                  <a:pPr algn="ctr" defTabSz="914400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600" dirty="0">
                      <a:solidFill>
                        <a:prstClr val="black"/>
                      </a:solidFill>
                      <a:latin typeface="Arial" charset="0"/>
                    </a:rPr>
                    <a:t>Open Interface</a:t>
                  </a:r>
                </a:p>
              </p:txBody>
            </p:sp>
          </p:grp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5429318-B425-91F1-74B0-58EAC8EB40E7}"/>
                </a:ext>
              </a:extLst>
            </p:cNvPr>
            <p:cNvGrpSpPr/>
            <p:nvPr/>
          </p:nvGrpSpPr>
          <p:grpSpPr>
            <a:xfrm>
              <a:off x="7027102" y="2344247"/>
              <a:ext cx="3575135" cy="1597091"/>
              <a:chOff x="6751530" y="2043623"/>
              <a:chExt cx="3575135" cy="1597091"/>
            </a:xfrm>
          </p:grpSpPr>
          <p:sp>
            <p:nvSpPr>
              <p:cNvPr id="36" name="TextBox 23">
                <a:extLst>
                  <a:ext uri="{FF2B5EF4-FFF2-40B4-BE49-F238E27FC236}">
                    <a16:creationId xmlns:a16="http://schemas.microsoft.com/office/drawing/2014/main" id="{DD785EB7-42BE-DA02-0267-73654248A1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64926" y="2718201"/>
                <a:ext cx="41229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  <a:cs typeface="ＭＳ Ｐゴシック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algn="ctr"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b="0" i="1" dirty="0">
                    <a:solidFill>
                      <a:prstClr val="black"/>
                    </a:solidFill>
                    <a:latin typeface="+mn-lt"/>
                  </a:rPr>
                  <a:t>or</a:t>
                </a:r>
              </a:p>
            </p:txBody>
          </p:sp>
          <p:sp>
            <p:nvSpPr>
              <p:cNvPr id="37" name="TextBox 24">
                <a:extLst>
                  <a:ext uri="{FF2B5EF4-FFF2-40B4-BE49-F238E27FC236}">
                    <a16:creationId xmlns:a16="http://schemas.microsoft.com/office/drawing/2014/main" id="{7732868D-1933-718C-E97C-2E328119A0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07926" y="2706533"/>
                <a:ext cx="41229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  <a:cs typeface="ＭＳ Ｐゴシック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algn="ctr"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dirty="0">
                    <a:solidFill>
                      <a:prstClr val="black"/>
                    </a:solidFill>
                    <a:latin typeface="+mn-lt"/>
                  </a:rPr>
                  <a:t>or</a:t>
                </a:r>
              </a:p>
            </p:txBody>
          </p:sp>
          <p:grpSp>
            <p:nvGrpSpPr>
              <p:cNvPr id="38" name="Group 52">
                <a:extLst>
                  <a:ext uri="{FF2B5EF4-FFF2-40B4-BE49-F238E27FC236}">
                    <a16:creationId xmlns:a16="http://schemas.microsoft.com/office/drawing/2014/main" id="{2E71F27B-3F68-16D2-926F-829D3F01CF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16411" y="2043623"/>
                <a:ext cx="2590800" cy="338554"/>
                <a:chOff x="5806858" y="3260868"/>
                <a:chExt cx="2590800" cy="338554"/>
              </a:xfrm>
            </p:grpSpPr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19DD9785-DC27-C20E-A647-9FF73D7585E0}"/>
                    </a:ext>
                  </a:extLst>
                </p:cNvPr>
                <p:cNvCxnSpPr/>
                <p:nvPr/>
              </p:nvCxnSpPr>
              <p:spPr>
                <a:xfrm>
                  <a:off x="5806858" y="3427413"/>
                  <a:ext cx="2590800" cy="158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TextBox 23">
                  <a:extLst>
                    <a:ext uri="{FF2B5EF4-FFF2-40B4-BE49-F238E27FC236}">
                      <a16:creationId xmlns:a16="http://schemas.microsoft.com/office/drawing/2014/main" id="{0822E165-810C-79C0-AAE7-E7C0D287D5D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87547" y="3260868"/>
                  <a:ext cx="1621357" cy="33855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Helvetica" charset="0"/>
                      <a:ea typeface="ＭＳ Ｐゴシック" charset="0"/>
                      <a:cs typeface="ＭＳ Ｐゴシック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Helvetica" charset="0"/>
                      <a:ea typeface="ＭＳ Ｐゴシック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Helvetica" charset="0"/>
                      <a:ea typeface="ＭＳ Ｐゴシック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Helvetica" charset="0"/>
                      <a:ea typeface="ＭＳ Ｐゴシック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Helvetica" charset="0"/>
                      <a:ea typeface="ＭＳ Ｐゴシック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Helvetica" charset="0"/>
                      <a:ea typeface="ＭＳ Ｐゴシック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Helvetica" charset="0"/>
                      <a:ea typeface="ＭＳ Ｐゴシック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Helvetica" charset="0"/>
                      <a:ea typeface="ＭＳ Ｐゴシック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Helvetica" charset="0"/>
                      <a:ea typeface="ＭＳ Ｐゴシック" charset="0"/>
                    </a:defRPr>
                  </a:lvl9pPr>
                </a:lstStyle>
                <a:p>
                  <a:pPr algn="ctr" defTabSz="914400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600" dirty="0">
                      <a:solidFill>
                        <a:prstClr val="black"/>
                      </a:solidFill>
                      <a:latin typeface="Arial" charset="0"/>
                    </a:rPr>
                    <a:t>Open Interface</a:t>
                  </a:r>
                </a:p>
              </p:txBody>
            </p: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F2F09AA6-A114-4EDF-9082-8F48BFF6608D}"/>
                  </a:ext>
                </a:extLst>
              </p:cNvPr>
              <p:cNvGrpSpPr/>
              <p:nvPr/>
            </p:nvGrpSpPr>
            <p:grpSpPr>
              <a:xfrm>
                <a:off x="6751530" y="2505206"/>
                <a:ext cx="1060162" cy="1108367"/>
                <a:chOff x="6914368" y="2467628"/>
                <a:chExt cx="1060162" cy="1108367"/>
              </a:xfrm>
            </p:grpSpPr>
            <p:pic>
              <p:nvPicPr>
                <p:cNvPr id="44" name="Picture 43">
                  <a:extLst>
                    <a:ext uri="{FF2B5EF4-FFF2-40B4-BE49-F238E27FC236}">
                      <a16:creationId xmlns:a16="http://schemas.microsoft.com/office/drawing/2014/main" id="{3B9D8E8B-992B-792B-BC13-7C7200EB7C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930000" y="2467628"/>
                  <a:ext cx="1026811" cy="788444"/>
                </a:xfrm>
                <a:prstGeom prst="rect">
                  <a:avLst/>
                </a:prstGeom>
              </p:spPr>
            </p:pic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406820F-52DB-FCF5-5CEC-CA46D5B9EE78}"/>
                    </a:ext>
                  </a:extLst>
                </p:cNvPr>
                <p:cNvSpPr txBox="1"/>
                <p:nvPr/>
              </p:nvSpPr>
              <p:spPr>
                <a:xfrm>
                  <a:off x="6914368" y="3206663"/>
                  <a:ext cx="10601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Windows</a:t>
                  </a: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46661FF9-C236-EBD4-180C-857B691CFE6A}"/>
                  </a:ext>
                </a:extLst>
              </p:cNvPr>
              <p:cNvGrpSpPr/>
              <p:nvPr/>
            </p:nvGrpSpPr>
            <p:grpSpPr>
              <a:xfrm>
                <a:off x="8166970" y="2450566"/>
                <a:ext cx="763916" cy="1190148"/>
                <a:chOff x="5173249" y="6258478"/>
                <a:chExt cx="763916" cy="1190148"/>
              </a:xfrm>
            </p:grpSpPr>
            <p:pic>
              <p:nvPicPr>
                <p:cNvPr id="46" name="Picture 45" descr="A picture containing table, toy, yellow&#10;&#10;Description automatically generated">
                  <a:extLst>
                    <a:ext uri="{FF2B5EF4-FFF2-40B4-BE49-F238E27FC236}">
                      <a16:creationId xmlns:a16="http://schemas.microsoft.com/office/drawing/2014/main" id="{0552BBF2-026C-6416-7518-015DE80B73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73249" y="6258478"/>
                  <a:ext cx="763916" cy="900148"/>
                </a:xfrm>
                <a:prstGeom prst="rect">
                  <a:avLst/>
                </a:prstGeom>
              </p:spPr>
            </p:pic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97CF57A-02FB-10BD-D916-C0E503EEB559}"/>
                    </a:ext>
                  </a:extLst>
                </p:cNvPr>
                <p:cNvSpPr txBox="1"/>
                <p:nvPr/>
              </p:nvSpPr>
              <p:spPr>
                <a:xfrm>
                  <a:off x="5187864" y="7079294"/>
                  <a:ext cx="67839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Linux</a:t>
                  </a:r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35D77EF1-86C0-7EF9-BAB1-611514366E3A}"/>
                  </a:ext>
                </a:extLst>
              </p:cNvPr>
              <p:cNvGrpSpPr/>
              <p:nvPr/>
            </p:nvGrpSpPr>
            <p:grpSpPr>
              <a:xfrm>
                <a:off x="9331890" y="2343411"/>
                <a:ext cx="994775" cy="1274338"/>
                <a:chOff x="6125227" y="6163850"/>
                <a:chExt cx="994775" cy="1274338"/>
              </a:xfrm>
            </p:grpSpPr>
            <p:pic>
              <p:nvPicPr>
                <p:cNvPr id="1028" name="Picture 4" descr="How to reset the Mac Os 9 password">
                  <a:extLst>
                    <a:ext uri="{FF2B5EF4-FFF2-40B4-BE49-F238E27FC236}">
                      <a16:creationId xmlns:a16="http://schemas.microsoft.com/office/drawing/2014/main" id="{7B520346-F852-D04B-1BAD-574B56E0049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125227" y="6163850"/>
                  <a:ext cx="994775" cy="99477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89BAD2F-BCFB-F286-79D3-3868F0841FEB}"/>
                    </a:ext>
                  </a:extLst>
                </p:cNvPr>
                <p:cNvSpPr txBox="1"/>
                <p:nvPr/>
              </p:nvSpPr>
              <p:spPr>
                <a:xfrm>
                  <a:off x="6129404" y="7068856"/>
                  <a:ext cx="94763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MAC OS</a:t>
                  </a:r>
                </a:p>
              </p:txBody>
            </p:sp>
          </p:grpSp>
        </p:grpSp>
        <p:sp>
          <p:nvSpPr>
            <p:cNvPr id="54" name="Right Arrow 53">
              <a:extLst>
                <a:ext uri="{FF2B5EF4-FFF2-40B4-BE49-F238E27FC236}">
                  <a16:creationId xmlns:a16="http://schemas.microsoft.com/office/drawing/2014/main" id="{62E05E78-DCA7-E3E5-63FB-129CEA478ED2}"/>
                </a:ext>
              </a:extLst>
            </p:cNvPr>
            <p:cNvSpPr/>
            <p:nvPr/>
          </p:nvSpPr>
          <p:spPr>
            <a:xfrm>
              <a:off x="5273457" y="5336087"/>
              <a:ext cx="1178825" cy="764088"/>
            </a:xfrm>
            <a:prstGeom prst="rightArrow">
              <a:avLst/>
            </a:prstGeom>
            <a:gradFill>
              <a:gsLst>
                <a:gs pos="0">
                  <a:schemeClr val="bg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ight Arrow 56">
              <a:extLst>
                <a:ext uri="{FF2B5EF4-FFF2-40B4-BE49-F238E27FC236}">
                  <a16:creationId xmlns:a16="http://schemas.microsoft.com/office/drawing/2014/main" id="{D6A4F883-BE4C-ACEC-E776-BE882570D94B}"/>
                </a:ext>
              </a:extLst>
            </p:cNvPr>
            <p:cNvSpPr/>
            <p:nvPr/>
          </p:nvSpPr>
          <p:spPr>
            <a:xfrm>
              <a:off x="5275544" y="2845494"/>
              <a:ext cx="1178825" cy="764088"/>
            </a:xfrm>
            <a:prstGeom prst="rightArrow">
              <a:avLst/>
            </a:prstGeom>
            <a:gradFill>
              <a:gsLst>
                <a:gs pos="0">
                  <a:schemeClr val="bg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608963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4139"/>
            <a:ext cx="10710797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Traffic engineering: difficult with traditional routing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8C4E43C-52C5-9843-9797-566EB715CE33}"/>
              </a:ext>
            </a:extLst>
          </p:cNvPr>
          <p:cNvSpPr txBox="1"/>
          <p:nvPr/>
        </p:nvSpPr>
        <p:spPr>
          <a:xfrm>
            <a:off x="1728591" y="3928028"/>
            <a:ext cx="972787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i="1" u="sng" dirty="0">
                <a:solidFill>
                  <a:srgbClr val="000090"/>
                </a:solidFill>
                <a:ea typeface="ＭＳ Ｐゴシック" charset="0"/>
              </a:rPr>
              <a:t>Q: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what if network operator wants u-to-z traffic to flow along </a:t>
            </a:r>
            <a:r>
              <a:rPr lang="en-US" sz="2800" i="1" dirty="0">
                <a:solidFill>
                  <a:srgbClr val="000000"/>
                </a:solidFill>
                <a:ea typeface="ＭＳ Ｐゴシック" charset="0"/>
              </a:rPr>
              <a:t>uvw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z, rather than </a:t>
            </a:r>
            <a:r>
              <a:rPr lang="en-US" sz="2800" i="1" dirty="0">
                <a:solidFill>
                  <a:srgbClr val="000000"/>
                </a:solidFill>
                <a:ea typeface="ＭＳ Ｐゴシック" charset="0"/>
              </a:rPr>
              <a:t>uxyz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?</a:t>
            </a:r>
          </a:p>
          <a:p>
            <a:pPr eaLnBrk="0" fontAlgn="base" hangingPunct="0">
              <a:spcBef>
                <a:spcPts val="1200"/>
              </a:spcBef>
              <a:spcAft>
                <a:spcPct val="0"/>
              </a:spcAft>
            </a:pPr>
            <a:r>
              <a:rPr lang="en-US" sz="2800" i="1" u="sng" dirty="0">
                <a:solidFill>
                  <a:srgbClr val="000090"/>
                </a:solidFill>
                <a:ea typeface="ＭＳ Ｐゴシック" charset="0"/>
              </a:rPr>
              <a:t>A: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need to re-define link weights so traffic routing algorithm computes routes accordingly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(or need a new routing algorithm)!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C89243ED-7091-A745-8FC9-42D617C322A8}"/>
              </a:ext>
            </a:extLst>
          </p:cNvPr>
          <p:cNvSpPr txBox="1"/>
          <p:nvPr/>
        </p:nvSpPr>
        <p:spPr>
          <a:xfrm>
            <a:off x="2003306" y="5938073"/>
            <a:ext cx="827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i="1" dirty="0">
                <a:solidFill>
                  <a:srgbClr val="C00000"/>
                </a:solidFill>
                <a:ea typeface="ＭＳ Ｐゴシック" charset="0"/>
              </a:rPr>
              <a:t>link weights are only control “knobs”: not much control!</a:t>
            </a:r>
          </a:p>
        </p:txBody>
      </p:sp>
      <p:grpSp>
        <p:nvGrpSpPr>
          <p:cNvPr id="2" name="Group 1" descr="Example: operator wishes to use a path that does not have mimimum link weights.">
            <a:extLst>
              <a:ext uri="{FF2B5EF4-FFF2-40B4-BE49-F238E27FC236}">
                <a16:creationId xmlns:a16="http://schemas.microsoft.com/office/drawing/2014/main" id="{0CC961D4-1228-6B98-B707-25E4409FC594}"/>
              </a:ext>
            </a:extLst>
          </p:cNvPr>
          <p:cNvGrpSpPr/>
          <p:nvPr/>
        </p:nvGrpSpPr>
        <p:grpSpPr>
          <a:xfrm>
            <a:off x="2509218" y="1275410"/>
            <a:ext cx="6875191" cy="2404002"/>
            <a:chOff x="2509218" y="1275410"/>
            <a:chExt cx="6875191" cy="2404002"/>
          </a:xfrm>
        </p:grpSpPr>
        <p:grpSp>
          <p:nvGrpSpPr>
            <p:cNvPr id="301" name="Group 300">
              <a:extLst>
                <a:ext uri="{FF2B5EF4-FFF2-40B4-BE49-F238E27FC236}">
                  <a16:creationId xmlns:a16="http://schemas.microsoft.com/office/drawing/2014/main" id="{3845CA21-8920-5B4D-A87A-8A24D6375DB1}"/>
                </a:ext>
              </a:extLst>
            </p:cNvPr>
            <p:cNvGrpSpPr/>
            <p:nvPr/>
          </p:nvGrpSpPr>
          <p:grpSpPr>
            <a:xfrm>
              <a:off x="2509218" y="1275410"/>
              <a:ext cx="6875191" cy="2404002"/>
              <a:chOff x="943464" y="1363093"/>
              <a:chExt cx="6875191" cy="2404002"/>
            </a:xfrm>
          </p:grpSpPr>
          <p:grpSp>
            <p:nvGrpSpPr>
              <p:cNvPr id="302" name="Group 1612">
                <a:extLst>
                  <a:ext uri="{FF2B5EF4-FFF2-40B4-BE49-F238E27FC236}">
                    <a16:creationId xmlns:a16="http://schemas.microsoft.com/office/drawing/2014/main" id="{A636C80E-6B43-CC4F-850B-C168F1D97D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943464" y="2441244"/>
                <a:ext cx="855053" cy="655887"/>
                <a:chOff x="2839" y="3501"/>
                <a:chExt cx="755" cy="803"/>
              </a:xfrm>
            </p:grpSpPr>
            <p:pic>
              <p:nvPicPr>
                <p:cNvPr id="443" name="Picture 1613" descr="desktop_computer_stylized_medium">
                  <a:extLst>
                    <a:ext uri="{FF2B5EF4-FFF2-40B4-BE49-F238E27FC236}">
                      <a16:creationId xmlns:a16="http://schemas.microsoft.com/office/drawing/2014/main" id="{A5D348C8-04A6-B04C-9E76-895E111C35F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44" name="Freeform 1614">
                  <a:extLst>
                    <a:ext uri="{FF2B5EF4-FFF2-40B4-BE49-F238E27FC236}">
                      <a16:creationId xmlns:a16="http://schemas.microsoft.com/office/drawing/2014/main" id="{FF8802DC-B64F-B347-88B7-0434C6CD42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303" name="Freeform 3">
                <a:extLst>
                  <a:ext uri="{FF2B5EF4-FFF2-40B4-BE49-F238E27FC236}">
                    <a16:creationId xmlns:a16="http://schemas.microsoft.com/office/drawing/2014/main" id="{96D2D58C-AF60-0D4C-9B3D-2EDF188D66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9747" y="1363093"/>
                <a:ext cx="5142041" cy="2404002"/>
              </a:xfrm>
              <a:custGeom>
                <a:avLst/>
                <a:gdLst>
                  <a:gd name="T0" fmla="*/ 0 w 2250"/>
                  <a:gd name="T1" fmla="*/ 624 h 1409"/>
                  <a:gd name="T2" fmla="*/ 219 w 2250"/>
                  <a:gd name="T3" fmla="*/ 321 h 1409"/>
                  <a:gd name="T4" fmla="*/ 529 w 2250"/>
                  <a:gd name="T5" fmla="*/ 35 h 1409"/>
                  <a:gd name="T6" fmla="*/ 1551 w 2250"/>
                  <a:gd name="T7" fmla="*/ 111 h 1409"/>
                  <a:gd name="T8" fmla="*/ 1968 w 2250"/>
                  <a:gd name="T9" fmla="*/ 483 h 1409"/>
                  <a:gd name="T10" fmla="*/ 2199 w 2250"/>
                  <a:gd name="T11" fmla="*/ 906 h 1409"/>
                  <a:gd name="T12" fmla="*/ 1659 w 2250"/>
                  <a:gd name="T13" fmla="*/ 1314 h 1409"/>
                  <a:gd name="T14" fmla="*/ 993 w 2250"/>
                  <a:gd name="T15" fmla="*/ 1386 h 1409"/>
                  <a:gd name="T16" fmla="*/ 465 w 2250"/>
                  <a:gd name="T17" fmla="*/ 1356 h 1409"/>
                  <a:gd name="T18" fmla="*/ 102 w 2250"/>
                  <a:gd name="T19" fmla="*/ 1068 h 1409"/>
                  <a:gd name="T20" fmla="*/ 0 w 2250"/>
                  <a:gd name="T21" fmla="*/ 624 h 140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250"/>
                  <a:gd name="T34" fmla="*/ 0 h 1409"/>
                  <a:gd name="T35" fmla="*/ 2250 w 2250"/>
                  <a:gd name="T36" fmla="*/ 1409 h 140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250" h="1409">
                    <a:moveTo>
                      <a:pt x="0" y="624"/>
                    </a:moveTo>
                    <a:cubicBezTo>
                      <a:pt x="5" y="506"/>
                      <a:pt x="131" y="419"/>
                      <a:pt x="219" y="321"/>
                    </a:cubicBezTo>
                    <a:cubicBezTo>
                      <a:pt x="307" y="223"/>
                      <a:pt x="307" y="70"/>
                      <a:pt x="529" y="35"/>
                    </a:cubicBezTo>
                    <a:cubicBezTo>
                      <a:pt x="751" y="0"/>
                      <a:pt x="1311" y="36"/>
                      <a:pt x="1551" y="111"/>
                    </a:cubicBezTo>
                    <a:cubicBezTo>
                      <a:pt x="1791" y="186"/>
                      <a:pt x="1860" y="351"/>
                      <a:pt x="1968" y="483"/>
                    </a:cubicBezTo>
                    <a:cubicBezTo>
                      <a:pt x="2076" y="615"/>
                      <a:pt x="2250" y="767"/>
                      <a:pt x="2199" y="906"/>
                    </a:cubicBezTo>
                    <a:cubicBezTo>
                      <a:pt x="2148" y="1045"/>
                      <a:pt x="1860" y="1234"/>
                      <a:pt x="1659" y="1314"/>
                    </a:cubicBezTo>
                    <a:cubicBezTo>
                      <a:pt x="1458" y="1394"/>
                      <a:pt x="1192" y="1379"/>
                      <a:pt x="993" y="1386"/>
                    </a:cubicBezTo>
                    <a:cubicBezTo>
                      <a:pt x="794" y="1393"/>
                      <a:pt x="613" y="1409"/>
                      <a:pt x="465" y="1356"/>
                    </a:cubicBezTo>
                    <a:cubicBezTo>
                      <a:pt x="317" y="1303"/>
                      <a:pt x="180" y="1190"/>
                      <a:pt x="102" y="1068"/>
                    </a:cubicBezTo>
                    <a:cubicBezTo>
                      <a:pt x="24" y="946"/>
                      <a:pt x="21" y="716"/>
                      <a:pt x="0" y="624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4" name="Freeform 4">
                <a:extLst>
                  <a:ext uri="{FF2B5EF4-FFF2-40B4-BE49-F238E27FC236}">
                    <a16:creationId xmlns:a16="http://schemas.microsoft.com/office/drawing/2014/main" id="{F4D4A5BF-F69B-0B47-A13E-DD8B915F8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4105" y="2267385"/>
                <a:ext cx="781590" cy="317349"/>
              </a:xfrm>
              <a:custGeom>
                <a:avLst/>
                <a:gdLst>
                  <a:gd name="T0" fmla="*/ 0 w 342"/>
                  <a:gd name="T1" fmla="*/ 186 h 186"/>
                  <a:gd name="T2" fmla="*/ 342 w 342"/>
                  <a:gd name="T3" fmla="*/ 0 h 186"/>
                  <a:gd name="T4" fmla="*/ 0 60000 65536"/>
                  <a:gd name="T5" fmla="*/ 0 60000 65536"/>
                  <a:gd name="T6" fmla="*/ 0 w 342"/>
                  <a:gd name="T7" fmla="*/ 0 h 186"/>
                  <a:gd name="T8" fmla="*/ 342 w 342"/>
                  <a:gd name="T9" fmla="*/ 186 h 18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42" h="186">
                    <a:moveTo>
                      <a:pt x="0" y="186"/>
                    </a:moveTo>
                    <a:lnTo>
                      <a:pt x="342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5" name="Freeform 35">
                <a:extLst>
                  <a:ext uri="{FF2B5EF4-FFF2-40B4-BE49-F238E27FC236}">
                    <a16:creationId xmlns:a16="http://schemas.microsoft.com/office/drawing/2014/main" id="{ED9B70DF-192D-F94B-B428-B3533FBD3E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4292" y="2313451"/>
                <a:ext cx="2285" cy="890624"/>
              </a:xfrm>
              <a:custGeom>
                <a:avLst/>
                <a:gdLst>
                  <a:gd name="T0" fmla="*/ 0 w 1"/>
                  <a:gd name="T1" fmla="*/ 0 h 522"/>
                  <a:gd name="T2" fmla="*/ 0 w 1"/>
                  <a:gd name="T3" fmla="*/ 522 h 522"/>
                  <a:gd name="T4" fmla="*/ 0 60000 65536"/>
                  <a:gd name="T5" fmla="*/ 0 60000 65536"/>
                  <a:gd name="T6" fmla="*/ 0 w 1"/>
                  <a:gd name="T7" fmla="*/ 0 h 522"/>
                  <a:gd name="T8" fmla="*/ 1 w 1"/>
                  <a:gd name="T9" fmla="*/ 522 h 52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522">
                    <a:moveTo>
                      <a:pt x="0" y="0"/>
                    </a:moveTo>
                    <a:lnTo>
                      <a:pt x="0" y="522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6" name="Freeform 36">
                <a:extLst>
                  <a:ext uri="{FF2B5EF4-FFF2-40B4-BE49-F238E27FC236}">
                    <a16:creationId xmlns:a16="http://schemas.microsoft.com/office/drawing/2014/main" id="{933B14BF-F112-864E-B82A-E52E1D1964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0544" y="2323688"/>
                <a:ext cx="2285" cy="916217"/>
              </a:xfrm>
              <a:custGeom>
                <a:avLst/>
                <a:gdLst>
                  <a:gd name="T0" fmla="*/ 0 w 1"/>
                  <a:gd name="T1" fmla="*/ 0 h 537"/>
                  <a:gd name="T2" fmla="*/ 0 w 1"/>
                  <a:gd name="T3" fmla="*/ 537 h 537"/>
                  <a:gd name="T4" fmla="*/ 0 60000 65536"/>
                  <a:gd name="T5" fmla="*/ 0 60000 65536"/>
                  <a:gd name="T6" fmla="*/ 0 w 1"/>
                  <a:gd name="T7" fmla="*/ 0 h 537"/>
                  <a:gd name="T8" fmla="*/ 1 w 1"/>
                  <a:gd name="T9" fmla="*/ 537 h 53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537">
                    <a:moveTo>
                      <a:pt x="0" y="0"/>
                    </a:moveTo>
                    <a:lnTo>
                      <a:pt x="0" y="537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7" name="Freeform 37">
                <a:extLst>
                  <a:ext uri="{FF2B5EF4-FFF2-40B4-BE49-F238E27FC236}">
                    <a16:creationId xmlns:a16="http://schemas.microsoft.com/office/drawing/2014/main" id="{2E1EAAD1-D876-7B42-9CDB-B861F6327F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6497" y="2298095"/>
                <a:ext cx="1462948" cy="1050313"/>
              </a:xfrm>
              <a:custGeom>
                <a:avLst/>
                <a:gdLst>
                  <a:gd name="T0" fmla="*/ 0 w 378"/>
                  <a:gd name="T1" fmla="*/ 142610238 h 174"/>
                  <a:gd name="T2" fmla="*/ 8951 w 378"/>
                  <a:gd name="T3" fmla="*/ 0 h 174"/>
                  <a:gd name="T4" fmla="*/ 0 60000 65536"/>
                  <a:gd name="T5" fmla="*/ 0 60000 65536"/>
                  <a:gd name="T6" fmla="*/ 0 w 378"/>
                  <a:gd name="T7" fmla="*/ 0 h 174"/>
                  <a:gd name="T8" fmla="*/ 378 w 378"/>
                  <a:gd name="T9" fmla="*/ 174 h 17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78" h="174">
                    <a:moveTo>
                      <a:pt x="0" y="174"/>
                    </a:moveTo>
                    <a:lnTo>
                      <a:pt x="378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8" name="Freeform 38">
                <a:extLst>
                  <a:ext uri="{FF2B5EF4-FFF2-40B4-BE49-F238E27FC236}">
                    <a16:creationId xmlns:a16="http://schemas.microsoft.com/office/drawing/2014/main" id="{21DBE486-9CD8-C742-8B08-B1D3A3002B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2247" y="2891845"/>
                <a:ext cx="1161856" cy="455711"/>
              </a:xfrm>
              <a:custGeom>
                <a:avLst/>
                <a:gdLst>
                  <a:gd name="T0" fmla="*/ 0 w 366"/>
                  <a:gd name="T1" fmla="*/ 270 h 270"/>
                  <a:gd name="T2" fmla="*/ 366 w 366"/>
                  <a:gd name="T3" fmla="*/ 0 h 270"/>
                  <a:gd name="T4" fmla="*/ 0 60000 65536"/>
                  <a:gd name="T5" fmla="*/ 0 60000 65536"/>
                  <a:gd name="T6" fmla="*/ 0 w 366"/>
                  <a:gd name="T7" fmla="*/ 0 h 270"/>
                  <a:gd name="T8" fmla="*/ 366 w 366"/>
                  <a:gd name="T9" fmla="*/ 270 h 27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6" h="270">
                    <a:moveTo>
                      <a:pt x="0" y="270"/>
                    </a:moveTo>
                    <a:lnTo>
                      <a:pt x="366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9" name="Freeform 39">
                <a:extLst>
                  <a:ext uri="{FF2B5EF4-FFF2-40B4-BE49-F238E27FC236}">
                    <a16:creationId xmlns:a16="http://schemas.microsoft.com/office/drawing/2014/main" id="{597C0B72-56A7-CD46-B760-103D3071473B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022465" y="3327268"/>
                <a:ext cx="908330" cy="45719"/>
              </a:xfrm>
              <a:custGeom>
                <a:avLst/>
                <a:gdLst>
                  <a:gd name="T0" fmla="*/ 366 w 366"/>
                  <a:gd name="T1" fmla="*/ 0 h 1"/>
                  <a:gd name="T2" fmla="*/ 0 w 366"/>
                  <a:gd name="T3" fmla="*/ 0 h 1"/>
                  <a:gd name="T4" fmla="*/ 0 60000 65536"/>
                  <a:gd name="T5" fmla="*/ 0 60000 65536"/>
                  <a:gd name="T6" fmla="*/ 0 w 366"/>
                  <a:gd name="T7" fmla="*/ 0 h 1"/>
                  <a:gd name="T8" fmla="*/ 366 w 366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6" h="1">
                    <a:moveTo>
                      <a:pt x="366" y="0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0" name="Freeform 40">
                <a:extLst>
                  <a:ext uri="{FF2B5EF4-FFF2-40B4-BE49-F238E27FC236}">
                    <a16:creationId xmlns:a16="http://schemas.microsoft.com/office/drawing/2014/main" id="{D8D34631-7C0A-0545-B8E7-D0B9D38422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0696" y="2820186"/>
                <a:ext cx="630757" cy="450430"/>
              </a:xfrm>
              <a:custGeom>
                <a:avLst/>
                <a:gdLst>
                  <a:gd name="T0" fmla="*/ 276 w 276"/>
                  <a:gd name="T1" fmla="*/ 264 h 264"/>
                  <a:gd name="T2" fmla="*/ 0 w 276"/>
                  <a:gd name="T3" fmla="*/ 0 h 264"/>
                  <a:gd name="T4" fmla="*/ 0 60000 65536"/>
                  <a:gd name="T5" fmla="*/ 0 60000 65536"/>
                  <a:gd name="T6" fmla="*/ 0 w 276"/>
                  <a:gd name="T7" fmla="*/ 0 h 264"/>
                  <a:gd name="T8" fmla="*/ 276 w 276"/>
                  <a:gd name="T9" fmla="*/ 264 h 26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76" h="264">
                    <a:moveTo>
                      <a:pt x="276" y="264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1" name="Freeform 41">
                <a:extLst>
                  <a:ext uri="{FF2B5EF4-FFF2-40B4-BE49-F238E27FC236}">
                    <a16:creationId xmlns:a16="http://schemas.microsoft.com/office/drawing/2014/main" id="{495956FE-5A6C-9B45-9B14-2BF0AF46F5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7627" y="2195725"/>
                <a:ext cx="836439" cy="1706"/>
              </a:xfrm>
              <a:custGeom>
                <a:avLst/>
                <a:gdLst>
                  <a:gd name="T0" fmla="*/ 366 w 366"/>
                  <a:gd name="T1" fmla="*/ 0 h 1"/>
                  <a:gd name="T2" fmla="*/ 0 w 366"/>
                  <a:gd name="T3" fmla="*/ 0 h 1"/>
                  <a:gd name="T4" fmla="*/ 0 60000 65536"/>
                  <a:gd name="T5" fmla="*/ 0 60000 65536"/>
                  <a:gd name="T6" fmla="*/ 0 w 366"/>
                  <a:gd name="T7" fmla="*/ 0 h 1"/>
                  <a:gd name="T8" fmla="*/ 366 w 366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6" h="1">
                    <a:moveTo>
                      <a:pt x="366" y="0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2" name="Freeform 42">
                <a:extLst>
                  <a:ext uri="{FF2B5EF4-FFF2-40B4-BE49-F238E27FC236}">
                    <a16:creationId xmlns:a16="http://schemas.microsoft.com/office/drawing/2014/main" id="{62622339-B69D-CE49-9D11-E82F0A5DA7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72253" y="2248471"/>
                <a:ext cx="922986" cy="397685"/>
              </a:xfrm>
              <a:custGeom>
                <a:avLst/>
                <a:gdLst>
                  <a:gd name="T0" fmla="*/ 396 w 396"/>
                  <a:gd name="T1" fmla="*/ 267 h 267"/>
                  <a:gd name="T2" fmla="*/ 0 w 396"/>
                  <a:gd name="T3" fmla="*/ 0 h 267"/>
                  <a:gd name="T4" fmla="*/ 0 60000 65536"/>
                  <a:gd name="T5" fmla="*/ 0 60000 65536"/>
                  <a:gd name="T6" fmla="*/ 0 w 396"/>
                  <a:gd name="T7" fmla="*/ 0 h 267"/>
                  <a:gd name="T8" fmla="*/ 396 w 396"/>
                  <a:gd name="T9" fmla="*/ 267 h 26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96" h="267">
                    <a:moveTo>
                      <a:pt x="396" y="267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3" name="Freeform 43">
                <a:extLst>
                  <a:ext uri="{FF2B5EF4-FFF2-40B4-BE49-F238E27FC236}">
                    <a16:creationId xmlns:a16="http://schemas.microsoft.com/office/drawing/2014/main" id="{F66823EE-AAD5-8849-A172-4FF26DE6A4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0431" y="1458657"/>
                <a:ext cx="2536740" cy="1100484"/>
              </a:xfrm>
              <a:custGeom>
                <a:avLst/>
                <a:gdLst>
                  <a:gd name="T0" fmla="*/ 1110 w 1110"/>
                  <a:gd name="T1" fmla="*/ 342 h 645"/>
                  <a:gd name="T2" fmla="*/ 0 w 1110"/>
                  <a:gd name="T3" fmla="*/ 645 h 645"/>
                  <a:gd name="T4" fmla="*/ 0 60000 65536"/>
                  <a:gd name="T5" fmla="*/ 0 60000 65536"/>
                  <a:gd name="T6" fmla="*/ 0 w 1110"/>
                  <a:gd name="T7" fmla="*/ 0 h 645"/>
                  <a:gd name="T8" fmla="*/ 1110 w 1110"/>
                  <a:gd name="T9" fmla="*/ 645 h 64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10" h="645">
                    <a:moveTo>
                      <a:pt x="1110" y="342"/>
                    </a:moveTo>
                    <a:cubicBezTo>
                      <a:pt x="1104" y="0"/>
                      <a:pt x="21" y="63"/>
                      <a:pt x="0" y="645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4" name="Text Box 62">
                <a:extLst>
                  <a:ext uri="{FF2B5EF4-FFF2-40B4-BE49-F238E27FC236}">
                    <a16:creationId xmlns:a16="http://schemas.microsoft.com/office/drawing/2014/main" id="{345BA5C6-6EAC-1E45-AF81-FBB8E07BB7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2678" y="2178663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2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5" name="Text Box 63">
                <a:extLst>
                  <a:ext uri="{FF2B5EF4-FFF2-40B4-BE49-F238E27FC236}">
                    <a16:creationId xmlns:a16="http://schemas.microsoft.com/office/drawing/2014/main" id="{BE470A2A-6E14-D143-A915-F628456D82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7981" y="2552316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2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6" name="Text Box 64">
                <a:extLst>
                  <a:ext uri="{FF2B5EF4-FFF2-40B4-BE49-F238E27FC236}">
                    <a16:creationId xmlns:a16="http://schemas.microsoft.com/office/drawing/2014/main" id="{42783024-D0DF-9843-9325-EBEBCD811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23853" y="2915732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7" name="Text Box 65">
                <a:extLst>
                  <a:ext uri="{FF2B5EF4-FFF2-40B4-BE49-F238E27FC236}">
                    <a16:creationId xmlns:a16="http://schemas.microsoft.com/office/drawing/2014/main" id="{B19A9366-0987-C24D-9D2D-02D5F48ADB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5556" y="2710990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3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8" name="Text Box 66">
                <a:extLst>
                  <a:ext uri="{FF2B5EF4-FFF2-40B4-BE49-F238E27FC236}">
                    <a16:creationId xmlns:a16="http://schemas.microsoft.com/office/drawing/2014/main" id="{206F34B0-F5DA-A34C-9EA5-F1239C6339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1579" y="3314977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9" name="Text Box 67">
                <a:extLst>
                  <a:ext uri="{FF2B5EF4-FFF2-40B4-BE49-F238E27FC236}">
                    <a16:creationId xmlns:a16="http://schemas.microsoft.com/office/drawing/2014/main" id="{55E4914B-D79C-2C4E-972E-82776A5CBF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74305" y="2583027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0" name="Text Box 68">
                <a:extLst>
                  <a:ext uri="{FF2B5EF4-FFF2-40B4-BE49-F238E27FC236}">
                    <a16:creationId xmlns:a16="http://schemas.microsoft.com/office/drawing/2014/main" id="{04A67F28-42C5-0645-80B3-F79AD69D0B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97032" y="3033458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2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1" name="Text Box 69">
                <a:extLst>
                  <a:ext uri="{FF2B5EF4-FFF2-40B4-BE49-F238E27FC236}">
                    <a16:creationId xmlns:a16="http://schemas.microsoft.com/office/drawing/2014/main" id="{D62D6598-B7A6-7543-B5AC-525AE902D5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5327" y="2117241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5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2" name="Text Box 70">
                <a:extLst>
                  <a:ext uri="{FF2B5EF4-FFF2-40B4-BE49-F238E27FC236}">
                    <a16:creationId xmlns:a16="http://schemas.microsoft.com/office/drawing/2014/main" id="{E1D6447A-1898-E44F-B48F-6280CB4222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55594" y="1861315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3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3" name="Text Box 71">
                <a:extLst>
                  <a:ext uri="{FF2B5EF4-FFF2-40B4-BE49-F238E27FC236}">
                    <a16:creationId xmlns:a16="http://schemas.microsoft.com/office/drawing/2014/main" id="{A49C6587-11BE-494E-A8D1-2C8ACC1A50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3435" y="1405766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5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324" name="Group 1507">
                <a:extLst>
                  <a:ext uri="{FF2B5EF4-FFF2-40B4-BE49-F238E27FC236}">
                    <a16:creationId xmlns:a16="http://schemas.microsoft.com/office/drawing/2014/main" id="{5EBC8E71-8EAC-B74A-95A4-003CC22999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391175" y="2426604"/>
                <a:ext cx="427480" cy="711995"/>
                <a:chOff x="4140" y="429"/>
                <a:chExt cx="1425" cy="2396"/>
              </a:xfrm>
            </p:grpSpPr>
            <p:sp>
              <p:nvSpPr>
                <p:cNvPr id="411" name="Freeform 1508">
                  <a:extLst>
                    <a:ext uri="{FF2B5EF4-FFF2-40B4-BE49-F238E27FC236}">
                      <a16:creationId xmlns:a16="http://schemas.microsoft.com/office/drawing/2014/main" id="{66D3A65B-6A9D-C84D-99F9-9807D7D0E1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6 w 354"/>
                    <a:gd name="T1" fmla="*/ 0 h 2742"/>
                    <a:gd name="T2" fmla="*/ 30 w 354"/>
                    <a:gd name="T3" fmla="*/ 46 h 2742"/>
                    <a:gd name="T4" fmla="*/ 30 w 354"/>
                    <a:gd name="T5" fmla="*/ 354 h 2742"/>
                    <a:gd name="T6" fmla="*/ 0 w 354"/>
                    <a:gd name="T7" fmla="*/ 371 h 2742"/>
                    <a:gd name="T8" fmla="*/ 6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2" name="Rectangle 1509">
                  <a:extLst>
                    <a:ext uri="{FF2B5EF4-FFF2-40B4-BE49-F238E27FC236}">
                      <a16:creationId xmlns:a16="http://schemas.microsoft.com/office/drawing/2014/main" id="{72CCF1A1-68A2-8B4D-AD9B-9C402AECDA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3" name="Freeform 1510">
                  <a:extLst>
                    <a:ext uri="{FF2B5EF4-FFF2-40B4-BE49-F238E27FC236}">
                      <a16:creationId xmlns:a16="http://schemas.microsoft.com/office/drawing/2014/main" id="{C8965F64-763B-FA4A-9557-6E9BC3C0BA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18 w 211"/>
                    <a:gd name="T3" fmla="*/ 30 h 2537"/>
                    <a:gd name="T4" fmla="*/ 2 w 211"/>
                    <a:gd name="T5" fmla="*/ 338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4" name="Freeform 1511">
                  <a:extLst>
                    <a:ext uri="{FF2B5EF4-FFF2-40B4-BE49-F238E27FC236}">
                      <a16:creationId xmlns:a16="http://schemas.microsoft.com/office/drawing/2014/main" id="{BB4B40A7-8B78-6A44-A214-97E44641B3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29 w 328"/>
                    <a:gd name="T3" fmla="*/ 18 h 226"/>
                    <a:gd name="T4" fmla="*/ 29 w 328"/>
                    <a:gd name="T5" fmla="*/ 32 h 226"/>
                    <a:gd name="T6" fmla="*/ 0 w 328"/>
                    <a:gd name="T7" fmla="*/ 13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5" name="Rectangle 1512">
                  <a:extLst>
                    <a:ext uri="{FF2B5EF4-FFF2-40B4-BE49-F238E27FC236}">
                      <a16:creationId xmlns:a16="http://schemas.microsoft.com/office/drawing/2014/main" id="{B0D7DE44-7345-624F-A93E-DBD69C098B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416" name="Group 1513">
                  <a:extLst>
                    <a:ext uri="{FF2B5EF4-FFF2-40B4-BE49-F238E27FC236}">
                      <a16:creationId xmlns:a16="http://schemas.microsoft.com/office/drawing/2014/main" id="{A11AC80E-EE19-894D-A04D-DAE9AB703F8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441" name="AutoShape 1514">
                    <a:extLst>
                      <a:ext uri="{FF2B5EF4-FFF2-40B4-BE49-F238E27FC236}">
                        <a16:creationId xmlns:a16="http://schemas.microsoft.com/office/drawing/2014/main" id="{3C69CFB3-204B-1148-8AB5-1A0F733B549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442" name="AutoShape 1515">
                    <a:extLst>
                      <a:ext uri="{FF2B5EF4-FFF2-40B4-BE49-F238E27FC236}">
                        <a16:creationId xmlns:a16="http://schemas.microsoft.com/office/drawing/2014/main" id="{9367CA35-AAAB-074E-A74E-59B2FA2FDEA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417" name="Rectangle 1516">
                  <a:extLst>
                    <a:ext uri="{FF2B5EF4-FFF2-40B4-BE49-F238E27FC236}">
                      <a16:creationId xmlns:a16="http://schemas.microsoft.com/office/drawing/2014/main" id="{CE3693F3-C31B-C54F-B87F-42953AF9FB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418" name="Group 1517">
                  <a:extLst>
                    <a:ext uri="{FF2B5EF4-FFF2-40B4-BE49-F238E27FC236}">
                      <a16:creationId xmlns:a16="http://schemas.microsoft.com/office/drawing/2014/main" id="{E3DCD8E8-4A32-E242-9C26-66A32B851E0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439" name="AutoShape 1518">
                    <a:extLst>
                      <a:ext uri="{FF2B5EF4-FFF2-40B4-BE49-F238E27FC236}">
                        <a16:creationId xmlns:a16="http://schemas.microsoft.com/office/drawing/2014/main" id="{2A9C08ED-9421-7A43-8090-57057A615F3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440" name="AutoShape 1519">
                    <a:extLst>
                      <a:ext uri="{FF2B5EF4-FFF2-40B4-BE49-F238E27FC236}">
                        <a16:creationId xmlns:a16="http://schemas.microsoft.com/office/drawing/2014/main" id="{74EE41DC-C37D-3945-91F1-869FE9EBD70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419" name="Rectangle 1520">
                  <a:extLst>
                    <a:ext uri="{FF2B5EF4-FFF2-40B4-BE49-F238E27FC236}">
                      <a16:creationId xmlns:a16="http://schemas.microsoft.com/office/drawing/2014/main" id="{D1A596BC-BD58-914C-B14A-A12660493B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0" name="Rectangle 1521">
                  <a:extLst>
                    <a:ext uri="{FF2B5EF4-FFF2-40B4-BE49-F238E27FC236}">
                      <a16:creationId xmlns:a16="http://schemas.microsoft.com/office/drawing/2014/main" id="{A3DF6281-78D2-9045-91BD-8A0B4EB7DA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421" name="Group 1522">
                  <a:extLst>
                    <a:ext uri="{FF2B5EF4-FFF2-40B4-BE49-F238E27FC236}">
                      <a16:creationId xmlns:a16="http://schemas.microsoft.com/office/drawing/2014/main" id="{4B5256C0-7FA2-BE4F-8AC5-EF516C5A483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437" name="AutoShape 1523">
                    <a:extLst>
                      <a:ext uri="{FF2B5EF4-FFF2-40B4-BE49-F238E27FC236}">
                        <a16:creationId xmlns:a16="http://schemas.microsoft.com/office/drawing/2014/main" id="{754D255D-5191-9344-A8E8-8FEA426036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79"/>
                    <a:ext cx="720" cy="13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438" name="AutoShape 1524">
                    <a:extLst>
                      <a:ext uri="{FF2B5EF4-FFF2-40B4-BE49-F238E27FC236}">
                        <a16:creationId xmlns:a16="http://schemas.microsoft.com/office/drawing/2014/main" id="{E14AD02B-285A-8E4E-9349-A7A65FE5809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422" name="Freeform 1525">
                  <a:extLst>
                    <a:ext uri="{FF2B5EF4-FFF2-40B4-BE49-F238E27FC236}">
                      <a16:creationId xmlns:a16="http://schemas.microsoft.com/office/drawing/2014/main" id="{6A7D0A21-FEB6-AA49-BF73-7B454ABCC3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29 w 328"/>
                    <a:gd name="T3" fmla="*/ 17 h 226"/>
                    <a:gd name="T4" fmla="*/ 29 w 328"/>
                    <a:gd name="T5" fmla="*/ 30 h 226"/>
                    <a:gd name="T6" fmla="*/ 0 w 328"/>
                    <a:gd name="T7" fmla="*/ 12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423" name="Group 1526">
                  <a:extLst>
                    <a:ext uri="{FF2B5EF4-FFF2-40B4-BE49-F238E27FC236}">
                      <a16:creationId xmlns:a16="http://schemas.microsoft.com/office/drawing/2014/main" id="{D90C757B-43DB-BA46-B197-E499997AD49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435" name="AutoShape 1527">
                    <a:extLst>
                      <a:ext uri="{FF2B5EF4-FFF2-40B4-BE49-F238E27FC236}">
                        <a16:creationId xmlns:a16="http://schemas.microsoft.com/office/drawing/2014/main" id="{8CA88821-0D55-EB40-A7C1-C3977CDA23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436" name="AutoShape 1528">
                    <a:extLst>
                      <a:ext uri="{FF2B5EF4-FFF2-40B4-BE49-F238E27FC236}">
                        <a16:creationId xmlns:a16="http://schemas.microsoft.com/office/drawing/2014/main" id="{DC4F78A8-7787-604B-A124-FCF43D75DF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424" name="Rectangle 1529">
                  <a:extLst>
                    <a:ext uri="{FF2B5EF4-FFF2-40B4-BE49-F238E27FC236}">
                      <a16:creationId xmlns:a16="http://schemas.microsoft.com/office/drawing/2014/main" id="{563CCF97-9884-9B45-B9F6-70D699E998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5" name="Freeform 1530">
                  <a:extLst>
                    <a:ext uri="{FF2B5EF4-FFF2-40B4-BE49-F238E27FC236}">
                      <a16:creationId xmlns:a16="http://schemas.microsoft.com/office/drawing/2014/main" id="{EBD39E8E-81C2-A844-BF20-C29C5E3AD4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26 w 296"/>
                    <a:gd name="T3" fmla="*/ 18 h 256"/>
                    <a:gd name="T4" fmla="*/ 26 w 296"/>
                    <a:gd name="T5" fmla="*/ 34 h 256"/>
                    <a:gd name="T6" fmla="*/ 0 w 296"/>
                    <a:gd name="T7" fmla="*/ 12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6" name="Freeform 1531">
                  <a:extLst>
                    <a:ext uri="{FF2B5EF4-FFF2-40B4-BE49-F238E27FC236}">
                      <a16:creationId xmlns:a16="http://schemas.microsoft.com/office/drawing/2014/main" id="{D429C771-C29B-4746-8D5D-C4A8633312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27 w 304"/>
                    <a:gd name="T3" fmla="*/ 23 h 288"/>
                    <a:gd name="T4" fmla="*/ 25 w 304"/>
                    <a:gd name="T5" fmla="*/ 40 h 288"/>
                    <a:gd name="T6" fmla="*/ 2 w 304"/>
                    <a:gd name="T7" fmla="*/ 17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7" name="Oval 1532">
                  <a:extLst>
                    <a:ext uri="{FF2B5EF4-FFF2-40B4-BE49-F238E27FC236}">
                      <a16:creationId xmlns:a16="http://schemas.microsoft.com/office/drawing/2014/main" id="{4C989AEC-8071-734A-8023-0434DC3EBB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8" name="Freeform 1533">
                  <a:extLst>
                    <a:ext uri="{FF2B5EF4-FFF2-40B4-BE49-F238E27FC236}">
                      <a16:creationId xmlns:a16="http://schemas.microsoft.com/office/drawing/2014/main" id="{50D6A2AD-EDD3-0244-A157-84E8500047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15 h 240"/>
                    <a:gd name="T2" fmla="*/ 2 w 306"/>
                    <a:gd name="T3" fmla="*/ 33 h 240"/>
                    <a:gd name="T4" fmla="*/ 27 w 306"/>
                    <a:gd name="T5" fmla="*/ 15 h 240"/>
                    <a:gd name="T6" fmla="*/ 26 w 306"/>
                    <a:gd name="T7" fmla="*/ 0 h 240"/>
                    <a:gd name="T8" fmla="*/ 0 w 306"/>
                    <a:gd name="T9" fmla="*/ 15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9" name="AutoShape 1534">
                  <a:extLst>
                    <a:ext uri="{FF2B5EF4-FFF2-40B4-BE49-F238E27FC236}">
                      <a16:creationId xmlns:a16="http://schemas.microsoft.com/office/drawing/2014/main" id="{228D946A-767B-854E-8F60-21EDE8F6AF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0" name="AutoShape 1535">
                  <a:extLst>
                    <a:ext uri="{FF2B5EF4-FFF2-40B4-BE49-F238E27FC236}">
                      <a16:creationId xmlns:a16="http://schemas.microsoft.com/office/drawing/2014/main" id="{C77A208E-E580-6C48-B30A-8D6AF0241F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1" name="Oval 1536">
                  <a:extLst>
                    <a:ext uri="{FF2B5EF4-FFF2-40B4-BE49-F238E27FC236}">
                      <a16:creationId xmlns:a16="http://schemas.microsoft.com/office/drawing/2014/main" id="{0584590D-C9DD-6B4F-8D43-3BD5D3BF0F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2" name="Oval 1537">
                  <a:extLst>
                    <a:ext uri="{FF2B5EF4-FFF2-40B4-BE49-F238E27FC236}">
                      <a16:creationId xmlns:a16="http://schemas.microsoft.com/office/drawing/2014/main" id="{E53705ED-8A28-2247-8F50-DFA2320E36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433" name="Oval 1538">
                  <a:extLst>
                    <a:ext uri="{FF2B5EF4-FFF2-40B4-BE49-F238E27FC236}">
                      <a16:creationId xmlns:a16="http://schemas.microsoft.com/office/drawing/2014/main" id="{5DE8C3E4-50ED-A045-BBEF-6BD22BDB1C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4" name="Rectangle 1539">
                  <a:extLst>
                    <a:ext uri="{FF2B5EF4-FFF2-40B4-BE49-F238E27FC236}">
                      <a16:creationId xmlns:a16="http://schemas.microsoft.com/office/drawing/2014/main" id="{34EEF575-BCCE-F34E-815A-FDD087C077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267F2A04-82C7-CA43-AAA2-0B750999EE14}"/>
                  </a:ext>
                </a:extLst>
              </p:cNvPr>
              <p:cNvCxnSpPr/>
              <p:nvPr/>
            </p:nvCxnSpPr>
            <p:spPr bwMode="auto">
              <a:xfrm>
                <a:off x="1682405" y="2744686"/>
                <a:ext cx="526774" cy="0"/>
              </a:xfrm>
              <a:prstGeom prst="line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B91A95F9-EF84-0047-B227-765A487976D6}"/>
                  </a:ext>
                </a:extLst>
              </p:cNvPr>
              <p:cNvCxnSpPr/>
              <p:nvPr/>
            </p:nvCxnSpPr>
            <p:spPr bwMode="auto">
              <a:xfrm>
                <a:off x="6895267" y="2779855"/>
                <a:ext cx="526774" cy="0"/>
              </a:xfrm>
              <a:prstGeom prst="line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EE10E36D-E4DE-FC41-B05D-5CD4A5DBFA21}"/>
                  </a:ext>
                </a:extLst>
              </p:cNvPr>
              <p:cNvGrpSpPr/>
              <p:nvPr/>
            </p:nvGrpSpPr>
            <p:grpSpPr>
              <a:xfrm>
                <a:off x="3414626" y="1982945"/>
                <a:ext cx="687402" cy="571677"/>
                <a:chOff x="1736090" y="2893762"/>
                <a:chExt cx="565150" cy="413310"/>
              </a:xfrm>
            </p:grpSpPr>
            <p:grpSp>
              <p:nvGrpSpPr>
                <p:cNvPr id="398" name="Group 327">
                  <a:extLst>
                    <a:ext uri="{FF2B5EF4-FFF2-40B4-BE49-F238E27FC236}">
                      <a16:creationId xmlns:a16="http://schemas.microsoft.com/office/drawing/2014/main" id="{43DE9D84-6507-9E44-8FFE-C43353FBFFE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402" name="Oval 401">
                    <a:extLst>
                      <a:ext uri="{FF2B5EF4-FFF2-40B4-BE49-F238E27FC236}">
                        <a16:creationId xmlns:a16="http://schemas.microsoft.com/office/drawing/2014/main" id="{BDBEE8E4-14FE-2342-B5F0-4B459123059B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3" name="Rectangle 402">
                    <a:extLst>
                      <a:ext uri="{FF2B5EF4-FFF2-40B4-BE49-F238E27FC236}">
                        <a16:creationId xmlns:a16="http://schemas.microsoft.com/office/drawing/2014/main" id="{35360FF6-9142-814C-BC6A-900E8714152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4" name="Oval 403">
                    <a:extLst>
                      <a:ext uri="{FF2B5EF4-FFF2-40B4-BE49-F238E27FC236}">
                        <a16:creationId xmlns:a16="http://schemas.microsoft.com/office/drawing/2014/main" id="{CD7B45FB-2D33-6849-8696-831389F7A797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5" name="Freeform 404">
                    <a:extLst>
                      <a:ext uri="{FF2B5EF4-FFF2-40B4-BE49-F238E27FC236}">
                        <a16:creationId xmlns:a16="http://schemas.microsoft.com/office/drawing/2014/main" id="{55DD05D2-A87A-9E4B-8F3E-A4613BC094A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6" name="Freeform 405">
                    <a:extLst>
                      <a:ext uri="{FF2B5EF4-FFF2-40B4-BE49-F238E27FC236}">
                        <a16:creationId xmlns:a16="http://schemas.microsoft.com/office/drawing/2014/main" id="{CEAF7229-E9D5-D042-B7AE-1BF525F56D4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7" name="Freeform 406">
                    <a:extLst>
                      <a:ext uri="{FF2B5EF4-FFF2-40B4-BE49-F238E27FC236}">
                        <a16:creationId xmlns:a16="http://schemas.microsoft.com/office/drawing/2014/main" id="{AB1AF264-1139-CE43-AFF8-E76758CE960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8" name="Freeform 407">
                    <a:extLst>
                      <a:ext uri="{FF2B5EF4-FFF2-40B4-BE49-F238E27FC236}">
                        <a16:creationId xmlns:a16="http://schemas.microsoft.com/office/drawing/2014/main" id="{57245D9A-2DA2-E246-9F87-68EA8D71DFA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09" name="Straight Connector 408">
                    <a:extLst>
                      <a:ext uri="{FF2B5EF4-FFF2-40B4-BE49-F238E27FC236}">
                        <a16:creationId xmlns:a16="http://schemas.microsoft.com/office/drawing/2014/main" id="{1E15FBCF-E2FF-FD4E-8803-68E979C60B5F}"/>
                      </a:ext>
                    </a:extLst>
                  </p:cNvPr>
                  <p:cNvCxnSpPr>
                    <a:endCxn id="404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410" name="Straight Connector 409">
                    <a:extLst>
                      <a:ext uri="{FF2B5EF4-FFF2-40B4-BE49-F238E27FC236}">
                        <a16:creationId xmlns:a16="http://schemas.microsoft.com/office/drawing/2014/main" id="{76BF3722-BBAD-924E-BD4C-E031ACC5D682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99" name="Group 398">
                  <a:extLst>
                    <a:ext uri="{FF2B5EF4-FFF2-40B4-BE49-F238E27FC236}">
                      <a16:creationId xmlns:a16="http://schemas.microsoft.com/office/drawing/2014/main" id="{493B1A9C-61C8-154E-89A5-A9513BFD54DE}"/>
                    </a:ext>
                  </a:extLst>
                </p:cNvPr>
                <p:cNvGrpSpPr/>
                <p:nvPr/>
              </p:nvGrpSpPr>
              <p:grpSpPr>
                <a:xfrm>
                  <a:off x="1844715" y="2907714"/>
                  <a:ext cx="356365" cy="399358"/>
                  <a:chOff x="741398" y="1743005"/>
                  <a:chExt cx="356365" cy="399358"/>
                </a:xfrm>
              </p:grpSpPr>
              <p:sp>
                <p:nvSpPr>
                  <p:cNvPr id="400" name="Oval 399">
                    <a:extLst>
                      <a:ext uri="{FF2B5EF4-FFF2-40B4-BE49-F238E27FC236}">
                        <a16:creationId xmlns:a16="http://schemas.microsoft.com/office/drawing/2014/main" id="{63725DC4-5667-494C-877B-306B214225C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41398" y="1850752"/>
                    <a:ext cx="356365" cy="16845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1" name="TextBox 400">
                    <a:extLst>
                      <a:ext uri="{FF2B5EF4-FFF2-40B4-BE49-F238E27FC236}">
                        <a16:creationId xmlns:a16="http://schemas.microsoft.com/office/drawing/2014/main" id="{610E4D3B-522B-8441-8253-4A007172715F}"/>
                      </a:ext>
                    </a:extLst>
                  </p:cNvPr>
                  <p:cNvSpPr txBox="1"/>
                  <p:nvPr/>
                </p:nvSpPr>
                <p:spPr>
                  <a:xfrm>
                    <a:off x="783895" y="1743005"/>
                    <a:ext cx="288887" cy="39935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v</a:t>
                    </a:r>
                  </a:p>
                </p:txBody>
              </p:sp>
            </p:grpSp>
          </p:grpSp>
          <p:grpSp>
            <p:nvGrpSpPr>
              <p:cNvPr id="328" name="Group 327">
                <a:extLst>
                  <a:ext uri="{FF2B5EF4-FFF2-40B4-BE49-F238E27FC236}">
                    <a16:creationId xmlns:a16="http://schemas.microsoft.com/office/drawing/2014/main" id="{DF814D63-F965-FA4E-9920-D211CDA69879}"/>
                  </a:ext>
                </a:extLst>
              </p:cNvPr>
              <p:cNvGrpSpPr/>
              <p:nvPr/>
            </p:nvGrpSpPr>
            <p:grpSpPr>
              <a:xfrm>
                <a:off x="4888811" y="1979830"/>
                <a:ext cx="687402" cy="480963"/>
                <a:chOff x="1736090" y="2893762"/>
                <a:chExt cx="565150" cy="347726"/>
              </a:xfrm>
            </p:grpSpPr>
            <p:grpSp>
              <p:nvGrpSpPr>
                <p:cNvPr id="385" name="Group 327">
                  <a:extLst>
                    <a:ext uri="{FF2B5EF4-FFF2-40B4-BE49-F238E27FC236}">
                      <a16:creationId xmlns:a16="http://schemas.microsoft.com/office/drawing/2014/main" id="{1319D0A2-3DA4-6D46-B723-C78612DBD57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89" name="Oval 388">
                    <a:extLst>
                      <a:ext uri="{FF2B5EF4-FFF2-40B4-BE49-F238E27FC236}">
                        <a16:creationId xmlns:a16="http://schemas.microsoft.com/office/drawing/2014/main" id="{406A0DA8-5D66-B54B-BF3C-74FEB059E5F1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0" name="Rectangle 389">
                    <a:extLst>
                      <a:ext uri="{FF2B5EF4-FFF2-40B4-BE49-F238E27FC236}">
                        <a16:creationId xmlns:a16="http://schemas.microsoft.com/office/drawing/2014/main" id="{16912ED9-B4B9-274B-8C8B-A301769701D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1" name="Oval 390">
                    <a:extLst>
                      <a:ext uri="{FF2B5EF4-FFF2-40B4-BE49-F238E27FC236}">
                        <a16:creationId xmlns:a16="http://schemas.microsoft.com/office/drawing/2014/main" id="{0FC9220C-ECBF-BC42-AA17-47066E49F672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2" name="Freeform 391">
                    <a:extLst>
                      <a:ext uri="{FF2B5EF4-FFF2-40B4-BE49-F238E27FC236}">
                        <a16:creationId xmlns:a16="http://schemas.microsoft.com/office/drawing/2014/main" id="{EFD001D2-54C5-0042-A5AA-702968D107C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3" name="Freeform 392">
                    <a:extLst>
                      <a:ext uri="{FF2B5EF4-FFF2-40B4-BE49-F238E27FC236}">
                        <a16:creationId xmlns:a16="http://schemas.microsoft.com/office/drawing/2014/main" id="{DF0C4D73-F5CE-1E43-B64E-A1555129729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4" name="Freeform 393">
                    <a:extLst>
                      <a:ext uri="{FF2B5EF4-FFF2-40B4-BE49-F238E27FC236}">
                        <a16:creationId xmlns:a16="http://schemas.microsoft.com/office/drawing/2014/main" id="{2FD88090-C275-6140-AAC7-18542BD977C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5" name="Freeform 394">
                    <a:extLst>
                      <a:ext uri="{FF2B5EF4-FFF2-40B4-BE49-F238E27FC236}">
                        <a16:creationId xmlns:a16="http://schemas.microsoft.com/office/drawing/2014/main" id="{F52A43F0-D631-014F-9B59-69076BD7A21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96" name="Straight Connector 395">
                    <a:extLst>
                      <a:ext uri="{FF2B5EF4-FFF2-40B4-BE49-F238E27FC236}">
                        <a16:creationId xmlns:a16="http://schemas.microsoft.com/office/drawing/2014/main" id="{7B9292D1-E5A5-F44E-8DC8-0DDB894A0004}"/>
                      </a:ext>
                    </a:extLst>
                  </p:cNvPr>
                  <p:cNvCxnSpPr>
                    <a:endCxn id="391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97" name="Straight Connector 396">
                    <a:extLst>
                      <a:ext uri="{FF2B5EF4-FFF2-40B4-BE49-F238E27FC236}">
                        <a16:creationId xmlns:a16="http://schemas.microsoft.com/office/drawing/2014/main" id="{82695498-3E06-C549-BDEB-3B3BC72D74A8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86" name="Group 385">
                  <a:extLst>
                    <a:ext uri="{FF2B5EF4-FFF2-40B4-BE49-F238E27FC236}">
                      <a16:creationId xmlns:a16="http://schemas.microsoft.com/office/drawing/2014/main" id="{58CC84C2-4686-2643-A790-875AD3D2EB15}"/>
                    </a:ext>
                  </a:extLst>
                </p:cNvPr>
                <p:cNvGrpSpPr/>
                <p:nvPr/>
              </p:nvGrpSpPr>
              <p:grpSpPr>
                <a:xfrm>
                  <a:off x="1844715" y="2907714"/>
                  <a:ext cx="378664" cy="333774"/>
                  <a:chOff x="741398" y="1743005"/>
                  <a:chExt cx="378664" cy="333774"/>
                </a:xfrm>
              </p:grpSpPr>
              <p:sp>
                <p:nvSpPr>
                  <p:cNvPr id="387" name="Oval 386">
                    <a:extLst>
                      <a:ext uri="{FF2B5EF4-FFF2-40B4-BE49-F238E27FC236}">
                        <a16:creationId xmlns:a16="http://schemas.microsoft.com/office/drawing/2014/main" id="{91E65A3C-37C4-FB49-A4C5-66DD49380A2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41398" y="1850752"/>
                    <a:ext cx="356365" cy="16845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8" name="TextBox 387">
                    <a:extLst>
                      <a:ext uri="{FF2B5EF4-FFF2-40B4-BE49-F238E27FC236}">
                        <a16:creationId xmlns:a16="http://schemas.microsoft.com/office/drawing/2014/main" id="{7D7D52A1-09FA-B245-A51E-503672F88792}"/>
                      </a:ext>
                    </a:extLst>
                  </p:cNvPr>
                  <p:cNvSpPr txBox="1"/>
                  <p:nvPr/>
                </p:nvSpPr>
                <p:spPr>
                  <a:xfrm>
                    <a:off x="767915" y="1743005"/>
                    <a:ext cx="352147" cy="33377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w</a:t>
                    </a:r>
                  </a:p>
                </p:txBody>
              </p:sp>
            </p:grpSp>
          </p:grpSp>
          <p:grpSp>
            <p:nvGrpSpPr>
              <p:cNvPr id="329" name="Group 328">
                <a:extLst>
                  <a:ext uri="{FF2B5EF4-FFF2-40B4-BE49-F238E27FC236}">
                    <a16:creationId xmlns:a16="http://schemas.microsoft.com/office/drawing/2014/main" id="{7F5B202E-84B1-8546-ABE7-0D873A53CB3A}"/>
                  </a:ext>
                </a:extLst>
              </p:cNvPr>
              <p:cNvGrpSpPr/>
              <p:nvPr/>
            </p:nvGrpSpPr>
            <p:grpSpPr>
              <a:xfrm>
                <a:off x="2206359" y="2517647"/>
                <a:ext cx="687402" cy="480963"/>
                <a:chOff x="1736090" y="2893762"/>
                <a:chExt cx="565150" cy="347726"/>
              </a:xfrm>
            </p:grpSpPr>
            <p:grpSp>
              <p:nvGrpSpPr>
                <p:cNvPr id="372" name="Group 327">
                  <a:extLst>
                    <a:ext uri="{FF2B5EF4-FFF2-40B4-BE49-F238E27FC236}">
                      <a16:creationId xmlns:a16="http://schemas.microsoft.com/office/drawing/2014/main" id="{74C66983-6367-A346-9811-03B6B660BD5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76" name="Oval 375">
                    <a:extLst>
                      <a:ext uri="{FF2B5EF4-FFF2-40B4-BE49-F238E27FC236}">
                        <a16:creationId xmlns:a16="http://schemas.microsoft.com/office/drawing/2014/main" id="{23D87A19-41D5-2F4B-A759-D658AB6DE7F5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7" name="Rectangle 376">
                    <a:extLst>
                      <a:ext uri="{FF2B5EF4-FFF2-40B4-BE49-F238E27FC236}">
                        <a16:creationId xmlns:a16="http://schemas.microsoft.com/office/drawing/2014/main" id="{BF010680-E14C-AB41-B12D-005B0B3FBA7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8" name="Oval 377">
                    <a:extLst>
                      <a:ext uri="{FF2B5EF4-FFF2-40B4-BE49-F238E27FC236}">
                        <a16:creationId xmlns:a16="http://schemas.microsoft.com/office/drawing/2014/main" id="{773506FA-CDA9-A14E-9C9B-2D5E7F909A9E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9" name="Freeform 378">
                    <a:extLst>
                      <a:ext uri="{FF2B5EF4-FFF2-40B4-BE49-F238E27FC236}">
                        <a16:creationId xmlns:a16="http://schemas.microsoft.com/office/drawing/2014/main" id="{39B04F67-6A6D-6245-B8C8-CF7114C9D7F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0" name="Freeform 379">
                    <a:extLst>
                      <a:ext uri="{FF2B5EF4-FFF2-40B4-BE49-F238E27FC236}">
                        <a16:creationId xmlns:a16="http://schemas.microsoft.com/office/drawing/2014/main" id="{C46B0DC1-1017-4146-A422-109C3BAD255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1" name="Freeform 380">
                    <a:extLst>
                      <a:ext uri="{FF2B5EF4-FFF2-40B4-BE49-F238E27FC236}">
                        <a16:creationId xmlns:a16="http://schemas.microsoft.com/office/drawing/2014/main" id="{CA725F35-AC0C-C543-A8A7-24E9625350C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2" name="Freeform 381">
                    <a:extLst>
                      <a:ext uri="{FF2B5EF4-FFF2-40B4-BE49-F238E27FC236}">
                        <a16:creationId xmlns:a16="http://schemas.microsoft.com/office/drawing/2014/main" id="{977CD25B-F33C-BA45-8069-AC4B9805757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83" name="Straight Connector 382">
                    <a:extLst>
                      <a:ext uri="{FF2B5EF4-FFF2-40B4-BE49-F238E27FC236}">
                        <a16:creationId xmlns:a16="http://schemas.microsoft.com/office/drawing/2014/main" id="{54C74B7C-6FCA-5B45-9A2B-DC09E5CDE689}"/>
                      </a:ext>
                    </a:extLst>
                  </p:cNvPr>
                  <p:cNvCxnSpPr>
                    <a:endCxn id="378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84" name="Straight Connector 383">
                    <a:extLst>
                      <a:ext uri="{FF2B5EF4-FFF2-40B4-BE49-F238E27FC236}">
                        <a16:creationId xmlns:a16="http://schemas.microsoft.com/office/drawing/2014/main" id="{F18B4945-5B3A-CC4D-AD10-A9969F3DC39C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73" name="Group 372">
                  <a:extLst>
                    <a:ext uri="{FF2B5EF4-FFF2-40B4-BE49-F238E27FC236}">
                      <a16:creationId xmlns:a16="http://schemas.microsoft.com/office/drawing/2014/main" id="{79ADB3AE-0BAC-E846-91C0-DA740CA9923D}"/>
                    </a:ext>
                  </a:extLst>
                </p:cNvPr>
                <p:cNvGrpSpPr/>
                <p:nvPr/>
              </p:nvGrpSpPr>
              <p:grpSpPr>
                <a:xfrm>
                  <a:off x="1844715" y="2907714"/>
                  <a:ext cx="356365" cy="333774"/>
                  <a:chOff x="741398" y="1743005"/>
                  <a:chExt cx="356365" cy="333774"/>
                </a:xfrm>
              </p:grpSpPr>
              <p:sp>
                <p:nvSpPr>
                  <p:cNvPr id="374" name="Oval 373">
                    <a:extLst>
                      <a:ext uri="{FF2B5EF4-FFF2-40B4-BE49-F238E27FC236}">
                        <a16:creationId xmlns:a16="http://schemas.microsoft.com/office/drawing/2014/main" id="{D1EDF0F4-E8FD-6841-A11F-DBF2430F102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41398" y="1850752"/>
                    <a:ext cx="356365" cy="16845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5" name="TextBox 374">
                    <a:extLst>
                      <a:ext uri="{FF2B5EF4-FFF2-40B4-BE49-F238E27FC236}">
                        <a16:creationId xmlns:a16="http://schemas.microsoft.com/office/drawing/2014/main" id="{1AFA689E-3A33-DF4B-A8F3-403F0D901A93}"/>
                      </a:ext>
                    </a:extLst>
                  </p:cNvPr>
                  <p:cNvSpPr txBox="1"/>
                  <p:nvPr/>
                </p:nvSpPr>
                <p:spPr>
                  <a:xfrm>
                    <a:off x="783895" y="1743005"/>
                    <a:ext cx="292553" cy="33377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u</a:t>
                    </a:r>
                  </a:p>
                </p:txBody>
              </p:sp>
            </p:grpSp>
          </p:grpSp>
          <p:grpSp>
            <p:nvGrpSpPr>
              <p:cNvPr id="330" name="Group 329">
                <a:extLst>
                  <a:ext uri="{FF2B5EF4-FFF2-40B4-BE49-F238E27FC236}">
                    <a16:creationId xmlns:a16="http://schemas.microsoft.com/office/drawing/2014/main" id="{C6EB4006-BDBE-0A46-98DE-BE7F5F85E41C}"/>
                  </a:ext>
                </a:extLst>
              </p:cNvPr>
              <p:cNvGrpSpPr/>
              <p:nvPr/>
            </p:nvGrpSpPr>
            <p:grpSpPr>
              <a:xfrm>
                <a:off x="6285253" y="2579331"/>
                <a:ext cx="687402" cy="480963"/>
                <a:chOff x="1736090" y="2893762"/>
                <a:chExt cx="565150" cy="347726"/>
              </a:xfrm>
            </p:grpSpPr>
            <p:grpSp>
              <p:nvGrpSpPr>
                <p:cNvPr id="359" name="Group 327">
                  <a:extLst>
                    <a:ext uri="{FF2B5EF4-FFF2-40B4-BE49-F238E27FC236}">
                      <a16:creationId xmlns:a16="http://schemas.microsoft.com/office/drawing/2014/main" id="{19323E07-6D65-4A4C-A34C-8931919B7A6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63" name="Oval 362">
                    <a:extLst>
                      <a:ext uri="{FF2B5EF4-FFF2-40B4-BE49-F238E27FC236}">
                        <a16:creationId xmlns:a16="http://schemas.microsoft.com/office/drawing/2014/main" id="{8A90C563-3889-7546-B079-B0069EBCDD8E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4" name="Rectangle 363">
                    <a:extLst>
                      <a:ext uri="{FF2B5EF4-FFF2-40B4-BE49-F238E27FC236}">
                        <a16:creationId xmlns:a16="http://schemas.microsoft.com/office/drawing/2014/main" id="{F906AAC0-18E3-3C42-9638-4B9554929AD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5" name="Oval 364">
                    <a:extLst>
                      <a:ext uri="{FF2B5EF4-FFF2-40B4-BE49-F238E27FC236}">
                        <a16:creationId xmlns:a16="http://schemas.microsoft.com/office/drawing/2014/main" id="{D7FE9FC4-31C2-7545-8E5A-A107662814D2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6" name="Freeform 365">
                    <a:extLst>
                      <a:ext uri="{FF2B5EF4-FFF2-40B4-BE49-F238E27FC236}">
                        <a16:creationId xmlns:a16="http://schemas.microsoft.com/office/drawing/2014/main" id="{115FE479-5C3C-474A-A53B-50B85C152AB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7" name="Freeform 366">
                    <a:extLst>
                      <a:ext uri="{FF2B5EF4-FFF2-40B4-BE49-F238E27FC236}">
                        <a16:creationId xmlns:a16="http://schemas.microsoft.com/office/drawing/2014/main" id="{AD2C9A8C-6369-A54C-9D6C-E64BF41BE07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8" name="Freeform 367">
                    <a:extLst>
                      <a:ext uri="{FF2B5EF4-FFF2-40B4-BE49-F238E27FC236}">
                        <a16:creationId xmlns:a16="http://schemas.microsoft.com/office/drawing/2014/main" id="{D3174F82-A842-4A4B-8B8E-F9394399D6C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9" name="Freeform 368">
                    <a:extLst>
                      <a:ext uri="{FF2B5EF4-FFF2-40B4-BE49-F238E27FC236}">
                        <a16:creationId xmlns:a16="http://schemas.microsoft.com/office/drawing/2014/main" id="{715ED35F-F03C-3844-AAF7-4A4022009E6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70" name="Straight Connector 369">
                    <a:extLst>
                      <a:ext uri="{FF2B5EF4-FFF2-40B4-BE49-F238E27FC236}">
                        <a16:creationId xmlns:a16="http://schemas.microsoft.com/office/drawing/2014/main" id="{E168B24C-7C31-704F-9C70-9283F9D101DE}"/>
                      </a:ext>
                    </a:extLst>
                  </p:cNvPr>
                  <p:cNvCxnSpPr>
                    <a:endCxn id="365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71" name="Straight Connector 370">
                    <a:extLst>
                      <a:ext uri="{FF2B5EF4-FFF2-40B4-BE49-F238E27FC236}">
                        <a16:creationId xmlns:a16="http://schemas.microsoft.com/office/drawing/2014/main" id="{A8773E23-D37D-7F4D-959F-FFCF3E4EAD35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60" name="Group 359">
                  <a:extLst>
                    <a:ext uri="{FF2B5EF4-FFF2-40B4-BE49-F238E27FC236}">
                      <a16:creationId xmlns:a16="http://schemas.microsoft.com/office/drawing/2014/main" id="{661612F3-E94B-0E4F-B158-1E1F5536E408}"/>
                    </a:ext>
                  </a:extLst>
                </p:cNvPr>
                <p:cNvGrpSpPr/>
                <p:nvPr/>
              </p:nvGrpSpPr>
              <p:grpSpPr>
                <a:xfrm>
                  <a:off x="1844715" y="2907714"/>
                  <a:ext cx="356365" cy="333774"/>
                  <a:chOff x="741398" y="1743005"/>
                  <a:chExt cx="356365" cy="333774"/>
                </a:xfrm>
              </p:grpSpPr>
              <p:sp>
                <p:nvSpPr>
                  <p:cNvPr id="361" name="Oval 360">
                    <a:extLst>
                      <a:ext uri="{FF2B5EF4-FFF2-40B4-BE49-F238E27FC236}">
                        <a16:creationId xmlns:a16="http://schemas.microsoft.com/office/drawing/2014/main" id="{C763175D-A9C3-EF48-81B5-5B18EF6185F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41398" y="1850752"/>
                    <a:ext cx="356365" cy="16845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2" name="TextBox 361">
                    <a:extLst>
                      <a:ext uri="{FF2B5EF4-FFF2-40B4-BE49-F238E27FC236}">
                        <a16:creationId xmlns:a16="http://schemas.microsoft.com/office/drawing/2014/main" id="{56CD500D-CEB7-684C-A583-1A90F979E021}"/>
                      </a:ext>
                    </a:extLst>
                  </p:cNvPr>
                  <p:cNvSpPr txBox="1"/>
                  <p:nvPr/>
                </p:nvSpPr>
                <p:spPr>
                  <a:xfrm>
                    <a:off x="783895" y="1743005"/>
                    <a:ext cx="278343" cy="33377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z</a:t>
                    </a:r>
                  </a:p>
                </p:txBody>
              </p:sp>
            </p:grpSp>
          </p:grpSp>
          <p:grpSp>
            <p:nvGrpSpPr>
              <p:cNvPr id="331" name="Group 330">
                <a:extLst>
                  <a:ext uri="{FF2B5EF4-FFF2-40B4-BE49-F238E27FC236}">
                    <a16:creationId xmlns:a16="http://schemas.microsoft.com/office/drawing/2014/main" id="{8CC7A315-C254-4746-8CBE-0E76B9C4970F}"/>
                  </a:ext>
                </a:extLst>
              </p:cNvPr>
              <p:cNvGrpSpPr/>
              <p:nvPr/>
            </p:nvGrpSpPr>
            <p:grpSpPr>
              <a:xfrm>
                <a:off x="4927962" y="3152913"/>
                <a:ext cx="687402" cy="480963"/>
                <a:chOff x="1736090" y="2893762"/>
                <a:chExt cx="565150" cy="347726"/>
              </a:xfrm>
            </p:grpSpPr>
            <p:grpSp>
              <p:nvGrpSpPr>
                <p:cNvPr id="346" name="Group 327">
                  <a:extLst>
                    <a:ext uri="{FF2B5EF4-FFF2-40B4-BE49-F238E27FC236}">
                      <a16:creationId xmlns:a16="http://schemas.microsoft.com/office/drawing/2014/main" id="{57B82EFC-992A-174F-B228-FA314BDF20E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50" name="Oval 349">
                    <a:extLst>
                      <a:ext uri="{FF2B5EF4-FFF2-40B4-BE49-F238E27FC236}">
                        <a16:creationId xmlns:a16="http://schemas.microsoft.com/office/drawing/2014/main" id="{5516324A-B35A-FF49-96A8-4C3ABFAA279D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1" name="Rectangle 350">
                    <a:extLst>
                      <a:ext uri="{FF2B5EF4-FFF2-40B4-BE49-F238E27FC236}">
                        <a16:creationId xmlns:a16="http://schemas.microsoft.com/office/drawing/2014/main" id="{218BB1BC-107B-9548-B7F8-1205053933E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2" name="Oval 351">
                    <a:extLst>
                      <a:ext uri="{FF2B5EF4-FFF2-40B4-BE49-F238E27FC236}">
                        <a16:creationId xmlns:a16="http://schemas.microsoft.com/office/drawing/2014/main" id="{E0CC4DE9-4E37-1945-B621-6990957A8C90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3" name="Freeform 352">
                    <a:extLst>
                      <a:ext uri="{FF2B5EF4-FFF2-40B4-BE49-F238E27FC236}">
                        <a16:creationId xmlns:a16="http://schemas.microsoft.com/office/drawing/2014/main" id="{A2CF0E3A-0B11-A242-94A3-D1972489953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4" name="Freeform 353">
                    <a:extLst>
                      <a:ext uri="{FF2B5EF4-FFF2-40B4-BE49-F238E27FC236}">
                        <a16:creationId xmlns:a16="http://schemas.microsoft.com/office/drawing/2014/main" id="{078DD177-3C9A-AC4A-994C-913F0A08C1F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5" name="Freeform 354">
                    <a:extLst>
                      <a:ext uri="{FF2B5EF4-FFF2-40B4-BE49-F238E27FC236}">
                        <a16:creationId xmlns:a16="http://schemas.microsoft.com/office/drawing/2014/main" id="{7D050A20-78F8-D446-BFB0-855E64D3DFB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6" name="Freeform 355">
                    <a:extLst>
                      <a:ext uri="{FF2B5EF4-FFF2-40B4-BE49-F238E27FC236}">
                        <a16:creationId xmlns:a16="http://schemas.microsoft.com/office/drawing/2014/main" id="{DFC753F6-0104-C144-A482-28D91E9FF18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57" name="Straight Connector 356">
                    <a:extLst>
                      <a:ext uri="{FF2B5EF4-FFF2-40B4-BE49-F238E27FC236}">
                        <a16:creationId xmlns:a16="http://schemas.microsoft.com/office/drawing/2014/main" id="{DF6B0AE2-B7AF-4349-A241-B96871C3DFBE}"/>
                      </a:ext>
                    </a:extLst>
                  </p:cNvPr>
                  <p:cNvCxnSpPr>
                    <a:endCxn id="352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58" name="Straight Connector 357">
                    <a:extLst>
                      <a:ext uri="{FF2B5EF4-FFF2-40B4-BE49-F238E27FC236}">
                        <a16:creationId xmlns:a16="http://schemas.microsoft.com/office/drawing/2014/main" id="{0C461AF1-3611-CA4A-8113-D6B33D79EFD8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47" name="Group 346">
                  <a:extLst>
                    <a:ext uri="{FF2B5EF4-FFF2-40B4-BE49-F238E27FC236}">
                      <a16:creationId xmlns:a16="http://schemas.microsoft.com/office/drawing/2014/main" id="{5DDD6435-5804-824F-9844-11EE108986C8}"/>
                    </a:ext>
                  </a:extLst>
                </p:cNvPr>
                <p:cNvGrpSpPr/>
                <p:nvPr/>
              </p:nvGrpSpPr>
              <p:grpSpPr>
                <a:xfrm>
                  <a:off x="1844715" y="2907714"/>
                  <a:ext cx="356365" cy="333774"/>
                  <a:chOff x="741398" y="1743005"/>
                  <a:chExt cx="356365" cy="333774"/>
                </a:xfrm>
              </p:grpSpPr>
              <p:sp>
                <p:nvSpPr>
                  <p:cNvPr id="348" name="Oval 347">
                    <a:extLst>
                      <a:ext uri="{FF2B5EF4-FFF2-40B4-BE49-F238E27FC236}">
                        <a16:creationId xmlns:a16="http://schemas.microsoft.com/office/drawing/2014/main" id="{3DD41EFD-A71B-A447-B957-8B7AEA9E049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41398" y="1850752"/>
                    <a:ext cx="356365" cy="16845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9" name="TextBox 348">
                    <a:extLst>
                      <a:ext uri="{FF2B5EF4-FFF2-40B4-BE49-F238E27FC236}">
                        <a16:creationId xmlns:a16="http://schemas.microsoft.com/office/drawing/2014/main" id="{0808DE23-7FF1-1B41-9706-BEF8D8DE36D2}"/>
                      </a:ext>
                    </a:extLst>
                  </p:cNvPr>
                  <p:cNvSpPr txBox="1"/>
                  <p:nvPr/>
                </p:nvSpPr>
                <p:spPr>
                  <a:xfrm>
                    <a:off x="783895" y="1743005"/>
                    <a:ext cx="278343" cy="33377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y</a:t>
                    </a:r>
                  </a:p>
                </p:txBody>
              </p:sp>
            </p:grpSp>
          </p:grpSp>
          <p:grpSp>
            <p:nvGrpSpPr>
              <p:cNvPr id="332" name="Group 331">
                <a:extLst>
                  <a:ext uri="{FF2B5EF4-FFF2-40B4-BE49-F238E27FC236}">
                    <a16:creationId xmlns:a16="http://schemas.microsoft.com/office/drawing/2014/main" id="{FC31B094-3896-AB43-9216-D41F5CF5B5CD}"/>
                  </a:ext>
                </a:extLst>
              </p:cNvPr>
              <p:cNvGrpSpPr/>
              <p:nvPr/>
            </p:nvGrpSpPr>
            <p:grpSpPr>
              <a:xfrm>
                <a:off x="3337414" y="3136841"/>
                <a:ext cx="687402" cy="480963"/>
                <a:chOff x="1736090" y="2893762"/>
                <a:chExt cx="565150" cy="347726"/>
              </a:xfrm>
            </p:grpSpPr>
            <p:grpSp>
              <p:nvGrpSpPr>
                <p:cNvPr id="333" name="Group 327">
                  <a:extLst>
                    <a:ext uri="{FF2B5EF4-FFF2-40B4-BE49-F238E27FC236}">
                      <a16:creationId xmlns:a16="http://schemas.microsoft.com/office/drawing/2014/main" id="{68165765-2BED-214D-88D7-9D28666BA0D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37" name="Oval 336">
                    <a:extLst>
                      <a:ext uri="{FF2B5EF4-FFF2-40B4-BE49-F238E27FC236}">
                        <a16:creationId xmlns:a16="http://schemas.microsoft.com/office/drawing/2014/main" id="{BEB24274-A728-564C-9B37-C2301DC5667F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8" name="Rectangle 337">
                    <a:extLst>
                      <a:ext uri="{FF2B5EF4-FFF2-40B4-BE49-F238E27FC236}">
                        <a16:creationId xmlns:a16="http://schemas.microsoft.com/office/drawing/2014/main" id="{C7018D81-D070-D343-8442-C9B813B94FC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9" name="Oval 338">
                    <a:extLst>
                      <a:ext uri="{FF2B5EF4-FFF2-40B4-BE49-F238E27FC236}">
                        <a16:creationId xmlns:a16="http://schemas.microsoft.com/office/drawing/2014/main" id="{7CC9DA44-AB58-A143-A7E4-5DCC05563B28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0" name="Freeform 339">
                    <a:extLst>
                      <a:ext uri="{FF2B5EF4-FFF2-40B4-BE49-F238E27FC236}">
                        <a16:creationId xmlns:a16="http://schemas.microsoft.com/office/drawing/2014/main" id="{A345A354-C439-1346-B8B1-9B77F484F73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1" name="Freeform 340">
                    <a:extLst>
                      <a:ext uri="{FF2B5EF4-FFF2-40B4-BE49-F238E27FC236}">
                        <a16:creationId xmlns:a16="http://schemas.microsoft.com/office/drawing/2014/main" id="{47254DC2-0CCD-1D43-9A9E-AF30B25F477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2" name="Freeform 341">
                    <a:extLst>
                      <a:ext uri="{FF2B5EF4-FFF2-40B4-BE49-F238E27FC236}">
                        <a16:creationId xmlns:a16="http://schemas.microsoft.com/office/drawing/2014/main" id="{D09BD497-0854-FF41-BB16-ACF44392BCA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3" name="Freeform 342">
                    <a:extLst>
                      <a:ext uri="{FF2B5EF4-FFF2-40B4-BE49-F238E27FC236}">
                        <a16:creationId xmlns:a16="http://schemas.microsoft.com/office/drawing/2014/main" id="{35285FEF-CAD9-224F-91A6-C0D14EBDC94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44" name="Straight Connector 343">
                    <a:extLst>
                      <a:ext uri="{FF2B5EF4-FFF2-40B4-BE49-F238E27FC236}">
                        <a16:creationId xmlns:a16="http://schemas.microsoft.com/office/drawing/2014/main" id="{CF9122C4-270A-B24E-A5AE-0EFA7376067D}"/>
                      </a:ext>
                    </a:extLst>
                  </p:cNvPr>
                  <p:cNvCxnSpPr>
                    <a:endCxn id="339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45" name="Straight Connector 344">
                    <a:extLst>
                      <a:ext uri="{FF2B5EF4-FFF2-40B4-BE49-F238E27FC236}">
                        <a16:creationId xmlns:a16="http://schemas.microsoft.com/office/drawing/2014/main" id="{3D3021B9-325F-1E4E-8CE0-091CA2DB4D0B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34" name="Group 333">
                  <a:extLst>
                    <a:ext uri="{FF2B5EF4-FFF2-40B4-BE49-F238E27FC236}">
                      <a16:creationId xmlns:a16="http://schemas.microsoft.com/office/drawing/2014/main" id="{ABF5A136-419C-8E48-B84C-19084D8846E1}"/>
                    </a:ext>
                  </a:extLst>
                </p:cNvPr>
                <p:cNvGrpSpPr/>
                <p:nvPr/>
              </p:nvGrpSpPr>
              <p:grpSpPr>
                <a:xfrm>
                  <a:off x="1844715" y="2907714"/>
                  <a:ext cx="356365" cy="333774"/>
                  <a:chOff x="741398" y="1743005"/>
                  <a:chExt cx="356365" cy="333774"/>
                </a:xfrm>
              </p:grpSpPr>
              <p:sp>
                <p:nvSpPr>
                  <p:cNvPr id="335" name="Oval 334">
                    <a:extLst>
                      <a:ext uri="{FF2B5EF4-FFF2-40B4-BE49-F238E27FC236}">
                        <a16:creationId xmlns:a16="http://schemas.microsoft.com/office/drawing/2014/main" id="{7D9024F5-F6D2-724B-8783-4785743461C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41398" y="1850752"/>
                    <a:ext cx="356365" cy="16845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6" name="TextBox 335">
                    <a:extLst>
                      <a:ext uri="{FF2B5EF4-FFF2-40B4-BE49-F238E27FC236}">
                        <a16:creationId xmlns:a16="http://schemas.microsoft.com/office/drawing/2014/main" id="{6953032B-5A97-DA45-B4BF-C48C5E119377}"/>
                      </a:ext>
                    </a:extLst>
                  </p:cNvPr>
                  <p:cNvSpPr txBox="1"/>
                  <p:nvPr/>
                </p:nvSpPr>
                <p:spPr>
                  <a:xfrm>
                    <a:off x="783895" y="1743005"/>
                    <a:ext cx="278343" cy="33377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x</a:t>
                    </a:r>
                  </a:p>
                </p:txBody>
              </p:sp>
            </p:grpSp>
          </p:grpSp>
        </p:grp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AD8B86B2-93D9-A745-9897-F855B37ADC0B}"/>
                </a:ext>
              </a:extLst>
            </p:cNvPr>
            <p:cNvSpPr/>
            <p:nvPr/>
          </p:nvSpPr>
          <p:spPr>
            <a:xfrm>
              <a:off x="3283003" y="2063149"/>
              <a:ext cx="5676290" cy="537233"/>
            </a:xfrm>
            <a:custGeom>
              <a:avLst/>
              <a:gdLst>
                <a:gd name="connsiteX0" fmla="*/ 0 w 5035463"/>
                <a:gd name="connsiteY0" fmla="*/ 551145 h 551145"/>
                <a:gd name="connsiteX1" fmla="*/ 901874 w 5035463"/>
                <a:gd name="connsiteY1" fmla="*/ 551145 h 551145"/>
                <a:gd name="connsiteX2" fmla="*/ 2329841 w 5035463"/>
                <a:gd name="connsiteY2" fmla="*/ 0 h 551145"/>
                <a:gd name="connsiteX3" fmla="*/ 3933173 w 5035463"/>
                <a:gd name="connsiteY3" fmla="*/ 12526 h 551145"/>
                <a:gd name="connsiteX4" fmla="*/ 5035463 w 5035463"/>
                <a:gd name="connsiteY4" fmla="*/ 488515 h 551145"/>
                <a:gd name="connsiteX0" fmla="*/ 0 w 5035463"/>
                <a:gd name="connsiteY0" fmla="*/ 554892 h 554892"/>
                <a:gd name="connsiteX1" fmla="*/ 901874 w 5035463"/>
                <a:gd name="connsiteY1" fmla="*/ 554892 h 554892"/>
                <a:gd name="connsiteX2" fmla="*/ 2082503 w 5035463"/>
                <a:gd name="connsiteY2" fmla="*/ 0 h 554892"/>
                <a:gd name="connsiteX3" fmla="*/ 3933173 w 5035463"/>
                <a:gd name="connsiteY3" fmla="*/ 16273 h 554892"/>
                <a:gd name="connsiteX4" fmla="*/ 5035463 w 5035463"/>
                <a:gd name="connsiteY4" fmla="*/ 492262 h 554892"/>
                <a:gd name="connsiteX0" fmla="*/ 0 w 5035463"/>
                <a:gd name="connsiteY0" fmla="*/ 554892 h 554892"/>
                <a:gd name="connsiteX1" fmla="*/ 860651 w 5035463"/>
                <a:gd name="connsiteY1" fmla="*/ 487436 h 554892"/>
                <a:gd name="connsiteX2" fmla="*/ 2082503 w 5035463"/>
                <a:gd name="connsiteY2" fmla="*/ 0 h 554892"/>
                <a:gd name="connsiteX3" fmla="*/ 3933173 w 5035463"/>
                <a:gd name="connsiteY3" fmla="*/ 16273 h 554892"/>
                <a:gd name="connsiteX4" fmla="*/ 5035463 w 5035463"/>
                <a:gd name="connsiteY4" fmla="*/ 492262 h 554892"/>
                <a:gd name="connsiteX0" fmla="*/ 0 w 5024220"/>
                <a:gd name="connsiteY0" fmla="*/ 491184 h 492262"/>
                <a:gd name="connsiteX1" fmla="*/ 849408 w 5024220"/>
                <a:gd name="connsiteY1" fmla="*/ 487436 h 492262"/>
                <a:gd name="connsiteX2" fmla="*/ 2071260 w 5024220"/>
                <a:gd name="connsiteY2" fmla="*/ 0 h 492262"/>
                <a:gd name="connsiteX3" fmla="*/ 3921930 w 5024220"/>
                <a:gd name="connsiteY3" fmla="*/ 16273 h 492262"/>
                <a:gd name="connsiteX4" fmla="*/ 5024220 w 5024220"/>
                <a:gd name="connsiteY4" fmla="*/ 492262 h 492262"/>
                <a:gd name="connsiteX0" fmla="*/ 0 w 5020472"/>
                <a:gd name="connsiteY0" fmla="*/ 479942 h 492262"/>
                <a:gd name="connsiteX1" fmla="*/ 845660 w 5020472"/>
                <a:gd name="connsiteY1" fmla="*/ 487436 h 492262"/>
                <a:gd name="connsiteX2" fmla="*/ 2067512 w 5020472"/>
                <a:gd name="connsiteY2" fmla="*/ 0 h 492262"/>
                <a:gd name="connsiteX3" fmla="*/ 3918182 w 5020472"/>
                <a:gd name="connsiteY3" fmla="*/ 16273 h 492262"/>
                <a:gd name="connsiteX4" fmla="*/ 5020472 w 5020472"/>
                <a:gd name="connsiteY4" fmla="*/ 492262 h 492262"/>
                <a:gd name="connsiteX0" fmla="*/ 0 w 5020472"/>
                <a:gd name="connsiteY0" fmla="*/ 494932 h 494932"/>
                <a:gd name="connsiteX1" fmla="*/ 845660 w 5020472"/>
                <a:gd name="connsiteY1" fmla="*/ 487436 h 494932"/>
                <a:gd name="connsiteX2" fmla="*/ 2067512 w 5020472"/>
                <a:gd name="connsiteY2" fmla="*/ 0 h 494932"/>
                <a:gd name="connsiteX3" fmla="*/ 3918182 w 5020472"/>
                <a:gd name="connsiteY3" fmla="*/ 16273 h 494932"/>
                <a:gd name="connsiteX4" fmla="*/ 5020472 w 5020472"/>
                <a:gd name="connsiteY4" fmla="*/ 492262 h 494932"/>
                <a:gd name="connsiteX0" fmla="*/ 0 w 5009229"/>
                <a:gd name="connsiteY0" fmla="*/ 479941 h 492262"/>
                <a:gd name="connsiteX1" fmla="*/ 834417 w 5009229"/>
                <a:gd name="connsiteY1" fmla="*/ 487436 h 492262"/>
                <a:gd name="connsiteX2" fmla="*/ 2056269 w 5009229"/>
                <a:gd name="connsiteY2" fmla="*/ 0 h 492262"/>
                <a:gd name="connsiteX3" fmla="*/ 3906939 w 5009229"/>
                <a:gd name="connsiteY3" fmla="*/ 16273 h 492262"/>
                <a:gd name="connsiteX4" fmla="*/ 5009229 w 5009229"/>
                <a:gd name="connsiteY4" fmla="*/ 492262 h 492262"/>
                <a:gd name="connsiteX0" fmla="*/ 0 w 5009229"/>
                <a:gd name="connsiteY0" fmla="*/ 491183 h 492262"/>
                <a:gd name="connsiteX1" fmla="*/ 834417 w 5009229"/>
                <a:gd name="connsiteY1" fmla="*/ 487436 h 492262"/>
                <a:gd name="connsiteX2" fmla="*/ 2056269 w 5009229"/>
                <a:gd name="connsiteY2" fmla="*/ 0 h 492262"/>
                <a:gd name="connsiteX3" fmla="*/ 3906939 w 5009229"/>
                <a:gd name="connsiteY3" fmla="*/ 16273 h 492262"/>
                <a:gd name="connsiteX4" fmla="*/ 5009229 w 5009229"/>
                <a:gd name="connsiteY4" fmla="*/ 492262 h 492262"/>
                <a:gd name="connsiteX0" fmla="*/ 0 w 5009229"/>
                <a:gd name="connsiteY0" fmla="*/ 519881 h 520960"/>
                <a:gd name="connsiteX1" fmla="*/ 834417 w 5009229"/>
                <a:gd name="connsiteY1" fmla="*/ 516134 h 520960"/>
                <a:gd name="connsiteX2" fmla="*/ 2056269 w 5009229"/>
                <a:gd name="connsiteY2" fmla="*/ 28698 h 520960"/>
                <a:gd name="connsiteX3" fmla="*/ 3663349 w 5009229"/>
                <a:gd name="connsiteY3" fmla="*/ 0 h 520960"/>
                <a:gd name="connsiteX4" fmla="*/ 5009229 w 5009229"/>
                <a:gd name="connsiteY4" fmla="*/ 520960 h 520960"/>
                <a:gd name="connsiteX0" fmla="*/ 0 w 4953016"/>
                <a:gd name="connsiteY0" fmla="*/ 519881 h 558436"/>
                <a:gd name="connsiteX1" fmla="*/ 834417 w 4953016"/>
                <a:gd name="connsiteY1" fmla="*/ 516134 h 558436"/>
                <a:gd name="connsiteX2" fmla="*/ 2056269 w 4953016"/>
                <a:gd name="connsiteY2" fmla="*/ 28698 h 558436"/>
                <a:gd name="connsiteX3" fmla="*/ 3663349 w 4953016"/>
                <a:gd name="connsiteY3" fmla="*/ 0 h 558436"/>
                <a:gd name="connsiteX4" fmla="*/ 4953016 w 4953016"/>
                <a:gd name="connsiteY4" fmla="*/ 558436 h 558436"/>
                <a:gd name="connsiteX0" fmla="*/ 0 w 4953016"/>
                <a:gd name="connsiteY0" fmla="*/ 519881 h 558436"/>
                <a:gd name="connsiteX1" fmla="*/ 834417 w 4953016"/>
                <a:gd name="connsiteY1" fmla="*/ 516134 h 558436"/>
                <a:gd name="connsiteX2" fmla="*/ 2056269 w 4953016"/>
                <a:gd name="connsiteY2" fmla="*/ 28698 h 558436"/>
                <a:gd name="connsiteX3" fmla="*/ 3663349 w 4953016"/>
                <a:gd name="connsiteY3" fmla="*/ 0 h 558436"/>
                <a:gd name="connsiteX4" fmla="*/ 4631805 w 4953016"/>
                <a:gd name="connsiteY4" fmla="*/ 415156 h 558436"/>
                <a:gd name="connsiteX5" fmla="*/ 4953016 w 4953016"/>
                <a:gd name="connsiteY5" fmla="*/ 558436 h 558436"/>
                <a:gd name="connsiteX0" fmla="*/ 0 w 5676291"/>
                <a:gd name="connsiteY0" fmla="*/ 519881 h 558436"/>
                <a:gd name="connsiteX1" fmla="*/ 834417 w 5676291"/>
                <a:gd name="connsiteY1" fmla="*/ 516134 h 558436"/>
                <a:gd name="connsiteX2" fmla="*/ 2056269 w 5676291"/>
                <a:gd name="connsiteY2" fmla="*/ 28698 h 558436"/>
                <a:gd name="connsiteX3" fmla="*/ 3663349 w 5676291"/>
                <a:gd name="connsiteY3" fmla="*/ 0 h 558436"/>
                <a:gd name="connsiteX4" fmla="*/ 4631805 w 5676291"/>
                <a:gd name="connsiteY4" fmla="*/ 415156 h 558436"/>
                <a:gd name="connsiteX5" fmla="*/ 5676291 w 5676291"/>
                <a:gd name="connsiteY5" fmla="*/ 558436 h 558436"/>
                <a:gd name="connsiteX0" fmla="*/ 0 w 5676291"/>
                <a:gd name="connsiteY0" fmla="*/ 519881 h 558436"/>
                <a:gd name="connsiteX1" fmla="*/ 834417 w 5676291"/>
                <a:gd name="connsiteY1" fmla="*/ 516134 h 558436"/>
                <a:gd name="connsiteX2" fmla="*/ 2056269 w 5676291"/>
                <a:gd name="connsiteY2" fmla="*/ 28698 h 558436"/>
                <a:gd name="connsiteX3" fmla="*/ 3663349 w 5676291"/>
                <a:gd name="connsiteY3" fmla="*/ 0 h 558436"/>
                <a:gd name="connsiteX4" fmla="*/ 4909124 w 5676291"/>
                <a:gd name="connsiteY4" fmla="*/ 527582 h 558436"/>
                <a:gd name="connsiteX5" fmla="*/ 5676291 w 5676291"/>
                <a:gd name="connsiteY5" fmla="*/ 558436 h 558436"/>
                <a:gd name="connsiteX0" fmla="*/ 0 w 5672543"/>
                <a:gd name="connsiteY0" fmla="*/ 519881 h 535951"/>
                <a:gd name="connsiteX1" fmla="*/ 834417 w 5672543"/>
                <a:gd name="connsiteY1" fmla="*/ 516134 h 535951"/>
                <a:gd name="connsiteX2" fmla="*/ 2056269 w 5672543"/>
                <a:gd name="connsiteY2" fmla="*/ 28698 h 535951"/>
                <a:gd name="connsiteX3" fmla="*/ 3663349 w 5672543"/>
                <a:gd name="connsiteY3" fmla="*/ 0 h 535951"/>
                <a:gd name="connsiteX4" fmla="*/ 4909124 w 5672543"/>
                <a:gd name="connsiteY4" fmla="*/ 527582 h 535951"/>
                <a:gd name="connsiteX5" fmla="*/ 5672543 w 5672543"/>
                <a:gd name="connsiteY5" fmla="*/ 535951 h 535951"/>
                <a:gd name="connsiteX0" fmla="*/ 0 w 5676290"/>
                <a:gd name="connsiteY0" fmla="*/ 519881 h 528456"/>
                <a:gd name="connsiteX1" fmla="*/ 834417 w 5676290"/>
                <a:gd name="connsiteY1" fmla="*/ 516134 h 528456"/>
                <a:gd name="connsiteX2" fmla="*/ 2056269 w 5676290"/>
                <a:gd name="connsiteY2" fmla="*/ 28698 h 528456"/>
                <a:gd name="connsiteX3" fmla="*/ 3663349 w 5676290"/>
                <a:gd name="connsiteY3" fmla="*/ 0 h 528456"/>
                <a:gd name="connsiteX4" fmla="*/ 4909124 w 5676290"/>
                <a:gd name="connsiteY4" fmla="*/ 527582 h 528456"/>
                <a:gd name="connsiteX5" fmla="*/ 5676290 w 5676290"/>
                <a:gd name="connsiteY5" fmla="*/ 528456 h 528456"/>
                <a:gd name="connsiteX0" fmla="*/ 0 w 5676290"/>
                <a:gd name="connsiteY0" fmla="*/ 519881 h 528456"/>
                <a:gd name="connsiteX1" fmla="*/ 834417 w 5676290"/>
                <a:gd name="connsiteY1" fmla="*/ 516134 h 528456"/>
                <a:gd name="connsiteX2" fmla="*/ 2052521 w 5676290"/>
                <a:gd name="connsiteY2" fmla="*/ 6213 h 528456"/>
                <a:gd name="connsiteX3" fmla="*/ 3663349 w 5676290"/>
                <a:gd name="connsiteY3" fmla="*/ 0 h 528456"/>
                <a:gd name="connsiteX4" fmla="*/ 4909124 w 5676290"/>
                <a:gd name="connsiteY4" fmla="*/ 527582 h 528456"/>
                <a:gd name="connsiteX5" fmla="*/ 5676290 w 5676290"/>
                <a:gd name="connsiteY5" fmla="*/ 528456 h 528456"/>
                <a:gd name="connsiteX0" fmla="*/ 0 w 5676290"/>
                <a:gd name="connsiteY0" fmla="*/ 528658 h 537233"/>
                <a:gd name="connsiteX1" fmla="*/ 834417 w 5676290"/>
                <a:gd name="connsiteY1" fmla="*/ 524911 h 537233"/>
                <a:gd name="connsiteX2" fmla="*/ 2052521 w 5676290"/>
                <a:gd name="connsiteY2" fmla="*/ 0 h 537233"/>
                <a:gd name="connsiteX3" fmla="*/ 3663349 w 5676290"/>
                <a:gd name="connsiteY3" fmla="*/ 8777 h 537233"/>
                <a:gd name="connsiteX4" fmla="*/ 4909124 w 5676290"/>
                <a:gd name="connsiteY4" fmla="*/ 536359 h 537233"/>
                <a:gd name="connsiteX5" fmla="*/ 5676290 w 5676290"/>
                <a:gd name="connsiteY5" fmla="*/ 537233 h 537233"/>
                <a:gd name="connsiteX0" fmla="*/ 0 w 5676290"/>
                <a:gd name="connsiteY0" fmla="*/ 528658 h 537233"/>
                <a:gd name="connsiteX1" fmla="*/ 834417 w 5676290"/>
                <a:gd name="connsiteY1" fmla="*/ 524911 h 537233"/>
                <a:gd name="connsiteX2" fmla="*/ 2052521 w 5676290"/>
                <a:gd name="connsiteY2" fmla="*/ 0 h 537233"/>
                <a:gd name="connsiteX3" fmla="*/ 3637117 w 5676290"/>
                <a:gd name="connsiteY3" fmla="*/ 1282 h 537233"/>
                <a:gd name="connsiteX4" fmla="*/ 4909124 w 5676290"/>
                <a:gd name="connsiteY4" fmla="*/ 536359 h 537233"/>
                <a:gd name="connsiteX5" fmla="*/ 5676290 w 5676290"/>
                <a:gd name="connsiteY5" fmla="*/ 537233 h 537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76290" h="537233">
                  <a:moveTo>
                    <a:pt x="0" y="528658"/>
                  </a:moveTo>
                  <a:lnTo>
                    <a:pt x="834417" y="524911"/>
                  </a:lnTo>
                  <a:lnTo>
                    <a:pt x="2052521" y="0"/>
                  </a:lnTo>
                  <a:lnTo>
                    <a:pt x="3637117" y="1282"/>
                  </a:lnTo>
                  <a:lnTo>
                    <a:pt x="4909124" y="536359"/>
                  </a:lnTo>
                  <a:lnTo>
                    <a:pt x="5676290" y="537233"/>
                  </a:lnTo>
                </a:path>
              </a:pathLst>
            </a:custGeom>
            <a:noFill/>
            <a:ln w="57150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0" name="Freeform 299">
              <a:extLst>
                <a:ext uri="{FF2B5EF4-FFF2-40B4-BE49-F238E27FC236}">
                  <a16:creationId xmlns:a16="http://schemas.microsoft.com/office/drawing/2014/main" id="{E4023168-5BBC-A041-9BCB-41551A518F03}"/>
                </a:ext>
              </a:extLst>
            </p:cNvPr>
            <p:cNvSpPr/>
            <p:nvPr/>
          </p:nvSpPr>
          <p:spPr>
            <a:xfrm flipV="1">
              <a:off x="3247513" y="2729116"/>
              <a:ext cx="5676290" cy="537233"/>
            </a:xfrm>
            <a:custGeom>
              <a:avLst/>
              <a:gdLst>
                <a:gd name="connsiteX0" fmla="*/ 0 w 5035463"/>
                <a:gd name="connsiteY0" fmla="*/ 551145 h 551145"/>
                <a:gd name="connsiteX1" fmla="*/ 901874 w 5035463"/>
                <a:gd name="connsiteY1" fmla="*/ 551145 h 551145"/>
                <a:gd name="connsiteX2" fmla="*/ 2329841 w 5035463"/>
                <a:gd name="connsiteY2" fmla="*/ 0 h 551145"/>
                <a:gd name="connsiteX3" fmla="*/ 3933173 w 5035463"/>
                <a:gd name="connsiteY3" fmla="*/ 12526 h 551145"/>
                <a:gd name="connsiteX4" fmla="*/ 5035463 w 5035463"/>
                <a:gd name="connsiteY4" fmla="*/ 488515 h 551145"/>
                <a:gd name="connsiteX0" fmla="*/ 0 w 5035463"/>
                <a:gd name="connsiteY0" fmla="*/ 554892 h 554892"/>
                <a:gd name="connsiteX1" fmla="*/ 901874 w 5035463"/>
                <a:gd name="connsiteY1" fmla="*/ 554892 h 554892"/>
                <a:gd name="connsiteX2" fmla="*/ 2082503 w 5035463"/>
                <a:gd name="connsiteY2" fmla="*/ 0 h 554892"/>
                <a:gd name="connsiteX3" fmla="*/ 3933173 w 5035463"/>
                <a:gd name="connsiteY3" fmla="*/ 16273 h 554892"/>
                <a:gd name="connsiteX4" fmla="*/ 5035463 w 5035463"/>
                <a:gd name="connsiteY4" fmla="*/ 492262 h 554892"/>
                <a:gd name="connsiteX0" fmla="*/ 0 w 5035463"/>
                <a:gd name="connsiteY0" fmla="*/ 554892 h 554892"/>
                <a:gd name="connsiteX1" fmla="*/ 860651 w 5035463"/>
                <a:gd name="connsiteY1" fmla="*/ 487436 h 554892"/>
                <a:gd name="connsiteX2" fmla="*/ 2082503 w 5035463"/>
                <a:gd name="connsiteY2" fmla="*/ 0 h 554892"/>
                <a:gd name="connsiteX3" fmla="*/ 3933173 w 5035463"/>
                <a:gd name="connsiteY3" fmla="*/ 16273 h 554892"/>
                <a:gd name="connsiteX4" fmla="*/ 5035463 w 5035463"/>
                <a:gd name="connsiteY4" fmla="*/ 492262 h 554892"/>
                <a:gd name="connsiteX0" fmla="*/ 0 w 5024220"/>
                <a:gd name="connsiteY0" fmla="*/ 491184 h 492262"/>
                <a:gd name="connsiteX1" fmla="*/ 849408 w 5024220"/>
                <a:gd name="connsiteY1" fmla="*/ 487436 h 492262"/>
                <a:gd name="connsiteX2" fmla="*/ 2071260 w 5024220"/>
                <a:gd name="connsiteY2" fmla="*/ 0 h 492262"/>
                <a:gd name="connsiteX3" fmla="*/ 3921930 w 5024220"/>
                <a:gd name="connsiteY3" fmla="*/ 16273 h 492262"/>
                <a:gd name="connsiteX4" fmla="*/ 5024220 w 5024220"/>
                <a:gd name="connsiteY4" fmla="*/ 492262 h 492262"/>
                <a:gd name="connsiteX0" fmla="*/ 0 w 5020472"/>
                <a:gd name="connsiteY0" fmla="*/ 479942 h 492262"/>
                <a:gd name="connsiteX1" fmla="*/ 845660 w 5020472"/>
                <a:gd name="connsiteY1" fmla="*/ 487436 h 492262"/>
                <a:gd name="connsiteX2" fmla="*/ 2067512 w 5020472"/>
                <a:gd name="connsiteY2" fmla="*/ 0 h 492262"/>
                <a:gd name="connsiteX3" fmla="*/ 3918182 w 5020472"/>
                <a:gd name="connsiteY3" fmla="*/ 16273 h 492262"/>
                <a:gd name="connsiteX4" fmla="*/ 5020472 w 5020472"/>
                <a:gd name="connsiteY4" fmla="*/ 492262 h 492262"/>
                <a:gd name="connsiteX0" fmla="*/ 0 w 5020472"/>
                <a:gd name="connsiteY0" fmla="*/ 494932 h 494932"/>
                <a:gd name="connsiteX1" fmla="*/ 845660 w 5020472"/>
                <a:gd name="connsiteY1" fmla="*/ 487436 h 494932"/>
                <a:gd name="connsiteX2" fmla="*/ 2067512 w 5020472"/>
                <a:gd name="connsiteY2" fmla="*/ 0 h 494932"/>
                <a:gd name="connsiteX3" fmla="*/ 3918182 w 5020472"/>
                <a:gd name="connsiteY3" fmla="*/ 16273 h 494932"/>
                <a:gd name="connsiteX4" fmla="*/ 5020472 w 5020472"/>
                <a:gd name="connsiteY4" fmla="*/ 492262 h 494932"/>
                <a:gd name="connsiteX0" fmla="*/ 0 w 5009229"/>
                <a:gd name="connsiteY0" fmla="*/ 479941 h 492262"/>
                <a:gd name="connsiteX1" fmla="*/ 834417 w 5009229"/>
                <a:gd name="connsiteY1" fmla="*/ 487436 h 492262"/>
                <a:gd name="connsiteX2" fmla="*/ 2056269 w 5009229"/>
                <a:gd name="connsiteY2" fmla="*/ 0 h 492262"/>
                <a:gd name="connsiteX3" fmla="*/ 3906939 w 5009229"/>
                <a:gd name="connsiteY3" fmla="*/ 16273 h 492262"/>
                <a:gd name="connsiteX4" fmla="*/ 5009229 w 5009229"/>
                <a:gd name="connsiteY4" fmla="*/ 492262 h 492262"/>
                <a:gd name="connsiteX0" fmla="*/ 0 w 5009229"/>
                <a:gd name="connsiteY0" fmla="*/ 491183 h 492262"/>
                <a:gd name="connsiteX1" fmla="*/ 834417 w 5009229"/>
                <a:gd name="connsiteY1" fmla="*/ 487436 h 492262"/>
                <a:gd name="connsiteX2" fmla="*/ 2056269 w 5009229"/>
                <a:gd name="connsiteY2" fmla="*/ 0 h 492262"/>
                <a:gd name="connsiteX3" fmla="*/ 3906939 w 5009229"/>
                <a:gd name="connsiteY3" fmla="*/ 16273 h 492262"/>
                <a:gd name="connsiteX4" fmla="*/ 5009229 w 5009229"/>
                <a:gd name="connsiteY4" fmla="*/ 492262 h 492262"/>
                <a:gd name="connsiteX0" fmla="*/ 0 w 5009229"/>
                <a:gd name="connsiteY0" fmla="*/ 519881 h 520960"/>
                <a:gd name="connsiteX1" fmla="*/ 834417 w 5009229"/>
                <a:gd name="connsiteY1" fmla="*/ 516134 h 520960"/>
                <a:gd name="connsiteX2" fmla="*/ 2056269 w 5009229"/>
                <a:gd name="connsiteY2" fmla="*/ 28698 h 520960"/>
                <a:gd name="connsiteX3" fmla="*/ 3663349 w 5009229"/>
                <a:gd name="connsiteY3" fmla="*/ 0 h 520960"/>
                <a:gd name="connsiteX4" fmla="*/ 5009229 w 5009229"/>
                <a:gd name="connsiteY4" fmla="*/ 520960 h 520960"/>
                <a:gd name="connsiteX0" fmla="*/ 0 w 4953016"/>
                <a:gd name="connsiteY0" fmla="*/ 519881 h 558436"/>
                <a:gd name="connsiteX1" fmla="*/ 834417 w 4953016"/>
                <a:gd name="connsiteY1" fmla="*/ 516134 h 558436"/>
                <a:gd name="connsiteX2" fmla="*/ 2056269 w 4953016"/>
                <a:gd name="connsiteY2" fmla="*/ 28698 h 558436"/>
                <a:gd name="connsiteX3" fmla="*/ 3663349 w 4953016"/>
                <a:gd name="connsiteY3" fmla="*/ 0 h 558436"/>
                <a:gd name="connsiteX4" fmla="*/ 4953016 w 4953016"/>
                <a:gd name="connsiteY4" fmla="*/ 558436 h 558436"/>
                <a:gd name="connsiteX0" fmla="*/ 0 w 4953016"/>
                <a:gd name="connsiteY0" fmla="*/ 519881 h 558436"/>
                <a:gd name="connsiteX1" fmla="*/ 834417 w 4953016"/>
                <a:gd name="connsiteY1" fmla="*/ 516134 h 558436"/>
                <a:gd name="connsiteX2" fmla="*/ 2056269 w 4953016"/>
                <a:gd name="connsiteY2" fmla="*/ 28698 h 558436"/>
                <a:gd name="connsiteX3" fmla="*/ 3663349 w 4953016"/>
                <a:gd name="connsiteY3" fmla="*/ 0 h 558436"/>
                <a:gd name="connsiteX4" fmla="*/ 4631805 w 4953016"/>
                <a:gd name="connsiteY4" fmla="*/ 415156 h 558436"/>
                <a:gd name="connsiteX5" fmla="*/ 4953016 w 4953016"/>
                <a:gd name="connsiteY5" fmla="*/ 558436 h 558436"/>
                <a:gd name="connsiteX0" fmla="*/ 0 w 5676291"/>
                <a:gd name="connsiteY0" fmla="*/ 519881 h 558436"/>
                <a:gd name="connsiteX1" fmla="*/ 834417 w 5676291"/>
                <a:gd name="connsiteY1" fmla="*/ 516134 h 558436"/>
                <a:gd name="connsiteX2" fmla="*/ 2056269 w 5676291"/>
                <a:gd name="connsiteY2" fmla="*/ 28698 h 558436"/>
                <a:gd name="connsiteX3" fmla="*/ 3663349 w 5676291"/>
                <a:gd name="connsiteY3" fmla="*/ 0 h 558436"/>
                <a:gd name="connsiteX4" fmla="*/ 4631805 w 5676291"/>
                <a:gd name="connsiteY4" fmla="*/ 415156 h 558436"/>
                <a:gd name="connsiteX5" fmla="*/ 5676291 w 5676291"/>
                <a:gd name="connsiteY5" fmla="*/ 558436 h 558436"/>
                <a:gd name="connsiteX0" fmla="*/ 0 w 5676291"/>
                <a:gd name="connsiteY0" fmla="*/ 519881 h 558436"/>
                <a:gd name="connsiteX1" fmla="*/ 834417 w 5676291"/>
                <a:gd name="connsiteY1" fmla="*/ 516134 h 558436"/>
                <a:gd name="connsiteX2" fmla="*/ 2056269 w 5676291"/>
                <a:gd name="connsiteY2" fmla="*/ 28698 h 558436"/>
                <a:gd name="connsiteX3" fmla="*/ 3663349 w 5676291"/>
                <a:gd name="connsiteY3" fmla="*/ 0 h 558436"/>
                <a:gd name="connsiteX4" fmla="*/ 4909124 w 5676291"/>
                <a:gd name="connsiteY4" fmla="*/ 527582 h 558436"/>
                <a:gd name="connsiteX5" fmla="*/ 5676291 w 5676291"/>
                <a:gd name="connsiteY5" fmla="*/ 558436 h 558436"/>
                <a:gd name="connsiteX0" fmla="*/ 0 w 5672543"/>
                <a:gd name="connsiteY0" fmla="*/ 519881 h 535951"/>
                <a:gd name="connsiteX1" fmla="*/ 834417 w 5672543"/>
                <a:gd name="connsiteY1" fmla="*/ 516134 h 535951"/>
                <a:gd name="connsiteX2" fmla="*/ 2056269 w 5672543"/>
                <a:gd name="connsiteY2" fmla="*/ 28698 h 535951"/>
                <a:gd name="connsiteX3" fmla="*/ 3663349 w 5672543"/>
                <a:gd name="connsiteY3" fmla="*/ 0 h 535951"/>
                <a:gd name="connsiteX4" fmla="*/ 4909124 w 5672543"/>
                <a:gd name="connsiteY4" fmla="*/ 527582 h 535951"/>
                <a:gd name="connsiteX5" fmla="*/ 5672543 w 5672543"/>
                <a:gd name="connsiteY5" fmla="*/ 535951 h 535951"/>
                <a:gd name="connsiteX0" fmla="*/ 0 w 5676290"/>
                <a:gd name="connsiteY0" fmla="*/ 519881 h 528456"/>
                <a:gd name="connsiteX1" fmla="*/ 834417 w 5676290"/>
                <a:gd name="connsiteY1" fmla="*/ 516134 h 528456"/>
                <a:gd name="connsiteX2" fmla="*/ 2056269 w 5676290"/>
                <a:gd name="connsiteY2" fmla="*/ 28698 h 528456"/>
                <a:gd name="connsiteX3" fmla="*/ 3663349 w 5676290"/>
                <a:gd name="connsiteY3" fmla="*/ 0 h 528456"/>
                <a:gd name="connsiteX4" fmla="*/ 4909124 w 5676290"/>
                <a:gd name="connsiteY4" fmla="*/ 527582 h 528456"/>
                <a:gd name="connsiteX5" fmla="*/ 5676290 w 5676290"/>
                <a:gd name="connsiteY5" fmla="*/ 528456 h 528456"/>
                <a:gd name="connsiteX0" fmla="*/ 0 w 5676290"/>
                <a:gd name="connsiteY0" fmla="*/ 519881 h 528456"/>
                <a:gd name="connsiteX1" fmla="*/ 834417 w 5676290"/>
                <a:gd name="connsiteY1" fmla="*/ 516134 h 528456"/>
                <a:gd name="connsiteX2" fmla="*/ 2052521 w 5676290"/>
                <a:gd name="connsiteY2" fmla="*/ 6213 h 528456"/>
                <a:gd name="connsiteX3" fmla="*/ 3663349 w 5676290"/>
                <a:gd name="connsiteY3" fmla="*/ 0 h 528456"/>
                <a:gd name="connsiteX4" fmla="*/ 4909124 w 5676290"/>
                <a:gd name="connsiteY4" fmla="*/ 527582 h 528456"/>
                <a:gd name="connsiteX5" fmla="*/ 5676290 w 5676290"/>
                <a:gd name="connsiteY5" fmla="*/ 528456 h 528456"/>
                <a:gd name="connsiteX0" fmla="*/ 0 w 5676290"/>
                <a:gd name="connsiteY0" fmla="*/ 528658 h 537233"/>
                <a:gd name="connsiteX1" fmla="*/ 834417 w 5676290"/>
                <a:gd name="connsiteY1" fmla="*/ 524911 h 537233"/>
                <a:gd name="connsiteX2" fmla="*/ 2052521 w 5676290"/>
                <a:gd name="connsiteY2" fmla="*/ 0 h 537233"/>
                <a:gd name="connsiteX3" fmla="*/ 3663349 w 5676290"/>
                <a:gd name="connsiteY3" fmla="*/ 8777 h 537233"/>
                <a:gd name="connsiteX4" fmla="*/ 4909124 w 5676290"/>
                <a:gd name="connsiteY4" fmla="*/ 536359 h 537233"/>
                <a:gd name="connsiteX5" fmla="*/ 5676290 w 5676290"/>
                <a:gd name="connsiteY5" fmla="*/ 537233 h 537233"/>
                <a:gd name="connsiteX0" fmla="*/ 0 w 5676290"/>
                <a:gd name="connsiteY0" fmla="*/ 528658 h 537233"/>
                <a:gd name="connsiteX1" fmla="*/ 834417 w 5676290"/>
                <a:gd name="connsiteY1" fmla="*/ 524911 h 537233"/>
                <a:gd name="connsiteX2" fmla="*/ 2052521 w 5676290"/>
                <a:gd name="connsiteY2" fmla="*/ 0 h 537233"/>
                <a:gd name="connsiteX3" fmla="*/ 3637117 w 5676290"/>
                <a:gd name="connsiteY3" fmla="*/ 1282 h 537233"/>
                <a:gd name="connsiteX4" fmla="*/ 4909124 w 5676290"/>
                <a:gd name="connsiteY4" fmla="*/ 536359 h 537233"/>
                <a:gd name="connsiteX5" fmla="*/ 5676290 w 5676290"/>
                <a:gd name="connsiteY5" fmla="*/ 537233 h 537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76290" h="537233">
                  <a:moveTo>
                    <a:pt x="0" y="528658"/>
                  </a:moveTo>
                  <a:lnTo>
                    <a:pt x="834417" y="524911"/>
                  </a:lnTo>
                  <a:lnTo>
                    <a:pt x="2052521" y="0"/>
                  </a:lnTo>
                  <a:lnTo>
                    <a:pt x="3637117" y="1282"/>
                  </a:lnTo>
                  <a:lnTo>
                    <a:pt x="4909124" y="536359"/>
                  </a:lnTo>
                  <a:lnTo>
                    <a:pt x="5676290" y="537233"/>
                  </a:lnTo>
                </a:path>
              </a:pathLst>
            </a:custGeom>
            <a:noFill/>
            <a:ln w="57150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82263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4139"/>
            <a:ext cx="10710797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Traffic engineering: difficult with traditional routing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FA073D9B-37E7-E64E-96CA-547CD0B3CCE6}"/>
              </a:ext>
            </a:extLst>
          </p:cNvPr>
          <p:cNvSpPr txBox="1"/>
          <p:nvPr/>
        </p:nvSpPr>
        <p:spPr>
          <a:xfrm>
            <a:off x="2623386" y="4329157"/>
            <a:ext cx="74175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u="sng" dirty="0">
                <a:solidFill>
                  <a:srgbClr val="000090"/>
                </a:solidFill>
              </a:rPr>
              <a:t>Q: </a:t>
            </a:r>
            <a:r>
              <a:rPr lang="en-US" sz="2800" dirty="0"/>
              <a:t>what if network operator wants to split  u-to-z traffic along uvwz </a:t>
            </a:r>
            <a:r>
              <a:rPr lang="en-US" sz="2800" i="1" dirty="0">
                <a:solidFill>
                  <a:srgbClr val="CC0000"/>
                </a:solidFill>
              </a:rPr>
              <a:t>and</a:t>
            </a:r>
            <a:r>
              <a:rPr lang="en-US" sz="2800" dirty="0"/>
              <a:t> uxyz (load balancing)?</a:t>
            </a:r>
          </a:p>
          <a:p>
            <a:r>
              <a:rPr lang="en-US" sz="2800" i="1" u="sng" dirty="0">
                <a:solidFill>
                  <a:srgbClr val="000090"/>
                </a:solidFill>
              </a:rPr>
              <a:t>A: </a:t>
            </a:r>
            <a:r>
              <a:rPr lang="en-US" sz="2800" dirty="0"/>
              <a:t>can’t do it (or need a new routing algorithm)</a:t>
            </a:r>
          </a:p>
        </p:txBody>
      </p:sp>
      <p:grpSp>
        <p:nvGrpSpPr>
          <p:cNvPr id="2" name="Group 1" descr="Example: Network operator wishes to spread load across different paths.">
            <a:extLst>
              <a:ext uri="{FF2B5EF4-FFF2-40B4-BE49-F238E27FC236}">
                <a16:creationId xmlns:a16="http://schemas.microsoft.com/office/drawing/2014/main" id="{08CE7221-324A-0EE6-B49D-FAE99A407806}"/>
              </a:ext>
            </a:extLst>
          </p:cNvPr>
          <p:cNvGrpSpPr/>
          <p:nvPr/>
        </p:nvGrpSpPr>
        <p:grpSpPr>
          <a:xfrm>
            <a:off x="2509218" y="1275410"/>
            <a:ext cx="6875191" cy="2404002"/>
            <a:chOff x="2509218" y="1275410"/>
            <a:chExt cx="6875191" cy="2404002"/>
          </a:xfrm>
        </p:grpSpPr>
        <p:grpSp>
          <p:nvGrpSpPr>
            <p:cNvPr id="304" name="Group 303">
              <a:extLst>
                <a:ext uri="{FF2B5EF4-FFF2-40B4-BE49-F238E27FC236}">
                  <a16:creationId xmlns:a16="http://schemas.microsoft.com/office/drawing/2014/main" id="{34A0280E-1B37-684D-9F61-81611D0B2C79}"/>
                </a:ext>
              </a:extLst>
            </p:cNvPr>
            <p:cNvGrpSpPr/>
            <p:nvPr/>
          </p:nvGrpSpPr>
          <p:grpSpPr>
            <a:xfrm>
              <a:off x="2509218" y="1275410"/>
              <a:ext cx="6875191" cy="2404002"/>
              <a:chOff x="943464" y="1363093"/>
              <a:chExt cx="6875191" cy="2404002"/>
            </a:xfrm>
          </p:grpSpPr>
          <p:grpSp>
            <p:nvGrpSpPr>
              <p:cNvPr id="305" name="Group 1612">
                <a:extLst>
                  <a:ext uri="{FF2B5EF4-FFF2-40B4-BE49-F238E27FC236}">
                    <a16:creationId xmlns:a16="http://schemas.microsoft.com/office/drawing/2014/main" id="{7A1A9C4E-0BE7-994B-A5A6-7C974C41F4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943464" y="2441244"/>
                <a:ext cx="855053" cy="655887"/>
                <a:chOff x="2839" y="3501"/>
                <a:chExt cx="755" cy="803"/>
              </a:xfrm>
            </p:grpSpPr>
            <p:pic>
              <p:nvPicPr>
                <p:cNvPr id="446" name="Picture 1613" descr="desktop_computer_stylized_medium">
                  <a:extLst>
                    <a:ext uri="{FF2B5EF4-FFF2-40B4-BE49-F238E27FC236}">
                      <a16:creationId xmlns:a16="http://schemas.microsoft.com/office/drawing/2014/main" id="{A7BA478E-2CCC-C348-8264-BF99D7C0450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47" name="Freeform 1614">
                  <a:extLst>
                    <a:ext uri="{FF2B5EF4-FFF2-40B4-BE49-F238E27FC236}">
                      <a16:creationId xmlns:a16="http://schemas.microsoft.com/office/drawing/2014/main" id="{1168E9FF-EDB4-7F43-A0CA-DA640A2A04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306" name="Freeform 3">
                <a:extLst>
                  <a:ext uri="{FF2B5EF4-FFF2-40B4-BE49-F238E27FC236}">
                    <a16:creationId xmlns:a16="http://schemas.microsoft.com/office/drawing/2014/main" id="{862E1C82-76BD-3D48-BC16-0652D77CF1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9747" y="1363093"/>
                <a:ext cx="5142041" cy="2404002"/>
              </a:xfrm>
              <a:custGeom>
                <a:avLst/>
                <a:gdLst>
                  <a:gd name="T0" fmla="*/ 0 w 2250"/>
                  <a:gd name="T1" fmla="*/ 624 h 1409"/>
                  <a:gd name="T2" fmla="*/ 219 w 2250"/>
                  <a:gd name="T3" fmla="*/ 321 h 1409"/>
                  <a:gd name="T4" fmla="*/ 529 w 2250"/>
                  <a:gd name="T5" fmla="*/ 35 h 1409"/>
                  <a:gd name="T6" fmla="*/ 1551 w 2250"/>
                  <a:gd name="T7" fmla="*/ 111 h 1409"/>
                  <a:gd name="T8" fmla="*/ 1968 w 2250"/>
                  <a:gd name="T9" fmla="*/ 483 h 1409"/>
                  <a:gd name="T10" fmla="*/ 2199 w 2250"/>
                  <a:gd name="T11" fmla="*/ 906 h 1409"/>
                  <a:gd name="T12" fmla="*/ 1659 w 2250"/>
                  <a:gd name="T13" fmla="*/ 1314 h 1409"/>
                  <a:gd name="T14" fmla="*/ 993 w 2250"/>
                  <a:gd name="T15" fmla="*/ 1386 h 1409"/>
                  <a:gd name="T16" fmla="*/ 465 w 2250"/>
                  <a:gd name="T17" fmla="*/ 1356 h 1409"/>
                  <a:gd name="T18" fmla="*/ 102 w 2250"/>
                  <a:gd name="T19" fmla="*/ 1068 h 1409"/>
                  <a:gd name="T20" fmla="*/ 0 w 2250"/>
                  <a:gd name="T21" fmla="*/ 624 h 140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250"/>
                  <a:gd name="T34" fmla="*/ 0 h 1409"/>
                  <a:gd name="T35" fmla="*/ 2250 w 2250"/>
                  <a:gd name="T36" fmla="*/ 1409 h 140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250" h="1409">
                    <a:moveTo>
                      <a:pt x="0" y="624"/>
                    </a:moveTo>
                    <a:cubicBezTo>
                      <a:pt x="5" y="506"/>
                      <a:pt x="131" y="419"/>
                      <a:pt x="219" y="321"/>
                    </a:cubicBezTo>
                    <a:cubicBezTo>
                      <a:pt x="307" y="223"/>
                      <a:pt x="307" y="70"/>
                      <a:pt x="529" y="35"/>
                    </a:cubicBezTo>
                    <a:cubicBezTo>
                      <a:pt x="751" y="0"/>
                      <a:pt x="1311" y="36"/>
                      <a:pt x="1551" y="111"/>
                    </a:cubicBezTo>
                    <a:cubicBezTo>
                      <a:pt x="1791" y="186"/>
                      <a:pt x="1860" y="351"/>
                      <a:pt x="1968" y="483"/>
                    </a:cubicBezTo>
                    <a:cubicBezTo>
                      <a:pt x="2076" y="615"/>
                      <a:pt x="2250" y="767"/>
                      <a:pt x="2199" y="906"/>
                    </a:cubicBezTo>
                    <a:cubicBezTo>
                      <a:pt x="2148" y="1045"/>
                      <a:pt x="1860" y="1234"/>
                      <a:pt x="1659" y="1314"/>
                    </a:cubicBezTo>
                    <a:cubicBezTo>
                      <a:pt x="1458" y="1394"/>
                      <a:pt x="1192" y="1379"/>
                      <a:pt x="993" y="1386"/>
                    </a:cubicBezTo>
                    <a:cubicBezTo>
                      <a:pt x="794" y="1393"/>
                      <a:pt x="613" y="1409"/>
                      <a:pt x="465" y="1356"/>
                    </a:cubicBezTo>
                    <a:cubicBezTo>
                      <a:pt x="317" y="1303"/>
                      <a:pt x="180" y="1190"/>
                      <a:pt x="102" y="1068"/>
                    </a:cubicBezTo>
                    <a:cubicBezTo>
                      <a:pt x="24" y="946"/>
                      <a:pt x="21" y="716"/>
                      <a:pt x="0" y="624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7" name="Freeform 4">
                <a:extLst>
                  <a:ext uri="{FF2B5EF4-FFF2-40B4-BE49-F238E27FC236}">
                    <a16:creationId xmlns:a16="http://schemas.microsoft.com/office/drawing/2014/main" id="{F98435AB-4F6C-F94C-A72A-9011705077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4105" y="2267385"/>
                <a:ext cx="781590" cy="317349"/>
              </a:xfrm>
              <a:custGeom>
                <a:avLst/>
                <a:gdLst>
                  <a:gd name="T0" fmla="*/ 0 w 342"/>
                  <a:gd name="T1" fmla="*/ 186 h 186"/>
                  <a:gd name="T2" fmla="*/ 342 w 342"/>
                  <a:gd name="T3" fmla="*/ 0 h 186"/>
                  <a:gd name="T4" fmla="*/ 0 60000 65536"/>
                  <a:gd name="T5" fmla="*/ 0 60000 65536"/>
                  <a:gd name="T6" fmla="*/ 0 w 342"/>
                  <a:gd name="T7" fmla="*/ 0 h 186"/>
                  <a:gd name="T8" fmla="*/ 342 w 342"/>
                  <a:gd name="T9" fmla="*/ 186 h 18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42" h="186">
                    <a:moveTo>
                      <a:pt x="0" y="186"/>
                    </a:moveTo>
                    <a:lnTo>
                      <a:pt x="342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8" name="Freeform 35">
                <a:extLst>
                  <a:ext uri="{FF2B5EF4-FFF2-40B4-BE49-F238E27FC236}">
                    <a16:creationId xmlns:a16="http://schemas.microsoft.com/office/drawing/2014/main" id="{15E5087C-7665-1448-8A55-FE8FD716F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4292" y="2313451"/>
                <a:ext cx="2285" cy="890624"/>
              </a:xfrm>
              <a:custGeom>
                <a:avLst/>
                <a:gdLst>
                  <a:gd name="T0" fmla="*/ 0 w 1"/>
                  <a:gd name="T1" fmla="*/ 0 h 522"/>
                  <a:gd name="T2" fmla="*/ 0 w 1"/>
                  <a:gd name="T3" fmla="*/ 522 h 522"/>
                  <a:gd name="T4" fmla="*/ 0 60000 65536"/>
                  <a:gd name="T5" fmla="*/ 0 60000 65536"/>
                  <a:gd name="T6" fmla="*/ 0 w 1"/>
                  <a:gd name="T7" fmla="*/ 0 h 522"/>
                  <a:gd name="T8" fmla="*/ 1 w 1"/>
                  <a:gd name="T9" fmla="*/ 522 h 52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522">
                    <a:moveTo>
                      <a:pt x="0" y="0"/>
                    </a:moveTo>
                    <a:lnTo>
                      <a:pt x="0" y="522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9" name="Freeform 36">
                <a:extLst>
                  <a:ext uri="{FF2B5EF4-FFF2-40B4-BE49-F238E27FC236}">
                    <a16:creationId xmlns:a16="http://schemas.microsoft.com/office/drawing/2014/main" id="{3935C04E-C5C9-E24F-A9AD-1744D25FC9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0544" y="2323688"/>
                <a:ext cx="2285" cy="916217"/>
              </a:xfrm>
              <a:custGeom>
                <a:avLst/>
                <a:gdLst>
                  <a:gd name="T0" fmla="*/ 0 w 1"/>
                  <a:gd name="T1" fmla="*/ 0 h 537"/>
                  <a:gd name="T2" fmla="*/ 0 w 1"/>
                  <a:gd name="T3" fmla="*/ 537 h 537"/>
                  <a:gd name="T4" fmla="*/ 0 60000 65536"/>
                  <a:gd name="T5" fmla="*/ 0 60000 65536"/>
                  <a:gd name="T6" fmla="*/ 0 w 1"/>
                  <a:gd name="T7" fmla="*/ 0 h 537"/>
                  <a:gd name="T8" fmla="*/ 1 w 1"/>
                  <a:gd name="T9" fmla="*/ 537 h 53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537">
                    <a:moveTo>
                      <a:pt x="0" y="0"/>
                    </a:moveTo>
                    <a:lnTo>
                      <a:pt x="0" y="537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0" name="Freeform 37">
                <a:extLst>
                  <a:ext uri="{FF2B5EF4-FFF2-40B4-BE49-F238E27FC236}">
                    <a16:creationId xmlns:a16="http://schemas.microsoft.com/office/drawing/2014/main" id="{CEECEC50-04B0-2647-B641-39231C0C22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6497" y="2298095"/>
                <a:ext cx="1462948" cy="1050313"/>
              </a:xfrm>
              <a:custGeom>
                <a:avLst/>
                <a:gdLst>
                  <a:gd name="T0" fmla="*/ 0 w 378"/>
                  <a:gd name="T1" fmla="*/ 142610238 h 174"/>
                  <a:gd name="T2" fmla="*/ 8951 w 378"/>
                  <a:gd name="T3" fmla="*/ 0 h 174"/>
                  <a:gd name="T4" fmla="*/ 0 60000 65536"/>
                  <a:gd name="T5" fmla="*/ 0 60000 65536"/>
                  <a:gd name="T6" fmla="*/ 0 w 378"/>
                  <a:gd name="T7" fmla="*/ 0 h 174"/>
                  <a:gd name="T8" fmla="*/ 378 w 378"/>
                  <a:gd name="T9" fmla="*/ 174 h 17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78" h="174">
                    <a:moveTo>
                      <a:pt x="0" y="174"/>
                    </a:moveTo>
                    <a:lnTo>
                      <a:pt x="378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1" name="Freeform 38">
                <a:extLst>
                  <a:ext uri="{FF2B5EF4-FFF2-40B4-BE49-F238E27FC236}">
                    <a16:creationId xmlns:a16="http://schemas.microsoft.com/office/drawing/2014/main" id="{F6519774-52BA-6F40-822C-52BB2380B0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2247" y="2891845"/>
                <a:ext cx="1161856" cy="455711"/>
              </a:xfrm>
              <a:custGeom>
                <a:avLst/>
                <a:gdLst>
                  <a:gd name="T0" fmla="*/ 0 w 366"/>
                  <a:gd name="T1" fmla="*/ 270 h 270"/>
                  <a:gd name="T2" fmla="*/ 366 w 366"/>
                  <a:gd name="T3" fmla="*/ 0 h 270"/>
                  <a:gd name="T4" fmla="*/ 0 60000 65536"/>
                  <a:gd name="T5" fmla="*/ 0 60000 65536"/>
                  <a:gd name="T6" fmla="*/ 0 w 366"/>
                  <a:gd name="T7" fmla="*/ 0 h 270"/>
                  <a:gd name="T8" fmla="*/ 366 w 366"/>
                  <a:gd name="T9" fmla="*/ 270 h 27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6" h="270">
                    <a:moveTo>
                      <a:pt x="0" y="270"/>
                    </a:moveTo>
                    <a:lnTo>
                      <a:pt x="366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2" name="Freeform 39">
                <a:extLst>
                  <a:ext uri="{FF2B5EF4-FFF2-40B4-BE49-F238E27FC236}">
                    <a16:creationId xmlns:a16="http://schemas.microsoft.com/office/drawing/2014/main" id="{24215A43-6854-B54A-BC13-286ED0971C5B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022465" y="3327268"/>
                <a:ext cx="908330" cy="45719"/>
              </a:xfrm>
              <a:custGeom>
                <a:avLst/>
                <a:gdLst>
                  <a:gd name="T0" fmla="*/ 366 w 366"/>
                  <a:gd name="T1" fmla="*/ 0 h 1"/>
                  <a:gd name="T2" fmla="*/ 0 w 366"/>
                  <a:gd name="T3" fmla="*/ 0 h 1"/>
                  <a:gd name="T4" fmla="*/ 0 60000 65536"/>
                  <a:gd name="T5" fmla="*/ 0 60000 65536"/>
                  <a:gd name="T6" fmla="*/ 0 w 366"/>
                  <a:gd name="T7" fmla="*/ 0 h 1"/>
                  <a:gd name="T8" fmla="*/ 366 w 366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6" h="1">
                    <a:moveTo>
                      <a:pt x="366" y="0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3" name="Freeform 40">
                <a:extLst>
                  <a:ext uri="{FF2B5EF4-FFF2-40B4-BE49-F238E27FC236}">
                    <a16:creationId xmlns:a16="http://schemas.microsoft.com/office/drawing/2014/main" id="{3EEADCA8-4EED-9744-98D0-B5D6F81C62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0696" y="2820186"/>
                <a:ext cx="630757" cy="450430"/>
              </a:xfrm>
              <a:custGeom>
                <a:avLst/>
                <a:gdLst>
                  <a:gd name="T0" fmla="*/ 276 w 276"/>
                  <a:gd name="T1" fmla="*/ 264 h 264"/>
                  <a:gd name="T2" fmla="*/ 0 w 276"/>
                  <a:gd name="T3" fmla="*/ 0 h 264"/>
                  <a:gd name="T4" fmla="*/ 0 60000 65536"/>
                  <a:gd name="T5" fmla="*/ 0 60000 65536"/>
                  <a:gd name="T6" fmla="*/ 0 w 276"/>
                  <a:gd name="T7" fmla="*/ 0 h 264"/>
                  <a:gd name="T8" fmla="*/ 276 w 276"/>
                  <a:gd name="T9" fmla="*/ 264 h 26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76" h="264">
                    <a:moveTo>
                      <a:pt x="276" y="264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4" name="Freeform 41">
                <a:extLst>
                  <a:ext uri="{FF2B5EF4-FFF2-40B4-BE49-F238E27FC236}">
                    <a16:creationId xmlns:a16="http://schemas.microsoft.com/office/drawing/2014/main" id="{FE766A70-BB42-7E40-B5AF-B9D72EEBDF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7627" y="2195725"/>
                <a:ext cx="836439" cy="1706"/>
              </a:xfrm>
              <a:custGeom>
                <a:avLst/>
                <a:gdLst>
                  <a:gd name="T0" fmla="*/ 366 w 366"/>
                  <a:gd name="T1" fmla="*/ 0 h 1"/>
                  <a:gd name="T2" fmla="*/ 0 w 366"/>
                  <a:gd name="T3" fmla="*/ 0 h 1"/>
                  <a:gd name="T4" fmla="*/ 0 60000 65536"/>
                  <a:gd name="T5" fmla="*/ 0 60000 65536"/>
                  <a:gd name="T6" fmla="*/ 0 w 366"/>
                  <a:gd name="T7" fmla="*/ 0 h 1"/>
                  <a:gd name="T8" fmla="*/ 366 w 366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6" h="1">
                    <a:moveTo>
                      <a:pt x="366" y="0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5" name="Freeform 42">
                <a:extLst>
                  <a:ext uri="{FF2B5EF4-FFF2-40B4-BE49-F238E27FC236}">
                    <a16:creationId xmlns:a16="http://schemas.microsoft.com/office/drawing/2014/main" id="{2B4598F4-8ABA-6146-B304-09A494982C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72253" y="2248471"/>
                <a:ext cx="922986" cy="397685"/>
              </a:xfrm>
              <a:custGeom>
                <a:avLst/>
                <a:gdLst>
                  <a:gd name="T0" fmla="*/ 396 w 396"/>
                  <a:gd name="T1" fmla="*/ 267 h 267"/>
                  <a:gd name="T2" fmla="*/ 0 w 396"/>
                  <a:gd name="T3" fmla="*/ 0 h 267"/>
                  <a:gd name="T4" fmla="*/ 0 60000 65536"/>
                  <a:gd name="T5" fmla="*/ 0 60000 65536"/>
                  <a:gd name="T6" fmla="*/ 0 w 396"/>
                  <a:gd name="T7" fmla="*/ 0 h 267"/>
                  <a:gd name="T8" fmla="*/ 396 w 396"/>
                  <a:gd name="T9" fmla="*/ 267 h 26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96" h="267">
                    <a:moveTo>
                      <a:pt x="396" y="267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6" name="Freeform 43">
                <a:extLst>
                  <a:ext uri="{FF2B5EF4-FFF2-40B4-BE49-F238E27FC236}">
                    <a16:creationId xmlns:a16="http://schemas.microsoft.com/office/drawing/2014/main" id="{9B7D5C70-1858-3548-A1D2-DF173D24F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0431" y="1458657"/>
                <a:ext cx="2536740" cy="1100484"/>
              </a:xfrm>
              <a:custGeom>
                <a:avLst/>
                <a:gdLst>
                  <a:gd name="T0" fmla="*/ 1110 w 1110"/>
                  <a:gd name="T1" fmla="*/ 342 h 645"/>
                  <a:gd name="T2" fmla="*/ 0 w 1110"/>
                  <a:gd name="T3" fmla="*/ 645 h 645"/>
                  <a:gd name="T4" fmla="*/ 0 60000 65536"/>
                  <a:gd name="T5" fmla="*/ 0 60000 65536"/>
                  <a:gd name="T6" fmla="*/ 0 w 1110"/>
                  <a:gd name="T7" fmla="*/ 0 h 645"/>
                  <a:gd name="T8" fmla="*/ 1110 w 1110"/>
                  <a:gd name="T9" fmla="*/ 645 h 64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10" h="645">
                    <a:moveTo>
                      <a:pt x="1110" y="342"/>
                    </a:moveTo>
                    <a:cubicBezTo>
                      <a:pt x="1104" y="0"/>
                      <a:pt x="21" y="63"/>
                      <a:pt x="0" y="645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7" name="Text Box 62">
                <a:extLst>
                  <a:ext uri="{FF2B5EF4-FFF2-40B4-BE49-F238E27FC236}">
                    <a16:creationId xmlns:a16="http://schemas.microsoft.com/office/drawing/2014/main" id="{E9C6C532-7B09-B543-99FC-E31F8B5A19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2678" y="2178663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2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8" name="Text Box 63">
                <a:extLst>
                  <a:ext uri="{FF2B5EF4-FFF2-40B4-BE49-F238E27FC236}">
                    <a16:creationId xmlns:a16="http://schemas.microsoft.com/office/drawing/2014/main" id="{0A99317D-3568-EF4D-A723-76AADE9F06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7981" y="2552316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2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9" name="Text Box 64">
                <a:extLst>
                  <a:ext uri="{FF2B5EF4-FFF2-40B4-BE49-F238E27FC236}">
                    <a16:creationId xmlns:a16="http://schemas.microsoft.com/office/drawing/2014/main" id="{856CDF8E-EE88-C646-92B6-211909BF3C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23853" y="2915732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0" name="Text Box 65">
                <a:extLst>
                  <a:ext uri="{FF2B5EF4-FFF2-40B4-BE49-F238E27FC236}">
                    <a16:creationId xmlns:a16="http://schemas.microsoft.com/office/drawing/2014/main" id="{FE09FFF8-AAB4-664E-9D7F-F0E8F5B10D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5556" y="2710990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3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1" name="Text Box 66">
                <a:extLst>
                  <a:ext uri="{FF2B5EF4-FFF2-40B4-BE49-F238E27FC236}">
                    <a16:creationId xmlns:a16="http://schemas.microsoft.com/office/drawing/2014/main" id="{ED1E277A-76C4-2841-92C2-515DB25966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1579" y="3314977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2" name="Text Box 67">
                <a:extLst>
                  <a:ext uri="{FF2B5EF4-FFF2-40B4-BE49-F238E27FC236}">
                    <a16:creationId xmlns:a16="http://schemas.microsoft.com/office/drawing/2014/main" id="{6C2CF0D3-5A12-304F-9B12-35C0DC6088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74305" y="2583027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3" name="Text Box 68">
                <a:extLst>
                  <a:ext uri="{FF2B5EF4-FFF2-40B4-BE49-F238E27FC236}">
                    <a16:creationId xmlns:a16="http://schemas.microsoft.com/office/drawing/2014/main" id="{A70BD26B-DEF9-9D4F-9B95-D8E411BB92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97032" y="3033458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2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4" name="Text Box 69">
                <a:extLst>
                  <a:ext uri="{FF2B5EF4-FFF2-40B4-BE49-F238E27FC236}">
                    <a16:creationId xmlns:a16="http://schemas.microsoft.com/office/drawing/2014/main" id="{BF43A2CB-D47A-6F44-AFE7-D9277DCB5B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5327" y="2117241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5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5" name="Text Box 70">
                <a:extLst>
                  <a:ext uri="{FF2B5EF4-FFF2-40B4-BE49-F238E27FC236}">
                    <a16:creationId xmlns:a16="http://schemas.microsoft.com/office/drawing/2014/main" id="{36C3AD09-41D6-4E40-A665-3733BB8757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55594" y="1861315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3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6" name="Text Box 71">
                <a:extLst>
                  <a:ext uri="{FF2B5EF4-FFF2-40B4-BE49-F238E27FC236}">
                    <a16:creationId xmlns:a16="http://schemas.microsoft.com/office/drawing/2014/main" id="{12D1AD8F-8BC6-5F46-8A7D-071C2B7D5B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3435" y="1405766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5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327" name="Group 1507">
                <a:extLst>
                  <a:ext uri="{FF2B5EF4-FFF2-40B4-BE49-F238E27FC236}">
                    <a16:creationId xmlns:a16="http://schemas.microsoft.com/office/drawing/2014/main" id="{C559921E-B9C2-0042-9E6C-A661502DC8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391175" y="2426604"/>
                <a:ext cx="427480" cy="711995"/>
                <a:chOff x="4140" y="429"/>
                <a:chExt cx="1425" cy="2396"/>
              </a:xfrm>
            </p:grpSpPr>
            <p:sp>
              <p:nvSpPr>
                <p:cNvPr id="414" name="Freeform 1508">
                  <a:extLst>
                    <a:ext uri="{FF2B5EF4-FFF2-40B4-BE49-F238E27FC236}">
                      <a16:creationId xmlns:a16="http://schemas.microsoft.com/office/drawing/2014/main" id="{5A4BEC17-590A-4543-9F29-1CF0B38C37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6 w 354"/>
                    <a:gd name="T1" fmla="*/ 0 h 2742"/>
                    <a:gd name="T2" fmla="*/ 30 w 354"/>
                    <a:gd name="T3" fmla="*/ 46 h 2742"/>
                    <a:gd name="T4" fmla="*/ 30 w 354"/>
                    <a:gd name="T5" fmla="*/ 354 h 2742"/>
                    <a:gd name="T6" fmla="*/ 0 w 354"/>
                    <a:gd name="T7" fmla="*/ 371 h 2742"/>
                    <a:gd name="T8" fmla="*/ 6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5" name="Rectangle 1509">
                  <a:extLst>
                    <a:ext uri="{FF2B5EF4-FFF2-40B4-BE49-F238E27FC236}">
                      <a16:creationId xmlns:a16="http://schemas.microsoft.com/office/drawing/2014/main" id="{A98FBE95-481D-8F47-8981-46EDD8E974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6" name="Freeform 1510">
                  <a:extLst>
                    <a:ext uri="{FF2B5EF4-FFF2-40B4-BE49-F238E27FC236}">
                      <a16:creationId xmlns:a16="http://schemas.microsoft.com/office/drawing/2014/main" id="{EE41BFE7-A16A-3243-9517-E8023C4F31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18 w 211"/>
                    <a:gd name="T3" fmla="*/ 30 h 2537"/>
                    <a:gd name="T4" fmla="*/ 2 w 211"/>
                    <a:gd name="T5" fmla="*/ 338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7" name="Freeform 1511">
                  <a:extLst>
                    <a:ext uri="{FF2B5EF4-FFF2-40B4-BE49-F238E27FC236}">
                      <a16:creationId xmlns:a16="http://schemas.microsoft.com/office/drawing/2014/main" id="{2D734235-2C97-9B44-8B59-EFCEFDEC12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29 w 328"/>
                    <a:gd name="T3" fmla="*/ 18 h 226"/>
                    <a:gd name="T4" fmla="*/ 29 w 328"/>
                    <a:gd name="T5" fmla="*/ 32 h 226"/>
                    <a:gd name="T6" fmla="*/ 0 w 328"/>
                    <a:gd name="T7" fmla="*/ 13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8" name="Rectangle 1512">
                  <a:extLst>
                    <a:ext uri="{FF2B5EF4-FFF2-40B4-BE49-F238E27FC236}">
                      <a16:creationId xmlns:a16="http://schemas.microsoft.com/office/drawing/2014/main" id="{916BFACE-E488-F841-9687-DD32E65271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419" name="Group 1513">
                  <a:extLst>
                    <a:ext uri="{FF2B5EF4-FFF2-40B4-BE49-F238E27FC236}">
                      <a16:creationId xmlns:a16="http://schemas.microsoft.com/office/drawing/2014/main" id="{E4DAEBB9-2602-554D-B536-D0600B2B4DC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444" name="AutoShape 1514">
                    <a:extLst>
                      <a:ext uri="{FF2B5EF4-FFF2-40B4-BE49-F238E27FC236}">
                        <a16:creationId xmlns:a16="http://schemas.microsoft.com/office/drawing/2014/main" id="{DD1B8DFA-FCC7-674E-996F-A1FBD250CC0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445" name="AutoShape 1515">
                    <a:extLst>
                      <a:ext uri="{FF2B5EF4-FFF2-40B4-BE49-F238E27FC236}">
                        <a16:creationId xmlns:a16="http://schemas.microsoft.com/office/drawing/2014/main" id="{14A870AC-7411-F946-B590-D85A88AF10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420" name="Rectangle 1516">
                  <a:extLst>
                    <a:ext uri="{FF2B5EF4-FFF2-40B4-BE49-F238E27FC236}">
                      <a16:creationId xmlns:a16="http://schemas.microsoft.com/office/drawing/2014/main" id="{F0940D2C-FEFC-D549-8746-A8523AFD53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421" name="Group 1517">
                  <a:extLst>
                    <a:ext uri="{FF2B5EF4-FFF2-40B4-BE49-F238E27FC236}">
                      <a16:creationId xmlns:a16="http://schemas.microsoft.com/office/drawing/2014/main" id="{6ADF3A52-0897-2545-98B5-137A848136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442" name="AutoShape 1518">
                    <a:extLst>
                      <a:ext uri="{FF2B5EF4-FFF2-40B4-BE49-F238E27FC236}">
                        <a16:creationId xmlns:a16="http://schemas.microsoft.com/office/drawing/2014/main" id="{FDC39CDD-16C8-7D4D-8275-C1710C6316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443" name="AutoShape 1519">
                    <a:extLst>
                      <a:ext uri="{FF2B5EF4-FFF2-40B4-BE49-F238E27FC236}">
                        <a16:creationId xmlns:a16="http://schemas.microsoft.com/office/drawing/2014/main" id="{6853AB63-2301-0946-A174-AE28245DB0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422" name="Rectangle 1520">
                  <a:extLst>
                    <a:ext uri="{FF2B5EF4-FFF2-40B4-BE49-F238E27FC236}">
                      <a16:creationId xmlns:a16="http://schemas.microsoft.com/office/drawing/2014/main" id="{4EDC7779-F322-974C-A13E-0F5161D4B3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3" name="Rectangle 1521">
                  <a:extLst>
                    <a:ext uri="{FF2B5EF4-FFF2-40B4-BE49-F238E27FC236}">
                      <a16:creationId xmlns:a16="http://schemas.microsoft.com/office/drawing/2014/main" id="{B39F0706-91BA-9F4D-8D0F-337754FAC9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424" name="Group 1522">
                  <a:extLst>
                    <a:ext uri="{FF2B5EF4-FFF2-40B4-BE49-F238E27FC236}">
                      <a16:creationId xmlns:a16="http://schemas.microsoft.com/office/drawing/2014/main" id="{088E2790-CA68-C846-BD0F-F7BBF68235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440" name="AutoShape 1523">
                    <a:extLst>
                      <a:ext uri="{FF2B5EF4-FFF2-40B4-BE49-F238E27FC236}">
                        <a16:creationId xmlns:a16="http://schemas.microsoft.com/office/drawing/2014/main" id="{8952BAA7-F061-3B4A-BF31-D37E6425DCD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79"/>
                    <a:ext cx="720" cy="13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441" name="AutoShape 1524">
                    <a:extLst>
                      <a:ext uri="{FF2B5EF4-FFF2-40B4-BE49-F238E27FC236}">
                        <a16:creationId xmlns:a16="http://schemas.microsoft.com/office/drawing/2014/main" id="{0E27D760-9B8B-4945-9863-BC9F0C41F9A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425" name="Freeform 1525">
                  <a:extLst>
                    <a:ext uri="{FF2B5EF4-FFF2-40B4-BE49-F238E27FC236}">
                      <a16:creationId xmlns:a16="http://schemas.microsoft.com/office/drawing/2014/main" id="{7320D145-C685-7149-A68E-8925075E09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29 w 328"/>
                    <a:gd name="T3" fmla="*/ 17 h 226"/>
                    <a:gd name="T4" fmla="*/ 29 w 328"/>
                    <a:gd name="T5" fmla="*/ 30 h 226"/>
                    <a:gd name="T6" fmla="*/ 0 w 328"/>
                    <a:gd name="T7" fmla="*/ 12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426" name="Group 1526">
                  <a:extLst>
                    <a:ext uri="{FF2B5EF4-FFF2-40B4-BE49-F238E27FC236}">
                      <a16:creationId xmlns:a16="http://schemas.microsoft.com/office/drawing/2014/main" id="{A58F7467-420F-E345-9BD5-439C10D37BE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438" name="AutoShape 1527">
                    <a:extLst>
                      <a:ext uri="{FF2B5EF4-FFF2-40B4-BE49-F238E27FC236}">
                        <a16:creationId xmlns:a16="http://schemas.microsoft.com/office/drawing/2014/main" id="{15FD94B1-0C23-1844-B9EC-328B318103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439" name="AutoShape 1528">
                    <a:extLst>
                      <a:ext uri="{FF2B5EF4-FFF2-40B4-BE49-F238E27FC236}">
                        <a16:creationId xmlns:a16="http://schemas.microsoft.com/office/drawing/2014/main" id="{11D88682-9EAF-E844-9EDA-915A36C1EB9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427" name="Rectangle 1529">
                  <a:extLst>
                    <a:ext uri="{FF2B5EF4-FFF2-40B4-BE49-F238E27FC236}">
                      <a16:creationId xmlns:a16="http://schemas.microsoft.com/office/drawing/2014/main" id="{87A3DBB5-122D-AA42-AA5F-DCE8369992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8" name="Freeform 1530">
                  <a:extLst>
                    <a:ext uri="{FF2B5EF4-FFF2-40B4-BE49-F238E27FC236}">
                      <a16:creationId xmlns:a16="http://schemas.microsoft.com/office/drawing/2014/main" id="{DB3BDAEB-C0A1-E740-AECD-F50278175F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26 w 296"/>
                    <a:gd name="T3" fmla="*/ 18 h 256"/>
                    <a:gd name="T4" fmla="*/ 26 w 296"/>
                    <a:gd name="T5" fmla="*/ 34 h 256"/>
                    <a:gd name="T6" fmla="*/ 0 w 296"/>
                    <a:gd name="T7" fmla="*/ 12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9" name="Freeform 1531">
                  <a:extLst>
                    <a:ext uri="{FF2B5EF4-FFF2-40B4-BE49-F238E27FC236}">
                      <a16:creationId xmlns:a16="http://schemas.microsoft.com/office/drawing/2014/main" id="{9532A3AC-833E-7A43-8329-81247A5E6B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27 w 304"/>
                    <a:gd name="T3" fmla="*/ 23 h 288"/>
                    <a:gd name="T4" fmla="*/ 25 w 304"/>
                    <a:gd name="T5" fmla="*/ 40 h 288"/>
                    <a:gd name="T6" fmla="*/ 2 w 304"/>
                    <a:gd name="T7" fmla="*/ 17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0" name="Oval 1532">
                  <a:extLst>
                    <a:ext uri="{FF2B5EF4-FFF2-40B4-BE49-F238E27FC236}">
                      <a16:creationId xmlns:a16="http://schemas.microsoft.com/office/drawing/2014/main" id="{288EBEE3-4297-224C-AD46-28879E6A1B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1" name="Freeform 1533">
                  <a:extLst>
                    <a:ext uri="{FF2B5EF4-FFF2-40B4-BE49-F238E27FC236}">
                      <a16:creationId xmlns:a16="http://schemas.microsoft.com/office/drawing/2014/main" id="{3FE7CEBE-4BC6-F644-B9B1-CCCE6990FC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15 h 240"/>
                    <a:gd name="T2" fmla="*/ 2 w 306"/>
                    <a:gd name="T3" fmla="*/ 33 h 240"/>
                    <a:gd name="T4" fmla="*/ 27 w 306"/>
                    <a:gd name="T5" fmla="*/ 15 h 240"/>
                    <a:gd name="T6" fmla="*/ 26 w 306"/>
                    <a:gd name="T7" fmla="*/ 0 h 240"/>
                    <a:gd name="T8" fmla="*/ 0 w 306"/>
                    <a:gd name="T9" fmla="*/ 15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2" name="AutoShape 1534">
                  <a:extLst>
                    <a:ext uri="{FF2B5EF4-FFF2-40B4-BE49-F238E27FC236}">
                      <a16:creationId xmlns:a16="http://schemas.microsoft.com/office/drawing/2014/main" id="{978B2207-20F5-804B-A3B3-4C26DFE98A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3" name="AutoShape 1535">
                  <a:extLst>
                    <a:ext uri="{FF2B5EF4-FFF2-40B4-BE49-F238E27FC236}">
                      <a16:creationId xmlns:a16="http://schemas.microsoft.com/office/drawing/2014/main" id="{33928060-4AE4-1F4D-BEE3-C45BB6D2EF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4" name="Oval 1536">
                  <a:extLst>
                    <a:ext uri="{FF2B5EF4-FFF2-40B4-BE49-F238E27FC236}">
                      <a16:creationId xmlns:a16="http://schemas.microsoft.com/office/drawing/2014/main" id="{F9FB74F8-49C8-6E4B-824C-D9D631D498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5" name="Oval 1537">
                  <a:extLst>
                    <a:ext uri="{FF2B5EF4-FFF2-40B4-BE49-F238E27FC236}">
                      <a16:creationId xmlns:a16="http://schemas.microsoft.com/office/drawing/2014/main" id="{10618A8B-63CD-6442-8B7A-099C5459AE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436" name="Oval 1538">
                  <a:extLst>
                    <a:ext uri="{FF2B5EF4-FFF2-40B4-BE49-F238E27FC236}">
                      <a16:creationId xmlns:a16="http://schemas.microsoft.com/office/drawing/2014/main" id="{97727A51-FDBA-8D4B-910B-17DBF18A46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7" name="Rectangle 1539">
                  <a:extLst>
                    <a:ext uri="{FF2B5EF4-FFF2-40B4-BE49-F238E27FC236}">
                      <a16:creationId xmlns:a16="http://schemas.microsoft.com/office/drawing/2014/main" id="{970EDF53-297E-EA44-92BE-C2F97533DF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CC1738F7-B8A1-9947-9EA4-1523E924127F}"/>
                  </a:ext>
                </a:extLst>
              </p:cNvPr>
              <p:cNvCxnSpPr/>
              <p:nvPr/>
            </p:nvCxnSpPr>
            <p:spPr bwMode="auto">
              <a:xfrm>
                <a:off x="1682405" y="2744686"/>
                <a:ext cx="526774" cy="0"/>
              </a:xfrm>
              <a:prstGeom prst="line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39855349-2D43-7C4A-B353-74029E8BA4BD}"/>
                  </a:ext>
                </a:extLst>
              </p:cNvPr>
              <p:cNvCxnSpPr/>
              <p:nvPr/>
            </p:nvCxnSpPr>
            <p:spPr bwMode="auto">
              <a:xfrm>
                <a:off x="6895267" y="2779855"/>
                <a:ext cx="526774" cy="0"/>
              </a:xfrm>
              <a:prstGeom prst="line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330" name="Group 329">
                <a:extLst>
                  <a:ext uri="{FF2B5EF4-FFF2-40B4-BE49-F238E27FC236}">
                    <a16:creationId xmlns:a16="http://schemas.microsoft.com/office/drawing/2014/main" id="{54C81718-AB53-EC48-8CA0-41A17EEA9C4F}"/>
                  </a:ext>
                </a:extLst>
              </p:cNvPr>
              <p:cNvGrpSpPr/>
              <p:nvPr/>
            </p:nvGrpSpPr>
            <p:grpSpPr>
              <a:xfrm>
                <a:off x="3414626" y="1982945"/>
                <a:ext cx="687402" cy="571677"/>
                <a:chOff x="1736090" y="2893762"/>
                <a:chExt cx="565150" cy="413310"/>
              </a:xfrm>
            </p:grpSpPr>
            <p:grpSp>
              <p:nvGrpSpPr>
                <p:cNvPr id="401" name="Group 327">
                  <a:extLst>
                    <a:ext uri="{FF2B5EF4-FFF2-40B4-BE49-F238E27FC236}">
                      <a16:creationId xmlns:a16="http://schemas.microsoft.com/office/drawing/2014/main" id="{DA91FBE5-CFD0-764B-9319-580E8A886F2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405" name="Oval 404">
                    <a:extLst>
                      <a:ext uri="{FF2B5EF4-FFF2-40B4-BE49-F238E27FC236}">
                        <a16:creationId xmlns:a16="http://schemas.microsoft.com/office/drawing/2014/main" id="{AB5BE366-3696-3444-BEED-B2D3E9A552B4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6" name="Rectangle 405">
                    <a:extLst>
                      <a:ext uri="{FF2B5EF4-FFF2-40B4-BE49-F238E27FC236}">
                        <a16:creationId xmlns:a16="http://schemas.microsoft.com/office/drawing/2014/main" id="{014C0E46-985C-064D-9955-6DBD816F771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7" name="Oval 406">
                    <a:extLst>
                      <a:ext uri="{FF2B5EF4-FFF2-40B4-BE49-F238E27FC236}">
                        <a16:creationId xmlns:a16="http://schemas.microsoft.com/office/drawing/2014/main" id="{B8592CE9-885E-7948-9885-40869BFBEECC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8" name="Freeform 407">
                    <a:extLst>
                      <a:ext uri="{FF2B5EF4-FFF2-40B4-BE49-F238E27FC236}">
                        <a16:creationId xmlns:a16="http://schemas.microsoft.com/office/drawing/2014/main" id="{B2A3A479-23C9-374A-AD09-A3B80F0EF40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9" name="Freeform 408">
                    <a:extLst>
                      <a:ext uri="{FF2B5EF4-FFF2-40B4-BE49-F238E27FC236}">
                        <a16:creationId xmlns:a16="http://schemas.microsoft.com/office/drawing/2014/main" id="{7E3C8C30-970D-AA49-8416-454E3AD9F4E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10" name="Freeform 409">
                    <a:extLst>
                      <a:ext uri="{FF2B5EF4-FFF2-40B4-BE49-F238E27FC236}">
                        <a16:creationId xmlns:a16="http://schemas.microsoft.com/office/drawing/2014/main" id="{DA5747D1-6ED5-2C46-94C9-0EB423C8C5D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11" name="Freeform 410">
                    <a:extLst>
                      <a:ext uri="{FF2B5EF4-FFF2-40B4-BE49-F238E27FC236}">
                        <a16:creationId xmlns:a16="http://schemas.microsoft.com/office/drawing/2014/main" id="{DF23003A-4DCD-DC4B-8861-7B76CD1E54F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12" name="Straight Connector 411">
                    <a:extLst>
                      <a:ext uri="{FF2B5EF4-FFF2-40B4-BE49-F238E27FC236}">
                        <a16:creationId xmlns:a16="http://schemas.microsoft.com/office/drawing/2014/main" id="{365A8E44-4CBE-0E4C-82AF-500CF5C75E81}"/>
                      </a:ext>
                    </a:extLst>
                  </p:cNvPr>
                  <p:cNvCxnSpPr>
                    <a:endCxn id="407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413" name="Straight Connector 412">
                    <a:extLst>
                      <a:ext uri="{FF2B5EF4-FFF2-40B4-BE49-F238E27FC236}">
                        <a16:creationId xmlns:a16="http://schemas.microsoft.com/office/drawing/2014/main" id="{C26017F9-54C2-314E-B28C-087D5A4210BF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402" name="Group 401">
                  <a:extLst>
                    <a:ext uri="{FF2B5EF4-FFF2-40B4-BE49-F238E27FC236}">
                      <a16:creationId xmlns:a16="http://schemas.microsoft.com/office/drawing/2014/main" id="{05B2825B-A7A6-B346-A195-362C44BBE9A9}"/>
                    </a:ext>
                  </a:extLst>
                </p:cNvPr>
                <p:cNvGrpSpPr/>
                <p:nvPr/>
              </p:nvGrpSpPr>
              <p:grpSpPr>
                <a:xfrm>
                  <a:off x="1844715" y="2907714"/>
                  <a:ext cx="356365" cy="399358"/>
                  <a:chOff x="741398" y="1743005"/>
                  <a:chExt cx="356365" cy="399358"/>
                </a:xfrm>
              </p:grpSpPr>
              <p:sp>
                <p:nvSpPr>
                  <p:cNvPr id="403" name="Oval 402">
                    <a:extLst>
                      <a:ext uri="{FF2B5EF4-FFF2-40B4-BE49-F238E27FC236}">
                        <a16:creationId xmlns:a16="http://schemas.microsoft.com/office/drawing/2014/main" id="{711DAB05-728C-6A49-AC89-08153D12807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41398" y="1850752"/>
                    <a:ext cx="356365" cy="16845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4" name="TextBox 403">
                    <a:extLst>
                      <a:ext uri="{FF2B5EF4-FFF2-40B4-BE49-F238E27FC236}">
                        <a16:creationId xmlns:a16="http://schemas.microsoft.com/office/drawing/2014/main" id="{698467EC-D43B-314B-94F0-6D24FE81E796}"/>
                      </a:ext>
                    </a:extLst>
                  </p:cNvPr>
                  <p:cNvSpPr txBox="1"/>
                  <p:nvPr/>
                </p:nvSpPr>
                <p:spPr>
                  <a:xfrm>
                    <a:off x="783895" y="1743005"/>
                    <a:ext cx="288887" cy="39935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v</a:t>
                    </a:r>
                  </a:p>
                </p:txBody>
              </p:sp>
            </p:grpSp>
          </p:grpSp>
          <p:grpSp>
            <p:nvGrpSpPr>
              <p:cNvPr id="331" name="Group 330">
                <a:extLst>
                  <a:ext uri="{FF2B5EF4-FFF2-40B4-BE49-F238E27FC236}">
                    <a16:creationId xmlns:a16="http://schemas.microsoft.com/office/drawing/2014/main" id="{4E6BDBA9-3548-B946-98EB-9AE749E9F937}"/>
                  </a:ext>
                </a:extLst>
              </p:cNvPr>
              <p:cNvGrpSpPr/>
              <p:nvPr/>
            </p:nvGrpSpPr>
            <p:grpSpPr>
              <a:xfrm>
                <a:off x="4888811" y="1979830"/>
                <a:ext cx="687402" cy="480963"/>
                <a:chOff x="1736090" y="2893762"/>
                <a:chExt cx="565150" cy="347726"/>
              </a:xfrm>
            </p:grpSpPr>
            <p:grpSp>
              <p:nvGrpSpPr>
                <p:cNvPr id="388" name="Group 327">
                  <a:extLst>
                    <a:ext uri="{FF2B5EF4-FFF2-40B4-BE49-F238E27FC236}">
                      <a16:creationId xmlns:a16="http://schemas.microsoft.com/office/drawing/2014/main" id="{F646075B-0210-E145-92F7-2C7F57A21E9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92" name="Oval 391">
                    <a:extLst>
                      <a:ext uri="{FF2B5EF4-FFF2-40B4-BE49-F238E27FC236}">
                        <a16:creationId xmlns:a16="http://schemas.microsoft.com/office/drawing/2014/main" id="{81AFD18E-0D9A-B449-8E1B-E5E544ED512D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3" name="Rectangle 392">
                    <a:extLst>
                      <a:ext uri="{FF2B5EF4-FFF2-40B4-BE49-F238E27FC236}">
                        <a16:creationId xmlns:a16="http://schemas.microsoft.com/office/drawing/2014/main" id="{09742F60-F878-CC40-B53A-2F912DCBE33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4" name="Oval 393">
                    <a:extLst>
                      <a:ext uri="{FF2B5EF4-FFF2-40B4-BE49-F238E27FC236}">
                        <a16:creationId xmlns:a16="http://schemas.microsoft.com/office/drawing/2014/main" id="{D089913E-3116-5942-BC7E-07C6208B204A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5" name="Freeform 394">
                    <a:extLst>
                      <a:ext uri="{FF2B5EF4-FFF2-40B4-BE49-F238E27FC236}">
                        <a16:creationId xmlns:a16="http://schemas.microsoft.com/office/drawing/2014/main" id="{7691F655-F63F-2347-97E3-F8AD9695B5B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6" name="Freeform 395">
                    <a:extLst>
                      <a:ext uri="{FF2B5EF4-FFF2-40B4-BE49-F238E27FC236}">
                        <a16:creationId xmlns:a16="http://schemas.microsoft.com/office/drawing/2014/main" id="{97D4BABA-50C0-C64B-BDF1-E0D6998D7CF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7" name="Freeform 396">
                    <a:extLst>
                      <a:ext uri="{FF2B5EF4-FFF2-40B4-BE49-F238E27FC236}">
                        <a16:creationId xmlns:a16="http://schemas.microsoft.com/office/drawing/2014/main" id="{0A01411A-9D7A-994A-A0CE-3453871ED90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8" name="Freeform 397">
                    <a:extLst>
                      <a:ext uri="{FF2B5EF4-FFF2-40B4-BE49-F238E27FC236}">
                        <a16:creationId xmlns:a16="http://schemas.microsoft.com/office/drawing/2014/main" id="{5C18C6F3-1443-CE44-AEA8-5EB74E9B300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99" name="Straight Connector 398">
                    <a:extLst>
                      <a:ext uri="{FF2B5EF4-FFF2-40B4-BE49-F238E27FC236}">
                        <a16:creationId xmlns:a16="http://schemas.microsoft.com/office/drawing/2014/main" id="{836DA7B6-225C-CA4C-BE47-00A59751C43C}"/>
                      </a:ext>
                    </a:extLst>
                  </p:cNvPr>
                  <p:cNvCxnSpPr>
                    <a:endCxn id="394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400" name="Straight Connector 399">
                    <a:extLst>
                      <a:ext uri="{FF2B5EF4-FFF2-40B4-BE49-F238E27FC236}">
                        <a16:creationId xmlns:a16="http://schemas.microsoft.com/office/drawing/2014/main" id="{DEF7E2A6-FA97-154A-BD4D-79EE8753D930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89" name="Group 388">
                  <a:extLst>
                    <a:ext uri="{FF2B5EF4-FFF2-40B4-BE49-F238E27FC236}">
                      <a16:creationId xmlns:a16="http://schemas.microsoft.com/office/drawing/2014/main" id="{E3DC6576-9970-E447-99D0-AC11398D26FE}"/>
                    </a:ext>
                  </a:extLst>
                </p:cNvPr>
                <p:cNvGrpSpPr/>
                <p:nvPr/>
              </p:nvGrpSpPr>
              <p:grpSpPr>
                <a:xfrm>
                  <a:off x="1844715" y="2907714"/>
                  <a:ext cx="378664" cy="333774"/>
                  <a:chOff x="741398" y="1743005"/>
                  <a:chExt cx="378664" cy="333774"/>
                </a:xfrm>
              </p:grpSpPr>
              <p:sp>
                <p:nvSpPr>
                  <p:cNvPr id="390" name="Oval 389">
                    <a:extLst>
                      <a:ext uri="{FF2B5EF4-FFF2-40B4-BE49-F238E27FC236}">
                        <a16:creationId xmlns:a16="http://schemas.microsoft.com/office/drawing/2014/main" id="{98BB2803-575E-E049-B163-D2026BE7F0B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41398" y="1850752"/>
                    <a:ext cx="356365" cy="16845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1" name="TextBox 390">
                    <a:extLst>
                      <a:ext uri="{FF2B5EF4-FFF2-40B4-BE49-F238E27FC236}">
                        <a16:creationId xmlns:a16="http://schemas.microsoft.com/office/drawing/2014/main" id="{18716BE7-82ED-D14C-9928-AF15495F05EC}"/>
                      </a:ext>
                    </a:extLst>
                  </p:cNvPr>
                  <p:cNvSpPr txBox="1"/>
                  <p:nvPr/>
                </p:nvSpPr>
                <p:spPr>
                  <a:xfrm>
                    <a:off x="767915" y="1743005"/>
                    <a:ext cx="352147" cy="33377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w</a:t>
                    </a:r>
                  </a:p>
                </p:txBody>
              </p:sp>
            </p:grpSp>
          </p:grpSp>
          <p:grpSp>
            <p:nvGrpSpPr>
              <p:cNvPr id="332" name="Group 331">
                <a:extLst>
                  <a:ext uri="{FF2B5EF4-FFF2-40B4-BE49-F238E27FC236}">
                    <a16:creationId xmlns:a16="http://schemas.microsoft.com/office/drawing/2014/main" id="{1DD8783F-1A55-EB4C-B3C4-852DAE0C6CF0}"/>
                  </a:ext>
                </a:extLst>
              </p:cNvPr>
              <p:cNvGrpSpPr/>
              <p:nvPr/>
            </p:nvGrpSpPr>
            <p:grpSpPr>
              <a:xfrm>
                <a:off x="2206359" y="2517647"/>
                <a:ext cx="687402" cy="480963"/>
                <a:chOff x="1736090" y="2893762"/>
                <a:chExt cx="565150" cy="347726"/>
              </a:xfrm>
            </p:grpSpPr>
            <p:grpSp>
              <p:nvGrpSpPr>
                <p:cNvPr id="375" name="Group 327">
                  <a:extLst>
                    <a:ext uri="{FF2B5EF4-FFF2-40B4-BE49-F238E27FC236}">
                      <a16:creationId xmlns:a16="http://schemas.microsoft.com/office/drawing/2014/main" id="{269FEBD4-E3E1-5645-BF55-D2033B31ED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79" name="Oval 378">
                    <a:extLst>
                      <a:ext uri="{FF2B5EF4-FFF2-40B4-BE49-F238E27FC236}">
                        <a16:creationId xmlns:a16="http://schemas.microsoft.com/office/drawing/2014/main" id="{7E1FC68E-A1FE-574A-94C0-90C1E270401E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0" name="Rectangle 379">
                    <a:extLst>
                      <a:ext uri="{FF2B5EF4-FFF2-40B4-BE49-F238E27FC236}">
                        <a16:creationId xmlns:a16="http://schemas.microsoft.com/office/drawing/2014/main" id="{E97E3D1C-D3CA-8D44-AB02-74B31DF8CE3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1" name="Oval 380">
                    <a:extLst>
                      <a:ext uri="{FF2B5EF4-FFF2-40B4-BE49-F238E27FC236}">
                        <a16:creationId xmlns:a16="http://schemas.microsoft.com/office/drawing/2014/main" id="{DA4F6523-8F37-7047-BC5F-19E4B1E17DBD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2" name="Freeform 381">
                    <a:extLst>
                      <a:ext uri="{FF2B5EF4-FFF2-40B4-BE49-F238E27FC236}">
                        <a16:creationId xmlns:a16="http://schemas.microsoft.com/office/drawing/2014/main" id="{B5E52805-9174-A644-8ABD-91F588F0CDF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3" name="Freeform 382">
                    <a:extLst>
                      <a:ext uri="{FF2B5EF4-FFF2-40B4-BE49-F238E27FC236}">
                        <a16:creationId xmlns:a16="http://schemas.microsoft.com/office/drawing/2014/main" id="{76D2CD28-1F92-3D41-B7AE-29A160B712A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4" name="Freeform 383">
                    <a:extLst>
                      <a:ext uri="{FF2B5EF4-FFF2-40B4-BE49-F238E27FC236}">
                        <a16:creationId xmlns:a16="http://schemas.microsoft.com/office/drawing/2014/main" id="{04612F60-D252-974D-93EB-FDB70B90344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5" name="Freeform 384">
                    <a:extLst>
                      <a:ext uri="{FF2B5EF4-FFF2-40B4-BE49-F238E27FC236}">
                        <a16:creationId xmlns:a16="http://schemas.microsoft.com/office/drawing/2014/main" id="{923BAC06-842B-F147-83CF-E13A0EA0CCB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86" name="Straight Connector 385">
                    <a:extLst>
                      <a:ext uri="{FF2B5EF4-FFF2-40B4-BE49-F238E27FC236}">
                        <a16:creationId xmlns:a16="http://schemas.microsoft.com/office/drawing/2014/main" id="{40C05CBD-7D1C-8541-92D2-BC763E8E8EED}"/>
                      </a:ext>
                    </a:extLst>
                  </p:cNvPr>
                  <p:cNvCxnSpPr>
                    <a:endCxn id="381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87" name="Straight Connector 386">
                    <a:extLst>
                      <a:ext uri="{FF2B5EF4-FFF2-40B4-BE49-F238E27FC236}">
                        <a16:creationId xmlns:a16="http://schemas.microsoft.com/office/drawing/2014/main" id="{D6AD7786-A1F4-C449-A6DD-1E2537A37721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76" name="Group 375">
                  <a:extLst>
                    <a:ext uri="{FF2B5EF4-FFF2-40B4-BE49-F238E27FC236}">
                      <a16:creationId xmlns:a16="http://schemas.microsoft.com/office/drawing/2014/main" id="{CB56850E-A076-8247-B3B4-11EC70C4086D}"/>
                    </a:ext>
                  </a:extLst>
                </p:cNvPr>
                <p:cNvGrpSpPr/>
                <p:nvPr/>
              </p:nvGrpSpPr>
              <p:grpSpPr>
                <a:xfrm>
                  <a:off x="1844715" y="2907714"/>
                  <a:ext cx="356365" cy="333774"/>
                  <a:chOff x="741398" y="1743005"/>
                  <a:chExt cx="356365" cy="333774"/>
                </a:xfrm>
              </p:grpSpPr>
              <p:sp>
                <p:nvSpPr>
                  <p:cNvPr id="377" name="Oval 376">
                    <a:extLst>
                      <a:ext uri="{FF2B5EF4-FFF2-40B4-BE49-F238E27FC236}">
                        <a16:creationId xmlns:a16="http://schemas.microsoft.com/office/drawing/2014/main" id="{824D8097-5CC3-2E4C-9F15-B993F3A6D5A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41398" y="1850752"/>
                    <a:ext cx="356365" cy="16845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8" name="TextBox 377">
                    <a:extLst>
                      <a:ext uri="{FF2B5EF4-FFF2-40B4-BE49-F238E27FC236}">
                        <a16:creationId xmlns:a16="http://schemas.microsoft.com/office/drawing/2014/main" id="{E11DE245-B5B5-3649-868A-4CD4FF70FE95}"/>
                      </a:ext>
                    </a:extLst>
                  </p:cNvPr>
                  <p:cNvSpPr txBox="1"/>
                  <p:nvPr/>
                </p:nvSpPr>
                <p:spPr>
                  <a:xfrm>
                    <a:off x="783895" y="1743005"/>
                    <a:ext cx="292553" cy="33377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u</a:t>
                    </a:r>
                  </a:p>
                </p:txBody>
              </p:sp>
            </p:grpSp>
          </p:grpSp>
          <p:grpSp>
            <p:nvGrpSpPr>
              <p:cNvPr id="333" name="Group 332">
                <a:extLst>
                  <a:ext uri="{FF2B5EF4-FFF2-40B4-BE49-F238E27FC236}">
                    <a16:creationId xmlns:a16="http://schemas.microsoft.com/office/drawing/2014/main" id="{431BBE16-D442-054B-BAC5-76CAFD6BD2A5}"/>
                  </a:ext>
                </a:extLst>
              </p:cNvPr>
              <p:cNvGrpSpPr/>
              <p:nvPr/>
            </p:nvGrpSpPr>
            <p:grpSpPr>
              <a:xfrm>
                <a:off x="6285253" y="2579331"/>
                <a:ext cx="687402" cy="480963"/>
                <a:chOff x="1736090" y="2893762"/>
                <a:chExt cx="565150" cy="347726"/>
              </a:xfrm>
            </p:grpSpPr>
            <p:grpSp>
              <p:nvGrpSpPr>
                <p:cNvPr id="362" name="Group 327">
                  <a:extLst>
                    <a:ext uri="{FF2B5EF4-FFF2-40B4-BE49-F238E27FC236}">
                      <a16:creationId xmlns:a16="http://schemas.microsoft.com/office/drawing/2014/main" id="{838F87CD-61CF-C943-AC83-B826FFFF7A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66" name="Oval 365">
                    <a:extLst>
                      <a:ext uri="{FF2B5EF4-FFF2-40B4-BE49-F238E27FC236}">
                        <a16:creationId xmlns:a16="http://schemas.microsoft.com/office/drawing/2014/main" id="{0ED521EC-D0D3-1247-B3BB-E47DF2D2F0C7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7" name="Rectangle 366">
                    <a:extLst>
                      <a:ext uri="{FF2B5EF4-FFF2-40B4-BE49-F238E27FC236}">
                        <a16:creationId xmlns:a16="http://schemas.microsoft.com/office/drawing/2014/main" id="{3F6E4DA5-C998-6F45-A49A-5B26D59B20C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8" name="Oval 367">
                    <a:extLst>
                      <a:ext uri="{FF2B5EF4-FFF2-40B4-BE49-F238E27FC236}">
                        <a16:creationId xmlns:a16="http://schemas.microsoft.com/office/drawing/2014/main" id="{E05A0AC1-DC1A-964A-97CC-83B9E3375C59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9" name="Freeform 368">
                    <a:extLst>
                      <a:ext uri="{FF2B5EF4-FFF2-40B4-BE49-F238E27FC236}">
                        <a16:creationId xmlns:a16="http://schemas.microsoft.com/office/drawing/2014/main" id="{42E7681D-A64C-F04C-94F3-FA8697E4D3A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0" name="Freeform 369">
                    <a:extLst>
                      <a:ext uri="{FF2B5EF4-FFF2-40B4-BE49-F238E27FC236}">
                        <a16:creationId xmlns:a16="http://schemas.microsoft.com/office/drawing/2014/main" id="{BBF48F50-0417-D740-ADB8-939BE1EA867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1" name="Freeform 370">
                    <a:extLst>
                      <a:ext uri="{FF2B5EF4-FFF2-40B4-BE49-F238E27FC236}">
                        <a16:creationId xmlns:a16="http://schemas.microsoft.com/office/drawing/2014/main" id="{36FD4761-DA58-F74F-8F44-310BBFFE0DE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2" name="Freeform 371">
                    <a:extLst>
                      <a:ext uri="{FF2B5EF4-FFF2-40B4-BE49-F238E27FC236}">
                        <a16:creationId xmlns:a16="http://schemas.microsoft.com/office/drawing/2014/main" id="{F8DF6EB3-3D4E-344A-B8CD-29D84ECE8F7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73" name="Straight Connector 372">
                    <a:extLst>
                      <a:ext uri="{FF2B5EF4-FFF2-40B4-BE49-F238E27FC236}">
                        <a16:creationId xmlns:a16="http://schemas.microsoft.com/office/drawing/2014/main" id="{549A5C46-56F8-A240-9B8D-EFB1D85344AA}"/>
                      </a:ext>
                    </a:extLst>
                  </p:cNvPr>
                  <p:cNvCxnSpPr>
                    <a:endCxn id="368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74" name="Straight Connector 373">
                    <a:extLst>
                      <a:ext uri="{FF2B5EF4-FFF2-40B4-BE49-F238E27FC236}">
                        <a16:creationId xmlns:a16="http://schemas.microsoft.com/office/drawing/2014/main" id="{85F33945-95FF-464E-B661-0CC95E3B1DCF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63" name="Group 362">
                  <a:extLst>
                    <a:ext uri="{FF2B5EF4-FFF2-40B4-BE49-F238E27FC236}">
                      <a16:creationId xmlns:a16="http://schemas.microsoft.com/office/drawing/2014/main" id="{3F98D8AA-23AB-DD4F-8F23-362741C6E1CA}"/>
                    </a:ext>
                  </a:extLst>
                </p:cNvPr>
                <p:cNvGrpSpPr/>
                <p:nvPr/>
              </p:nvGrpSpPr>
              <p:grpSpPr>
                <a:xfrm>
                  <a:off x="1844715" y="2907714"/>
                  <a:ext cx="356365" cy="333774"/>
                  <a:chOff x="741398" y="1743005"/>
                  <a:chExt cx="356365" cy="333774"/>
                </a:xfrm>
              </p:grpSpPr>
              <p:sp>
                <p:nvSpPr>
                  <p:cNvPr id="364" name="Oval 363">
                    <a:extLst>
                      <a:ext uri="{FF2B5EF4-FFF2-40B4-BE49-F238E27FC236}">
                        <a16:creationId xmlns:a16="http://schemas.microsoft.com/office/drawing/2014/main" id="{C4070F47-79D5-1D43-8087-8F32388338D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41398" y="1850752"/>
                    <a:ext cx="356365" cy="16845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5" name="TextBox 364">
                    <a:extLst>
                      <a:ext uri="{FF2B5EF4-FFF2-40B4-BE49-F238E27FC236}">
                        <a16:creationId xmlns:a16="http://schemas.microsoft.com/office/drawing/2014/main" id="{7018147D-1608-E247-AF2F-0A3FA61F6872}"/>
                      </a:ext>
                    </a:extLst>
                  </p:cNvPr>
                  <p:cNvSpPr txBox="1"/>
                  <p:nvPr/>
                </p:nvSpPr>
                <p:spPr>
                  <a:xfrm>
                    <a:off x="783895" y="1743005"/>
                    <a:ext cx="278343" cy="33377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z</a:t>
                    </a:r>
                  </a:p>
                </p:txBody>
              </p:sp>
            </p:grpSp>
          </p:grpSp>
          <p:grpSp>
            <p:nvGrpSpPr>
              <p:cNvPr id="334" name="Group 333">
                <a:extLst>
                  <a:ext uri="{FF2B5EF4-FFF2-40B4-BE49-F238E27FC236}">
                    <a16:creationId xmlns:a16="http://schemas.microsoft.com/office/drawing/2014/main" id="{61A2A150-9A5E-2E46-B3B6-B8E0444FDA40}"/>
                  </a:ext>
                </a:extLst>
              </p:cNvPr>
              <p:cNvGrpSpPr/>
              <p:nvPr/>
            </p:nvGrpSpPr>
            <p:grpSpPr>
              <a:xfrm>
                <a:off x="4927962" y="3152913"/>
                <a:ext cx="687402" cy="480963"/>
                <a:chOff x="1736090" y="2893762"/>
                <a:chExt cx="565150" cy="347726"/>
              </a:xfrm>
            </p:grpSpPr>
            <p:grpSp>
              <p:nvGrpSpPr>
                <p:cNvPr id="349" name="Group 327">
                  <a:extLst>
                    <a:ext uri="{FF2B5EF4-FFF2-40B4-BE49-F238E27FC236}">
                      <a16:creationId xmlns:a16="http://schemas.microsoft.com/office/drawing/2014/main" id="{D9B4429C-85AB-E840-84D8-FA40FE4AAD7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53" name="Oval 352">
                    <a:extLst>
                      <a:ext uri="{FF2B5EF4-FFF2-40B4-BE49-F238E27FC236}">
                        <a16:creationId xmlns:a16="http://schemas.microsoft.com/office/drawing/2014/main" id="{EAB42D73-2A2D-FA4C-9CE4-AB00D07503EF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4" name="Rectangle 353">
                    <a:extLst>
                      <a:ext uri="{FF2B5EF4-FFF2-40B4-BE49-F238E27FC236}">
                        <a16:creationId xmlns:a16="http://schemas.microsoft.com/office/drawing/2014/main" id="{64BE1C9C-3344-3D42-8250-14C1226B42B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5" name="Oval 354">
                    <a:extLst>
                      <a:ext uri="{FF2B5EF4-FFF2-40B4-BE49-F238E27FC236}">
                        <a16:creationId xmlns:a16="http://schemas.microsoft.com/office/drawing/2014/main" id="{4EA0FEC9-B172-2F49-B3E9-B131F0BBAFF3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6" name="Freeform 355">
                    <a:extLst>
                      <a:ext uri="{FF2B5EF4-FFF2-40B4-BE49-F238E27FC236}">
                        <a16:creationId xmlns:a16="http://schemas.microsoft.com/office/drawing/2014/main" id="{DB5061C7-9E8A-D046-B17E-E5570300DE1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7" name="Freeform 356">
                    <a:extLst>
                      <a:ext uri="{FF2B5EF4-FFF2-40B4-BE49-F238E27FC236}">
                        <a16:creationId xmlns:a16="http://schemas.microsoft.com/office/drawing/2014/main" id="{62A5B80A-DD73-F74C-9F2C-58AECB292CB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8" name="Freeform 357">
                    <a:extLst>
                      <a:ext uri="{FF2B5EF4-FFF2-40B4-BE49-F238E27FC236}">
                        <a16:creationId xmlns:a16="http://schemas.microsoft.com/office/drawing/2014/main" id="{FCD61B9F-ACCC-6247-8A0D-B092E4119A1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9" name="Freeform 358">
                    <a:extLst>
                      <a:ext uri="{FF2B5EF4-FFF2-40B4-BE49-F238E27FC236}">
                        <a16:creationId xmlns:a16="http://schemas.microsoft.com/office/drawing/2014/main" id="{94E1C9C7-8C08-6549-B805-129570A1398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60" name="Straight Connector 359">
                    <a:extLst>
                      <a:ext uri="{FF2B5EF4-FFF2-40B4-BE49-F238E27FC236}">
                        <a16:creationId xmlns:a16="http://schemas.microsoft.com/office/drawing/2014/main" id="{A4659640-7F4B-0B49-BF24-166017C6A55C}"/>
                      </a:ext>
                    </a:extLst>
                  </p:cNvPr>
                  <p:cNvCxnSpPr>
                    <a:endCxn id="355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61" name="Straight Connector 360">
                    <a:extLst>
                      <a:ext uri="{FF2B5EF4-FFF2-40B4-BE49-F238E27FC236}">
                        <a16:creationId xmlns:a16="http://schemas.microsoft.com/office/drawing/2014/main" id="{FCB37C50-EDC1-DA4D-9C1E-43EC565B4844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50" name="Group 349">
                  <a:extLst>
                    <a:ext uri="{FF2B5EF4-FFF2-40B4-BE49-F238E27FC236}">
                      <a16:creationId xmlns:a16="http://schemas.microsoft.com/office/drawing/2014/main" id="{4CCC8E41-AE12-2E45-9CDA-81815FBE6A31}"/>
                    </a:ext>
                  </a:extLst>
                </p:cNvPr>
                <p:cNvGrpSpPr/>
                <p:nvPr/>
              </p:nvGrpSpPr>
              <p:grpSpPr>
                <a:xfrm>
                  <a:off x="1844715" y="2907714"/>
                  <a:ext cx="356365" cy="333774"/>
                  <a:chOff x="741398" y="1743005"/>
                  <a:chExt cx="356365" cy="333774"/>
                </a:xfrm>
              </p:grpSpPr>
              <p:sp>
                <p:nvSpPr>
                  <p:cNvPr id="351" name="Oval 350">
                    <a:extLst>
                      <a:ext uri="{FF2B5EF4-FFF2-40B4-BE49-F238E27FC236}">
                        <a16:creationId xmlns:a16="http://schemas.microsoft.com/office/drawing/2014/main" id="{EE9F6CD0-DD61-534F-B730-D6272896CA5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41398" y="1850752"/>
                    <a:ext cx="356365" cy="16845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2" name="TextBox 351">
                    <a:extLst>
                      <a:ext uri="{FF2B5EF4-FFF2-40B4-BE49-F238E27FC236}">
                        <a16:creationId xmlns:a16="http://schemas.microsoft.com/office/drawing/2014/main" id="{606A2E50-67A7-944A-BFBE-007FE0561769}"/>
                      </a:ext>
                    </a:extLst>
                  </p:cNvPr>
                  <p:cNvSpPr txBox="1"/>
                  <p:nvPr/>
                </p:nvSpPr>
                <p:spPr>
                  <a:xfrm>
                    <a:off x="783895" y="1743005"/>
                    <a:ext cx="278343" cy="33377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y</a:t>
                    </a:r>
                  </a:p>
                </p:txBody>
              </p:sp>
            </p:grpSp>
          </p:grpSp>
          <p:grpSp>
            <p:nvGrpSpPr>
              <p:cNvPr id="335" name="Group 334">
                <a:extLst>
                  <a:ext uri="{FF2B5EF4-FFF2-40B4-BE49-F238E27FC236}">
                    <a16:creationId xmlns:a16="http://schemas.microsoft.com/office/drawing/2014/main" id="{197C3411-8ACC-A144-B943-909C445C648C}"/>
                  </a:ext>
                </a:extLst>
              </p:cNvPr>
              <p:cNvGrpSpPr/>
              <p:nvPr/>
            </p:nvGrpSpPr>
            <p:grpSpPr>
              <a:xfrm>
                <a:off x="3337414" y="3136841"/>
                <a:ext cx="687402" cy="480963"/>
                <a:chOff x="1736090" y="2893762"/>
                <a:chExt cx="565150" cy="347726"/>
              </a:xfrm>
            </p:grpSpPr>
            <p:grpSp>
              <p:nvGrpSpPr>
                <p:cNvPr id="336" name="Group 327">
                  <a:extLst>
                    <a:ext uri="{FF2B5EF4-FFF2-40B4-BE49-F238E27FC236}">
                      <a16:creationId xmlns:a16="http://schemas.microsoft.com/office/drawing/2014/main" id="{FA996CF8-59FA-CC40-ABE8-FDC6CACF059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40" name="Oval 339">
                    <a:extLst>
                      <a:ext uri="{FF2B5EF4-FFF2-40B4-BE49-F238E27FC236}">
                        <a16:creationId xmlns:a16="http://schemas.microsoft.com/office/drawing/2014/main" id="{22C80AE6-A280-4F4B-BB3C-510377C8C0F4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1" name="Rectangle 340">
                    <a:extLst>
                      <a:ext uri="{FF2B5EF4-FFF2-40B4-BE49-F238E27FC236}">
                        <a16:creationId xmlns:a16="http://schemas.microsoft.com/office/drawing/2014/main" id="{7A7898E7-4AEB-F249-8E1A-BB05B6E7C9A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2" name="Oval 341">
                    <a:extLst>
                      <a:ext uri="{FF2B5EF4-FFF2-40B4-BE49-F238E27FC236}">
                        <a16:creationId xmlns:a16="http://schemas.microsoft.com/office/drawing/2014/main" id="{9F50EA59-1055-3C43-B49F-67EE49989A84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3" name="Freeform 342">
                    <a:extLst>
                      <a:ext uri="{FF2B5EF4-FFF2-40B4-BE49-F238E27FC236}">
                        <a16:creationId xmlns:a16="http://schemas.microsoft.com/office/drawing/2014/main" id="{D1F158B9-CEAB-D242-AB06-53FBCFA9D5B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4" name="Freeform 343">
                    <a:extLst>
                      <a:ext uri="{FF2B5EF4-FFF2-40B4-BE49-F238E27FC236}">
                        <a16:creationId xmlns:a16="http://schemas.microsoft.com/office/drawing/2014/main" id="{08E9302C-A5DE-0241-BE60-AE05D920ACD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5" name="Freeform 344">
                    <a:extLst>
                      <a:ext uri="{FF2B5EF4-FFF2-40B4-BE49-F238E27FC236}">
                        <a16:creationId xmlns:a16="http://schemas.microsoft.com/office/drawing/2014/main" id="{EAAE4EC6-E487-8A47-8AF3-2A052E995BC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6" name="Freeform 345">
                    <a:extLst>
                      <a:ext uri="{FF2B5EF4-FFF2-40B4-BE49-F238E27FC236}">
                        <a16:creationId xmlns:a16="http://schemas.microsoft.com/office/drawing/2014/main" id="{0164778C-A0F6-7F4F-9284-7AE8E2F673F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47" name="Straight Connector 346">
                    <a:extLst>
                      <a:ext uri="{FF2B5EF4-FFF2-40B4-BE49-F238E27FC236}">
                        <a16:creationId xmlns:a16="http://schemas.microsoft.com/office/drawing/2014/main" id="{ACED6B67-F910-AB41-9E13-0CA1E6D4BA56}"/>
                      </a:ext>
                    </a:extLst>
                  </p:cNvPr>
                  <p:cNvCxnSpPr>
                    <a:endCxn id="342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48" name="Straight Connector 347">
                    <a:extLst>
                      <a:ext uri="{FF2B5EF4-FFF2-40B4-BE49-F238E27FC236}">
                        <a16:creationId xmlns:a16="http://schemas.microsoft.com/office/drawing/2014/main" id="{6F5908E8-6AF8-F24C-9B0C-EA7C236DCA30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37" name="Group 336">
                  <a:extLst>
                    <a:ext uri="{FF2B5EF4-FFF2-40B4-BE49-F238E27FC236}">
                      <a16:creationId xmlns:a16="http://schemas.microsoft.com/office/drawing/2014/main" id="{FF9A239B-8694-AE47-A6A5-D2E2B19846A6}"/>
                    </a:ext>
                  </a:extLst>
                </p:cNvPr>
                <p:cNvGrpSpPr/>
                <p:nvPr/>
              </p:nvGrpSpPr>
              <p:grpSpPr>
                <a:xfrm>
                  <a:off x="1844715" y="2907714"/>
                  <a:ext cx="356365" cy="333774"/>
                  <a:chOff x="741398" y="1743005"/>
                  <a:chExt cx="356365" cy="333774"/>
                </a:xfrm>
              </p:grpSpPr>
              <p:sp>
                <p:nvSpPr>
                  <p:cNvPr id="338" name="Oval 337">
                    <a:extLst>
                      <a:ext uri="{FF2B5EF4-FFF2-40B4-BE49-F238E27FC236}">
                        <a16:creationId xmlns:a16="http://schemas.microsoft.com/office/drawing/2014/main" id="{2B59912B-55F6-B640-9431-9D0C0A4BCB3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41398" y="1850752"/>
                    <a:ext cx="356365" cy="16845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9" name="TextBox 338">
                    <a:extLst>
                      <a:ext uri="{FF2B5EF4-FFF2-40B4-BE49-F238E27FC236}">
                        <a16:creationId xmlns:a16="http://schemas.microsoft.com/office/drawing/2014/main" id="{972EBFF0-B83B-E347-8110-C86DE56A7485}"/>
                      </a:ext>
                    </a:extLst>
                  </p:cNvPr>
                  <p:cNvSpPr txBox="1"/>
                  <p:nvPr/>
                </p:nvSpPr>
                <p:spPr>
                  <a:xfrm>
                    <a:off x="783895" y="1743005"/>
                    <a:ext cx="278343" cy="33377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x</a:t>
                    </a:r>
                  </a:p>
                </p:txBody>
              </p:sp>
            </p:grpSp>
          </p:grpSp>
        </p:grpSp>
        <p:grpSp>
          <p:nvGrpSpPr>
            <p:cNvPr id="301" name="Group 300">
              <a:extLst>
                <a:ext uri="{FF2B5EF4-FFF2-40B4-BE49-F238E27FC236}">
                  <a16:creationId xmlns:a16="http://schemas.microsoft.com/office/drawing/2014/main" id="{5D2685C4-8AFE-C64F-82B9-C2917F255438}"/>
                </a:ext>
              </a:extLst>
            </p:cNvPr>
            <p:cNvGrpSpPr/>
            <p:nvPr/>
          </p:nvGrpSpPr>
          <p:grpSpPr>
            <a:xfrm>
              <a:off x="3389946" y="2087513"/>
              <a:ext cx="1838752" cy="1207922"/>
              <a:chOff x="1800839" y="2199110"/>
              <a:chExt cx="1838752" cy="1207922"/>
            </a:xfrm>
          </p:grpSpPr>
          <p:sp>
            <p:nvSpPr>
              <p:cNvPr id="302" name="Freeform 301">
                <a:extLst>
                  <a:ext uri="{FF2B5EF4-FFF2-40B4-BE49-F238E27FC236}">
                    <a16:creationId xmlns:a16="http://schemas.microsoft.com/office/drawing/2014/main" id="{7C98F31C-E02C-894D-B8D6-652C4F3EC9FD}"/>
                  </a:ext>
                </a:extLst>
              </p:cNvPr>
              <p:cNvSpPr/>
              <p:nvPr/>
            </p:nvSpPr>
            <p:spPr>
              <a:xfrm>
                <a:off x="1800839" y="2199110"/>
                <a:ext cx="1838752" cy="549777"/>
              </a:xfrm>
              <a:custGeom>
                <a:avLst/>
                <a:gdLst>
                  <a:gd name="connsiteX0" fmla="*/ 0 w 1876665"/>
                  <a:gd name="connsiteY0" fmla="*/ 739356 h 739356"/>
                  <a:gd name="connsiteX1" fmla="*/ 985723 w 1876665"/>
                  <a:gd name="connsiteY1" fmla="*/ 720399 h 739356"/>
                  <a:gd name="connsiteX2" fmla="*/ 1876665 w 1876665"/>
                  <a:gd name="connsiteY2" fmla="*/ 0 h 739356"/>
                  <a:gd name="connsiteX0" fmla="*/ 0 w 1876665"/>
                  <a:gd name="connsiteY0" fmla="*/ 739356 h 739356"/>
                  <a:gd name="connsiteX1" fmla="*/ 818495 w 1876665"/>
                  <a:gd name="connsiteY1" fmla="*/ 720399 h 739356"/>
                  <a:gd name="connsiteX2" fmla="*/ 1876665 w 1876665"/>
                  <a:gd name="connsiteY2" fmla="*/ 0 h 739356"/>
                  <a:gd name="connsiteX0" fmla="*/ 0 w 1802341"/>
                  <a:gd name="connsiteY0" fmla="*/ 630627 h 630627"/>
                  <a:gd name="connsiteX1" fmla="*/ 818495 w 1802341"/>
                  <a:gd name="connsiteY1" fmla="*/ 611670 h 630627"/>
                  <a:gd name="connsiteX2" fmla="*/ 1802341 w 1802341"/>
                  <a:gd name="connsiteY2" fmla="*/ 0 h 630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02341" h="630627">
                    <a:moveTo>
                      <a:pt x="0" y="630627"/>
                    </a:moveTo>
                    <a:lnTo>
                      <a:pt x="818495" y="611670"/>
                    </a:lnTo>
                    <a:lnTo>
                      <a:pt x="1802341" y="0"/>
                    </a:lnTo>
                  </a:path>
                </a:pathLst>
              </a:custGeom>
              <a:ln w="50800" cmpd="sng">
                <a:solidFill>
                  <a:srgbClr val="CC0000"/>
                </a:solidFill>
                <a:tailEnd type="triangle"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3" name="Freeform 302">
                <a:extLst>
                  <a:ext uri="{FF2B5EF4-FFF2-40B4-BE49-F238E27FC236}">
                    <a16:creationId xmlns:a16="http://schemas.microsoft.com/office/drawing/2014/main" id="{A72301BF-F676-BD4D-99F2-0250E62D90CF}"/>
                  </a:ext>
                </a:extLst>
              </p:cNvPr>
              <p:cNvSpPr/>
              <p:nvPr/>
            </p:nvSpPr>
            <p:spPr>
              <a:xfrm flipV="1">
                <a:off x="1801588" y="2749626"/>
                <a:ext cx="1741891" cy="657406"/>
              </a:xfrm>
              <a:custGeom>
                <a:avLst/>
                <a:gdLst>
                  <a:gd name="connsiteX0" fmla="*/ 0 w 1876665"/>
                  <a:gd name="connsiteY0" fmla="*/ 739356 h 739356"/>
                  <a:gd name="connsiteX1" fmla="*/ 985723 w 1876665"/>
                  <a:gd name="connsiteY1" fmla="*/ 720399 h 739356"/>
                  <a:gd name="connsiteX2" fmla="*/ 1876665 w 1876665"/>
                  <a:gd name="connsiteY2" fmla="*/ 0 h 739356"/>
                  <a:gd name="connsiteX0" fmla="*/ 0 w 1876665"/>
                  <a:gd name="connsiteY0" fmla="*/ 739356 h 739356"/>
                  <a:gd name="connsiteX1" fmla="*/ 818495 w 1876665"/>
                  <a:gd name="connsiteY1" fmla="*/ 720399 h 739356"/>
                  <a:gd name="connsiteX2" fmla="*/ 1876665 w 1876665"/>
                  <a:gd name="connsiteY2" fmla="*/ 0 h 739356"/>
                  <a:gd name="connsiteX0" fmla="*/ 0 w 1802341"/>
                  <a:gd name="connsiteY0" fmla="*/ 630627 h 630627"/>
                  <a:gd name="connsiteX1" fmla="*/ 818495 w 1802341"/>
                  <a:gd name="connsiteY1" fmla="*/ 611670 h 630627"/>
                  <a:gd name="connsiteX2" fmla="*/ 1802341 w 1802341"/>
                  <a:gd name="connsiteY2" fmla="*/ 0 h 630627"/>
                  <a:gd name="connsiteX0" fmla="*/ 0 w 1707398"/>
                  <a:gd name="connsiteY0" fmla="*/ 754084 h 754084"/>
                  <a:gd name="connsiteX1" fmla="*/ 818495 w 1707398"/>
                  <a:gd name="connsiteY1" fmla="*/ 735127 h 754084"/>
                  <a:gd name="connsiteX2" fmla="*/ 1707398 w 1707398"/>
                  <a:gd name="connsiteY2" fmla="*/ 0 h 75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7398" h="754084">
                    <a:moveTo>
                      <a:pt x="0" y="754084"/>
                    </a:moveTo>
                    <a:lnTo>
                      <a:pt x="818495" y="735127"/>
                    </a:lnTo>
                    <a:lnTo>
                      <a:pt x="1707398" y="0"/>
                    </a:lnTo>
                  </a:path>
                </a:pathLst>
              </a:custGeom>
              <a:ln w="50800" cmpd="sng">
                <a:solidFill>
                  <a:srgbClr val="CC0000"/>
                </a:solidFill>
                <a:tailEnd type="triangle"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014730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4139"/>
            <a:ext cx="10710797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Traffic engineering: difficult with traditional routing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8C4E43C-52C5-9843-9797-566EB715CE33}"/>
              </a:ext>
            </a:extLst>
          </p:cNvPr>
          <p:cNvSpPr txBox="1"/>
          <p:nvPr/>
        </p:nvSpPr>
        <p:spPr>
          <a:xfrm>
            <a:off x="1207432" y="4302204"/>
            <a:ext cx="107604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i="1" u="sng" dirty="0">
                <a:solidFill>
                  <a:srgbClr val="000090"/>
                </a:solidFill>
                <a:ea typeface="ＭＳ Ｐゴシック" charset="0"/>
              </a:rPr>
              <a:t>Q: </a:t>
            </a:r>
            <a:r>
              <a:rPr lang="en-US" sz="2800" dirty="0"/>
              <a:t>what if w wants to route blue and red traffic differently from w to z?</a:t>
            </a:r>
          </a:p>
          <a:p>
            <a:pPr eaLnBrk="0" fontAlgn="base" hangingPunct="0">
              <a:spcBef>
                <a:spcPts val="1200"/>
              </a:spcBef>
              <a:spcAft>
                <a:spcPct val="0"/>
              </a:spcAft>
            </a:pPr>
            <a:r>
              <a:rPr lang="en-US" sz="2800" i="1" u="sng" dirty="0">
                <a:solidFill>
                  <a:srgbClr val="000090"/>
                </a:solidFill>
                <a:ea typeface="ＭＳ Ｐゴシック" charset="0"/>
              </a:rPr>
              <a:t>A: </a:t>
            </a:r>
            <a:r>
              <a:rPr lang="en-US" sz="2800" dirty="0"/>
              <a:t>can’t do it (with destination-based forwarding, and LS, DV routing)</a:t>
            </a:r>
            <a:endParaRPr lang="en-US" sz="2400" dirty="0">
              <a:solidFill>
                <a:srgbClr val="000000"/>
              </a:solidFill>
              <a:ea typeface="ＭＳ Ｐゴシック" charset="0"/>
            </a:endParaRPr>
          </a:p>
        </p:txBody>
      </p:sp>
      <p:grpSp>
        <p:nvGrpSpPr>
          <p:cNvPr id="2" name="Group 1" descr="Example: operator wishes different flows from one source to traverse different routes">
            <a:extLst>
              <a:ext uri="{FF2B5EF4-FFF2-40B4-BE49-F238E27FC236}">
                <a16:creationId xmlns:a16="http://schemas.microsoft.com/office/drawing/2014/main" id="{FF3A012D-D418-3FB6-C06A-F13CB12A5366}"/>
              </a:ext>
            </a:extLst>
          </p:cNvPr>
          <p:cNvGrpSpPr/>
          <p:nvPr/>
        </p:nvGrpSpPr>
        <p:grpSpPr>
          <a:xfrm>
            <a:off x="2509218" y="1275410"/>
            <a:ext cx="6875191" cy="2639669"/>
            <a:chOff x="2509218" y="1275410"/>
            <a:chExt cx="6875191" cy="2639669"/>
          </a:xfrm>
        </p:grpSpPr>
        <p:grpSp>
          <p:nvGrpSpPr>
            <p:cNvPr id="297" name="Group 296">
              <a:extLst>
                <a:ext uri="{FF2B5EF4-FFF2-40B4-BE49-F238E27FC236}">
                  <a16:creationId xmlns:a16="http://schemas.microsoft.com/office/drawing/2014/main" id="{A94D9CBD-C23E-8E41-A1FD-57F5454A51C2}"/>
                </a:ext>
              </a:extLst>
            </p:cNvPr>
            <p:cNvGrpSpPr/>
            <p:nvPr/>
          </p:nvGrpSpPr>
          <p:grpSpPr>
            <a:xfrm>
              <a:off x="2509218" y="1275410"/>
              <a:ext cx="6875191" cy="2404002"/>
              <a:chOff x="943464" y="1363093"/>
              <a:chExt cx="6875191" cy="2404002"/>
            </a:xfrm>
          </p:grpSpPr>
          <p:grpSp>
            <p:nvGrpSpPr>
              <p:cNvPr id="154" name="Group 1612">
                <a:extLst>
                  <a:ext uri="{FF2B5EF4-FFF2-40B4-BE49-F238E27FC236}">
                    <a16:creationId xmlns:a16="http://schemas.microsoft.com/office/drawing/2014/main" id="{0BD8AB97-2D6D-9043-9508-FC2F9B50DE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943464" y="2441244"/>
                <a:ext cx="855053" cy="655887"/>
                <a:chOff x="2839" y="3501"/>
                <a:chExt cx="755" cy="803"/>
              </a:xfrm>
            </p:grpSpPr>
            <p:pic>
              <p:nvPicPr>
                <p:cNvPr id="155" name="Picture 1613" descr="desktop_computer_stylized_medium">
                  <a:extLst>
                    <a:ext uri="{FF2B5EF4-FFF2-40B4-BE49-F238E27FC236}">
                      <a16:creationId xmlns:a16="http://schemas.microsoft.com/office/drawing/2014/main" id="{00E6DCF3-67BA-4E41-887B-347DDF9653C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56" name="Freeform 1614">
                  <a:extLst>
                    <a:ext uri="{FF2B5EF4-FFF2-40B4-BE49-F238E27FC236}">
                      <a16:creationId xmlns:a16="http://schemas.microsoft.com/office/drawing/2014/main" id="{09FB0C63-6B22-4043-96F0-FC9B82E593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57" name="Freeform 3">
                <a:extLst>
                  <a:ext uri="{FF2B5EF4-FFF2-40B4-BE49-F238E27FC236}">
                    <a16:creationId xmlns:a16="http://schemas.microsoft.com/office/drawing/2014/main" id="{8E69ABA6-8634-5845-9434-96BFB8B841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9747" y="1363093"/>
                <a:ext cx="5142041" cy="2404002"/>
              </a:xfrm>
              <a:custGeom>
                <a:avLst/>
                <a:gdLst>
                  <a:gd name="T0" fmla="*/ 0 w 2250"/>
                  <a:gd name="T1" fmla="*/ 624 h 1409"/>
                  <a:gd name="T2" fmla="*/ 219 w 2250"/>
                  <a:gd name="T3" fmla="*/ 321 h 1409"/>
                  <a:gd name="T4" fmla="*/ 529 w 2250"/>
                  <a:gd name="T5" fmla="*/ 35 h 1409"/>
                  <a:gd name="T6" fmla="*/ 1551 w 2250"/>
                  <a:gd name="T7" fmla="*/ 111 h 1409"/>
                  <a:gd name="T8" fmla="*/ 1968 w 2250"/>
                  <a:gd name="T9" fmla="*/ 483 h 1409"/>
                  <a:gd name="T10" fmla="*/ 2199 w 2250"/>
                  <a:gd name="T11" fmla="*/ 906 h 1409"/>
                  <a:gd name="T12" fmla="*/ 1659 w 2250"/>
                  <a:gd name="T13" fmla="*/ 1314 h 1409"/>
                  <a:gd name="T14" fmla="*/ 993 w 2250"/>
                  <a:gd name="T15" fmla="*/ 1386 h 1409"/>
                  <a:gd name="T16" fmla="*/ 465 w 2250"/>
                  <a:gd name="T17" fmla="*/ 1356 h 1409"/>
                  <a:gd name="T18" fmla="*/ 102 w 2250"/>
                  <a:gd name="T19" fmla="*/ 1068 h 1409"/>
                  <a:gd name="T20" fmla="*/ 0 w 2250"/>
                  <a:gd name="T21" fmla="*/ 624 h 140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250"/>
                  <a:gd name="T34" fmla="*/ 0 h 1409"/>
                  <a:gd name="T35" fmla="*/ 2250 w 2250"/>
                  <a:gd name="T36" fmla="*/ 1409 h 140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250" h="1409">
                    <a:moveTo>
                      <a:pt x="0" y="624"/>
                    </a:moveTo>
                    <a:cubicBezTo>
                      <a:pt x="5" y="506"/>
                      <a:pt x="131" y="419"/>
                      <a:pt x="219" y="321"/>
                    </a:cubicBezTo>
                    <a:cubicBezTo>
                      <a:pt x="307" y="223"/>
                      <a:pt x="307" y="70"/>
                      <a:pt x="529" y="35"/>
                    </a:cubicBezTo>
                    <a:cubicBezTo>
                      <a:pt x="751" y="0"/>
                      <a:pt x="1311" y="36"/>
                      <a:pt x="1551" y="111"/>
                    </a:cubicBezTo>
                    <a:cubicBezTo>
                      <a:pt x="1791" y="186"/>
                      <a:pt x="1860" y="351"/>
                      <a:pt x="1968" y="483"/>
                    </a:cubicBezTo>
                    <a:cubicBezTo>
                      <a:pt x="2076" y="615"/>
                      <a:pt x="2250" y="767"/>
                      <a:pt x="2199" y="906"/>
                    </a:cubicBezTo>
                    <a:cubicBezTo>
                      <a:pt x="2148" y="1045"/>
                      <a:pt x="1860" y="1234"/>
                      <a:pt x="1659" y="1314"/>
                    </a:cubicBezTo>
                    <a:cubicBezTo>
                      <a:pt x="1458" y="1394"/>
                      <a:pt x="1192" y="1379"/>
                      <a:pt x="993" y="1386"/>
                    </a:cubicBezTo>
                    <a:cubicBezTo>
                      <a:pt x="794" y="1393"/>
                      <a:pt x="613" y="1409"/>
                      <a:pt x="465" y="1356"/>
                    </a:cubicBezTo>
                    <a:cubicBezTo>
                      <a:pt x="317" y="1303"/>
                      <a:pt x="180" y="1190"/>
                      <a:pt x="102" y="1068"/>
                    </a:cubicBezTo>
                    <a:cubicBezTo>
                      <a:pt x="24" y="946"/>
                      <a:pt x="21" y="716"/>
                      <a:pt x="0" y="624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8" name="Freeform 4">
                <a:extLst>
                  <a:ext uri="{FF2B5EF4-FFF2-40B4-BE49-F238E27FC236}">
                    <a16:creationId xmlns:a16="http://schemas.microsoft.com/office/drawing/2014/main" id="{8D497D06-6BFF-794A-BBB9-2BD260DF6F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4105" y="2267385"/>
                <a:ext cx="781590" cy="317349"/>
              </a:xfrm>
              <a:custGeom>
                <a:avLst/>
                <a:gdLst>
                  <a:gd name="T0" fmla="*/ 0 w 342"/>
                  <a:gd name="T1" fmla="*/ 186 h 186"/>
                  <a:gd name="T2" fmla="*/ 342 w 342"/>
                  <a:gd name="T3" fmla="*/ 0 h 186"/>
                  <a:gd name="T4" fmla="*/ 0 60000 65536"/>
                  <a:gd name="T5" fmla="*/ 0 60000 65536"/>
                  <a:gd name="T6" fmla="*/ 0 w 342"/>
                  <a:gd name="T7" fmla="*/ 0 h 186"/>
                  <a:gd name="T8" fmla="*/ 342 w 342"/>
                  <a:gd name="T9" fmla="*/ 186 h 18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42" h="186">
                    <a:moveTo>
                      <a:pt x="0" y="186"/>
                    </a:moveTo>
                    <a:lnTo>
                      <a:pt x="342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9" name="Freeform 35">
                <a:extLst>
                  <a:ext uri="{FF2B5EF4-FFF2-40B4-BE49-F238E27FC236}">
                    <a16:creationId xmlns:a16="http://schemas.microsoft.com/office/drawing/2014/main" id="{4365C0F0-386F-5444-A46B-58693A027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4292" y="2313451"/>
                <a:ext cx="2285" cy="890624"/>
              </a:xfrm>
              <a:custGeom>
                <a:avLst/>
                <a:gdLst>
                  <a:gd name="T0" fmla="*/ 0 w 1"/>
                  <a:gd name="T1" fmla="*/ 0 h 522"/>
                  <a:gd name="T2" fmla="*/ 0 w 1"/>
                  <a:gd name="T3" fmla="*/ 522 h 522"/>
                  <a:gd name="T4" fmla="*/ 0 60000 65536"/>
                  <a:gd name="T5" fmla="*/ 0 60000 65536"/>
                  <a:gd name="T6" fmla="*/ 0 w 1"/>
                  <a:gd name="T7" fmla="*/ 0 h 522"/>
                  <a:gd name="T8" fmla="*/ 1 w 1"/>
                  <a:gd name="T9" fmla="*/ 522 h 52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522">
                    <a:moveTo>
                      <a:pt x="0" y="0"/>
                    </a:moveTo>
                    <a:lnTo>
                      <a:pt x="0" y="522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0" name="Freeform 36">
                <a:extLst>
                  <a:ext uri="{FF2B5EF4-FFF2-40B4-BE49-F238E27FC236}">
                    <a16:creationId xmlns:a16="http://schemas.microsoft.com/office/drawing/2014/main" id="{C77BBDC2-B941-6546-9C6F-9F6FE73C0C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0544" y="2323688"/>
                <a:ext cx="2285" cy="916217"/>
              </a:xfrm>
              <a:custGeom>
                <a:avLst/>
                <a:gdLst>
                  <a:gd name="T0" fmla="*/ 0 w 1"/>
                  <a:gd name="T1" fmla="*/ 0 h 537"/>
                  <a:gd name="T2" fmla="*/ 0 w 1"/>
                  <a:gd name="T3" fmla="*/ 537 h 537"/>
                  <a:gd name="T4" fmla="*/ 0 60000 65536"/>
                  <a:gd name="T5" fmla="*/ 0 60000 65536"/>
                  <a:gd name="T6" fmla="*/ 0 w 1"/>
                  <a:gd name="T7" fmla="*/ 0 h 537"/>
                  <a:gd name="T8" fmla="*/ 1 w 1"/>
                  <a:gd name="T9" fmla="*/ 537 h 53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537">
                    <a:moveTo>
                      <a:pt x="0" y="0"/>
                    </a:moveTo>
                    <a:lnTo>
                      <a:pt x="0" y="537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1" name="Freeform 37">
                <a:extLst>
                  <a:ext uri="{FF2B5EF4-FFF2-40B4-BE49-F238E27FC236}">
                    <a16:creationId xmlns:a16="http://schemas.microsoft.com/office/drawing/2014/main" id="{23546693-3BF2-A145-ABBB-84180074DD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6497" y="2298095"/>
                <a:ext cx="1462948" cy="1050313"/>
              </a:xfrm>
              <a:custGeom>
                <a:avLst/>
                <a:gdLst>
                  <a:gd name="T0" fmla="*/ 0 w 378"/>
                  <a:gd name="T1" fmla="*/ 142610238 h 174"/>
                  <a:gd name="T2" fmla="*/ 8951 w 378"/>
                  <a:gd name="T3" fmla="*/ 0 h 174"/>
                  <a:gd name="T4" fmla="*/ 0 60000 65536"/>
                  <a:gd name="T5" fmla="*/ 0 60000 65536"/>
                  <a:gd name="T6" fmla="*/ 0 w 378"/>
                  <a:gd name="T7" fmla="*/ 0 h 174"/>
                  <a:gd name="T8" fmla="*/ 378 w 378"/>
                  <a:gd name="T9" fmla="*/ 174 h 17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78" h="174">
                    <a:moveTo>
                      <a:pt x="0" y="174"/>
                    </a:moveTo>
                    <a:lnTo>
                      <a:pt x="378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2" name="Freeform 38">
                <a:extLst>
                  <a:ext uri="{FF2B5EF4-FFF2-40B4-BE49-F238E27FC236}">
                    <a16:creationId xmlns:a16="http://schemas.microsoft.com/office/drawing/2014/main" id="{4B108790-D860-1A40-8A30-29BC147110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2247" y="2891845"/>
                <a:ext cx="1161856" cy="455711"/>
              </a:xfrm>
              <a:custGeom>
                <a:avLst/>
                <a:gdLst>
                  <a:gd name="T0" fmla="*/ 0 w 366"/>
                  <a:gd name="T1" fmla="*/ 270 h 270"/>
                  <a:gd name="T2" fmla="*/ 366 w 366"/>
                  <a:gd name="T3" fmla="*/ 0 h 270"/>
                  <a:gd name="T4" fmla="*/ 0 60000 65536"/>
                  <a:gd name="T5" fmla="*/ 0 60000 65536"/>
                  <a:gd name="T6" fmla="*/ 0 w 366"/>
                  <a:gd name="T7" fmla="*/ 0 h 270"/>
                  <a:gd name="T8" fmla="*/ 366 w 366"/>
                  <a:gd name="T9" fmla="*/ 270 h 27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6" h="270">
                    <a:moveTo>
                      <a:pt x="0" y="270"/>
                    </a:moveTo>
                    <a:lnTo>
                      <a:pt x="366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3" name="Freeform 39">
                <a:extLst>
                  <a:ext uri="{FF2B5EF4-FFF2-40B4-BE49-F238E27FC236}">
                    <a16:creationId xmlns:a16="http://schemas.microsoft.com/office/drawing/2014/main" id="{673850FE-4FB2-384A-95A9-0192EBDCBEC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022465" y="3327268"/>
                <a:ext cx="908330" cy="45719"/>
              </a:xfrm>
              <a:custGeom>
                <a:avLst/>
                <a:gdLst>
                  <a:gd name="T0" fmla="*/ 366 w 366"/>
                  <a:gd name="T1" fmla="*/ 0 h 1"/>
                  <a:gd name="T2" fmla="*/ 0 w 366"/>
                  <a:gd name="T3" fmla="*/ 0 h 1"/>
                  <a:gd name="T4" fmla="*/ 0 60000 65536"/>
                  <a:gd name="T5" fmla="*/ 0 60000 65536"/>
                  <a:gd name="T6" fmla="*/ 0 w 366"/>
                  <a:gd name="T7" fmla="*/ 0 h 1"/>
                  <a:gd name="T8" fmla="*/ 366 w 366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6" h="1">
                    <a:moveTo>
                      <a:pt x="366" y="0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4" name="Freeform 40">
                <a:extLst>
                  <a:ext uri="{FF2B5EF4-FFF2-40B4-BE49-F238E27FC236}">
                    <a16:creationId xmlns:a16="http://schemas.microsoft.com/office/drawing/2014/main" id="{831F2C0E-017B-6F47-B699-72D1057035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0696" y="2820186"/>
                <a:ext cx="630757" cy="450430"/>
              </a:xfrm>
              <a:custGeom>
                <a:avLst/>
                <a:gdLst>
                  <a:gd name="T0" fmla="*/ 276 w 276"/>
                  <a:gd name="T1" fmla="*/ 264 h 264"/>
                  <a:gd name="T2" fmla="*/ 0 w 276"/>
                  <a:gd name="T3" fmla="*/ 0 h 264"/>
                  <a:gd name="T4" fmla="*/ 0 60000 65536"/>
                  <a:gd name="T5" fmla="*/ 0 60000 65536"/>
                  <a:gd name="T6" fmla="*/ 0 w 276"/>
                  <a:gd name="T7" fmla="*/ 0 h 264"/>
                  <a:gd name="T8" fmla="*/ 276 w 276"/>
                  <a:gd name="T9" fmla="*/ 264 h 26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76" h="264">
                    <a:moveTo>
                      <a:pt x="276" y="264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5" name="Freeform 41">
                <a:extLst>
                  <a:ext uri="{FF2B5EF4-FFF2-40B4-BE49-F238E27FC236}">
                    <a16:creationId xmlns:a16="http://schemas.microsoft.com/office/drawing/2014/main" id="{6A4B4D8E-FA05-2C41-84E8-F4C9EDC49C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7627" y="2195725"/>
                <a:ext cx="836439" cy="1706"/>
              </a:xfrm>
              <a:custGeom>
                <a:avLst/>
                <a:gdLst>
                  <a:gd name="T0" fmla="*/ 366 w 366"/>
                  <a:gd name="T1" fmla="*/ 0 h 1"/>
                  <a:gd name="T2" fmla="*/ 0 w 366"/>
                  <a:gd name="T3" fmla="*/ 0 h 1"/>
                  <a:gd name="T4" fmla="*/ 0 60000 65536"/>
                  <a:gd name="T5" fmla="*/ 0 60000 65536"/>
                  <a:gd name="T6" fmla="*/ 0 w 366"/>
                  <a:gd name="T7" fmla="*/ 0 h 1"/>
                  <a:gd name="T8" fmla="*/ 366 w 366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6" h="1">
                    <a:moveTo>
                      <a:pt x="366" y="0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6" name="Freeform 42">
                <a:extLst>
                  <a:ext uri="{FF2B5EF4-FFF2-40B4-BE49-F238E27FC236}">
                    <a16:creationId xmlns:a16="http://schemas.microsoft.com/office/drawing/2014/main" id="{918A6C29-ABC4-E04D-BD68-BEAFDF1C9D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72253" y="2248471"/>
                <a:ext cx="922986" cy="397685"/>
              </a:xfrm>
              <a:custGeom>
                <a:avLst/>
                <a:gdLst>
                  <a:gd name="T0" fmla="*/ 396 w 396"/>
                  <a:gd name="T1" fmla="*/ 267 h 267"/>
                  <a:gd name="T2" fmla="*/ 0 w 396"/>
                  <a:gd name="T3" fmla="*/ 0 h 267"/>
                  <a:gd name="T4" fmla="*/ 0 60000 65536"/>
                  <a:gd name="T5" fmla="*/ 0 60000 65536"/>
                  <a:gd name="T6" fmla="*/ 0 w 396"/>
                  <a:gd name="T7" fmla="*/ 0 h 267"/>
                  <a:gd name="T8" fmla="*/ 396 w 396"/>
                  <a:gd name="T9" fmla="*/ 267 h 26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96" h="267">
                    <a:moveTo>
                      <a:pt x="396" y="267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7" name="Freeform 43">
                <a:extLst>
                  <a:ext uri="{FF2B5EF4-FFF2-40B4-BE49-F238E27FC236}">
                    <a16:creationId xmlns:a16="http://schemas.microsoft.com/office/drawing/2014/main" id="{EB32E367-2118-A94D-BF00-9C13677782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0431" y="1458657"/>
                <a:ext cx="2536740" cy="1100484"/>
              </a:xfrm>
              <a:custGeom>
                <a:avLst/>
                <a:gdLst>
                  <a:gd name="T0" fmla="*/ 1110 w 1110"/>
                  <a:gd name="T1" fmla="*/ 342 h 645"/>
                  <a:gd name="T2" fmla="*/ 0 w 1110"/>
                  <a:gd name="T3" fmla="*/ 645 h 645"/>
                  <a:gd name="T4" fmla="*/ 0 60000 65536"/>
                  <a:gd name="T5" fmla="*/ 0 60000 65536"/>
                  <a:gd name="T6" fmla="*/ 0 w 1110"/>
                  <a:gd name="T7" fmla="*/ 0 h 645"/>
                  <a:gd name="T8" fmla="*/ 1110 w 1110"/>
                  <a:gd name="T9" fmla="*/ 645 h 64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10" h="645">
                    <a:moveTo>
                      <a:pt x="1110" y="342"/>
                    </a:moveTo>
                    <a:cubicBezTo>
                      <a:pt x="1104" y="0"/>
                      <a:pt x="21" y="63"/>
                      <a:pt x="0" y="645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8" name="Text Box 62">
                <a:extLst>
                  <a:ext uri="{FF2B5EF4-FFF2-40B4-BE49-F238E27FC236}">
                    <a16:creationId xmlns:a16="http://schemas.microsoft.com/office/drawing/2014/main" id="{40CFA898-AE18-AA4C-B890-BC5A321154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2678" y="2178663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2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9" name="Text Box 63">
                <a:extLst>
                  <a:ext uri="{FF2B5EF4-FFF2-40B4-BE49-F238E27FC236}">
                    <a16:creationId xmlns:a16="http://schemas.microsoft.com/office/drawing/2014/main" id="{7F410C6B-8CD5-444B-B3B5-0BE3A1A00F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7981" y="2552316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2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0" name="Text Box 64">
                <a:extLst>
                  <a:ext uri="{FF2B5EF4-FFF2-40B4-BE49-F238E27FC236}">
                    <a16:creationId xmlns:a16="http://schemas.microsoft.com/office/drawing/2014/main" id="{E8BAF6B1-6822-6740-9788-557793FE7F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23853" y="2915732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1" name="Text Box 65">
                <a:extLst>
                  <a:ext uri="{FF2B5EF4-FFF2-40B4-BE49-F238E27FC236}">
                    <a16:creationId xmlns:a16="http://schemas.microsoft.com/office/drawing/2014/main" id="{9B6FC99A-D559-1742-9432-5A6A153482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5556" y="2710990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3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2" name="Text Box 66">
                <a:extLst>
                  <a:ext uri="{FF2B5EF4-FFF2-40B4-BE49-F238E27FC236}">
                    <a16:creationId xmlns:a16="http://schemas.microsoft.com/office/drawing/2014/main" id="{F6A2F549-C6AA-564D-9B19-4C5435640D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1579" y="3314977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3" name="Text Box 67">
                <a:extLst>
                  <a:ext uri="{FF2B5EF4-FFF2-40B4-BE49-F238E27FC236}">
                    <a16:creationId xmlns:a16="http://schemas.microsoft.com/office/drawing/2014/main" id="{2DF2DEE5-DD0B-5C4A-A7A2-9E21D9EE3A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74305" y="2583027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4" name="Text Box 68">
                <a:extLst>
                  <a:ext uri="{FF2B5EF4-FFF2-40B4-BE49-F238E27FC236}">
                    <a16:creationId xmlns:a16="http://schemas.microsoft.com/office/drawing/2014/main" id="{C755B828-30E8-C041-9870-4446F2CA45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97032" y="3033458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2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5" name="Text Box 69">
                <a:extLst>
                  <a:ext uri="{FF2B5EF4-FFF2-40B4-BE49-F238E27FC236}">
                    <a16:creationId xmlns:a16="http://schemas.microsoft.com/office/drawing/2014/main" id="{BE7844F9-45FF-334E-8175-B2939E1BB8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5327" y="2117241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5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6" name="Text Box 70">
                <a:extLst>
                  <a:ext uri="{FF2B5EF4-FFF2-40B4-BE49-F238E27FC236}">
                    <a16:creationId xmlns:a16="http://schemas.microsoft.com/office/drawing/2014/main" id="{4001CA90-07A9-534E-BEBA-99903C0B7D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55594" y="1861315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3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7" name="Text Box 71">
                <a:extLst>
                  <a:ext uri="{FF2B5EF4-FFF2-40B4-BE49-F238E27FC236}">
                    <a16:creationId xmlns:a16="http://schemas.microsoft.com/office/drawing/2014/main" id="{66FFC234-ABD7-A34C-9CAA-28A69EBD05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3435" y="1405766"/>
                <a:ext cx="447929" cy="394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5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78" name="Group 1507">
                <a:extLst>
                  <a:ext uri="{FF2B5EF4-FFF2-40B4-BE49-F238E27FC236}">
                    <a16:creationId xmlns:a16="http://schemas.microsoft.com/office/drawing/2014/main" id="{BDCCE051-86D6-FF44-A3CF-726B138761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391175" y="2426604"/>
                <a:ext cx="427480" cy="711995"/>
                <a:chOff x="4140" y="429"/>
                <a:chExt cx="1425" cy="2396"/>
              </a:xfrm>
            </p:grpSpPr>
            <p:sp>
              <p:nvSpPr>
                <p:cNvPr id="179" name="Freeform 1508">
                  <a:extLst>
                    <a:ext uri="{FF2B5EF4-FFF2-40B4-BE49-F238E27FC236}">
                      <a16:creationId xmlns:a16="http://schemas.microsoft.com/office/drawing/2014/main" id="{96985BD9-1EBB-5048-A404-89C3430CE2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6 w 354"/>
                    <a:gd name="T1" fmla="*/ 0 h 2742"/>
                    <a:gd name="T2" fmla="*/ 30 w 354"/>
                    <a:gd name="T3" fmla="*/ 46 h 2742"/>
                    <a:gd name="T4" fmla="*/ 30 w 354"/>
                    <a:gd name="T5" fmla="*/ 354 h 2742"/>
                    <a:gd name="T6" fmla="*/ 0 w 354"/>
                    <a:gd name="T7" fmla="*/ 371 h 2742"/>
                    <a:gd name="T8" fmla="*/ 6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80" name="Rectangle 1509">
                  <a:extLst>
                    <a:ext uri="{FF2B5EF4-FFF2-40B4-BE49-F238E27FC236}">
                      <a16:creationId xmlns:a16="http://schemas.microsoft.com/office/drawing/2014/main" id="{EBC1A6A1-C52E-B240-AA5F-AD38052E4C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81" name="Freeform 1510">
                  <a:extLst>
                    <a:ext uri="{FF2B5EF4-FFF2-40B4-BE49-F238E27FC236}">
                      <a16:creationId xmlns:a16="http://schemas.microsoft.com/office/drawing/2014/main" id="{A55FF62B-453D-0144-8D3A-790924C625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18 w 211"/>
                    <a:gd name="T3" fmla="*/ 30 h 2537"/>
                    <a:gd name="T4" fmla="*/ 2 w 211"/>
                    <a:gd name="T5" fmla="*/ 338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82" name="Freeform 1511">
                  <a:extLst>
                    <a:ext uri="{FF2B5EF4-FFF2-40B4-BE49-F238E27FC236}">
                      <a16:creationId xmlns:a16="http://schemas.microsoft.com/office/drawing/2014/main" id="{09704F97-85BB-CC48-A684-04599496D9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29 w 328"/>
                    <a:gd name="T3" fmla="*/ 18 h 226"/>
                    <a:gd name="T4" fmla="*/ 29 w 328"/>
                    <a:gd name="T5" fmla="*/ 32 h 226"/>
                    <a:gd name="T6" fmla="*/ 0 w 328"/>
                    <a:gd name="T7" fmla="*/ 13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83" name="Rectangle 1512">
                  <a:extLst>
                    <a:ext uri="{FF2B5EF4-FFF2-40B4-BE49-F238E27FC236}">
                      <a16:creationId xmlns:a16="http://schemas.microsoft.com/office/drawing/2014/main" id="{884A67DF-619B-ED4E-AC3D-21AB000470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184" name="Group 1513">
                  <a:extLst>
                    <a:ext uri="{FF2B5EF4-FFF2-40B4-BE49-F238E27FC236}">
                      <a16:creationId xmlns:a16="http://schemas.microsoft.com/office/drawing/2014/main" id="{5BEA2F45-C020-AA43-A2F3-A46C75D266C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09" name="AutoShape 1514">
                    <a:extLst>
                      <a:ext uri="{FF2B5EF4-FFF2-40B4-BE49-F238E27FC236}">
                        <a16:creationId xmlns:a16="http://schemas.microsoft.com/office/drawing/2014/main" id="{70D4B9E7-296E-0642-B673-79A2D94158A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10" name="AutoShape 1515">
                    <a:extLst>
                      <a:ext uri="{FF2B5EF4-FFF2-40B4-BE49-F238E27FC236}">
                        <a16:creationId xmlns:a16="http://schemas.microsoft.com/office/drawing/2014/main" id="{AA93C4D3-C495-5046-A8E9-F2A7E980B28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185" name="Rectangle 1516">
                  <a:extLst>
                    <a:ext uri="{FF2B5EF4-FFF2-40B4-BE49-F238E27FC236}">
                      <a16:creationId xmlns:a16="http://schemas.microsoft.com/office/drawing/2014/main" id="{D8B79EE5-423F-7444-81CA-736BD5E2A4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186" name="Group 1517">
                  <a:extLst>
                    <a:ext uri="{FF2B5EF4-FFF2-40B4-BE49-F238E27FC236}">
                      <a16:creationId xmlns:a16="http://schemas.microsoft.com/office/drawing/2014/main" id="{37C890AE-D818-BF45-B21B-D1B6C466BFB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07" name="AutoShape 1518">
                    <a:extLst>
                      <a:ext uri="{FF2B5EF4-FFF2-40B4-BE49-F238E27FC236}">
                        <a16:creationId xmlns:a16="http://schemas.microsoft.com/office/drawing/2014/main" id="{6F23D5AB-733A-5249-8006-6597617C99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8" name="AutoShape 1519">
                    <a:extLst>
                      <a:ext uri="{FF2B5EF4-FFF2-40B4-BE49-F238E27FC236}">
                        <a16:creationId xmlns:a16="http://schemas.microsoft.com/office/drawing/2014/main" id="{57310829-30E6-DA40-B6D5-EB6E78A6A0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187" name="Rectangle 1520">
                  <a:extLst>
                    <a:ext uri="{FF2B5EF4-FFF2-40B4-BE49-F238E27FC236}">
                      <a16:creationId xmlns:a16="http://schemas.microsoft.com/office/drawing/2014/main" id="{ED536B88-CB7A-A448-873C-F9B4921A06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88" name="Rectangle 1521">
                  <a:extLst>
                    <a:ext uri="{FF2B5EF4-FFF2-40B4-BE49-F238E27FC236}">
                      <a16:creationId xmlns:a16="http://schemas.microsoft.com/office/drawing/2014/main" id="{0BD5D15A-96F4-1E43-BA8D-CA897B1ECF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189" name="Group 1522">
                  <a:extLst>
                    <a:ext uri="{FF2B5EF4-FFF2-40B4-BE49-F238E27FC236}">
                      <a16:creationId xmlns:a16="http://schemas.microsoft.com/office/drawing/2014/main" id="{ACD0D4F4-7531-684D-BF06-52E8951CA2E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05" name="AutoShape 1523">
                    <a:extLst>
                      <a:ext uri="{FF2B5EF4-FFF2-40B4-BE49-F238E27FC236}">
                        <a16:creationId xmlns:a16="http://schemas.microsoft.com/office/drawing/2014/main" id="{37699AFB-C392-2E4A-8E48-55F40CF67B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79"/>
                    <a:ext cx="720" cy="13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6" name="AutoShape 1524">
                    <a:extLst>
                      <a:ext uri="{FF2B5EF4-FFF2-40B4-BE49-F238E27FC236}">
                        <a16:creationId xmlns:a16="http://schemas.microsoft.com/office/drawing/2014/main" id="{CE0317EE-B4C0-5D42-95BC-29707D2FCF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190" name="Freeform 1525">
                  <a:extLst>
                    <a:ext uri="{FF2B5EF4-FFF2-40B4-BE49-F238E27FC236}">
                      <a16:creationId xmlns:a16="http://schemas.microsoft.com/office/drawing/2014/main" id="{58FA48BF-5BEB-3649-B255-9818499650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29 w 328"/>
                    <a:gd name="T3" fmla="*/ 17 h 226"/>
                    <a:gd name="T4" fmla="*/ 29 w 328"/>
                    <a:gd name="T5" fmla="*/ 30 h 226"/>
                    <a:gd name="T6" fmla="*/ 0 w 328"/>
                    <a:gd name="T7" fmla="*/ 12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191" name="Group 1526">
                  <a:extLst>
                    <a:ext uri="{FF2B5EF4-FFF2-40B4-BE49-F238E27FC236}">
                      <a16:creationId xmlns:a16="http://schemas.microsoft.com/office/drawing/2014/main" id="{426B7E5E-5886-A941-849E-119A9FC704E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03" name="AutoShape 1527">
                    <a:extLst>
                      <a:ext uri="{FF2B5EF4-FFF2-40B4-BE49-F238E27FC236}">
                        <a16:creationId xmlns:a16="http://schemas.microsoft.com/office/drawing/2014/main" id="{FEEE27D4-C7E7-FA4E-857E-93ABC50DDA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4" name="AutoShape 1528">
                    <a:extLst>
                      <a:ext uri="{FF2B5EF4-FFF2-40B4-BE49-F238E27FC236}">
                        <a16:creationId xmlns:a16="http://schemas.microsoft.com/office/drawing/2014/main" id="{91BF4DF9-F566-6447-8DDA-39EFA14AC0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192" name="Rectangle 1529">
                  <a:extLst>
                    <a:ext uri="{FF2B5EF4-FFF2-40B4-BE49-F238E27FC236}">
                      <a16:creationId xmlns:a16="http://schemas.microsoft.com/office/drawing/2014/main" id="{21A34DD1-4C7B-B64E-85BE-35537CC7B9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Freeform 1530">
                  <a:extLst>
                    <a:ext uri="{FF2B5EF4-FFF2-40B4-BE49-F238E27FC236}">
                      <a16:creationId xmlns:a16="http://schemas.microsoft.com/office/drawing/2014/main" id="{C603D6E1-AAFA-184D-89A9-72B6A6EAB1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26 w 296"/>
                    <a:gd name="T3" fmla="*/ 18 h 256"/>
                    <a:gd name="T4" fmla="*/ 26 w 296"/>
                    <a:gd name="T5" fmla="*/ 34 h 256"/>
                    <a:gd name="T6" fmla="*/ 0 w 296"/>
                    <a:gd name="T7" fmla="*/ 12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Freeform 1531">
                  <a:extLst>
                    <a:ext uri="{FF2B5EF4-FFF2-40B4-BE49-F238E27FC236}">
                      <a16:creationId xmlns:a16="http://schemas.microsoft.com/office/drawing/2014/main" id="{90AB7BB6-28E1-D445-B0FB-681F6A7E99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27 w 304"/>
                    <a:gd name="T3" fmla="*/ 23 h 288"/>
                    <a:gd name="T4" fmla="*/ 25 w 304"/>
                    <a:gd name="T5" fmla="*/ 40 h 288"/>
                    <a:gd name="T6" fmla="*/ 2 w 304"/>
                    <a:gd name="T7" fmla="*/ 17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1532">
                  <a:extLst>
                    <a:ext uri="{FF2B5EF4-FFF2-40B4-BE49-F238E27FC236}">
                      <a16:creationId xmlns:a16="http://schemas.microsoft.com/office/drawing/2014/main" id="{2E3BA9CB-71B1-E146-B00D-2A6A4254EA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6" name="Freeform 1533">
                  <a:extLst>
                    <a:ext uri="{FF2B5EF4-FFF2-40B4-BE49-F238E27FC236}">
                      <a16:creationId xmlns:a16="http://schemas.microsoft.com/office/drawing/2014/main" id="{3FBB51DC-60AC-004B-9988-DFC6F2C5E2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15 h 240"/>
                    <a:gd name="T2" fmla="*/ 2 w 306"/>
                    <a:gd name="T3" fmla="*/ 33 h 240"/>
                    <a:gd name="T4" fmla="*/ 27 w 306"/>
                    <a:gd name="T5" fmla="*/ 15 h 240"/>
                    <a:gd name="T6" fmla="*/ 26 w 306"/>
                    <a:gd name="T7" fmla="*/ 0 h 240"/>
                    <a:gd name="T8" fmla="*/ 0 w 306"/>
                    <a:gd name="T9" fmla="*/ 15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7" name="AutoShape 1534">
                  <a:extLst>
                    <a:ext uri="{FF2B5EF4-FFF2-40B4-BE49-F238E27FC236}">
                      <a16:creationId xmlns:a16="http://schemas.microsoft.com/office/drawing/2014/main" id="{C7D92014-93F6-FD42-B391-41AFA50F9E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8" name="AutoShape 1535">
                  <a:extLst>
                    <a:ext uri="{FF2B5EF4-FFF2-40B4-BE49-F238E27FC236}">
                      <a16:creationId xmlns:a16="http://schemas.microsoft.com/office/drawing/2014/main" id="{E1E9DDBF-EA47-9840-A949-BA74FC4701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Oval 1536">
                  <a:extLst>
                    <a:ext uri="{FF2B5EF4-FFF2-40B4-BE49-F238E27FC236}">
                      <a16:creationId xmlns:a16="http://schemas.microsoft.com/office/drawing/2014/main" id="{0DB1E3FB-C59B-1646-8EE3-E608AB063E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0" name="Oval 1537">
                  <a:extLst>
                    <a:ext uri="{FF2B5EF4-FFF2-40B4-BE49-F238E27FC236}">
                      <a16:creationId xmlns:a16="http://schemas.microsoft.com/office/drawing/2014/main" id="{340DC864-66D1-7E49-9A72-B3F8F5C2C5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201" name="Oval 1538">
                  <a:extLst>
                    <a:ext uri="{FF2B5EF4-FFF2-40B4-BE49-F238E27FC236}">
                      <a16:creationId xmlns:a16="http://schemas.microsoft.com/office/drawing/2014/main" id="{75A0ADC4-73B5-B648-A6A2-76D3FC07A2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Rectangle 1539">
                  <a:extLst>
                    <a:ext uri="{FF2B5EF4-FFF2-40B4-BE49-F238E27FC236}">
                      <a16:creationId xmlns:a16="http://schemas.microsoft.com/office/drawing/2014/main" id="{E031E688-0428-B34F-B6AF-D877388491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FD8ABA05-7BC6-134E-9842-E13088DD5085}"/>
                  </a:ext>
                </a:extLst>
              </p:cNvPr>
              <p:cNvCxnSpPr/>
              <p:nvPr/>
            </p:nvCxnSpPr>
            <p:spPr bwMode="auto">
              <a:xfrm>
                <a:off x="1682405" y="2744686"/>
                <a:ext cx="526774" cy="0"/>
              </a:xfrm>
              <a:prstGeom prst="line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2972B3E4-2EF5-1C4D-BA48-9E2DBFF13DD6}"/>
                  </a:ext>
                </a:extLst>
              </p:cNvPr>
              <p:cNvCxnSpPr/>
              <p:nvPr/>
            </p:nvCxnSpPr>
            <p:spPr bwMode="auto">
              <a:xfrm>
                <a:off x="6895267" y="2779855"/>
                <a:ext cx="526774" cy="0"/>
              </a:xfrm>
              <a:prstGeom prst="line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213" name="Group 212">
                <a:extLst>
                  <a:ext uri="{FF2B5EF4-FFF2-40B4-BE49-F238E27FC236}">
                    <a16:creationId xmlns:a16="http://schemas.microsoft.com/office/drawing/2014/main" id="{1B62057E-7CD5-784D-AF16-F589A9C2A126}"/>
                  </a:ext>
                </a:extLst>
              </p:cNvPr>
              <p:cNvGrpSpPr/>
              <p:nvPr/>
            </p:nvGrpSpPr>
            <p:grpSpPr>
              <a:xfrm>
                <a:off x="3414626" y="1982945"/>
                <a:ext cx="687402" cy="571677"/>
                <a:chOff x="1736090" y="2893762"/>
                <a:chExt cx="565150" cy="413310"/>
              </a:xfrm>
            </p:grpSpPr>
            <p:grpSp>
              <p:nvGrpSpPr>
                <p:cNvPr id="214" name="Group 327">
                  <a:extLst>
                    <a:ext uri="{FF2B5EF4-FFF2-40B4-BE49-F238E27FC236}">
                      <a16:creationId xmlns:a16="http://schemas.microsoft.com/office/drawing/2014/main" id="{93A249A5-94E0-DD46-8A08-0F2A4B828A9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18" name="Oval 217">
                    <a:extLst>
                      <a:ext uri="{FF2B5EF4-FFF2-40B4-BE49-F238E27FC236}">
                        <a16:creationId xmlns:a16="http://schemas.microsoft.com/office/drawing/2014/main" id="{3F2A420C-9228-DC44-8575-064D82A5F82B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9" name="Rectangle 218">
                    <a:extLst>
                      <a:ext uri="{FF2B5EF4-FFF2-40B4-BE49-F238E27FC236}">
                        <a16:creationId xmlns:a16="http://schemas.microsoft.com/office/drawing/2014/main" id="{4B0BD2B3-55EF-BC4D-99F1-1B2D1ECE76B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0" name="Oval 219">
                    <a:extLst>
                      <a:ext uri="{FF2B5EF4-FFF2-40B4-BE49-F238E27FC236}">
                        <a16:creationId xmlns:a16="http://schemas.microsoft.com/office/drawing/2014/main" id="{41023A7C-8CE9-1142-A7AB-F6A4085CC159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1" name="Freeform 220">
                    <a:extLst>
                      <a:ext uri="{FF2B5EF4-FFF2-40B4-BE49-F238E27FC236}">
                        <a16:creationId xmlns:a16="http://schemas.microsoft.com/office/drawing/2014/main" id="{B3447922-7710-ED42-A095-3F29AAAAE27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2" name="Freeform 221">
                    <a:extLst>
                      <a:ext uri="{FF2B5EF4-FFF2-40B4-BE49-F238E27FC236}">
                        <a16:creationId xmlns:a16="http://schemas.microsoft.com/office/drawing/2014/main" id="{B95E7BF2-F4C0-D540-BEB2-B8D00E34EC7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3" name="Freeform 222">
                    <a:extLst>
                      <a:ext uri="{FF2B5EF4-FFF2-40B4-BE49-F238E27FC236}">
                        <a16:creationId xmlns:a16="http://schemas.microsoft.com/office/drawing/2014/main" id="{9C765D4A-55C5-3E4F-990F-F1DDDA19366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4" name="Freeform 223">
                    <a:extLst>
                      <a:ext uri="{FF2B5EF4-FFF2-40B4-BE49-F238E27FC236}">
                        <a16:creationId xmlns:a16="http://schemas.microsoft.com/office/drawing/2014/main" id="{D0F89FFE-2A39-B248-9E77-478786D4416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225" name="Straight Connector 224">
                    <a:extLst>
                      <a:ext uri="{FF2B5EF4-FFF2-40B4-BE49-F238E27FC236}">
                        <a16:creationId xmlns:a16="http://schemas.microsoft.com/office/drawing/2014/main" id="{90ED5833-7FE8-B445-9816-C17A89B3786B}"/>
                      </a:ext>
                    </a:extLst>
                  </p:cNvPr>
                  <p:cNvCxnSpPr>
                    <a:endCxn id="220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226" name="Straight Connector 225">
                    <a:extLst>
                      <a:ext uri="{FF2B5EF4-FFF2-40B4-BE49-F238E27FC236}">
                        <a16:creationId xmlns:a16="http://schemas.microsoft.com/office/drawing/2014/main" id="{B7F901BF-BDFF-904E-B0FC-6E44C7DE552B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215" name="Group 214">
                  <a:extLst>
                    <a:ext uri="{FF2B5EF4-FFF2-40B4-BE49-F238E27FC236}">
                      <a16:creationId xmlns:a16="http://schemas.microsoft.com/office/drawing/2014/main" id="{69196583-C3F0-CE45-A74B-E4899AB2ED27}"/>
                    </a:ext>
                  </a:extLst>
                </p:cNvPr>
                <p:cNvGrpSpPr/>
                <p:nvPr/>
              </p:nvGrpSpPr>
              <p:grpSpPr>
                <a:xfrm>
                  <a:off x="1844715" y="2907714"/>
                  <a:ext cx="356365" cy="399358"/>
                  <a:chOff x="741398" y="1743005"/>
                  <a:chExt cx="356365" cy="399358"/>
                </a:xfrm>
              </p:grpSpPr>
              <p:sp>
                <p:nvSpPr>
                  <p:cNvPr id="216" name="Oval 215">
                    <a:extLst>
                      <a:ext uri="{FF2B5EF4-FFF2-40B4-BE49-F238E27FC236}">
                        <a16:creationId xmlns:a16="http://schemas.microsoft.com/office/drawing/2014/main" id="{8A4F8C42-5E86-E244-8596-BEF6A12DA5F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41398" y="1850752"/>
                    <a:ext cx="356365" cy="16845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7" name="TextBox 216">
                    <a:extLst>
                      <a:ext uri="{FF2B5EF4-FFF2-40B4-BE49-F238E27FC236}">
                        <a16:creationId xmlns:a16="http://schemas.microsoft.com/office/drawing/2014/main" id="{E4B1ABDE-7C4C-FD4B-930B-55A7063D558B}"/>
                      </a:ext>
                    </a:extLst>
                  </p:cNvPr>
                  <p:cNvSpPr txBox="1"/>
                  <p:nvPr/>
                </p:nvSpPr>
                <p:spPr>
                  <a:xfrm>
                    <a:off x="783895" y="1743005"/>
                    <a:ext cx="288887" cy="39935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v</a:t>
                    </a:r>
                  </a:p>
                </p:txBody>
              </p:sp>
            </p:grpSp>
          </p:grpSp>
          <p:grpSp>
            <p:nvGrpSpPr>
              <p:cNvPr id="227" name="Group 226">
                <a:extLst>
                  <a:ext uri="{FF2B5EF4-FFF2-40B4-BE49-F238E27FC236}">
                    <a16:creationId xmlns:a16="http://schemas.microsoft.com/office/drawing/2014/main" id="{BB40F0D0-1681-A642-8442-C8696E3F8350}"/>
                  </a:ext>
                </a:extLst>
              </p:cNvPr>
              <p:cNvGrpSpPr/>
              <p:nvPr/>
            </p:nvGrpSpPr>
            <p:grpSpPr>
              <a:xfrm>
                <a:off x="4888811" y="1979830"/>
                <a:ext cx="687402" cy="480963"/>
                <a:chOff x="1736090" y="2893762"/>
                <a:chExt cx="565150" cy="347726"/>
              </a:xfrm>
            </p:grpSpPr>
            <p:grpSp>
              <p:nvGrpSpPr>
                <p:cNvPr id="228" name="Group 327">
                  <a:extLst>
                    <a:ext uri="{FF2B5EF4-FFF2-40B4-BE49-F238E27FC236}">
                      <a16:creationId xmlns:a16="http://schemas.microsoft.com/office/drawing/2014/main" id="{BBD74363-E296-CB47-97E2-38C96349194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32" name="Oval 231">
                    <a:extLst>
                      <a:ext uri="{FF2B5EF4-FFF2-40B4-BE49-F238E27FC236}">
                        <a16:creationId xmlns:a16="http://schemas.microsoft.com/office/drawing/2014/main" id="{40A23250-28E2-4140-BD06-5BC0EF037CEF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33" name="Rectangle 232">
                    <a:extLst>
                      <a:ext uri="{FF2B5EF4-FFF2-40B4-BE49-F238E27FC236}">
                        <a16:creationId xmlns:a16="http://schemas.microsoft.com/office/drawing/2014/main" id="{F03F3BEF-3FA5-5A4F-89E4-C489D034853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34" name="Oval 233">
                    <a:extLst>
                      <a:ext uri="{FF2B5EF4-FFF2-40B4-BE49-F238E27FC236}">
                        <a16:creationId xmlns:a16="http://schemas.microsoft.com/office/drawing/2014/main" id="{30C68CB3-9FD0-7F4C-9398-ACD7ADE72C8D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35" name="Freeform 234">
                    <a:extLst>
                      <a:ext uri="{FF2B5EF4-FFF2-40B4-BE49-F238E27FC236}">
                        <a16:creationId xmlns:a16="http://schemas.microsoft.com/office/drawing/2014/main" id="{89617952-F6E8-134F-8A66-706B8A6A1BB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36" name="Freeform 235">
                    <a:extLst>
                      <a:ext uri="{FF2B5EF4-FFF2-40B4-BE49-F238E27FC236}">
                        <a16:creationId xmlns:a16="http://schemas.microsoft.com/office/drawing/2014/main" id="{FE82D86E-5093-454D-B8F9-E82414DE6A7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37" name="Freeform 236">
                    <a:extLst>
                      <a:ext uri="{FF2B5EF4-FFF2-40B4-BE49-F238E27FC236}">
                        <a16:creationId xmlns:a16="http://schemas.microsoft.com/office/drawing/2014/main" id="{12203A1F-D864-CF45-BE84-52982D97F8C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38" name="Freeform 237">
                    <a:extLst>
                      <a:ext uri="{FF2B5EF4-FFF2-40B4-BE49-F238E27FC236}">
                        <a16:creationId xmlns:a16="http://schemas.microsoft.com/office/drawing/2014/main" id="{DDD0C91B-747F-1F40-BE95-2DEDEFFD28F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239" name="Straight Connector 238">
                    <a:extLst>
                      <a:ext uri="{FF2B5EF4-FFF2-40B4-BE49-F238E27FC236}">
                        <a16:creationId xmlns:a16="http://schemas.microsoft.com/office/drawing/2014/main" id="{60855AB5-38E2-5047-94CF-F93AEDE48463}"/>
                      </a:ext>
                    </a:extLst>
                  </p:cNvPr>
                  <p:cNvCxnSpPr>
                    <a:endCxn id="234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240" name="Straight Connector 239">
                    <a:extLst>
                      <a:ext uri="{FF2B5EF4-FFF2-40B4-BE49-F238E27FC236}">
                        <a16:creationId xmlns:a16="http://schemas.microsoft.com/office/drawing/2014/main" id="{E9F2AF81-8A25-1748-839B-04227AB45EBE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229" name="Group 228">
                  <a:extLst>
                    <a:ext uri="{FF2B5EF4-FFF2-40B4-BE49-F238E27FC236}">
                      <a16:creationId xmlns:a16="http://schemas.microsoft.com/office/drawing/2014/main" id="{7964B355-4810-014B-A1C5-041691B6C17A}"/>
                    </a:ext>
                  </a:extLst>
                </p:cNvPr>
                <p:cNvGrpSpPr/>
                <p:nvPr/>
              </p:nvGrpSpPr>
              <p:grpSpPr>
                <a:xfrm>
                  <a:off x="1844715" y="2907714"/>
                  <a:ext cx="378664" cy="333774"/>
                  <a:chOff x="741398" y="1743005"/>
                  <a:chExt cx="378664" cy="333774"/>
                </a:xfrm>
              </p:grpSpPr>
              <p:sp>
                <p:nvSpPr>
                  <p:cNvPr id="230" name="Oval 229">
                    <a:extLst>
                      <a:ext uri="{FF2B5EF4-FFF2-40B4-BE49-F238E27FC236}">
                        <a16:creationId xmlns:a16="http://schemas.microsoft.com/office/drawing/2014/main" id="{214D36DA-D0EB-D543-A626-A7D40DAEB48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41398" y="1850752"/>
                    <a:ext cx="356365" cy="16845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31" name="TextBox 230">
                    <a:extLst>
                      <a:ext uri="{FF2B5EF4-FFF2-40B4-BE49-F238E27FC236}">
                        <a16:creationId xmlns:a16="http://schemas.microsoft.com/office/drawing/2014/main" id="{9DEC418F-B51C-C844-81EE-773597B27C20}"/>
                      </a:ext>
                    </a:extLst>
                  </p:cNvPr>
                  <p:cNvSpPr txBox="1"/>
                  <p:nvPr/>
                </p:nvSpPr>
                <p:spPr>
                  <a:xfrm>
                    <a:off x="767915" y="1743005"/>
                    <a:ext cx="352147" cy="33377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w</a:t>
                    </a:r>
                  </a:p>
                </p:txBody>
              </p:sp>
            </p:grpSp>
          </p:grpSp>
          <p:grpSp>
            <p:nvGrpSpPr>
              <p:cNvPr id="241" name="Group 240">
                <a:extLst>
                  <a:ext uri="{FF2B5EF4-FFF2-40B4-BE49-F238E27FC236}">
                    <a16:creationId xmlns:a16="http://schemas.microsoft.com/office/drawing/2014/main" id="{6F7C5052-E03F-3F44-9006-7B4324064CF0}"/>
                  </a:ext>
                </a:extLst>
              </p:cNvPr>
              <p:cNvGrpSpPr/>
              <p:nvPr/>
            </p:nvGrpSpPr>
            <p:grpSpPr>
              <a:xfrm>
                <a:off x="2206359" y="2517647"/>
                <a:ext cx="687402" cy="480963"/>
                <a:chOff x="1736090" y="2893762"/>
                <a:chExt cx="565150" cy="347726"/>
              </a:xfrm>
            </p:grpSpPr>
            <p:grpSp>
              <p:nvGrpSpPr>
                <p:cNvPr id="242" name="Group 327">
                  <a:extLst>
                    <a:ext uri="{FF2B5EF4-FFF2-40B4-BE49-F238E27FC236}">
                      <a16:creationId xmlns:a16="http://schemas.microsoft.com/office/drawing/2014/main" id="{6FF0A418-9FF8-0142-A079-37FA364359F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46" name="Oval 245">
                    <a:extLst>
                      <a:ext uri="{FF2B5EF4-FFF2-40B4-BE49-F238E27FC236}">
                        <a16:creationId xmlns:a16="http://schemas.microsoft.com/office/drawing/2014/main" id="{AB990880-7418-D044-9529-416A5ED05A19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47" name="Rectangle 246">
                    <a:extLst>
                      <a:ext uri="{FF2B5EF4-FFF2-40B4-BE49-F238E27FC236}">
                        <a16:creationId xmlns:a16="http://schemas.microsoft.com/office/drawing/2014/main" id="{1D705EBC-50CA-2A42-8813-5D96DE5B1AB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48" name="Oval 247">
                    <a:extLst>
                      <a:ext uri="{FF2B5EF4-FFF2-40B4-BE49-F238E27FC236}">
                        <a16:creationId xmlns:a16="http://schemas.microsoft.com/office/drawing/2014/main" id="{7EFB9376-B654-4543-AA2A-0DACC7370FC8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49" name="Freeform 248">
                    <a:extLst>
                      <a:ext uri="{FF2B5EF4-FFF2-40B4-BE49-F238E27FC236}">
                        <a16:creationId xmlns:a16="http://schemas.microsoft.com/office/drawing/2014/main" id="{831C19D8-CB06-A44F-90E3-1ECF60BAD47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0" name="Freeform 249">
                    <a:extLst>
                      <a:ext uri="{FF2B5EF4-FFF2-40B4-BE49-F238E27FC236}">
                        <a16:creationId xmlns:a16="http://schemas.microsoft.com/office/drawing/2014/main" id="{81C1E223-772D-EE4D-ADE8-4A33BDBF011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1" name="Freeform 250">
                    <a:extLst>
                      <a:ext uri="{FF2B5EF4-FFF2-40B4-BE49-F238E27FC236}">
                        <a16:creationId xmlns:a16="http://schemas.microsoft.com/office/drawing/2014/main" id="{3A21FED8-257D-4D4F-8266-417E1639650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2" name="Freeform 251">
                    <a:extLst>
                      <a:ext uri="{FF2B5EF4-FFF2-40B4-BE49-F238E27FC236}">
                        <a16:creationId xmlns:a16="http://schemas.microsoft.com/office/drawing/2014/main" id="{48608EE4-3075-7F4C-AE2B-A2C6F83CC6A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253" name="Straight Connector 252">
                    <a:extLst>
                      <a:ext uri="{FF2B5EF4-FFF2-40B4-BE49-F238E27FC236}">
                        <a16:creationId xmlns:a16="http://schemas.microsoft.com/office/drawing/2014/main" id="{5825568B-5099-AF44-AC2F-41690811932A}"/>
                      </a:ext>
                    </a:extLst>
                  </p:cNvPr>
                  <p:cNvCxnSpPr>
                    <a:endCxn id="248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254" name="Straight Connector 253">
                    <a:extLst>
                      <a:ext uri="{FF2B5EF4-FFF2-40B4-BE49-F238E27FC236}">
                        <a16:creationId xmlns:a16="http://schemas.microsoft.com/office/drawing/2014/main" id="{5F28E881-2020-0D42-B363-6D96ED5803B0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243" name="Group 242">
                  <a:extLst>
                    <a:ext uri="{FF2B5EF4-FFF2-40B4-BE49-F238E27FC236}">
                      <a16:creationId xmlns:a16="http://schemas.microsoft.com/office/drawing/2014/main" id="{8942E785-C91F-D449-B979-854D754BD3E4}"/>
                    </a:ext>
                  </a:extLst>
                </p:cNvPr>
                <p:cNvGrpSpPr/>
                <p:nvPr/>
              </p:nvGrpSpPr>
              <p:grpSpPr>
                <a:xfrm>
                  <a:off x="1844715" y="2907714"/>
                  <a:ext cx="356365" cy="333774"/>
                  <a:chOff x="741398" y="1743005"/>
                  <a:chExt cx="356365" cy="333774"/>
                </a:xfrm>
              </p:grpSpPr>
              <p:sp>
                <p:nvSpPr>
                  <p:cNvPr id="244" name="Oval 243">
                    <a:extLst>
                      <a:ext uri="{FF2B5EF4-FFF2-40B4-BE49-F238E27FC236}">
                        <a16:creationId xmlns:a16="http://schemas.microsoft.com/office/drawing/2014/main" id="{5E94977C-1E2D-8947-8A9C-60855CC9E8D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41398" y="1850752"/>
                    <a:ext cx="356365" cy="16845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45" name="TextBox 244">
                    <a:extLst>
                      <a:ext uri="{FF2B5EF4-FFF2-40B4-BE49-F238E27FC236}">
                        <a16:creationId xmlns:a16="http://schemas.microsoft.com/office/drawing/2014/main" id="{1B734CED-54CE-704F-AE6B-10957858188E}"/>
                      </a:ext>
                    </a:extLst>
                  </p:cNvPr>
                  <p:cNvSpPr txBox="1"/>
                  <p:nvPr/>
                </p:nvSpPr>
                <p:spPr>
                  <a:xfrm>
                    <a:off x="783895" y="1743005"/>
                    <a:ext cx="292553" cy="33377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u</a:t>
                    </a:r>
                  </a:p>
                </p:txBody>
              </p:sp>
            </p:grpSp>
          </p:grpSp>
          <p:grpSp>
            <p:nvGrpSpPr>
              <p:cNvPr id="255" name="Group 254">
                <a:extLst>
                  <a:ext uri="{FF2B5EF4-FFF2-40B4-BE49-F238E27FC236}">
                    <a16:creationId xmlns:a16="http://schemas.microsoft.com/office/drawing/2014/main" id="{C73C2842-BC87-F64D-93B6-3A74B566211B}"/>
                  </a:ext>
                </a:extLst>
              </p:cNvPr>
              <p:cNvGrpSpPr/>
              <p:nvPr/>
            </p:nvGrpSpPr>
            <p:grpSpPr>
              <a:xfrm>
                <a:off x="6285253" y="2579331"/>
                <a:ext cx="687402" cy="480963"/>
                <a:chOff x="1736090" y="2893762"/>
                <a:chExt cx="565150" cy="347726"/>
              </a:xfrm>
            </p:grpSpPr>
            <p:grpSp>
              <p:nvGrpSpPr>
                <p:cNvPr id="256" name="Group 327">
                  <a:extLst>
                    <a:ext uri="{FF2B5EF4-FFF2-40B4-BE49-F238E27FC236}">
                      <a16:creationId xmlns:a16="http://schemas.microsoft.com/office/drawing/2014/main" id="{DBD0C7BB-475C-C54A-A290-4C368241C8D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60" name="Oval 259">
                    <a:extLst>
                      <a:ext uri="{FF2B5EF4-FFF2-40B4-BE49-F238E27FC236}">
                        <a16:creationId xmlns:a16="http://schemas.microsoft.com/office/drawing/2014/main" id="{F8843434-4582-0843-9F4A-1008055D6DF2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61" name="Rectangle 260">
                    <a:extLst>
                      <a:ext uri="{FF2B5EF4-FFF2-40B4-BE49-F238E27FC236}">
                        <a16:creationId xmlns:a16="http://schemas.microsoft.com/office/drawing/2014/main" id="{A9A40BF1-CB31-E949-A261-1F2A4DFAF06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62" name="Oval 261">
                    <a:extLst>
                      <a:ext uri="{FF2B5EF4-FFF2-40B4-BE49-F238E27FC236}">
                        <a16:creationId xmlns:a16="http://schemas.microsoft.com/office/drawing/2014/main" id="{49DC5033-E57A-E141-A201-4131DC4C631A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63" name="Freeform 262">
                    <a:extLst>
                      <a:ext uri="{FF2B5EF4-FFF2-40B4-BE49-F238E27FC236}">
                        <a16:creationId xmlns:a16="http://schemas.microsoft.com/office/drawing/2014/main" id="{0214BA56-A328-6F4F-A2BE-0749009F07C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64" name="Freeform 263">
                    <a:extLst>
                      <a:ext uri="{FF2B5EF4-FFF2-40B4-BE49-F238E27FC236}">
                        <a16:creationId xmlns:a16="http://schemas.microsoft.com/office/drawing/2014/main" id="{C65ECECE-0DE1-EF4A-A9B8-9A0333FF13C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65" name="Freeform 264">
                    <a:extLst>
                      <a:ext uri="{FF2B5EF4-FFF2-40B4-BE49-F238E27FC236}">
                        <a16:creationId xmlns:a16="http://schemas.microsoft.com/office/drawing/2014/main" id="{961A33AE-7BC4-964E-A16D-5F0E752527D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66" name="Freeform 265">
                    <a:extLst>
                      <a:ext uri="{FF2B5EF4-FFF2-40B4-BE49-F238E27FC236}">
                        <a16:creationId xmlns:a16="http://schemas.microsoft.com/office/drawing/2014/main" id="{A6CC4429-65CD-1642-AECF-7C1343F2F0E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267" name="Straight Connector 266">
                    <a:extLst>
                      <a:ext uri="{FF2B5EF4-FFF2-40B4-BE49-F238E27FC236}">
                        <a16:creationId xmlns:a16="http://schemas.microsoft.com/office/drawing/2014/main" id="{5D432486-69DB-1345-B0F3-ED8A873DCB5E}"/>
                      </a:ext>
                    </a:extLst>
                  </p:cNvPr>
                  <p:cNvCxnSpPr>
                    <a:endCxn id="262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268" name="Straight Connector 267">
                    <a:extLst>
                      <a:ext uri="{FF2B5EF4-FFF2-40B4-BE49-F238E27FC236}">
                        <a16:creationId xmlns:a16="http://schemas.microsoft.com/office/drawing/2014/main" id="{E78B3E25-A5E6-7F45-A0A0-E859C35ED6B8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257" name="Group 256">
                  <a:extLst>
                    <a:ext uri="{FF2B5EF4-FFF2-40B4-BE49-F238E27FC236}">
                      <a16:creationId xmlns:a16="http://schemas.microsoft.com/office/drawing/2014/main" id="{3F4386B1-C072-514B-8E42-6DBFE6D4CFE4}"/>
                    </a:ext>
                  </a:extLst>
                </p:cNvPr>
                <p:cNvGrpSpPr/>
                <p:nvPr/>
              </p:nvGrpSpPr>
              <p:grpSpPr>
                <a:xfrm>
                  <a:off x="1844715" y="2907714"/>
                  <a:ext cx="356365" cy="333774"/>
                  <a:chOff x="741398" y="1743005"/>
                  <a:chExt cx="356365" cy="333774"/>
                </a:xfrm>
              </p:grpSpPr>
              <p:sp>
                <p:nvSpPr>
                  <p:cNvPr id="258" name="Oval 257">
                    <a:extLst>
                      <a:ext uri="{FF2B5EF4-FFF2-40B4-BE49-F238E27FC236}">
                        <a16:creationId xmlns:a16="http://schemas.microsoft.com/office/drawing/2014/main" id="{CF8E4305-903D-2B48-9BDE-E2C9AA960E7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41398" y="1850752"/>
                    <a:ext cx="356365" cy="16845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9" name="TextBox 258">
                    <a:extLst>
                      <a:ext uri="{FF2B5EF4-FFF2-40B4-BE49-F238E27FC236}">
                        <a16:creationId xmlns:a16="http://schemas.microsoft.com/office/drawing/2014/main" id="{6F4540FF-A271-7F4F-BBE3-820E3626E6AB}"/>
                      </a:ext>
                    </a:extLst>
                  </p:cNvPr>
                  <p:cNvSpPr txBox="1"/>
                  <p:nvPr/>
                </p:nvSpPr>
                <p:spPr>
                  <a:xfrm>
                    <a:off x="783895" y="1743005"/>
                    <a:ext cx="278343" cy="33377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z</a:t>
                    </a:r>
                  </a:p>
                </p:txBody>
              </p:sp>
            </p:grpSp>
          </p:grpSp>
          <p:grpSp>
            <p:nvGrpSpPr>
              <p:cNvPr id="269" name="Group 268">
                <a:extLst>
                  <a:ext uri="{FF2B5EF4-FFF2-40B4-BE49-F238E27FC236}">
                    <a16:creationId xmlns:a16="http://schemas.microsoft.com/office/drawing/2014/main" id="{F06FFBAB-9268-9D4B-9E0A-DCC585BF1D65}"/>
                  </a:ext>
                </a:extLst>
              </p:cNvPr>
              <p:cNvGrpSpPr/>
              <p:nvPr/>
            </p:nvGrpSpPr>
            <p:grpSpPr>
              <a:xfrm>
                <a:off x="4927962" y="3152913"/>
                <a:ext cx="687402" cy="480963"/>
                <a:chOff x="1736090" y="2893762"/>
                <a:chExt cx="565150" cy="347726"/>
              </a:xfrm>
            </p:grpSpPr>
            <p:grpSp>
              <p:nvGrpSpPr>
                <p:cNvPr id="270" name="Group 327">
                  <a:extLst>
                    <a:ext uri="{FF2B5EF4-FFF2-40B4-BE49-F238E27FC236}">
                      <a16:creationId xmlns:a16="http://schemas.microsoft.com/office/drawing/2014/main" id="{9E2D60CF-76F8-3843-92F3-50D9E024279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74" name="Oval 273">
                    <a:extLst>
                      <a:ext uri="{FF2B5EF4-FFF2-40B4-BE49-F238E27FC236}">
                        <a16:creationId xmlns:a16="http://schemas.microsoft.com/office/drawing/2014/main" id="{E2796E7A-4522-1740-9C93-D723E5BE5A12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75" name="Rectangle 274">
                    <a:extLst>
                      <a:ext uri="{FF2B5EF4-FFF2-40B4-BE49-F238E27FC236}">
                        <a16:creationId xmlns:a16="http://schemas.microsoft.com/office/drawing/2014/main" id="{57FCA721-4235-434E-9F5B-731DB7B25D9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76" name="Oval 275">
                    <a:extLst>
                      <a:ext uri="{FF2B5EF4-FFF2-40B4-BE49-F238E27FC236}">
                        <a16:creationId xmlns:a16="http://schemas.microsoft.com/office/drawing/2014/main" id="{AD3266EF-03F4-CD46-8377-C2E54F3E0AA1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77" name="Freeform 276">
                    <a:extLst>
                      <a:ext uri="{FF2B5EF4-FFF2-40B4-BE49-F238E27FC236}">
                        <a16:creationId xmlns:a16="http://schemas.microsoft.com/office/drawing/2014/main" id="{427D0060-E833-BB40-975E-DDC3D3F318F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78" name="Freeform 277">
                    <a:extLst>
                      <a:ext uri="{FF2B5EF4-FFF2-40B4-BE49-F238E27FC236}">
                        <a16:creationId xmlns:a16="http://schemas.microsoft.com/office/drawing/2014/main" id="{27B8B9DD-0624-CC4A-9EBD-343860A9740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79" name="Freeform 278">
                    <a:extLst>
                      <a:ext uri="{FF2B5EF4-FFF2-40B4-BE49-F238E27FC236}">
                        <a16:creationId xmlns:a16="http://schemas.microsoft.com/office/drawing/2014/main" id="{46653F1B-468B-6D44-AC59-FCD05DD9860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0" name="Freeform 279">
                    <a:extLst>
                      <a:ext uri="{FF2B5EF4-FFF2-40B4-BE49-F238E27FC236}">
                        <a16:creationId xmlns:a16="http://schemas.microsoft.com/office/drawing/2014/main" id="{66341352-4465-F948-88CD-0DF7F30D505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281" name="Straight Connector 280">
                    <a:extLst>
                      <a:ext uri="{FF2B5EF4-FFF2-40B4-BE49-F238E27FC236}">
                        <a16:creationId xmlns:a16="http://schemas.microsoft.com/office/drawing/2014/main" id="{EBAAB9DD-CF43-DE40-875C-A58E46E15251}"/>
                      </a:ext>
                    </a:extLst>
                  </p:cNvPr>
                  <p:cNvCxnSpPr>
                    <a:endCxn id="276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282" name="Straight Connector 281">
                    <a:extLst>
                      <a:ext uri="{FF2B5EF4-FFF2-40B4-BE49-F238E27FC236}">
                        <a16:creationId xmlns:a16="http://schemas.microsoft.com/office/drawing/2014/main" id="{AF65CEB3-91DB-E246-AF96-E16A191475A5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271" name="Group 270">
                  <a:extLst>
                    <a:ext uri="{FF2B5EF4-FFF2-40B4-BE49-F238E27FC236}">
                      <a16:creationId xmlns:a16="http://schemas.microsoft.com/office/drawing/2014/main" id="{0F61F705-7F75-D443-9776-8FCCA4C0CDE7}"/>
                    </a:ext>
                  </a:extLst>
                </p:cNvPr>
                <p:cNvGrpSpPr/>
                <p:nvPr/>
              </p:nvGrpSpPr>
              <p:grpSpPr>
                <a:xfrm>
                  <a:off x="1844715" y="2907714"/>
                  <a:ext cx="356365" cy="333774"/>
                  <a:chOff x="741398" y="1743005"/>
                  <a:chExt cx="356365" cy="333774"/>
                </a:xfrm>
              </p:grpSpPr>
              <p:sp>
                <p:nvSpPr>
                  <p:cNvPr id="272" name="Oval 271">
                    <a:extLst>
                      <a:ext uri="{FF2B5EF4-FFF2-40B4-BE49-F238E27FC236}">
                        <a16:creationId xmlns:a16="http://schemas.microsoft.com/office/drawing/2014/main" id="{D2E419CF-FF59-6547-A602-DC62BC45468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41398" y="1850752"/>
                    <a:ext cx="356365" cy="16845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73" name="TextBox 272">
                    <a:extLst>
                      <a:ext uri="{FF2B5EF4-FFF2-40B4-BE49-F238E27FC236}">
                        <a16:creationId xmlns:a16="http://schemas.microsoft.com/office/drawing/2014/main" id="{08FC805C-5378-7142-9D2C-F267CF6568D7}"/>
                      </a:ext>
                    </a:extLst>
                  </p:cNvPr>
                  <p:cNvSpPr txBox="1"/>
                  <p:nvPr/>
                </p:nvSpPr>
                <p:spPr>
                  <a:xfrm>
                    <a:off x="783895" y="1743005"/>
                    <a:ext cx="278343" cy="33377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y</a:t>
                    </a:r>
                  </a:p>
                </p:txBody>
              </p:sp>
            </p:grpSp>
          </p:grpSp>
          <p:grpSp>
            <p:nvGrpSpPr>
              <p:cNvPr id="283" name="Group 282">
                <a:extLst>
                  <a:ext uri="{FF2B5EF4-FFF2-40B4-BE49-F238E27FC236}">
                    <a16:creationId xmlns:a16="http://schemas.microsoft.com/office/drawing/2014/main" id="{D5092B0D-E5F5-194B-813D-67A3F6D11D28}"/>
                  </a:ext>
                </a:extLst>
              </p:cNvPr>
              <p:cNvGrpSpPr/>
              <p:nvPr/>
            </p:nvGrpSpPr>
            <p:grpSpPr>
              <a:xfrm>
                <a:off x="3337414" y="3136841"/>
                <a:ext cx="687402" cy="480963"/>
                <a:chOff x="1736090" y="2893762"/>
                <a:chExt cx="565150" cy="347726"/>
              </a:xfrm>
            </p:grpSpPr>
            <p:grpSp>
              <p:nvGrpSpPr>
                <p:cNvPr id="284" name="Group 327">
                  <a:extLst>
                    <a:ext uri="{FF2B5EF4-FFF2-40B4-BE49-F238E27FC236}">
                      <a16:creationId xmlns:a16="http://schemas.microsoft.com/office/drawing/2014/main" id="{CC880B25-57E8-3E49-A44B-E22B957437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88" name="Oval 287">
                    <a:extLst>
                      <a:ext uri="{FF2B5EF4-FFF2-40B4-BE49-F238E27FC236}">
                        <a16:creationId xmlns:a16="http://schemas.microsoft.com/office/drawing/2014/main" id="{EAEA361B-12C2-D240-B391-D3E93CE399B1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9" name="Rectangle 288">
                    <a:extLst>
                      <a:ext uri="{FF2B5EF4-FFF2-40B4-BE49-F238E27FC236}">
                        <a16:creationId xmlns:a16="http://schemas.microsoft.com/office/drawing/2014/main" id="{5DEA8AC2-81D9-1E48-B9A5-42237FF4F86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90" name="Oval 289">
                    <a:extLst>
                      <a:ext uri="{FF2B5EF4-FFF2-40B4-BE49-F238E27FC236}">
                        <a16:creationId xmlns:a16="http://schemas.microsoft.com/office/drawing/2014/main" id="{9EA8E302-D309-3445-AF9E-77C489DDA721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91" name="Freeform 290">
                    <a:extLst>
                      <a:ext uri="{FF2B5EF4-FFF2-40B4-BE49-F238E27FC236}">
                        <a16:creationId xmlns:a16="http://schemas.microsoft.com/office/drawing/2014/main" id="{B9A89D72-61A0-1142-AF3F-FE8B2EB5433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92" name="Freeform 291">
                    <a:extLst>
                      <a:ext uri="{FF2B5EF4-FFF2-40B4-BE49-F238E27FC236}">
                        <a16:creationId xmlns:a16="http://schemas.microsoft.com/office/drawing/2014/main" id="{66FE1286-64A8-D841-BB84-F9A16C15EC4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93" name="Freeform 292">
                    <a:extLst>
                      <a:ext uri="{FF2B5EF4-FFF2-40B4-BE49-F238E27FC236}">
                        <a16:creationId xmlns:a16="http://schemas.microsoft.com/office/drawing/2014/main" id="{6E1013B2-FB9A-9643-A3CD-C4A3A5A083E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94" name="Freeform 293">
                    <a:extLst>
                      <a:ext uri="{FF2B5EF4-FFF2-40B4-BE49-F238E27FC236}">
                        <a16:creationId xmlns:a16="http://schemas.microsoft.com/office/drawing/2014/main" id="{E439E20D-546B-B24F-AC7A-2BA85C329D8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295" name="Straight Connector 294">
                    <a:extLst>
                      <a:ext uri="{FF2B5EF4-FFF2-40B4-BE49-F238E27FC236}">
                        <a16:creationId xmlns:a16="http://schemas.microsoft.com/office/drawing/2014/main" id="{7540BE15-9182-9544-A6CE-B6E1CA592097}"/>
                      </a:ext>
                    </a:extLst>
                  </p:cNvPr>
                  <p:cNvCxnSpPr>
                    <a:endCxn id="290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296" name="Straight Connector 295">
                    <a:extLst>
                      <a:ext uri="{FF2B5EF4-FFF2-40B4-BE49-F238E27FC236}">
                        <a16:creationId xmlns:a16="http://schemas.microsoft.com/office/drawing/2014/main" id="{FF4B6776-17EA-2D43-9D3F-6F2BBF3C1234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285" name="Group 284">
                  <a:extLst>
                    <a:ext uri="{FF2B5EF4-FFF2-40B4-BE49-F238E27FC236}">
                      <a16:creationId xmlns:a16="http://schemas.microsoft.com/office/drawing/2014/main" id="{05552A60-CDAD-BC43-B8BC-B7439F5C3402}"/>
                    </a:ext>
                  </a:extLst>
                </p:cNvPr>
                <p:cNvGrpSpPr/>
                <p:nvPr/>
              </p:nvGrpSpPr>
              <p:grpSpPr>
                <a:xfrm>
                  <a:off x="1844715" y="2907714"/>
                  <a:ext cx="356365" cy="333774"/>
                  <a:chOff x="741398" y="1743005"/>
                  <a:chExt cx="356365" cy="333774"/>
                </a:xfrm>
              </p:grpSpPr>
              <p:sp>
                <p:nvSpPr>
                  <p:cNvPr id="286" name="Oval 285">
                    <a:extLst>
                      <a:ext uri="{FF2B5EF4-FFF2-40B4-BE49-F238E27FC236}">
                        <a16:creationId xmlns:a16="http://schemas.microsoft.com/office/drawing/2014/main" id="{5BF2E95A-EACF-9143-B987-FD7A353ADE6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41398" y="1850752"/>
                    <a:ext cx="356365" cy="168450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7" name="TextBox 286">
                    <a:extLst>
                      <a:ext uri="{FF2B5EF4-FFF2-40B4-BE49-F238E27FC236}">
                        <a16:creationId xmlns:a16="http://schemas.microsoft.com/office/drawing/2014/main" id="{AA2DCF6D-54DC-0A47-8B69-0F1B77FF66B0}"/>
                      </a:ext>
                    </a:extLst>
                  </p:cNvPr>
                  <p:cNvSpPr txBox="1"/>
                  <p:nvPr/>
                </p:nvSpPr>
                <p:spPr>
                  <a:xfrm>
                    <a:off x="783895" y="1743005"/>
                    <a:ext cx="278343" cy="33377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x</a:t>
                    </a:r>
                  </a:p>
                </p:txBody>
              </p:sp>
            </p:grpSp>
          </p:grpSp>
        </p:grp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AD8B86B2-93D9-A745-9897-F855B37ADC0B}"/>
                </a:ext>
              </a:extLst>
            </p:cNvPr>
            <p:cNvSpPr/>
            <p:nvPr/>
          </p:nvSpPr>
          <p:spPr>
            <a:xfrm>
              <a:off x="3283003" y="2075675"/>
              <a:ext cx="5676290" cy="537233"/>
            </a:xfrm>
            <a:custGeom>
              <a:avLst/>
              <a:gdLst>
                <a:gd name="connsiteX0" fmla="*/ 0 w 5035463"/>
                <a:gd name="connsiteY0" fmla="*/ 551145 h 551145"/>
                <a:gd name="connsiteX1" fmla="*/ 901874 w 5035463"/>
                <a:gd name="connsiteY1" fmla="*/ 551145 h 551145"/>
                <a:gd name="connsiteX2" fmla="*/ 2329841 w 5035463"/>
                <a:gd name="connsiteY2" fmla="*/ 0 h 551145"/>
                <a:gd name="connsiteX3" fmla="*/ 3933173 w 5035463"/>
                <a:gd name="connsiteY3" fmla="*/ 12526 h 551145"/>
                <a:gd name="connsiteX4" fmla="*/ 5035463 w 5035463"/>
                <a:gd name="connsiteY4" fmla="*/ 488515 h 551145"/>
                <a:gd name="connsiteX0" fmla="*/ 0 w 5035463"/>
                <a:gd name="connsiteY0" fmla="*/ 554892 h 554892"/>
                <a:gd name="connsiteX1" fmla="*/ 901874 w 5035463"/>
                <a:gd name="connsiteY1" fmla="*/ 554892 h 554892"/>
                <a:gd name="connsiteX2" fmla="*/ 2082503 w 5035463"/>
                <a:gd name="connsiteY2" fmla="*/ 0 h 554892"/>
                <a:gd name="connsiteX3" fmla="*/ 3933173 w 5035463"/>
                <a:gd name="connsiteY3" fmla="*/ 16273 h 554892"/>
                <a:gd name="connsiteX4" fmla="*/ 5035463 w 5035463"/>
                <a:gd name="connsiteY4" fmla="*/ 492262 h 554892"/>
                <a:gd name="connsiteX0" fmla="*/ 0 w 5035463"/>
                <a:gd name="connsiteY0" fmla="*/ 554892 h 554892"/>
                <a:gd name="connsiteX1" fmla="*/ 860651 w 5035463"/>
                <a:gd name="connsiteY1" fmla="*/ 487436 h 554892"/>
                <a:gd name="connsiteX2" fmla="*/ 2082503 w 5035463"/>
                <a:gd name="connsiteY2" fmla="*/ 0 h 554892"/>
                <a:gd name="connsiteX3" fmla="*/ 3933173 w 5035463"/>
                <a:gd name="connsiteY3" fmla="*/ 16273 h 554892"/>
                <a:gd name="connsiteX4" fmla="*/ 5035463 w 5035463"/>
                <a:gd name="connsiteY4" fmla="*/ 492262 h 554892"/>
                <a:gd name="connsiteX0" fmla="*/ 0 w 5024220"/>
                <a:gd name="connsiteY0" fmla="*/ 491184 h 492262"/>
                <a:gd name="connsiteX1" fmla="*/ 849408 w 5024220"/>
                <a:gd name="connsiteY1" fmla="*/ 487436 h 492262"/>
                <a:gd name="connsiteX2" fmla="*/ 2071260 w 5024220"/>
                <a:gd name="connsiteY2" fmla="*/ 0 h 492262"/>
                <a:gd name="connsiteX3" fmla="*/ 3921930 w 5024220"/>
                <a:gd name="connsiteY3" fmla="*/ 16273 h 492262"/>
                <a:gd name="connsiteX4" fmla="*/ 5024220 w 5024220"/>
                <a:gd name="connsiteY4" fmla="*/ 492262 h 492262"/>
                <a:gd name="connsiteX0" fmla="*/ 0 w 5020472"/>
                <a:gd name="connsiteY0" fmla="*/ 479942 h 492262"/>
                <a:gd name="connsiteX1" fmla="*/ 845660 w 5020472"/>
                <a:gd name="connsiteY1" fmla="*/ 487436 h 492262"/>
                <a:gd name="connsiteX2" fmla="*/ 2067512 w 5020472"/>
                <a:gd name="connsiteY2" fmla="*/ 0 h 492262"/>
                <a:gd name="connsiteX3" fmla="*/ 3918182 w 5020472"/>
                <a:gd name="connsiteY3" fmla="*/ 16273 h 492262"/>
                <a:gd name="connsiteX4" fmla="*/ 5020472 w 5020472"/>
                <a:gd name="connsiteY4" fmla="*/ 492262 h 492262"/>
                <a:gd name="connsiteX0" fmla="*/ 0 w 5020472"/>
                <a:gd name="connsiteY0" fmla="*/ 494932 h 494932"/>
                <a:gd name="connsiteX1" fmla="*/ 845660 w 5020472"/>
                <a:gd name="connsiteY1" fmla="*/ 487436 h 494932"/>
                <a:gd name="connsiteX2" fmla="*/ 2067512 w 5020472"/>
                <a:gd name="connsiteY2" fmla="*/ 0 h 494932"/>
                <a:gd name="connsiteX3" fmla="*/ 3918182 w 5020472"/>
                <a:gd name="connsiteY3" fmla="*/ 16273 h 494932"/>
                <a:gd name="connsiteX4" fmla="*/ 5020472 w 5020472"/>
                <a:gd name="connsiteY4" fmla="*/ 492262 h 494932"/>
                <a:gd name="connsiteX0" fmla="*/ 0 w 5009229"/>
                <a:gd name="connsiteY0" fmla="*/ 479941 h 492262"/>
                <a:gd name="connsiteX1" fmla="*/ 834417 w 5009229"/>
                <a:gd name="connsiteY1" fmla="*/ 487436 h 492262"/>
                <a:gd name="connsiteX2" fmla="*/ 2056269 w 5009229"/>
                <a:gd name="connsiteY2" fmla="*/ 0 h 492262"/>
                <a:gd name="connsiteX3" fmla="*/ 3906939 w 5009229"/>
                <a:gd name="connsiteY3" fmla="*/ 16273 h 492262"/>
                <a:gd name="connsiteX4" fmla="*/ 5009229 w 5009229"/>
                <a:gd name="connsiteY4" fmla="*/ 492262 h 492262"/>
                <a:gd name="connsiteX0" fmla="*/ 0 w 5009229"/>
                <a:gd name="connsiteY0" fmla="*/ 491183 h 492262"/>
                <a:gd name="connsiteX1" fmla="*/ 834417 w 5009229"/>
                <a:gd name="connsiteY1" fmla="*/ 487436 h 492262"/>
                <a:gd name="connsiteX2" fmla="*/ 2056269 w 5009229"/>
                <a:gd name="connsiteY2" fmla="*/ 0 h 492262"/>
                <a:gd name="connsiteX3" fmla="*/ 3906939 w 5009229"/>
                <a:gd name="connsiteY3" fmla="*/ 16273 h 492262"/>
                <a:gd name="connsiteX4" fmla="*/ 5009229 w 5009229"/>
                <a:gd name="connsiteY4" fmla="*/ 492262 h 492262"/>
                <a:gd name="connsiteX0" fmla="*/ 0 w 5009229"/>
                <a:gd name="connsiteY0" fmla="*/ 519881 h 520960"/>
                <a:gd name="connsiteX1" fmla="*/ 834417 w 5009229"/>
                <a:gd name="connsiteY1" fmla="*/ 516134 h 520960"/>
                <a:gd name="connsiteX2" fmla="*/ 2056269 w 5009229"/>
                <a:gd name="connsiteY2" fmla="*/ 28698 h 520960"/>
                <a:gd name="connsiteX3" fmla="*/ 3663349 w 5009229"/>
                <a:gd name="connsiteY3" fmla="*/ 0 h 520960"/>
                <a:gd name="connsiteX4" fmla="*/ 5009229 w 5009229"/>
                <a:gd name="connsiteY4" fmla="*/ 520960 h 520960"/>
                <a:gd name="connsiteX0" fmla="*/ 0 w 4953016"/>
                <a:gd name="connsiteY0" fmla="*/ 519881 h 558436"/>
                <a:gd name="connsiteX1" fmla="*/ 834417 w 4953016"/>
                <a:gd name="connsiteY1" fmla="*/ 516134 h 558436"/>
                <a:gd name="connsiteX2" fmla="*/ 2056269 w 4953016"/>
                <a:gd name="connsiteY2" fmla="*/ 28698 h 558436"/>
                <a:gd name="connsiteX3" fmla="*/ 3663349 w 4953016"/>
                <a:gd name="connsiteY3" fmla="*/ 0 h 558436"/>
                <a:gd name="connsiteX4" fmla="*/ 4953016 w 4953016"/>
                <a:gd name="connsiteY4" fmla="*/ 558436 h 558436"/>
                <a:gd name="connsiteX0" fmla="*/ 0 w 4953016"/>
                <a:gd name="connsiteY0" fmla="*/ 519881 h 558436"/>
                <a:gd name="connsiteX1" fmla="*/ 834417 w 4953016"/>
                <a:gd name="connsiteY1" fmla="*/ 516134 h 558436"/>
                <a:gd name="connsiteX2" fmla="*/ 2056269 w 4953016"/>
                <a:gd name="connsiteY2" fmla="*/ 28698 h 558436"/>
                <a:gd name="connsiteX3" fmla="*/ 3663349 w 4953016"/>
                <a:gd name="connsiteY3" fmla="*/ 0 h 558436"/>
                <a:gd name="connsiteX4" fmla="*/ 4631805 w 4953016"/>
                <a:gd name="connsiteY4" fmla="*/ 415156 h 558436"/>
                <a:gd name="connsiteX5" fmla="*/ 4953016 w 4953016"/>
                <a:gd name="connsiteY5" fmla="*/ 558436 h 558436"/>
                <a:gd name="connsiteX0" fmla="*/ 0 w 5676291"/>
                <a:gd name="connsiteY0" fmla="*/ 519881 h 558436"/>
                <a:gd name="connsiteX1" fmla="*/ 834417 w 5676291"/>
                <a:gd name="connsiteY1" fmla="*/ 516134 h 558436"/>
                <a:gd name="connsiteX2" fmla="*/ 2056269 w 5676291"/>
                <a:gd name="connsiteY2" fmla="*/ 28698 h 558436"/>
                <a:gd name="connsiteX3" fmla="*/ 3663349 w 5676291"/>
                <a:gd name="connsiteY3" fmla="*/ 0 h 558436"/>
                <a:gd name="connsiteX4" fmla="*/ 4631805 w 5676291"/>
                <a:gd name="connsiteY4" fmla="*/ 415156 h 558436"/>
                <a:gd name="connsiteX5" fmla="*/ 5676291 w 5676291"/>
                <a:gd name="connsiteY5" fmla="*/ 558436 h 558436"/>
                <a:gd name="connsiteX0" fmla="*/ 0 w 5676291"/>
                <a:gd name="connsiteY0" fmla="*/ 519881 h 558436"/>
                <a:gd name="connsiteX1" fmla="*/ 834417 w 5676291"/>
                <a:gd name="connsiteY1" fmla="*/ 516134 h 558436"/>
                <a:gd name="connsiteX2" fmla="*/ 2056269 w 5676291"/>
                <a:gd name="connsiteY2" fmla="*/ 28698 h 558436"/>
                <a:gd name="connsiteX3" fmla="*/ 3663349 w 5676291"/>
                <a:gd name="connsiteY3" fmla="*/ 0 h 558436"/>
                <a:gd name="connsiteX4" fmla="*/ 4909124 w 5676291"/>
                <a:gd name="connsiteY4" fmla="*/ 527582 h 558436"/>
                <a:gd name="connsiteX5" fmla="*/ 5676291 w 5676291"/>
                <a:gd name="connsiteY5" fmla="*/ 558436 h 558436"/>
                <a:gd name="connsiteX0" fmla="*/ 0 w 5672543"/>
                <a:gd name="connsiteY0" fmla="*/ 519881 h 535951"/>
                <a:gd name="connsiteX1" fmla="*/ 834417 w 5672543"/>
                <a:gd name="connsiteY1" fmla="*/ 516134 h 535951"/>
                <a:gd name="connsiteX2" fmla="*/ 2056269 w 5672543"/>
                <a:gd name="connsiteY2" fmla="*/ 28698 h 535951"/>
                <a:gd name="connsiteX3" fmla="*/ 3663349 w 5672543"/>
                <a:gd name="connsiteY3" fmla="*/ 0 h 535951"/>
                <a:gd name="connsiteX4" fmla="*/ 4909124 w 5672543"/>
                <a:gd name="connsiteY4" fmla="*/ 527582 h 535951"/>
                <a:gd name="connsiteX5" fmla="*/ 5672543 w 5672543"/>
                <a:gd name="connsiteY5" fmla="*/ 535951 h 535951"/>
                <a:gd name="connsiteX0" fmla="*/ 0 w 5676290"/>
                <a:gd name="connsiteY0" fmla="*/ 519881 h 528456"/>
                <a:gd name="connsiteX1" fmla="*/ 834417 w 5676290"/>
                <a:gd name="connsiteY1" fmla="*/ 516134 h 528456"/>
                <a:gd name="connsiteX2" fmla="*/ 2056269 w 5676290"/>
                <a:gd name="connsiteY2" fmla="*/ 28698 h 528456"/>
                <a:gd name="connsiteX3" fmla="*/ 3663349 w 5676290"/>
                <a:gd name="connsiteY3" fmla="*/ 0 h 528456"/>
                <a:gd name="connsiteX4" fmla="*/ 4909124 w 5676290"/>
                <a:gd name="connsiteY4" fmla="*/ 527582 h 528456"/>
                <a:gd name="connsiteX5" fmla="*/ 5676290 w 5676290"/>
                <a:gd name="connsiteY5" fmla="*/ 528456 h 528456"/>
                <a:gd name="connsiteX0" fmla="*/ 0 w 5676290"/>
                <a:gd name="connsiteY0" fmla="*/ 519881 h 528456"/>
                <a:gd name="connsiteX1" fmla="*/ 834417 w 5676290"/>
                <a:gd name="connsiteY1" fmla="*/ 516134 h 528456"/>
                <a:gd name="connsiteX2" fmla="*/ 2052521 w 5676290"/>
                <a:gd name="connsiteY2" fmla="*/ 6213 h 528456"/>
                <a:gd name="connsiteX3" fmla="*/ 3663349 w 5676290"/>
                <a:gd name="connsiteY3" fmla="*/ 0 h 528456"/>
                <a:gd name="connsiteX4" fmla="*/ 4909124 w 5676290"/>
                <a:gd name="connsiteY4" fmla="*/ 527582 h 528456"/>
                <a:gd name="connsiteX5" fmla="*/ 5676290 w 5676290"/>
                <a:gd name="connsiteY5" fmla="*/ 528456 h 528456"/>
                <a:gd name="connsiteX0" fmla="*/ 0 w 5676290"/>
                <a:gd name="connsiteY0" fmla="*/ 528658 h 537233"/>
                <a:gd name="connsiteX1" fmla="*/ 834417 w 5676290"/>
                <a:gd name="connsiteY1" fmla="*/ 524911 h 537233"/>
                <a:gd name="connsiteX2" fmla="*/ 2052521 w 5676290"/>
                <a:gd name="connsiteY2" fmla="*/ 0 h 537233"/>
                <a:gd name="connsiteX3" fmla="*/ 3663349 w 5676290"/>
                <a:gd name="connsiteY3" fmla="*/ 8777 h 537233"/>
                <a:gd name="connsiteX4" fmla="*/ 4909124 w 5676290"/>
                <a:gd name="connsiteY4" fmla="*/ 536359 h 537233"/>
                <a:gd name="connsiteX5" fmla="*/ 5676290 w 5676290"/>
                <a:gd name="connsiteY5" fmla="*/ 537233 h 537233"/>
                <a:gd name="connsiteX0" fmla="*/ 0 w 5676290"/>
                <a:gd name="connsiteY0" fmla="*/ 528658 h 537233"/>
                <a:gd name="connsiteX1" fmla="*/ 834417 w 5676290"/>
                <a:gd name="connsiteY1" fmla="*/ 524911 h 537233"/>
                <a:gd name="connsiteX2" fmla="*/ 2052521 w 5676290"/>
                <a:gd name="connsiteY2" fmla="*/ 0 h 537233"/>
                <a:gd name="connsiteX3" fmla="*/ 3637117 w 5676290"/>
                <a:gd name="connsiteY3" fmla="*/ 1282 h 537233"/>
                <a:gd name="connsiteX4" fmla="*/ 4909124 w 5676290"/>
                <a:gd name="connsiteY4" fmla="*/ 536359 h 537233"/>
                <a:gd name="connsiteX5" fmla="*/ 5676290 w 5676290"/>
                <a:gd name="connsiteY5" fmla="*/ 537233 h 537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76290" h="537233">
                  <a:moveTo>
                    <a:pt x="0" y="528658"/>
                  </a:moveTo>
                  <a:lnTo>
                    <a:pt x="834417" y="524911"/>
                  </a:lnTo>
                  <a:lnTo>
                    <a:pt x="2052521" y="0"/>
                  </a:lnTo>
                  <a:lnTo>
                    <a:pt x="3637117" y="1282"/>
                  </a:lnTo>
                  <a:lnTo>
                    <a:pt x="4909124" y="536359"/>
                  </a:lnTo>
                  <a:lnTo>
                    <a:pt x="5676290" y="537233"/>
                  </a:lnTo>
                </a:path>
              </a:pathLst>
            </a:custGeom>
            <a:noFill/>
            <a:ln w="57150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5B662D9B-5836-4A49-AEF3-3844A1A658DF}"/>
                </a:ext>
              </a:extLst>
            </p:cNvPr>
            <p:cNvSpPr/>
            <p:nvPr/>
          </p:nvSpPr>
          <p:spPr>
            <a:xfrm>
              <a:off x="5246494" y="2202412"/>
              <a:ext cx="3684951" cy="1712667"/>
            </a:xfrm>
            <a:custGeom>
              <a:avLst/>
              <a:gdLst>
                <a:gd name="connsiteX0" fmla="*/ 0 w 3494761"/>
                <a:gd name="connsiteY0" fmla="*/ 1202498 h 1202498"/>
                <a:gd name="connsiteX1" fmla="*/ 1415441 w 3494761"/>
                <a:gd name="connsiteY1" fmla="*/ 0 h 1202498"/>
                <a:gd name="connsiteX2" fmla="*/ 1427967 w 3494761"/>
                <a:gd name="connsiteY2" fmla="*/ 1027134 h 1202498"/>
                <a:gd name="connsiteX3" fmla="*/ 2793304 w 3494761"/>
                <a:gd name="connsiteY3" fmla="*/ 538619 h 1202498"/>
                <a:gd name="connsiteX4" fmla="*/ 3494761 w 3494761"/>
                <a:gd name="connsiteY4" fmla="*/ 551145 h 1202498"/>
                <a:gd name="connsiteX0" fmla="*/ 0 w 3494761"/>
                <a:gd name="connsiteY0" fmla="*/ 1202498 h 1202498"/>
                <a:gd name="connsiteX1" fmla="*/ 1415441 w 3494761"/>
                <a:gd name="connsiteY1" fmla="*/ 0 h 1202498"/>
                <a:gd name="connsiteX2" fmla="*/ 1490597 w 3494761"/>
                <a:gd name="connsiteY2" fmla="*/ 1102290 h 1202498"/>
                <a:gd name="connsiteX3" fmla="*/ 2793304 w 3494761"/>
                <a:gd name="connsiteY3" fmla="*/ 538619 h 1202498"/>
                <a:gd name="connsiteX4" fmla="*/ 3494761 w 3494761"/>
                <a:gd name="connsiteY4" fmla="*/ 551145 h 1202498"/>
                <a:gd name="connsiteX0" fmla="*/ 0 w 3494761"/>
                <a:gd name="connsiteY0" fmla="*/ 1202498 h 1202498"/>
                <a:gd name="connsiteX1" fmla="*/ 1415441 w 3494761"/>
                <a:gd name="connsiteY1" fmla="*/ 0 h 1202498"/>
                <a:gd name="connsiteX2" fmla="*/ 1472012 w 3494761"/>
                <a:gd name="connsiteY2" fmla="*/ 1050251 h 1202498"/>
                <a:gd name="connsiteX3" fmla="*/ 2793304 w 3494761"/>
                <a:gd name="connsiteY3" fmla="*/ 538619 h 1202498"/>
                <a:gd name="connsiteX4" fmla="*/ 3494761 w 3494761"/>
                <a:gd name="connsiteY4" fmla="*/ 551145 h 1202498"/>
                <a:gd name="connsiteX0" fmla="*/ 0 w 3494761"/>
                <a:gd name="connsiteY0" fmla="*/ 1202498 h 1202498"/>
                <a:gd name="connsiteX1" fmla="*/ 1415441 w 3494761"/>
                <a:gd name="connsiteY1" fmla="*/ 0 h 1202498"/>
                <a:gd name="connsiteX2" fmla="*/ 1438558 w 3494761"/>
                <a:gd name="connsiteY2" fmla="*/ 1050251 h 1202498"/>
                <a:gd name="connsiteX3" fmla="*/ 2793304 w 3494761"/>
                <a:gd name="connsiteY3" fmla="*/ 538619 h 1202498"/>
                <a:gd name="connsiteX4" fmla="*/ 3494761 w 3494761"/>
                <a:gd name="connsiteY4" fmla="*/ 551145 h 1202498"/>
                <a:gd name="connsiteX0" fmla="*/ 0 w 3494761"/>
                <a:gd name="connsiteY0" fmla="*/ 1217367 h 1217367"/>
                <a:gd name="connsiteX1" fmla="*/ 1441460 w 3494761"/>
                <a:gd name="connsiteY1" fmla="*/ 0 h 1217367"/>
                <a:gd name="connsiteX2" fmla="*/ 1438558 w 3494761"/>
                <a:gd name="connsiteY2" fmla="*/ 1065120 h 1217367"/>
                <a:gd name="connsiteX3" fmla="*/ 2793304 w 3494761"/>
                <a:gd name="connsiteY3" fmla="*/ 553488 h 1217367"/>
                <a:gd name="connsiteX4" fmla="*/ 3494761 w 3494761"/>
                <a:gd name="connsiteY4" fmla="*/ 566014 h 1217367"/>
                <a:gd name="connsiteX0" fmla="*/ 0 w 3494761"/>
                <a:gd name="connsiteY0" fmla="*/ 1217367 h 1217367"/>
                <a:gd name="connsiteX1" fmla="*/ 1441460 w 3494761"/>
                <a:gd name="connsiteY1" fmla="*/ 0 h 1217367"/>
                <a:gd name="connsiteX2" fmla="*/ 1438558 w 3494761"/>
                <a:gd name="connsiteY2" fmla="*/ 1065120 h 1217367"/>
                <a:gd name="connsiteX3" fmla="*/ 2808172 w 3494761"/>
                <a:gd name="connsiteY3" fmla="*/ 557205 h 1217367"/>
                <a:gd name="connsiteX4" fmla="*/ 3494761 w 3494761"/>
                <a:gd name="connsiteY4" fmla="*/ 566014 h 1217367"/>
                <a:gd name="connsiteX0" fmla="*/ 0 w 3494761"/>
                <a:gd name="connsiteY0" fmla="*/ 1217367 h 1217367"/>
                <a:gd name="connsiteX1" fmla="*/ 1441460 w 3494761"/>
                <a:gd name="connsiteY1" fmla="*/ 0 h 1217367"/>
                <a:gd name="connsiteX2" fmla="*/ 1438558 w 3494761"/>
                <a:gd name="connsiteY2" fmla="*/ 1065120 h 1217367"/>
                <a:gd name="connsiteX3" fmla="*/ 2808172 w 3494761"/>
                <a:gd name="connsiteY3" fmla="*/ 572073 h 1217367"/>
                <a:gd name="connsiteX4" fmla="*/ 3494761 w 3494761"/>
                <a:gd name="connsiteY4" fmla="*/ 566014 h 1217367"/>
                <a:gd name="connsiteX0" fmla="*/ 0 w 3505912"/>
                <a:gd name="connsiteY0" fmla="*/ 1217367 h 1217367"/>
                <a:gd name="connsiteX1" fmla="*/ 1441460 w 3505912"/>
                <a:gd name="connsiteY1" fmla="*/ 0 h 1217367"/>
                <a:gd name="connsiteX2" fmla="*/ 1438558 w 3505912"/>
                <a:gd name="connsiteY2" fmla="*/ 1065120 h 1217367"/>
                <a:gd name="connsiteX3" fmla="*/ 2808172 w 3505912"/>
                <a:gd name="connsiteY3" fmla="*/ 572073 h 1217367"/>
                <a:gd name="connsiteX4" fmla="*/ 3505912 w 3505912"/>
                <a:gd name="connsiteY4" fmla="*/ 588317 h 1217367"/>
                <a:gd name="connsiteX0" fmla="*/ 0 w 3505912"/>
                <a:gd name="connsiteY0" fmla="*/ 1217367 h 1217367"/>
                <a:gd name="connsiteX1" fmla="*/ 1441460 w 3505912"/>
                <a:gd name="connsiteY1" fmla="*/ 0 h 1217367"/>
                <a:gd name="connsiteX2" fmla="*/ 1438558 w 3505912"/>
                <a:gd name="connsiteY2" fmla="*/ 1065120 h 1217367"/>
                <a:gd name="connsiteX3" fmla="*/ 2845343 w 3505912"/>
                <a:gd name="connsiteY3" fmla="*/ 583224 h 1217367"/>
                <a:gd name="connsiteX4" fmla="*/ 3505912 w 3505912"/>
                <a:gd name="connsiteY4" fmla="*/ 588317 h 1217367"/>
                <a:gd name="connsiteX0" fmla="*/ 0 w 3505912"/>
                <a:gd name="connsiteY0" fmla="*/ 1217367 h 1217367"/>
                <a:gd name="connsiteX1" fmla="*/ 1441460 w 3505912"/>
                <a:gd name="connsiteY1" fmla="*/ 0 h 1217367"/>
                <a:gd name="connsiteX2" fmla="*/ 1438558 w 3505912"/>
                <a:gd name="connsiteY2" fmla="*/ 1065120 h 1217367"/>
                <a:gd name="connsiteX3" fmla="*/ 2785870 w 3505912"/>
                <a:gd name="connsiteY3" fmla="*/ 564639 h 1217367"/>
                <a:gd name="connsiteX4" fmla="*/ 3505912 w 3505912"/>
                <a:gd name="connsiteY4" fmla="*/ 588317 h 1217367"/>
                <a:gd name="connsiteX0" fmla="*/ 0 w 3557951"/>
                <a:gd name="connsiteY0" fmla="*/ 1217367 h 1217367"/>
                <a:gd name="connsiteX1" fmla="*/ 1441460 w 3557951"/>
                <a:gd name="connsiteY1" fmla="*/ 0 h 1217367"/>
                <a:gd name="connsiteX2" fmla="*/ 1438558 w 3557951"/>
                <a:gd name="connsiteY2" fmla="*/ 1065120 h 1217367"/>
                <a:gd name="connsiteX3" fmla="*/ 2785870 w 3557951"/>
                <a:gd name="connsiteY3" fmla="*/ 564639 h 1217367"/>
                <a:gd name="connsiteX4" fmla="*/ 3557951 w 3557951"/>
                <a:gd name="connsiteY4" fmla="*/ 577165 h 1217367"/>
                <a:gd name="connsiteX0" fmla="*/ 0 w 3557951"/>
                <a:gd name="connsiteY0" fmla="*/ 1217367 h 1217367"/>
                <a:gd name="connsiteX1" fmla="*/ 71632 w 3557951"/>
                <a:gd name="connsiteY1" fmla="*/ 1153564 h 1217367"/>
                <a:gd name="connsiteX2" fmla="*/ 1441460 w 3557951"/>
                <a:gd name="connsiteY2" fmla="*/ 0 h 1217367"/>
                <a:gd name="connsiteX3" fmla="*/ 1438558 w 3557951"/>
                <a:gd name="connsiteY3" fmla="*/ 1065120 h 1217367"/>
                <a:gd name="connsiteX4" fmla="*/ 2785870 w 3557951"/>
                <a:gd name="connsiteY4" fmla="*/ 564639 h 1217367"/>
                <a:gd name="connsiteX5" fmla="*/ 3557951 w 3557951"/>
                <a:gd name="connsiteY5" fmla="*/ 577165 h 1217367"/>
                <a:gd name="connsiteX0" fmla="*/ 0 w 3831001"/>
                <a:gd name="connsiteY0" fmla="*/ 1595192 h 1595192"/>
                <a:gd name="connsiteX1" fmla="*/ 344682 w 3831001"/>
                <a:gd name="connsiteY1" fmla="*/ 1153564 h 1595192"/>
                <a:gd name="connsiteX2" fmla="*/ 1714510 w 3831001"/>
                <a:gd name="connsiteY2" fmla="*/ 0 h 1595192"/>
                <a:gd name="connsiteX3" fmla="*/ 1711608 w 3831001"/>
                <a:gd name="connsiteY3" fmla="*/ 1065120 h 1595192"/>
                <a:gd name="connsiteX4" fmla="*/ 3058920 w 3831001"/>
                <a:gd name="connsiteY4" fmla="*/ 564639 h 1595192"/>
                <a:gd name="connsiteX5" fmla="*/ 3831001 w 3831001"/>
                <a:gd name="connsiteY5" fmla="*/ 577165 h 1595192"/>
                <a:gd name="connsiteX0" fmla="*/ 0 w 3831001"/>
                <a:gd name="connsiteY0" fmla="*/ 1595192 h 1595192"/>
                <a:gd name="connsiteX1" fmla="*/ 125607 w 3831001"/>
                <a:gd name="connsiteY1" fmla="*/ 1226589 h 1595192"/>
                <a:gd name="connsiteX2" fmla="*/ 1714510 w 3831001"/>
                <a:gd name="connsiteY2" fmla="*/ 0 h 1595192"/>
                <a:gd name="connsiteX3" fmla="*/ 1711608 w 3831001"/>
                <a:gd name="connsiteY3" fmla="*/ 1065120 h 1595192"/>
                <a:gd name="connsiteX4" fmla="*/ 3058920 w 3831001"/>
                <a:gd name="connsiteY4" fmla="*/ 564639 h 1595192"/>
                <a:gd name="connsiteX5" fmla="*/ 3831001 w 3831001"/>
                <a:gd name="connsiteY5" fmla="*/ 577165 h 1595192"/>
                <a:gd name="connsiteX0" fmla="*/ 0 w 3831001"/>
                <a:gd name="connsiteY0" fmla="*/ 1595192 h 1595192"/>
                <a:gd name="connsiteX1" fmla="*/ 131957 w 3831001"/>
                <a:gd name="connsiteY1" fmla="*/ 1220239 h 1595192"/>
                <a:gd name="connsiteX2" fmla="*/ 1714510 w 3831001"/>
                <a:gd name="connsiteY2" fmla="*/ 0 h 1595192"/>
                <a:gd name="connsiteX3" fmla="*/ 1711608 w 3831001"/>
                <a:gd name="connsiteY3" fmla="*/ 1065120 h 1595192"/>
                <a:gd name="connsiteX4" fmla="*/ 3058920 w 3831001"/>
                <a:gd name="connsiteY4" fmla="*/ 564639 h 1595192"/>
                <a:gd name="connsiteX5" fmla="*/ 3831001 w 3831001"/>
                <a:gd name="connsiteY5" fmla="*/ 577165 h 1595192"/>
                <a:gd name="connsiteX0" fmla="*/ 0 w 3831001"/>
                <a:gd name="connsiteY0" fmla="*/ 1595192 h 1595192"/>
                <a:gd name="connsiteX1" fmla="*/ 147832 w 3831001"/>
                <a:gd name="connsiteY1" fmla="*/ 1051964 h 1595192"/>
                <a:gd name="connsiteX2" fmla="*/ 1714510 w 3831001"/>
                <a:gd name="connsiteY2" fmla="*/ 0 h 1595192"/>
                <a:gd name="connsiteX3" fmla="*/ 1711608 w 3831001"/>
                <a:gd name="connsiteY3" fmla="*/ 1065120 h 1595192"/>
                <a:gd name="connsiteX4" fmla="*/ 3058920 w 3831001"/>
                <a:gd name="connsiteY4" fmla="*/ 564639 h 1595192"/>
                <a:gd name="connsiteX5" fmla="*/ 3831001 w 3831001"/>
                <a:gd name="connsiteY5" fmla="*/ 577165 h 1595192"/>
                <a:gd name="connsiteX0" fmla="*/ 0 w 3688126"/>
                <a:gd name="connsiteY0" fmla="*/ 1680917 h 1680917"/>
                <a:gd name="connsiteX1" fmla="*/ 4957 w 3688126"/>
                <a:gd name="connsiteY1" fmla="*/ 1051964 h 1680917"/>
                <a:gd name="connsiteX2" fmla="*/ 1571635 w 3688126"/>
                <a:gd name="connsiteY2" fmla="*/ 0 h 1680917"/>
                <a:gd name="connsiteX3" fmla="*/ 1568733 w 3688126"/>
                <a:gd name="connsiteY3" fmla="*/ 1065120 h 1680917"/>
                <a:gd name="connsiteX4" fmla="*/ 2916045 w 3688126"/>
                <a:gd name="connsiteY4" fmla="*/ 564639 h 1680917"/>
                <a:gd name="connsiteX5" fmla="*/ 3688126 w 3688126"/>
                <a:gd name="connsiteY5" fmla="*/ 577165 h 1680917"/>
                <a:gd name="connsiteX0" fmla="*/ 0 w 3684951"/>
                <a:gd name="connsiteY0" fmla="*/ 1712667 h 1712667"/>
                <a:gd name="connsiteX1" fmla="*/ 1782 w 3684951"/>
                <a:gd name="connsiteY1" fmla="*/ 1051964 h 1712667"/>
                <a:gd name="connsiteX2" fmla="*/ 1568460 w 3684951"/>
                <a:gd name="connsiteY2" fmla="*/ 0 h 1712667"/>
                <a:gd name="connsiteX3" fmla="*/ 1565558 w 3684951"/>
                <a:gd name="connsiteY3" fmla="*/ 1065120 h 1712667"/>
                <a:gd name="connsiteX4" fmla="*/ 2912870 w 3684951"/>
                <a:gd name="connsiteY4" fmla="*/ 564639 h 1712667"/>
                <a:gd name="connsiteX5" fmla="*/ 3684951 w 3684951"/>
                <a:gd name="connsiteY5" fmla="*/ 577165 h 1712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84951" h="1712667">
                  <a:moveTo>
                    <a:pt x="0" y="1712667"/>
                  </a:moveTo>
                  <a:cubicBezTo>
                    <a:pt x="1652" y="1503016"/>
                    <a:pt x="130" y="1261615"/>
                    <a:pt x="1782" y="1051964"/>
                  </a:cubicBezTo>
                  <a:lnTo>
                    <a:pt x="1568460" y="0"/>
                  </a:lnTo>
                  <a:cubicBezTo>
                    <a:pt x="1567493" y="355040"/>
                    <a:pt x="1566525" y="710080"/>
                    <a:pt x="1565558" y="1065120"/>
                  </a:cubicBezTo>
                  <a:lnTo>
                    <a:pt x="2912870" y="564639"/>
                  </a:lnTo>
                  <a:lnTo>
                    <a:pt x="3684951" y="577165"/>
                  </a:lnTo>
                </a:path>
              </a:pathLst>
            </a:custGeom>
            <a:noFill/>
            <a:ln w="47625">
              <a:solidFill>
                <a:srgbClr val="0000A8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00" name="TextBox 299">
            <a:extLst>
              <a:ext uri="{FF2B5EF4-FFF2-40B4-BE49-F238E27FC236}">
                <a16:creationId xmlns:a16="http://schemas.microsoft.com/office/drawing/2014/main" id="{4BA8D4EB-6400-5347-8FCF-BA0939582BD3}"/>
              </a:ext>
            </a:extLst>
          </p:cNvPr>
          <p:cNvSpPr txBox="1"/>
          <p:nvPr/>
        </p:nvSpPr>
        <p:spPr>
          <a:xfrm>
            <a:off x="1351953" y="5524714"/>
            <a:ext cx="97836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C0000"/>
                </a:solidFill>
                <a:ea typeface="ＭＳ Ｐゴシック" charset="0"/>
              </a:rPr>
              <a:t>We learned in Chapter 4 that generalized forwarding and SDN can be used to achieve </a:t>
            </a:r>
            <a:r>
              <a:rPr lang="en-US" sz="2800" i="1" dirty="0">
                <a:solidFill>
                  <a:srgbClr val="CC0000"/>
                </a:solidFill>
                <a:ea typeface="ＭＳ Ｐゴシック" charset="0"/>
              </a:rPr>
              <a:t>any</a:t>
            </a:r>
            <a:r>
              <a:rPr lang="en-US" sz="2800" dirty="0">
                <a:solidFill>
                  <a:srgbClr val="CC0000"/>
                </a:solidFill>
                <a:ea typeface="ＭＳ Ｐゴシック" charset="0"/>
              </a:rPr>
              <a:t> routing desired</a:t>
            </a:r>
          </a:p>
        </p:txBody>
      </p:sp>
    </p:spTree>
    <p:extLst>
      <p:ext uri="{BB962C8B-B14F-4D97-AF65-F5344CB8AC3E}">
        <p14:creationId xmlns:p14="http://schemas.microsoft.com/office/powerpoint/2010/main" val="42214528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4139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Software defined networking (SDN)</a:t>
            </a:r>
          </a:p>
        </p:txBody>
      </p:sp>
      <p:grpSp>
        <p:nvGrpSpPr>
          <p:cNvPr id="2" name="Group 1" descr="SDN: deeper look at control plane and how it interacts with data plane">
            <a:extLst>
              <a:ext uri="{FF2B5EF4-FFF2-40B4-BE49-F238E27FC236}">
                <a16:creationId xmlns:a16="http://schemas.microsoft.com/office/drawing/2014/main" id="{0E355DE3-ACD5-5F55-6E04-5DA5D403C4CB}"/>
              </a:ext>
            </a:extLst>
          </p:cNvPr>
          <p:cNvGrpSpPr/>
          <p:nvPr/>
        </p:nvGrpSpPr>
        <p:grpSpPr>
          <a:xfrm>
            <a:off x="200416" y="1190791"/>
            <a:ext cx="11824570" cy="5476026"/>
            <a:chOff x="200416" y="1190791"/>
            <a:chExt cx="11824570" cy="5476026"/>
          </a:xfrm>
        </p:grpSpPr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97528339-91BF-A047-B131-DB1084069AD0}"/>
                </a:ext>
              </a:extLst>
            </p:cNvPr>
            <p:cNvGrpSpPr/>
            <p:nvPr/>
          </p:nvGrpSpPr>
          <p:grpSpPr>
            <a:xfrm>
              <a:off x="3056815" y="1998116"/>
              <a:ext cx="7050773" cy="4668701"/>
              <a:chOff x="1453484" y="1555350"/>
              <a:chExt cx="7050773" cy="4668701"/>
            </a:xfrm>
          </p:grpSpPr>
          <p:grpSp>
            <p:nvGrpSpPr>
              <p:cNvPr id="369" name="Group 368">
                <a:extLst>
                  <a:ext uri="{FF2B5EF4-FFF2-40B4-BE49-F238E27FC236}">
                    <a16:creationId xmlns:a16="http://schemas.microsoft.com/office/drawing/2014/main" id="{65D1C995-A844-2B42-9010-C4218A5CA77D}"/>
                  </a:ext>
                </a:extLst>
              </p:cNvPr>
              <p:cNvGrpSpPr/>
              <p:nvPr/>
            </p:nvGrpSpPr>
            <p:grpSpPr>
              <a:xfrm>
                <a:off x="1453484" y="1555350"/>
                <a:ext cx="6027737" cy="1440135"/>
                <a:chOff x="1492879" y="2061336"/>
                <a:chExt cx="6027737" cy="1440135"/>
              </a:xfrm>
            </p:grpSpPr>
            <p:sp>
              <p:nvSpPr>
                <p:cNvPr id="641" name="Rectangle 640">
                  <a:extLst>
                    <a:ext uri="{FF2B5EF4-FFF2-40B4-BE49-F238E27FC236}">
                      <a16:creationId xmlns:a16="http://schemas.microsoft.com/office/drawing/2014/main" id="{0E8C8ADE-E45C-8948-918B-042EEC2FAE7D}"/>
                    </a:ext>
                  </a:extLst>
                </p:cNvPr>
                <p:cNvSpPr/>
                <p:nvPr/>
              </p:nvSpPr>
              <p:spPr bwMode="auto">
                <a:xfrm>
                  <a:off x="1929251" y="2064703"/>
                  <a:ext cx="5043488" cy="1017588"/>
                </a:xfrm>
                <a:prstGeom prst="rect">
                  <a:avLst/>
                </a:prstGeom>
                <a:solidFill>
                  <a:srgbClr val="2D2DB9">
                    <a:lumMod val="20000"/>
                    <a:lumOff val="80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642" name="Freeform 641">
                  <a:extLst>
                    <a:ext uri="{FF2B5EF4-FFF2-40B4-BE49-F238E27FC236}">
                      <a16:creationId xmlns:a16="http://schemas.microsoft.com/office/drawing/2014/main" id="{4C064E57-91B4-C64F-BC29-DB5B58D5D836}"/>
                    </a:ext>
                  </a:extLst>
                </p:cNvPr>
                <p:cNvSpPr/>
                <p:nvPr/>
              </p:nvSpPr>
              <p:spPr bwMode="auto">
                <a:xfrm>
                  <a:off x="1739747" y="2067585"/>
                  <a:ext cx="198437" cy="1385888"/>
                </a:xfrm>
                <a:custGeom>
                  <a:avLst/>
                  <a:gdLst>
                    <a:gd name="connsiteX0" fmla="*/ 0 w 312616"/>
                    <a:gd name="connsiteY0" fmla="*/ 644770 h 1367693"/>
                    <a:gd name="connsiteX1" fmla="*/ 312616 w 312616"/>
                    <a:gd name="connsiteY1" fmla="*/ 0 h 1367693"/>
                    <a:gd name="connsiteX2" fmla="*/ 312616 w 312616"/>
                    <a:gd name="connsiteY2" fmla="*/ 1016000 h 1367693"/>
                    <a:gd name="connsiteX3" fmla="*/ 117231 w 312616"/>
                    <a:gd name="connsiteY3" fmla="*/ 1367693 h 1367693"/>
                    <a:gd name="connsiteX4" fmla="*/ 0 w 312616"/>
                    <a:gd name="connsiteY4" fmla="*/ 644770 h 1367693"/>
                    <a:gd name="connsiteX0" fmla="*/ 0 w 199855"/>
                    <a:gd name="connsiteY0" fmla="*/ 733787 h 1367693"/>
                    <a:gd name="connsiteX1" fmla="*/ 199855 w 199855"/>
                    <a:gd name="connsiteY1" fmla="*/ 0 h 1367693"/>
                    <a:gd name="connsiteX2" fmla="*/ 199855 w 199855"/>
                    <a:gd name="connsiteY2" fmla="*/ 1016000 h 1367693"/>
                    <a:gd name="connsiteX3" fmla="*/ 4470 w 199855"/>
                    <a:gd name="connsiteY3" fmla="*/ 1367693 h 1367693"/>
                    <a:gd name="connsiteX4" fmla="*/ 0 w 199855"/>
                    <a:gd name="connsiteY4" fmla="*/ 733787 h 1367693"/>
                    <a:gd name="connsiteX0" fmla="*/ 25203 w 225058"/>
                    <a:gd name="connsiteY0" fmla="*/ 733787 h 1361758"/>
                    <a:gd name="connsiteX1" fmla="*/ 225058 w 225058"/>
                    <a:gd name="connsiteY1" fmla="*/ 0 h 1361758"/>
                    <a:gd name="connsiteX2" fmla="*/ 225058 w 225058"/>
                    <a:gd name="connsiteY2" fmla="*/ 1016000 h 1361758"/>
                    <a:gd name="connsiteX3" fmla="*/ 0 w 225058"/>
                    <a:gd name="connsiteY3" fmla="*/ 1361758 h 1361758"/>
                    <a:gd name="connsiteX4" fmla="*/ 25203 w 225058"/>
                    <a:gd name="connsiteY4" fmla="*/ 733787 h 1361758"/>
                    <a:gd name="connsiteX0" fmla="*/ 25203 w 230992"/>
                    <a:gd name="connsiteY0" fmla="*/ 787197 h 1415168"/>
                    <a:gd name="connsiteX1" fmla="*/ 230992 w 230992"/>
                    <a:gd name="connsiteY1" fmla="*/ 0 h 1415168"/>
                    <a:gd name="connsiteX2" fmla="*/ 225058 w 230992"/>
                    <a:gd name="connsiteY2" fmla="*/ 1069410 h 1415168"/>
                    <a:gd name="connsiteX3" fmla="*/ 0 w 230992"/>
                    <a:gd name="connsiteY3" fmla="*/ 1415168 h 1415168"/>
                    <a:gd name="connsiteX4" fmla="*/ 25203 w 230992"/>
                    <a:gd name="connsiteY4" fmla="*/ 787197 h 1415168"/>
                    <a:gd name="connsiteX0" fmla="*/ 0 w 205789"/>
                    <a:gd name="connsiteY0" fmla="*/ 787197 h 1427037"/>
                    <a:gd name="connsiteX1" fmla="*/ 205789 w 205789"/>
                    <a:gd name="connsiteY1" fmla="*/ 0 h 1427037"/>
                    <a:gd name="connsiteX2" fmla="*/ 199855 w 205789"/>
                    <a:gd name="connsiteY2" fmla="*/ 1069410 h 1427037"/>
                    <a:gd name="connsiteX3" fmla="*/ 4471 w 205789"/>
                    <a:gd name="connsiteY3" fmla="*/ 1427037 h 1427037"/>
                    <a:gd name="connsiteX4" fmla="*/ 0 w 205789"/>
                    <a:gd name="connsiteY4" fmla="*/ 787197 h 1427037"/>
                    <a:gd name="connsiteX0" fmla="*/ 0 w 199855"/>
                    <a:gd name="connsiteY0" fmla="*/ 745656 h 1385496"/>
                    <a:gd name="connsiteX1" fmla="*/ 193920 w 199855"/>
                    <a:gd name="connsiteY1" fmla="*/ 0 h 1385496"/>
                    <a:gd name="connsiteX2" fmla="*/ 199855 w 199855"/>
                    <a:gd name="connsiteY2" fmla="*/ 1027869 h 1385496"/>
                    <a:gd name="connsiteX3" fmla="*/ 4471 w 199855"/>
                    <a:gd name="connsiteY3" fmla="*/ 1385496 h 1385496"/>
                    <a:gd name="connsiteX4" fmla="*/ 0 w 199855"/>
                    <a:gd name="connsiteY4" fmla="*/ 745656 h 13854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9855" h="1385496">
                      <a:moveTo>
                        <a:pt x="0" y="745656"/>
                      </a:moveTo>
                      <a:lnTo>
                        <a:pt x="193920" y="0"/>
                      </a:lnTo>
                      <a:cubicBezTo>
                        <a:pt x="195898" y="342623"/>
                        <a:pt x="197877" y="685246"/>
                        <a:pt x="199855" y="1027869"/>
                      </a:cubicBezTo>
                      <a:lnTo>
                        <a:pt x="4471" y="1385496"/>
                      </a:lnTo>
                      <a:cubicBezTo>
                        <a:pt x="2981" y="1172216"/>
                        <a:pt x="1490" y="958936"/>
                        <a:pt x="0" y="745656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FFFF">
                        <a:lumMod val="95000"/>
                      </a:srgbClr>
                    </a:gs>
                    <a:gs pos="100000">
                      <a:srgbClr val="2D2DB9">
                        <a:lumMod val="20000"/>
                        <a:lumOff val="80000"/>
                      </a:srgbClr>
                    </a:gs>
                  </a:gsLst>
                  <a:lin ang="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643" name="Freeform 642">
                  <a:extLst>
                    <a:ext uri="{FF2B5EF4-FFF2-40B4-BE49-F238E27FC236}">
                      <a16:creationId xmlns:a16="http://schemas.microsoft.com/office/drawing/2014/main" id="{FA5C362A-704A-E343-9748-70DE7380E98C}"/>
                    </a:ext>
                  </a:extLst>
                </p:cNvPr>
                <p:cNvSpPr/>
                <p:nvPr/>
              </p:nvSpPr>
              <p:spPr bwMode="auto">
                <a:xfrm flipH="1">
                  <a:off x="6969078" y="2061336"/>
                  <a:ext cx="220427" cy="1370587"/>
                </a:xfrm>
                <a:custGeom>
                  <a:avLst/>
                  <a:gdLst>
                    <a:gd name="connsiteX0" fmla="*/ 0 w 312616"/>
                    <a:gd name="connsiteY0" fmla="*/ 644770 h 1367693"/>
                    <a:gd name="connsiteX1" fmla="*/ 312616 w 312616"/>
                    <a:gd name="connsiteY1" fmla="*/ 0 h 1367693"/>
                    <a:gd name="connsiteX2" fmla="*/ 312616 w 312616"/>
                    <a:gd name="connsiteY2" fmla="*/ 1016000 h 1367693"/>
                    <a:gd name="connsiteX3" fmla="*/ 117231 w 312616"/>
                    <a:gd name="connsiteY3" fmla="*/ 1367693 h 1367693"/>
                    <a:gd name="connsiteX4" fmla="*/ 0 w 312616"/>
                    <a:gd name="connsiteY4" fmla="*/ 644770 h 1367693"/>
                    <a:gd name="connsiteX0" fmla="*/ 0 w 199855"/>
                    <a:gd name="connsiteY0" fmla="*/ 733787 h 1367693"/>
                    <a:gd name="connsiteX1" fmla="*/ 199855 w 199855"/>
                    <a:gd name="connsiteY1" fmla="*/ 0 h 1367693"/>
                    <a:gd name="connsiteX2" fmla="*/ 199855 w 199855"/>
                    <a:gd name="connsiteY2" fmla="*/ 1016000 h 1367693"/>
                    <a:gd name="connsiteX3" fmla="*/ 4470 w 199855"/>
                    <a:gd name="connsiteY3" fmla="*/ 1367693 h 1367693"/>
                    <a:gd name="connsiteX4" fmla="*/ 0 w 199855"/>
                    <a:gd name="connsiteY4" fmla="*/ 733787 h 1367693"/>
                    <a:gd name="connsiteX0" fmla="*/ 25203 w 225058"/>
                    <a:gd name="connsiteY0" fmla="*/ 733787 h 1361758"/>
                    <a:gd name="connsiteX1" fmla="*/ 225058 w 225058"/>
                    <a:gd name="connsiteY1" fmla="*/ 0 h 1361758"/>
                    <a:gd name="connsiteX2" fmla="*/ 225058 w 225058"/>
                    <a:gd name="connsiteY2" fmla="*/ 1016000 h 1361758"/>
                    <a:gd name="connsiteX3" fmla="*/ 0 w 225058"/>
                    <a:gd name="connsiteY3" fmla="*/ 1361758 h 1361758"/>
                    <a:gd name="connsiteX4" fmla="*/ 25203 w 225058"/>
                    <a:gd name="connsiteY4" fmla="*/ 733787 h 1361758"/>
                    <a:gd name="connsiteX0" fmla="*/ 25203 w 230992"/>
                    <a:gd name="connsiteY0" fmla="*/ 787197 h 1415168"/>
                    <a:gd name="connsiteX1" fmla="*/ 230992 w 230992"/>
                    <a:gd name="connsiteY1" fmla="*/ 0 h 1415168"/>
                    <a:gd name="connsiteX2" fmla="*/ 225058 w 230992"/>
                    <a:gd name="connsiteY2" fmla="*/ 1069410 h 1415168"/>
                    <a:gd name="connsiteX3" fmla="*/ 0 w 230992"/>
                    <a:gd name="connsiteY3" fmla="*/ 1415168 h 1415168"/>
                    <a:gd name="connsiteX4" fmla="*/ 25203 w 230992"/>
                    <a:gd name="connsiteY4" fmla="*/ 787197 h 1415168"/>
                    <a:gd name="connsiteX0" fmla="*/ 0 w 205789"/>
                    <a:gd name="connsiteY0" fmla="*/ 787197 h 1427037"/>
                    <a:gd name="connsiteX1" fmla="*/ 205789 w 205789"/>
                    <a:gd name="connsiteY1" fmla="*/ 0 h 1427037"/>
                    <a:gd name="connsiteX2" fmla="*/ 199855 w 205789"/>
                    <a:gd name="connsiteY2" fmla="*/ 1069410 h 1427037"/>
                    <a:gd name="connsiteX3" fmla="*/ 4471 w 205789"/>
                    <a:gd name="connsiteY3" fmla="*/ 1427037 h 1427037"/>
                    <a:gd name="connsiteX4" fmla="*/ 0 w 205789"/>
                    <a:gd name="connsiteY4" fmla="*/ 787197 h 1427037"/>
                    <a:gd name="connsiteX0" fmla="*/ 0 w 199855"/>
                    <a:gd name="connsiteY0" fmla="*/ 745656 h 1385496"/>
                    <a:gd name="connsiteX1" fmla="*/ 193920 w 199855"/>
                    <a:gd name="connsiteY1" fmla="*/ 0 h 1385496"/>
                    <a:gd name="connsiteX2" fmla="*/ 199855 w 199855"/>
                    <a:gd name="connsiteY2" fmla="*/ 1027869 h 1385496"/>
                    <a:gd name="connsiteX3" fmla="*/ 4471 w 199855"/>
                    <a:gd name="connsiteY3" fmla="*/ 1385496 h 1385496"/>
                    <a:gd name="connsiteX4" fmla="*/ 0 w 199855"/>
                    <a:gd name="connsiteY4" fmla="*/ 745656 h 1385496"/>
                    <a:gd name="connsiteX0" fmla="*/ 0 w 219519"/>
                    <a:gd name="connsiteY0" fmla="*/ 730359 h 1370199"/>
                    <a:gd name="connsiteX1" fmla="*/ 219401 w 219519"/>
                    <a:gd name="connsiteY1" fmla="*/ 0 h 1370199"/>
                    <a:gd name="connsiteX2" fmla="*/ 199855 w 219519"/>
                    <a:gd name="connsiteY2" fmla="*/ 1012572 h 1370199"/>
                    <a:gd name="connsiteX3" fmla="*/ 4471 w 219519"/>
                    <a:gd name="connsiteY3" fmla="*/ 1370199 h 1370199"/>
                    <a:gd name="connsiteX4" fmla="*/ 0 w 219519"/>
                    <a:gd name="connsiteY4" fmla="*/ 730359 h 1370199"/>
                    <a:gd name="connsiteX0" fmla="*/ 0 w 219602"/>
                    <a:gd name="connsiteY0" fmla="*/ 730359 h 1370199"/>
                    <a:gd name="connsiteX1" fmla="*/ 219401 w 219602"/>
                    <a:gd name="connsiteY1" fmla="*/ 0 h 1370199"/>
                    <a:gd name="connsiteX2" fmla="*/ 210047 w 219602"/>
                    <a:gd name="connsiteY2" fmla="*/ 1007473 h 1370199"/>
                    <a:gd name="connsiteX3" fmla="*/ 4471 w 219602"/>
                    <a:gd name="connsiteY3" fmla="*/ 1370199 h 1370199"/>
                    <a:gd name="connsiteX4" fmla="*/ 0 w 219602"/>
                    <a:gd name="connsiteY4" fmla="*/ 730359 h 1370199"/>
                    <a:gd name="connsiteX0" fmla="*/ 0 w 220239"/>
                    <a:gd name="connsiteY0" fmla="*/ 730359 h 1370199"/>
                    <a:gd name="connsiteX1" fmla="*/ 219401 w 220239"/>
                    <a:gd name="connsiteY1" fmla="*/ 0 h 1370199"/>
                    <a:gd name="connsiteX2" fmla="*/ 220239 w 220239"/>
                    <a:gd name="connsiteY2" fmla="*/ 1007473 h 1370199"/>
                    <a:gd name="connsiteX3" fmla="*/ 4471 w 220239"/>
                    <a:gd name="connsiteY3" fmla="*/ 1370199 h 1370199"/>
                    <a:gd name="connsiteX4" fmla="*/ 0 w 220239"/>
                    <a:gd name="connsiteY4" fmla="*/ 730359 h 13701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0239" h="1370199">
                      <a:moveTo>
                        <a:pt x="0" y="730359"/>
                      </a:moveTo>
                      <a:cubicBezTo>
                        <a:pt x="64640" y="481807"/>
                        <a:pt x="154761" y="248552"/>
                        <a:pt x="219401" y="0"/>
                      </a:cubicBezTo>
                      <a:cubicBezTo>
                        <a:pt x="221379" y="342623"/>
                        <a:pt x="218261" y="664850"/>
                        <a:pt x="220239" y="1007473"/>
                      </a:cubicBezTo>
                      <a:lnTo>
                        <a:pt x="4471" y="1370199"/>
                      </a:lnTo>
                      <a:cubicBezTo>
                        <a:pt x="2981" y="1156919"/>
                        <a:pt x="1490" y="943639"/>
                        <a:pt x="0" y="73035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D2DB9">
                        <a:lumMod val="20000"/>
                        <a:lumOff val="80000"/>
                      </a:srgbClr>
                    </a:gs>
                    <a:gs pos="100000">
                      <a:srgbClr val="FFFFFF"/>
                    </a:gs>
                  </a:gsLst>
                  <a:lin ang="108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grpSp>
              <p:nvGrpSpPr>
                <p:cNvPr id="644" name="Group 950">
                  <a:extLst>
                    <a:ext uri="{FF2B5EF4-FFF2-40B4-BE49-F238E27FC236}">
                      <a16:creationId xmlns:a16="http://schemas.microsoft.com/office/drawing/2014/main" id="{BFB22C9B-BC09-B440-A46F-2D76736973C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92879" y="2820676"/>
                  <a:ext cx="338137" cy="653816"/>
                  <a:chOff x="4140" y="429"/>
                  <a:chExt cx="1425" cy="2396"/>
                </a:xfrm>
              </p:grpSpPr>
              <p:sp>
                <p:nvSpPr>
                  <p:cNvPr id="678" name="Freeform 951">
                    <a:extLst>
                      <a:ext uri="{FF2B5EF4-FFF2-40B4-BE49-F238E27FC236}">
                        <a16:creationId xmlns:a16="http://schemas.microsoft.com/office/drawing/2014/main" id="{C93B17FF-0040-E143-8CD8-47B3382C9E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79" name="Rectangle 952">
                    <a:extLst>
                      <a:ext uri="{FF2B5EF4-FFF2-40B4-BE49-F238E27FC236}">
                        <a16:creationId xmlns:a16="http://schemas.microsoft.com/office/drawing/2014/main" id="{94E3F1D7-858E-134B-B23C-9AEF0360420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80" name="Freeform 953">
                    <a:extLst>
                      <a:ext uri="{FF2B5EF4-FFF2-40B4-BE49-F238E27FC236}">
                        <a16:creationId xmlns:a16="http://schemas.microsoft.com/office/drawing/2014/main" id="{A5ADCD62-7F66-5342-A67A-0AAD6E62980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81" name="Freeform 954">
                    <a:extLst>
                      <a:ext uri="{FF2B5EF4-FFF2-40B4-BE49-F238E27FC236}">
                        <a16:creationId xmlns:a16="http://schemas.microsoft.com/office/drawing/2014/main" id="{798CC50B-B3EC-314B-9757-048EDA87280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82" name="Rectangle 955">
                    <a:extLst>
                      <a:ext uri="{FF2B5EF4-FFF2-40B4-BE49-F238E27FC236}">
                        <a16:creationId xmlns:a16="http://schemas.microsoft.com/office/drawing/2014/main" id="{8AC0730C-7FD1-954C-9651-01160E90FB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683" name="Group 956">
                    <a:extLst>
                      <a:ext uri="{FF2B5EF4-FFF2-40B4-BE49-F238E27FC236}">
                        <a16:creationId xmlns:a16="http://schemas.microsoft.com/office/drawing/2014/main" id="{46F1238A-3BE5-7E4D-9C16-6AF856100F5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708" name="AutoShape 957">
                      <a:extLst>
                        <a:ext uri="{FF2B5EF4-FFF2-40B4-BE49-F238E27FC236}">
                          <a16:creationId xmlns:a16="http://schemas.microsoft.com/office/drawing/2014/main" id="{8F3DFBFB-DFA3-5F48-8418-ED7B15AEE23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709" name="AutoShape 958">
                      <a:extLst>
                        <a:ext uri="{FF2B5EF4-FFF2-40B4-BE49-F238E27FC236}">
                          <a16:creationId xmlns:a16="http://schemas.microsoft.com/office/drawing/2014/main" id="{3EF6C38B-BA43-AE4B-8950-AC4EC3C4696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684" name="Rectangle 959">
                    <a:extLst>
                      <a:ext uri="{FF2B5EF4-FFF2-40B4-BE49-F238E27FC236}">
                        <a16:creationId xmlns:a16="http://schemas.microsoft.com/office/drawing/2014/main" id="{A5086A21-7AAE-C24B-A458-7EA58661E9E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685" name="Group 960">
                    <a:extLst>
                      <a:ext uri="{FF2B5EF4-FFF2-40B4-BE49-F238E27FC236}">
                        <a16:creationId xmlns:a16="http://schemas.microsoft.com/office/drawing/2014/main" id="{DC0F35FB-5641-C341-93CC-CF394A1D806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706" name="AutoShape 961">
                      <a:extLst>
                        <a:ext uri="{FF2B5EF4-FFF2-40B4-BE49-F238E27FC236}">
                          <a16:creationId xmlns:a16="http://schemas.microsoft.com/office/drawing/2014/main" id="{77FB2B1D-3750-5049-9EFA-8AC3214A62C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707" name="AutoShape 962">
                      <a:extLst>
                        <a:ext uri="{FF2B5EF4-FFF2-40B4-BE49-F238E27FC236}">
                          <a16:creationId xmlns:a16="http://schemas.microsoft.com/office/drawing/2014/main" id="{956944B6-375A-5147-8F14-3875730F072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686" name="Rectangle 963">
                    <a:extLst>
                      <a:ext uri="{FF2B5EF4-FFF2-40B4-BE49-F238E27FC236}">
                        <a16:creationId xmlns:a16="http://schemas.microsoft.com/office/drawing/2014/main" id="{51250F08-E9E0-8947-B41A-98CA619BEB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87" name="Rectangle 964">
                    <a:extLst>
                      <a:ext uri="{FF2B5EF4-FFF2-40B4-BE49-F238E27FC236}">
                        <a16:creationId xmlns:a16="http://schemas.microsoft.com/office/drawing/2014/main" id="{A7290D91-148F-E442-B5BE-7041CAA1277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688" name="Group 965">
                    <a:extLst>
                      <a:ext uri="{FF2B5EF4-FFF2-40B4-BE49-F238E27FC236}">
                        <a16:creationId xmlns:a16="http://schemas.microsoft.com/office/drawing/2014/main" id="{A4AC7B26-9599-E447-9575-F78EA7DB36A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704" name="AutoShape 966">
                      <a:extLst>
                        <a:ext uri="{FF2B5EF4-FFF2-40B4-BE49-F238E27FC236}">
                          <a16:creationId xmlns:a16="http://schemas.microsoft.com/office/drawing/2014/main" id="{16872CF0-ABED-9445-8EA2-8FBA6496009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705" name="AutoShape 967">
                      <a:extLst>
                        <a:ext uri="{FF2B5EF4-FFF2-40B4-BE49-F238E27FC236}">
                          <a16:creationId xmlns:a16="http://schemas.microsoft.com/office/drawing/2014/main" id="{64523BD2-4BE8-E847-BE4E-D2CBBC05CE7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689" name="Freeform 968">
                    <a:extLst>
                      <a:ext uri="{FF2B5EF4-FFF2-40B4-BE49-F238E27FC236}">
                        <a16:creationId xmlns:a16="http://schemas.microsoft.com/office/drawing/2014/main" id="{766AF934-6B9F-7A4A-BA2F-5AC0F59DDC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690" name="Group 969">
                    <a:extLst>
                      <a:ext uri="{FF2B5EF4-FFF2-40B4-BE49-F238E27FC236}">
                        <a16:creationId xmlns:a16="http://schemas.microsoft.com/office/drawing/2014/main" id="{01B1207E-761E-8B48-A649-9F16B0E817F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702" name="AutoShape 970">
                      <a:extLst>
                        <a:ext uri="{FF2B5EF4-FFF2-40B4-BE49-F238E27FC236}">
                          <a16:creationId xmlns:a16="http://schemas.microsoft.com/office/drawing/2014/main" id="{08367B9F-30AC-DB4D-86E0-8706AB6F17B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703" name="AutoShape 971">
                      <a:extLst>
                        <a:ext uri="{FF2B5EF4-FFF2-40B4-BE49-F238E27FC236}">
                          <a16:creationId xmlns:a16="http://schemas.microsoft.com/office/drawing/2014/main" id="{0CCF312D-E5E0-DD42-BC43-029376F07D0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691" name="Rectangle 972">
                    <a:extLst>
                      <a:ext uri="{FF2B5EF4-FFF2-40B4-BE49-F238E27FC236}">
                        <a16:creationId xmlns:a16="http://schemas.microsoft.com/office/drawing/2014/main" id="{77C87858-B0B9-CD40-83EF-2AE4B8CE36A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92" name="Freeform 973">
                    <a:extLst>
                      <a:ext uri="{FF2B5EF4-FFF2-40B4-BE49-F238E27FC236}">
                        <a16:creationId xmlns:a16="http://schemas.microsoft.com/office/drawing/2014/main" id="{A75FB760-53D9-F645-965D-EACA234C7B3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93" name="Freeform 974">
                    <a:extLst>
                      <a:ext uri="{FF2B5EF4-FFF2-40B4-BE49-F238E27FC236}">
                        <a16:creationId xmlns:a16="http://schemas.microsoft.com/office/drawing/2014/main" id="{D0F6A067-0F6C-1542-93C8-8767BAB2817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94" name="Oval 975">
                    <a:extLst>
                      <a:ext uri="{FF2B5EF4-FFF2-40B4-BE49-F238E27FC236}">
                        <a16:creationId xmlns:a16="http://schemas.microsoft.com/office/drawing/2014/main" id="{B148E6EE-1086-9D40-820A-A5B06CF307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95" name="Freeform 976">
                    <a:extLst>
                      <a:ext uri="{FF2B5EF4-FFF2-40B4-BE49-F238E27FC236}">
                        <a16:creationId xmlns:a16="http://schemas.microsoft.com/office/drawing/2014/main" id="{D8F25B87-4D7C-9E4E-A7D7-69EF334ADEA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96" name="AutoShape 977">
                    <a:extLst>
                      <a:ext uri="{FF2B5EF4-FFF2-40B4-BE49-F238E27FC236}">
                        <a16:creationId xmlns:a16="http://schemas.microsoft.com/office/drawing/2014/main" id="{F19FCB47-2C02-3A4D-8F7C-5C007AACF9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97" name="AutoShape 978">
                    <a:extLst>
                      <a:ext uri="{FF2B5EF4-FFF2-40B4-BE49-F238E27FC236}">
                        <a16:creationId xmlns:a16="http://schemas.microsoft.com/office/drawing/2014/main" id="{02DAEA9E-1C92-1E49-ADA1-E12E559547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00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98" name="Oval 979">
                    <a:extLst>
                      <a:ext uri="{FF2B5EF4-FFF2-40B4-BE49-F238E27FC236}">
                        <a16:creationId xmlns:a16="http://schemas.microsoft.com/office/drawing/2014/main" id="{05D8FE8F-A7EC-5C49-899C-04C2851574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99" name="Oval 980">
                    <a:extLst>
                      <a:ext uri="{FF2B5EF4-FFF2-40B4-BE49-F238E27FC236}">
                        <a16:creationId xmlns:a16="http://schemas.microsoft.com/office/drawing/2014/main" id="{9EF3949A-4727-6545-8662-15885849059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700" name="Oval 981">
                    <a:extLst>
                      <a:ext uri="{FF2B5EF4-FFF2-40B4-BE49-F238E27FC236}">
                        <a16:creationId xmlns:a16="http://schemas.microsoft.com/office/drawing/2014/main" id="{0403B0BF-BF1F-DA46-9D8B-5B8849E3B9A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701" name="Rectangle 982">
                    <a:extLst>
                      <a:ext uri="{FF2B5EF4-FFF2-40B4-BE49-F238E27FC236}">
                        <a16:creationId xmlns:a16="http://schemas.microsoft.com/office/drawing/2014/main" id="{11732AD1-CADA-424C-B568-61AE7615F99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645" name="Group 950">
                  <a:extLst>
                    <a:ext uri="{FF2B5EF4-FFF2-40B4-BE49-F238E27FC236}">
                      <a16:creationId xmlns:a16="http://schemas.microsoft.com/office/drawing/2014/main" id="{FECCC7AA-D327-D443-87B8-617FD040173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182479" y="2847655"/>
                  <a:ext cx="338137" cy="653816"/>
                  <a:chOff x="4140" y="429"/>
                  <a:chExt cx="1425" cy="2396"/>
                </a:xfrm>
              </p:grpSpPr>
              <p:sp>
                <p:nvSpPr>
                  <p:cNvPr id="646" name="Freeform 951">
                    <a:extLst>
                      <a:ext uri="{FF2B5EF4-FFF2-40B4-BE49-F238E27FC236}">
                        <a16:creationId xmlns:a16="http://schemas.microsoft.com/office/drawing/2014/main" id="{D0EE5BDB-2A71-CE4D-A062-CF068F3292F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47" name="Rectangle 952">
                    <a:extLst>
                      <a:ext uri="{FF2B5EF4-FFF2-40B4-BE49-F238E27FC236}">
                        <a16:creationId xmlns:a16="http://schemas.microsoft.com/office/drawing/2014/main" id="{9E873E53-60F1-0244-90AF-FCDF28B9639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48" name="Freeform 953">
                    <a:extLst>
                      <a:ext uri="{FF2B5EF4-FFF2-40B4-BE49-F238E27FC236}">
                        <a16:creationId xmlns:a16="http://schemas.microsoft.com/office/drawing/2014/main" id="{0FAA8939-0162-2647-AA4C-426D1152D4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49" name="Freeform 954">
                    <a:extLst>
                      <a:ext uri="{FF2B5EF4-FFF2-40B4-BE49-F238E27FC236}">
                        <a16:creationId xmlns:a16="http://schemas.microsoft.com/office/drawing/2014/main" id="{ACF078AF-FFA7-DC47-91FC-2294F2AE48F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50" name="Rectangle 955">
                    <a:extLst>
                      <a:ext uri="{FF2B5EF4-FFF2-40B4-BE49-F238E27FC236}">
                        <a16:creationId xmlns:a16="http://schemas.microsoft.com/office/drawing/2014/main" id="{5AB29191-3455-804D-BDB2-439F7285B7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651" name="Group 956">
                    <a:extLst>
                      <a:ext uri="{FF2B5EF4-FFF2-40B4-BE49-F238E27FC236}">
                        <a16:creationId xmlns:a16="http://schemas.microsoft.com/office/drawing/2014/main" id="{4B1AE814-DE01-8344-A38E-AB976017991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676" name="AutoShape 957">
                      <a:extLst>
                        <a:ext uri="{FF2B5EF4-FFF2-40B4-BE49-F238E27FC236}">
                          <a16:creationId xmlns:a16="http://schemas.microsoft.com/office/drawing/2014/main" id="{3D8B382B-4EE2-3044-AB03-ED5E89F6208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677" name="AutoShape 958">
                      <a:extLst>
                        <a:ext uri="{FF2B5EF4-FFF2-40B4-BE49-F238E27FC236}">
                          <a16:creationId xmlns:a16="http://schemas.microsoft.com/office/drawing/2014/main" id="{EE12B379-2B8C-6249-85FA-34B6B72F880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652" name="Rectangle 959">
                    <a:extLst>
                      <a:ext uri="{FF2B5EF4-FFF2-40B4-BE49-F238E27FC236}">
                        <a16:creationId xmlns:a16="http://schemas.microsoft.com/office/drawing/2014/main" id="{8B337E37-83E3-8A4F-A114-0556F0655BB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653" name="Group 960">
                    <a:extLst>
                      <a:ext uri="{FF2B5EF4-FFF2-40B4-BE49-F238E27FC236}">
                        <a16:creationId xmlns:a16="http://schemas.microsoft.com/office/drawing/2014/main" id="{2B1B316A-27F7-544C-BB1F-529B81FEBCE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674" name="AutoShape 961">
                      <a:extLst>
                        <a:ext uri="{FF2B5EF4-FFF2-40B4-BE49-F238E27FC236}">
                          <a16:creationId xmlns:a16="http://schemas.microsoft.com/office/drawing/2014/main" id="{82CB4D18-8227-7449-A037-629C0FF8F63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675" name="AutoShape 962">
                      <a:extLst>
                        <a:ext uri="{FF2B5EF4-FFF2-40B4-BE49-F238E27FC236}">
                          <a16:creationId xmlns:a16="http://schemas.microsoft.com/office/drawing/2014/main" id="{77C4C892-C52D-2A43-9E00-5E5F89DAA9C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654" name="Rectangle 963">
                    <a:extLst>
                      <a:ext uri="{FF2B5EF4-FFF2-40B4-BE49-F238E27FC236}">
                        <a16:creationId xmlns:a16="http://schemas.microsoft.com/office/drawing/2014/main" id="{9B59ADB0-5FC1-6947-8652-152C4431F5F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55" name="Rectangle 964">
                    <a:extLst>
                      <a:ext uri="{FF2B5EF4-FFF2-40B4-BE49-F238E27FC236}">
                        <a16:creationId xmlns:a16="http://schemas.microsoft.com/office/drawing/2014/main" id="{8036EA19-0F4F-4C4C-AB33-071D6E220F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656" name="Group 965">
                    <a:extLst>
                      <a:ext uri="{FF2B5EF4-FFF2-40B4-BE49-F238E27FC236}">
                        <a16:creationId xmlns:a16="http://schemas.microsoft.com/office/drawing/2014/main" id="{A1852D81-9CD2-8342-A865-F1FC4DE773F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672" name="AutoShape 966">
                      <a:extLst>
                        <a:ext uri="{FF2B5EF4-FFF2-40B4-BE49-F238E27FC236}">
                          <a16:creationId xmlns:a16="http://schemas.microsoft.com/office/drawing/2014/main" id="{108E3B46-89A3-BF49-B0A1-1143515C5F2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673" name="AutoShape 967">
                      <a:extLst>
                        <a:ext uri="{FF2B5EF4-FFF2-40B4-BE49-F238E27FC236}">
                          <a16:creationId xmlns:a16="http://schemas.microsoft.com/office/drawing/2014/main" id="{EC7B04A0-DF7A-634B-9639-ECB3A2ECCD2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657" name="Freeform 968">
                    <a:extLst>
                      <a:ext uri="{FF2B5EF4-FFF2-40B4-BE49-F238E27FC236}">
                        <a16:creationId xmlns:a16="http://schemas.microsoft.com/office/drawing/2014/main" id="{CEABE947-354F-A444-B6A6-162F825E5B4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658" name="Group 969">
                    <a:extLst>
                      <a:ext uri="{FF2B5EF4-FFF2-40B4-BE49-F238E27FC236}">
                        <a16:creationId xmlns:a16="http://schemas.microsoft.com/office/drawing/2014/main" id="{C17DC2A8-1A2D-024C-81BB-C671F1D7429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670" name="AutoShape 970">
                      <a:extLst>
                        <a:ext uri="{FF2B5EF4-FFF2-40B4-BE49-F238E27FC236}">
                          <a16:creationId xmlns:a16="http://schemas.microsoft.com/office/drawing/2014/main" id="{F160E30B-0993-AE40-BCC2-F036B6614B5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671" name="AutoShape 971">
                      <a:extLst>
                        <a:ext uri="{FF2B5EF4-FFF2-40B4-BE49-F238E27FC236}">
                          <a16:creationId xmlns:a16="http://schemas.microsoft.com/office/drawing/2014/main" id="{538FC7AE-F6DF-8747-A7AB-B6B79861FEE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659" name="Rectangle 972">
                    <a:extLst>
                      <a:ext uri="{FF2B5EF4-FFF2-40B4-BE49-F238E27FC236}">
                        <a16:creationId xmlns:a16="http://schemas.microsoft.com/office/drawing/2014/main" id="{B8C1B32E-8389-0C40-AC5D-FE4DC23D4D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60" name="Freeform 973">
                    <a:extLst>
                      <a:ext uri="{FF2B5EF4-FFF2-40B4-BE49-F238E27FC236}">
                        <a16:creationId xmlns:a16="http://schemas.microsoft.com/office/drawing/2014/main" id="{C409700D-9137-5047-8DD1-2ADBEDCE3E0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61" name="Freeform 974">
                    <a:extLst>
                      <a:ext uri="{FF2B5EF4-FFF2-40B4-BE49-F238E27FC236}">
                        <a16:creationId xmlns:a16="http://schemas.microsoft.com/office/drawing/2014/main" id="{5B9FA4F0-FCB9-934A-B103-01E54A04CF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62" name="Oval 975">
                    <a:extLst>
                      <a:ext uri="{FF2B5EF4-FFF2-40B4-BE49-F238E27FC236}">
                        <a16:creationId xmlns:a16="http://schemas.microsoft.com/office/drawing/2014/main" id="{023DC606-4CC2-3F4F-9F3C-9273A59A46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63" name="Freeform 976">
                    <a:extLst>
                      <a:ext uri="{FF2B5EF4-FFF2-40B4-BE49-F238E27FC236}">
                        <a16:creationId xmlns:a16="http://schemas.microsoft.com/office/drawing/2014/main" id="{53BD9118-EC44-984F-BEE7-589634D00B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64" name="AutoShape 977">
                    <a:extLst>
                      <a:ext uri="{FF2B5EF4-FFF2-40B4-BE49-F238E27FC236}">
                        <a16:creationId xmlns:a16="http://schemas.microsoft.com/office/drawing/2014/main" id="{EAE28A53-589D-8949-97F5-B64BCC5E94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65" name="AutoShape 978">
                    <a:extLst>
                      <a:ext uri="{FF2B5EF4-FFF2-40B4-BE49-F238E27FC236}">
                        <a16:creationId xmlns:a16="http://schemas.microsoft.com/office/drawing/2014/main" id="{B726ADB7-E2D7-4A4D-8A36-F54F820A7D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00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66" name="Oval 979">
                    <a:extLst>
                      <a:ext uri="{FF2B5EF4-FFF2-40B4-BE49-F238E27FC236}">
                        <a16:creationId xmlns:a16="http://schemas.microsoft.com/office/drawing/2014/main" id="{72BFBA95-D735-264D-9CF3-6336547B05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67" name="Oval 980">
                    <a:extLst>
                      <a:ext uri="{FF2B5EF4-FFF2-40B4-BE49-F238E27FC236}">
                        <a16:creationId xmlns:a16="http://schemas.microsoft.com/office/drawing/2014/main" id="{17EC0A8D-B065-BF41-B9E4-498E246472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68" name="Oval 981">
                    <a:extLst>
                      <a:ext uri="{FF2B5EF4-FFF2-40B4-BE49-F238E27FC236}">
                        <a16:creationId xmlns:a16="http://schemas.microsoft.com/office/drawing/2014/main" id="{D57BC389-6B5C-B547-B5A5-0A29CCF6C1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69" name="Rectangle 982">
                    <a:extLst>
                      <a:ext uri="{FF2B5EF4-FFF2-40B4-BE49-F238E27FC236}">
                        <a16:creationId xmlns:a16="http://schemas.microsoft.com/office/drawing/2014/main" id="{B32EABF4-6F89-1849-A226-D1AAB432C6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370" name="Freeform 2">
                <a:extLst>
                  <a:ext uri="{FF2B5EF4-FFF2-40B4-BE49-F238E27FC236}">
                    <a16:creationId xmlns:a16="http://schemas.microsoft.com/office/drawing/2014/main" id="{3BB28199-D5FC-D443-8567-6C0DFD261C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2388" y="5284251"/>
                <a:ext cx="4027487" cy="939800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001" h="10125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0FAAA199-AEB8-E64A-B909-18FBC3F37878}"/>
                  </a:ext>
                </a:extLst>
              </p:cNvPr>
              <p:cNvCxnSpPr/>
              <p:nvPr/>
            </p:nvCxnSpPr>
            <p:spPr>
              <a:xfrm flipV="1">
                <a:off x="3262941" y="5435064"/>
                <a:ext cx="1316038" cy="131762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372" name="Straight Connector 371">
                <a:extLst>
                  <a:ext uri="{FF2B5EF4-FFF2-40B4-BE49-F238E27FC236}">
                    <a16:creationId xmlns:a16="http://schemas.microsoft.com/office/drawing/2014/main" id="{2ABBCC09-F2C0-4C45-87E5-813EA3F60370}"/>
                  </a:ext>
                </a:extLst>
              </p:cNvPr>
              <p:cNvCxnSpPr/>
              <p:nvPr/>
            </p:nvCxnSpPr>
            <p:spPr>
              <a:xfrm>
                <a:off x="3151816" y="5622389"/>
                <a:ext cx="2259013" cy="298450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id="{9AFB164F-4D28-5C4F-B4A4-CF779B610802}"/>
                  </a:ext>
                </a:extLst>
              </p:cNvPr>
              <p:cNvCxnSpPr/>
              <p:nvPr/>
            </p:nvCxnSpPr>
            <p:spPr>
              <a:xfrm>
                <a:off x="3164516" y="5727164"/>
                <a:ext cx="714375" cy="276225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id="{CA14130F-9391-1649-BCE9-D4C5BF17E520}"/>
                  </a:ext>
                </a:extLst>
              </p:cNvPr>
              <p:cNvCxnSpPr/>
              <p:nvPr/>
            </p:nvCxnSpPr>
            <p:spPr>
              <a:xfrm flipV="1">
                <a:off x="4182104" y="5920839"/>
                <a:ext cx="1247775" cy="82550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375" name="Straight Connector 374">
                <a:extLst>
                  <a:ext uri="{FF2B5EF4-FFF2-40B4-BE49-F238E27FC236}">
                    <a16:creationId xmlns:a16="http://schemas.microsoft.com/office/drawing/2014/main" id="{C9F6F123-ABA3-F044-9B04-6AA48EA0F9DE}"/>
                  </a:ext>
                </a:extLst>
              </p:cNvPr>
              <p:cNvCxnSpPr/>
              <p:nvPr/>
            </p:nvCxnSpPr>
            <p:spPr>
              <a:xfrm>
                <a:off x="4842504" y="5468401"/>
                <a:ext cx="1057275" cy="123825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4CE11005-F216-1D4E-B997-41E3293C9349}"/>
                  </a:ext>
                </a:extLst>
              </p:cNvPr>
              <p:cNvCxnSpPr/>
              <p:nvPr/>
            </p:nvCxnSpPr>
            <p:spPr>
              <a:xfrm flipV="1">
                <a:off x="4126541" y="5622389"/>
                <a:ext cx="1790700" cy="298450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377" name="Straight Connector 376">
                <a:extLst>
                  <a:ext uri="{FF2B5EF4-FFF2-40B4-BE49-F238E27FC236}">
                    <a16:creationId xmlns:a16="http://schemas.microsoft.com/office/drawing/2014/main" id="{7B22F5BD-70D2-8045-8E17-1709AE17C5EB}"/>
                  </a:ext>
                </a:extLst>
              </p:cNvPr>
              <p:cNvCxnSpPr/>
              <p:nvPr/>
            </p:nvCxnSpPr>
            <p:spPr>
              <a:xfrm flipV="1">
                <a:off x="5453691" y="5650964"/>
                <a:ext cx="588963" cy="269875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378" name="Straight Connector 377">
                <a:extLst>
                  <a:ext uri="{FF2B5EF4-FFF2-40B4-BE49-F238E27FC236}">
                    <a16:creationId xmlns:a16="http://schemas.microsoft.com/office/drawing/2014/main" id="{D473209B-0783-D043-91DD-0738BF606A6A}"/>
                  </a:ext>
                </a:extLst>
              </p:cNvPr>
              <p:cNvCxnSpPr/>
              <p:nvPr/>
            </p:nvCxnSpPr>
            <p:spPr>
              <a:xfrm>
                <a:off x="4596441" y="5435064"/>
                <a:ext cx="814388" cy="401637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grpSp>
            <p:nvGrpSpPr>
              <p:cNvPr id="379" name="Group 378">
                <a:extLst>
                  <a:ext uri="{FF2B5EF4-FFF2-40B4-BE49-F238E27FC236}">
                    <a16:creationId xmlns:a16="http://schemas.microsoft.com/office/drawing/2014/main" id="{924A91F2-B835-1641-AD58-010D594B46E6}"/>
                  </a:ext>
                </a:extLst>
              </p:cNvPr>
              <p:cNvGrpSpPr/>
              <p:nvPr/>
            </p:nvGrpSpPr>
            <p:grpSpPr>
              <a:xfrm>
                <a:off x="1526216" y="2537824"/>
                <a:ext cx="6978041" cy="1096962"/>
                <a:chOff x="1526216" y="3003498"/>
                <a:chExt cx="6978041" cy="1096962"/>
              </a:xfrm>
            </p:grpSpPr>
            <p:sp>
              <p:nvSpPr>
                <p:cNvPr id="638" name="TextBox 399">
                  <a:extLst>
                    <a:ext uri="{FF2B5EF4-FFF2-40B4-BE49-F238E27FC236}">
                      <a16:creationId xmlns:a16="http://schemas.microsoft.com/office/drawing/2014/main" id="{2DE4202B-F7AE-464D-85EF-3680ADAE96D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714291" y="3628973"/>
                  <a:ext cx="595313" cy="4714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ts val="1463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data</a:t>
                  </a:r>
                </a:p>
                <a:p>
                  <a:pPr marL="0" marR="0" lvl="0" indent="0" algn="ctr" defTabSz="914400" eaLnBrk="0" fontAlgn="base" latinLnBrk="0" hangingPunct="0">
                    <a:lnSpc>
                      <a:spcPts val="1463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plane</a:t>
                  </a:r>
                </a:p>
              </p:txBody>
            </p:sp>
            <p:sp>
              <p:nvSpPr>
                <p:cNvPr id="639" name="TextBox 400">
                  <a:extLst>
                    <a:ext uri="{FF2B5EF4-FFF2-40B4-BE49-F238E27FC236}">
                      <a16:creationId xmlns:a16="http://schemas.microsoft.com/office/drawing/2014/main" id="{53016057-1EB1-8A4A-B611-EED63CFF8FD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728579" y="3003498"/>
                  <a:ext cx="709612" cy="4714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ts val="1463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control</a:t>
                  </a:r>
                </a:p>
                <a:p>
                  <a:pPr marL="0" marR="0" lvl="0" indent="0" algn="ctr" defTabSz="914400" eaLnBrk="0" fontAlgn="base" latinLnBrk="0" hangingPunct="0">
                    <a:lnSpc>
                      <a:spcPts val="1463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plane</a:t>
                  </a:r>
                </a:p>
              </p:txBody>
            </p:sp>
            <p:cxnSp>
              <p:nvCxnSpPr>
                <p:cNvPr id="640" name="Straight Connector 639">
                  <a:extLst>
                    <a:ext uri="{FF2B5EF4-FFF2-40B4-BE49-F238E27FC236}">
                      <a16:creationId xmlns:a16="http://schemas.microsoft.com/office/drawing/2014/main" id="{EA6D2DB9-8854-0442-A96B-1D9E2F06B259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26216" y="3579342"/>
                  <a:ext cx="6978041" cy="12155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000000"/>
                  </a:solidFill>
                  <a:prstDash val="dash"/>
                </a:ln>
                <a:effectLst/>
              </p:spPr>
            </p:cxnSp>
          </p:grpSp>
          <p:grpSp>
            <p:nvGrpSpPr>
              <p:cNvPr id="380" name="Group 379">
                <a:extLst>
                  <a:ext uri="{FF2B5EF4-FFF2-40B4-BE49-F238E27FC236}">
                    <a16:creationId xmlns:a16="http://schemas.microsoft.com/office/drawing/2014/main" id="{D9EF9FA8-A052-1E4B-8493-23C6F99BF5BD}"/>
                  </a:ext>
                </a:extLst>
              </p:cNvPr>
              <p:cNvGrpSpPr/>
              <p:nvPr/>
            </p:nvGrpSpPr>
            <p:grpSpPr>
              <a:xfrm>
                <a:off x="2436115" y="2269434"/>
                <a:ext cx="4296530" cy="320561"/>
                <a:chOff x="2433511" y="2792111"/>
                <a:chExt cx="4296530" cy="320561"/>
              </a:xfrm>
            </p:grpSpPr>
            <p:grpSp>
              <p:nvGrpSpPr>
                <p:cNvPr id="613" name="Group 401">
                  <a:extLst>
                    <a:ext uri="{FF2B5EF4-FFF2-40B4-BE49-F238E27FC236}">
                      <a16:creationId xmlns:a16="http://schemas.microsoft.com/office/drawing/2014/main" id="{05A4BF94-4385-8842-B7E2-E973047C10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33511" y="2794083"/>
                  <a:ext cx="349250" cy="317387"/>
                  <a:chOff x="2931664" y="3912603"/>
                  <a:chExt cx="430450" cy="329314"/>
                </a:xfrm>
              </p:grpSpPr>
              <p:sp>
                <p:nvSpPr>
                  <p:cNvPr id="634" name="Rectangle 633">
                    <a:extLst>
                      <a:ext uri="{FF2B5EF4-FFF2-40B4-BE49-F238E27FC236}">
                        <a16:creationId xmlns:a16="http://schemas.microsoft.com/office/drawing/2014/main" id="{D5B3C7B3-62DD-5C45-A7D4-49AF6317073F}"/>
                      </a:ext>
                    </a:extLst>
                  </p:cNvPr>
                  <p:cNvSpPr/>
                  <p:nvPr/>
                </p:nvSpPr>
                <p:spPr>
                  <a:xfrm>
                    <a:off x="2937534" y="3912858"/>
                    <a:ext cx="424580" cy="329431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635" name="Straight Connector 634">
                    <a:extLst>
                      <a:ext uri="{FF2B5EF4-FFF2-40B4-BE49-F238E27FC236}">
                        <a16:creationId xmlns:a16="http://schemas.microsoft.com/office/drawing/2014/main" id="{3071C495-C991-484D-8473-774C4A4DE550}"/>
                      </a:ext>
                    </a:extLst>
                  </p:cNvPr>
                  <p:cNvCxnSpPr/>
                  <p:nvPr/>
                </p:nvCxnSpPr>
                <p:spPr>
                  <a:xfrm>
                    <a:off x="2931664" y="4005099"/>
                    <a:ext cx="424581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6" name="Straight Connector 635">
                    <a:extLst>
                      <a:ext uri="{FF2B5EF4-FFF2-40B4-BE49-F238E27FC236}">
                        <a16:creationId xmlns:a16="http://schemas.microsoft.com/office/drawing/2014/main" id="{9162B16E-CB2C-D447-9356-87B6C1626E8A}"/>
                      </a:ext>
                    </a:extLst>
                  </p:cNvPr>
                  <p:cNvCxnSpPr/>
                  <p:nvPr/>
                </p:nvCxnSpPr>
                <p:spPr>
                  <a:xfrm>
                    <a:off x="2931664" y="4067691"/>
                    <a:ext cx="424581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7" name="Straight Connector 636">
                    <a:extLst>
                      <a:ext uri="{FF2B5EF4-FFF2-40B4-BE49-F238E27FC236}">
                        <a16:creationId xmlns:a16="http://schemas.microsoft.com/office/drawing/2014/main" id="{72EF13CE-F094-AE46-8825-363CCE8D4D99}"/>
                      </a:ext>
                    </a:extLst>
                  </p:cNvPr>
                  <p:cNvCxnSpPr>
                    <a:stCxn id="634" idx="2"/>
                  </p:cNvCxnSpPr>
                  <p:nvPr/>
                </p:nvCxnSpPr>
                <p:spPr>
                  <a:xfrm flipH="1" flipV="1">
                    <a:off x="3148846" y="4005099"/>
                    <a:ext cx="0" cy="23719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</p:grpSp>
            <p:grpSp>
              <p:nvGrpSpPr>
                <p:cNvPr id="614" name="Group 406">
                  <a:extLst>
                    <a:ext uri="{FF2B5EF4-FFF2-40B4-BE49-F238E27FC236}">
                      <a16:creationId xmlns:a16="http://schemas.microsoft.com/office/drawing/2014/main" id="{0BA03DBB-9E31-ED41-B491-F9410189BCC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48666" y="2792111"/>
                  <a:ext cx="350838" cy="317387"/>
                  <a:chOff x="2931664" y="3912603"/>
                  <a:chExt cx="430450" cy="329314"/>
                </a:xfrm>
              </p:grpSpPr>
              <p:sp>
                <p:nvSpPr>
                  <p:cNvPr id="630" name="Rectangle 629">
                    <a:extLst>
                      <a:ext uri="{FF2B5EF4-FFF2-40B4-BE49-F238E27FC236}">
                        <a16:creationId xmlns:a16="http://schemas.microsoft.com/office/drawing/2014/main" id="{F1EFA42E-9EE1-2C42-B7FE-074F7E0718DD}"/>
                      </a:ext>
                    </a:extLst>
                  </p:cNvPr>
                  <p:cNvSpPr/>
                  <p:nvPr/>
                </p:nvSpPr>
                <p:spPr>
                  <a:xfrm>
                    <a:off x="2937508" y="3912861"/>
                    <a:ext cx="424606" cy="329431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631" name="Straight Connector 630">
                    <a:extLst>
                      <a:ext uri="{FF2B5EF4-FFF2-40B4-BE49-F238E27FC236}">
                        <a16:creationId xmlns:a16="http://schemas.microsoft.com/office/drawing/2014/main" id="{C24CBB58-24D5-8F4F-9DCA-1BD16C773ACC}"/>
                      </a:ext>
                    </a:extLst>
                  </p:cNvPr>
                  <p:cNvCxnSpPr/>
                  <p:nvPr/>
                </p:nvCxnSpPr>
                <p:spPr>
                  <a:xfrm>
                    <a:off x="2931664" y="4005102"/>
                    <a:ext cx="424606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2" name="Straight Connector 631">
                    <a:extLst>
                      <a:ext uri="{FF2B5EF4-FFF2-40B4-BE49-F238E27FC236}">
                        <a16:creationId xmlns:a16="http://schemas.microsoft.com/office/drawing/2014/main" id="{6C95D30C-56CB-C54B-A1AA-B6796069204D}"/>
                      </a:ext>
                    </a:extLst>
                  </p:cNvPr>
                  <p:cNvCxnSpPr/>
                  <p:nvPr/>
                </p:nvCxnSpPr>
                <p:spPr>
                  <a:xfrm>
                    <a:off x="2931664" y="4067694"/>
                    <a:ext cx="424606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3" name="Straight Connector 632">
                    <a:extLst>
                      <a:ext uri="{FF2B5EF4-FFF2-40B4-BE49-F238E27FC236}">
                        <a16:creationId xmlns:a16="http://schemas.microsoft.com/office/drawing/2014/main" id="{769665D5-2FA8-5949-BBD2-CB31A87F0C6A}"/>
                      </a:ext>
                    </a:extLst>
                  </p:cNvPr>
                  <p:cNvCxnSpPr>
                    <a:stCxn id="630" idx="2"/>
                  </p:cNvCxnSpPr>
                  <p:nvPr/>
                </p:nvCxnSpPr>
                <p:spPr>
                  <a:xfrm flipH="1" flipV="1">
                    <a:off x="3147863" y="4005102"/>
                    <a:ext cx="1947" cy="23719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</p:grpSp>
            <p:grpSp>
              <p:nvGrpSpPr>
                <p:cNvPr id="615" name="Group 411">
                  <a:extLst>
                    <a:ext uri="{FF2B5EF4-FFF2-40B4-BE49-F238E27FC236}">
                      <a16:creationId xmlns:a16="http://schemas.microsoft.com/office/drawing/2014/main" id="{C2E0C0F0-A088-804B-8FC7-0223E6ACFE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82104" y="2792111"/>
                  <a:ext cx="350837" cy="317387"/>
                  <a:chOff x="2931664" y="3912603"/>
                  <a:chExt cx="430450" cy="329314"/>
                </a:xfrm>
              </p:grpSpPr>
              <p:sp>
                <p:nvSpPr>
                  <p:cNvPr id="626" name="Rectangle 625">
                    <a:extLst>
                      <a:ext uri="{FF2B5EF4-FFF2-40B4-BE49-F238E27FC236}">
                        <a16:creationId xmlns:a16="http://schemas.microsoft.com/office/drawing/2014/main" id="{432910A3-D517-B541-8E55-8B64D1938FCA}"/>
                      </a:ext>
                    </a:extLst>
                  </p:cNvPr>
                  <p:cNvSpPr/>
                  <p:nvPr/>
                </p:nvSpPr>
                <p:spPr>
                  <a:xfrm>
                    <a:off x="2937507" y="3912861"/>
                    <a:ext cx="424607" cy="329431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627" name="Straight Connector 626">
                    <a:extLst>
                      <a:ext uri="{FF2B5EF4-FFF2-40B4-BE49-F238E27FC236}">
                        <a16:creationId xmlns:a16="http://schemas.microsoft.com/office/drawing/2014/main" id="{7B39DF40-EF02-FE42-B7B6-8228C7C37D4C}"/>
                      </a:ext>
                    </a:extLst>
                  </p:cNvPr>
                  <p:cNvCxnSpPr/>
                  <p:nvPr/>
                </p:nvCxnSpPr>
                <p:spPr>
                  <a:xfrm>
                    <a:off x="2931664" y="4005102"/>
                    <a:ext cx="424607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8" name="Straight Connector 627">
                    <a:extLst>
                      <a:ext uri="{FF2B5EF4-FFF2-40B4-BE49-F238E27FC236}">
                        <a16:creationId xmlns:a16="http://schemas.microsoft.com/office/drawing/2014/main" id="{139037D7-D9A4-8849-A9AD-B0AF003AC93C}"/>
                      </a:ext>
                    </a:extLst>
                  </p:cNvPr>
                  <p:cNvCxnSpPr/>
                  <p:nvPr/>
                </p:nvCxnSpPr>
                <p:spPr>
                  <a:xfrm>
                    <a:off x="2931664" y="4067694"/>
                    <a:ext cx="424607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9" name="Straight Connector 628">
                    <a:extLst>
                      <a:ext uri="{FF2B5EF4-FFF2-40B4-BE49-F238E27FC236}">
                        <a16:creationId xmlns:a16="http://schemas.microsoft.com/office/drawing/2014/main" id="{1175C58C-5928-2242-B6BA-9262716F374A}"/>
                      </a:ext>
                    </a:extLst>
                  </p:cNvPr>
                  <p:cNvCxnSpPr>
                    <a:stCxn id="626" idx="2"/>
                  </p:cNvCxnSpPr>
                  <p:nvPr/>
                </p:nvCxnSpPr>
                <p:spPr>
                  <a:xfrm flipH="1" flipV="1">
                    <a:off x="3147863" y="4005102"/>
                    <a:ext cx="1948" cy="23719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</p:grpSp>
            <p:grpSp>
              <p:nvGrpSpPr>
                <p:cNvPr id="616" name="Group 416">
                  <a:extLst>
                    <a:ext uri="{FF2B5EF4-FFF2-40B4-BE49-F238E27FC236}">
                      <a16:creationId xmlns:a16="http://schemas.microsoft.com/office/drawing/2014/main" id="{83F96C8C-DAD5-EE46-B616-652B5880301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374316" y="2795285"/>
                  <a:ext cx="349250" cy="317387"/>
                  <a:chOff x="2931664" y="3912603"/>
                  <a:chExt cx="430450" cy="329314"/>
                </a:xfrm>
              </p:grpSpPr>
              <p:sp>
                <p:nvSpPr>
                  <p:cNvPr id="622" name="Rectangle 621">
                    <a:extLst>
                      <a:ext uri="{FF2B5EF4-FFF2-40B4-BE49-F238E27FC236}">
                        <a16:creationId xmlns:a16="http://schemas.microsoft.com/office/drawing/2014/main" id="{26AA9474-8579-BB43-9D7F-A06CED135615}"/>
                      </a:ext>
                    </a:extLst>
                  </p:cNvPr>
                  <p:cNvSpPr/>
                  <p:nvPr/>
                </p:nvSpPr>
                <p:spPr>
                  <a:xfrm>
                    <a:off x="2937534" y="3912862"/>
                    <a:ext cx="424580" cy="329431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623" name="Straight Connector 622">
                    <a:extLst>
                      <a:ext uri="{FF2B5EF4-FFF2-40B4-BE49-F238E27FC236}">
                        <a16:creationId xmlns:a16="http://schemas.microsoft.com/office/drawing/2014/main" id="{EEF09EFB-9060-4A43-8519-AE0FB86E5704}"/>
                      </a:ext>
                    </a:extLst>
                  </p:cNvPr>
                  <p:cNvCxnSpPr/>
                  <p:nvPr/>
                </p:nvCxnSpPr>
                <p:spPr>
                  <a:xfrm>
                    <a:off x="2931664" y="4005103"/>
                    <a:ext cx="424581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4" name="Straight Connector 623">
                    <a:extLst>
                      <a:ext uri="{FF2B5EF4-FFF2-40B4-BE49-F238E27FC236}">
                        <a16:creationId xmlns:a16="http://schemas.microsoft.com/office/drawing/2014/main" id="{6DCF03A3-A7BB-D447-88ED-3F203BF06D2F}"/>
                      </a:ext>
                    </a:extLst>
                  </p:cNvPr>
                  <p:cNvCxnSpPr/>
                  <p:nvPr/>
                </p:nvCxnSpPr>
                <p:spPr>
                  <a:xfrm>
                    <a:off x="2931664" y="4067695"/>
                    <a:ext cx="424581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5" name="Straight Connector 624">
                    <a:extLst>
                      <a:ext uri="{FF2B5EF4-FFF2-40B4-BE49-F238E27FC236}">
                        <a16:creationId xmlns:a16="http://schemas.microsoft.com/office/drawing/2014/main" id="{436E5D85-A165-8F4C-8E01-98D7AB941B1A}"/>
                      </a:ext>
                    </a:extLst>
                  </p:cNvPr>
                  <p:cNvCxnSpPr>
                    <a:stCxn id="622" idx="2"/>
                  </p:cNvCxnSpPr>
                  <p:nvPr/>
                </p:nvCxnSpPr>
                <p:spPr>
                  <a:xfrm flipH="1" flipV="1">
                    <a:off x="3148846" y="4005103"/>
                    <a:ext cx="0" cy="23719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</p:grpSp>
            <p:grpSp>
              <p:nvGrpSpPr>
                <p:cNvPr id="617" name="Group 421">
                  <a:extLst>
                    <a:ext uri="{FF2B5EF4-FFF2-40B4-BE49-F238E27FC236}">
                      <a16:creationId xmlns:a16="http://schemas.microsoft.com/office/drawing/2014/main" id="{B3361BB7-7F3E-A244-9EEE-76BAF3743B5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379204" y="2792111"/>
                  <a:ext cx="350837" cy="317387"/>
                  <a:chOff x="2931664" y="3912603"/>
                  <a:chExt cx="430450" cy="329314"/>
                </a:xfrm>
              </p:grpSpPr>
              <p:sp>
                <p:nvSpPr>
                  <p:cNvPr id="618" name="Rectangle 617">
                    <a:extLst>
                      <a:ext uri="{FF2B5EF4-FFF2-40B4-BE49-F238E27FC236}">
                        <a16:creationId xmlns:a16="http://schemas.microsoft.com/office/drawing/2014/main" id="{9544BB1A-468F-EB42-B6D9-9D17394D11CB}"/>
                      </a:ext>
                    </a:extLst>
                  </p:cNvPr>
                  <p:cNvSpPr/>
                  <p:nvPr/>
                </p:nvSpPr>
                <p:spPr>
                  <a:xfrm>
                    <a:off x="2937507" y="3912861"/>
                    <a:ext cx="424607" cy="329431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619" name="Straight Connector 618">
                    <a:extLst>
                      <a:ext uri="{FF2B5EF4-FFF2-40B4-BE49-F238E27FC236}">
                        <a16:creationId xmlns:a16="http://schemas.microsoft.com/office/drawing/2014/main" id="{E0C9CBDA-5A98-344F-9010-2ADC07A68287}"/>
                      </a:ext>
                    </a:extLst>
                  </p:cNvPr>
                  <p:cNvCxnSpPr/>
                  <p:nvPr/>
                </p:nvCxnSpPr>
                <p:spPr>
                  <a:xfrm>
                    <a:off x="2931664" y="4005102"/>
                    <a:ext cx="424607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0" name="Straight Connector 619">
                    <a:extLst>
                      <a:ext uri="{FF2B5EF4-FFF2-40B4-BE49-F238E27FC236}">
                        <a16:creationId xmlns:a16="http://schemas.microsoft.com/office/drawing/2014/main" id="{6ABCC3E0-D16E-F045-B191-6DBE3FEDF800}"/>
                      </a:ext>
                    </a:extLst>
                  </p:cNvPr>
                  <p:cNvCxnSpPr/>
                  <p:nvPr/>
                </p:nvCxnSpPr>
                <p:spPr>
                  <a:xfrm>
                    <a:off x="2931664" y="4067694"/>
                    <a:ext cx="424607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1" name="Straight Connector 620">
                    <a:extLst>
                      <a:ext uri="{FF2B5EF4-FFF2-40B4-BE49-F238E27FC236}">
                        <a16:creationId xmlns:a16="http://schemas.microsoft.com/office/drawing/2014/main" id="{ACAC7A61-3B84-D649-9CBA-582DC70E220C}"/>
                      </a:ext>
                    </a:extLst>
                  </p:cNvPr>
                  <p:cNvCxnSpPr>
                    <a:stCxn id="618" idx="2"/>
                  </p:cNvCxnSpPr>
                  <p:nvPr/>
                </p:nvCxnSpPr>
                <p:spPr>
                  <a:xfrm flipH="1" flipV="1">
                    <a:off x="3147863" y="4005102"/>
                    <a:ext cx="1948" cy="23719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</p:grpSp>
          </p:grpSp>
          <p:grpSp>
            <p:nvGrpSpPr>
              <p:cNvPr id="381" name="Group 380">
                <a:extLst>
                  <a:ext uri="{FF2B5EF4-FFF2-40B4-BE49-F238E27FC236}">
                    <a16:creationId xmlns:a16="http://schemas.microsoft.com/office/drawing/2014/main" id="{73E9270F-9772-3547-8D3A-075B55009534}"/>
                  </a:ext>
                </a:extLst>
              </p:cNvPr>
              <p:cNvGrpSpPr/>
              <p:nvPr/>
            </p:nvGrpSpPr>
            <p:grpSpPr>
              <a:xfrm>
                <a:off x="1856416" y="3244261"/>
                <a:ext cx="5211763" cy="2739614"/>
                <a:chOff x="1856416" y="3709935"/>
                <a:chExt cx="5211763" cy="2739614"/>
              </a:xfrm>
            </p:grpSpPr>
            <p:sp>
              <p:nvSpPr>
                <p:cNvPr id="503" name="Freeform 502">
                  <a:extLst>
                    <a:ext uri="{FF2B5EF4-FFF2-40B4-BE49-F238E27FC236}">
                      <a16:creationId xmlns:a16="http://schemas.microsoft.com/office/drawing/2014/main" id="{C206A3DD-781F-3F45-81D5-9EEC12668B4C}"/>
                    </a:ext>
                  </a:extLst>
                </p:cNvPr>
                <p:cNvSpPr/>
                <p:nvPr/>
              </p:nvSpPr>
              <p:spPr>
                <a:xfrm>
                  <a:off x="1876731" y="5330139"/>
                  <a:ext cx="1280789" cy="759087"/>
                </a:xfrm>
                <a:custGeom>
                  <a:avLst/>
                  <a:gdLst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418712 w 1040633"/>
                    <a:gd name="connsiteY4" fmla="*/ 1189324 h 1219697"/>
                    <a:gd name="connsiteX5" fmla="*/ 139870 w 1040633"/>
                    <a:gd name="connsiteY5" fmla="*/ 1191723 h 1219697"/>
                    <a:gd name="connsiteX0" fmla="*/ 139870 w 1040633"/>
                    <a:gd name="connsiteY0" fmla="*/ 1191723 h 1355926"/>
                    <a:gd name="connsiteX1" fmla="*/ 0 w 1040633"/>
                    <a:gd name="connsiteY1" fmla="*/ 0 h 1355926"/>
                    <a:gd name="connsiteX2" fmla="*/ 1040633 w 1040633"/>
                    <a:gd name="connsiteY2" fmla="*/ 16785 h 1355926"/>
                    <a:gd name="connsiteX3" fmla="*/ 833625 w 1040633"/>
                    <a:gd name="connsiteY3" fmla="*/ 1219697 h 1355926"/>
                    <a:gd name="connsiteX4" fmla="*/ 139870 w 1040633"/>
                    <a:gd name="connsiteY4" fmla="*/ 1191723 h 1355926"/>
                    <a:gd name="connsiteX0" fmla="*/ 139870 w 1040633"/>
                    <a:gd name="connsiteY0" fmla="*/ 1191723 h 1289901"/>
                    <a:gd name="connsiteX1" fmla="*/ 0 w 1040633"/>
                    <a:gd name="connsiteY1" fmla="*/ 0 h 1289901"/>
                    <a:gd name="connsiteX2" fmla="*/ 1040633 w 1040633"/>
                    <a:gd name="connsiteY2" fmla="*/ 16785 h 1289901"/>
                    <a:gd name="connsiteX3" fmla="*/ 833625 w 1040633"/>
                    <a:gd name="connsiteY3" fmla="*/ 1219697 h 1289901"/>
                    <a:gd name="connsiteX4" fmla="*/ 139870 w 1040633"/>
                    <a:gd name="connsiteY4" fmla="*/ 1191723 h 1289901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191723"/>
                    <a:gd name="connsiteX1" fmla="*/ 0 w 1040633"/>
                    <a:gd name="connsiteY1" fmla="*/ 0 h 1191723"/>
                    <a:gd name="connsiteX2" fmla="*/ 1040633 w 1040633"/>
                    <a:gd name="connsiteY2" fmla="*/ 16785 h 1191723"/>
                    <a:gd name="connsiteX3" fmla="*/ 671988 w 1040633"/>
                    <a:gd name="connsiteY3" fmla="*/ 1158121 h 1191723"/>
                    <a:gd name="connsiteX4" fmla="*/ 139870 w 1040633"/>
                    <a:gd name="connsiteY4" fmla="*/ 1191723 h 1191723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56947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56947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448507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569478 w 1040633"/>
                    <a:gd name="connsiteY3" fmla="*/ 1158121 h 1160935"/>
                    <a:gd name="connsiteX4" fmla="*/ 448507 w 1040633"/>
                    <a:gd name="connsiteY4" fmla="*/ 1160935 h 1160935"/>
                    <a:gd name="connsiteX0" fmla="*/ 448507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569478 w 1040633"/>
                    <a:gd name="connsiteY3" fmla="*/ 1158121 h 1160935"/>
                    <a:gd name="connsiteX4" fmla="*/ 448507 w 1040633"/>
                    <a:gd name="connsiteY4" fmla="*/ 1160935 h 1160935"/>
                    <a:gd name="connsiteX0" fmla="*/ 448507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569478 w 1040633"/>
                    <a:gd name="connsiteY3" fmla="*/ 1158121 h 1160935"/>
                    <a:gd name="connsiteX4" fmla="*/ 448507 w 1040633"/>
                    <a:gd name="connsiteY4" fmla="*/ 1160935 h 1160935"/>
                    <a:gd name="connsiteX0" fmla="*/ 448507 w 1325315"/>
                    <a:gd name="connsiteY0" fmla="*/ 1160935 h 1160935"/>
                    <a:gd name="connsiteX1" fmla="*/ 0 w 1325315"/>
                    <a:gd name="connsiteY1" fmla="*/ 0 h 1160935"/>
                    <a:gd name="connsiteX2" fmla="*/ 1040633 w 1325315"/>
                    <a:gd name="connsiteY2" fmla="*/ 16785 h 1160935"/>
                    <a:gd name="connsiteX3" fmla="*/ 1214315 w 1325315"/>
                    <a:gd name="connsiteY3" fmla="*/ 1064597 h 1160935"/>
                    <a:gd name="connsiteX4" fmla="*/ 448507 w 1325315"/>
                    <a:gd name="connsiteY4" fmla="*/ 1160935 h 1160935"/>
                    <a:gd name="connsiteX0" fmla="*/ 448507 w 1214315"/>
                    <a:gd name="connsiteY0" fmla="*/ 1160935 h 1160935"/>
                    <a:gd name="connsiteX1" fmla="*/ 0 w 1214315"/>
                    <a:gd name="connsiteY1" fmla="*/ 0 h 1160935"/>
                    <a:gd name="connsiteX2" fmla="*/ 1040633 w 1214315"/>
                    <a:gd name="connsiteY2" fmla="*/ 16785 h 1160935"/>
                    <a:gd name="connsiteX3" fmla="*/ 1214315 w 1214315"/>
                    <a:gd name="connsiteY3" fmla="*/ 1064597 h 1160935"/>
                    <a:gd name="connsiteX4" fmla="*/ 448507 w 1214315"/>
                    <a:gd name="connsiteY4" fmla="*/ 1160935 h 1160935"/>
                    <a:gd name="connsiteX0" fmla="*/ 448507 w 1214315"/>
                    <a:gd name="connsiteY0" fmla="*/ 1160935 h 1160935"/>
                    <a:gd name="connsiteX1" fmla="*/ 0 w 1214315"/>
                    <a:gd name="connsiteY1" fmla="*/ 0 h 1160935"/>
                    <a:gd name="connsiteX2" fmla="*/ 1040633 w 1214315"/>
                    <a:gd name="connsiteY2" fmla="*/ 16785 h 1160935"/>
                    <a:gd name="connsiteX3" fmla="*/ 1214315 w 1214315"/>
                    <a:gd name="connsiteY3" fmla="*/ 1064597 h 1160935"/>
                    <a:gd name="connsiteX4" fmla="*/ 448507 w 1214315"/>
                    <a:gd name="connsiteY4" fmla="*/ 1160935 h 1160935"/>
                    <a:gd name="connsiteX0" fmla="*/ 1053964 w 1214315"/>
                    <a:gd name="connsiteY0" fmla="*/ 1136323 h 1136323"/>
                    <a:gd name="connsiteX1" fmla="*/ 0 w 1214315"/>
                    <a:gd name="connsiteY1" fmla="*/ 0 h 1136323"/>
                    <a:gd name="connsiteX2" fmla="*/ 1040633 w 1214315"/>
                    <a:gd name="connsiteY2" fmla="*/ 16785 h 1136323"/>
                    <a:gd name="connsiteX3" fmla="*/ 1214315 w 1214315"/>
                    <a:gd name="connsiteY3" fmla="*/ 1064597 h 1136323"/>
                    <a:gd name="connsiteX4" fmla="*/ 1053964 w 1214315"/>
                    <a:gd name="connsiteY4" fmla="*/ 1136323 h 1136323"/>
                    <a:gd name="connsiteX0" fmla="*/ 1053964 w 1214315"/>
                    <a:gd name="connsiteY0" fmla="*/ 1136323 h 1136323"/>
                    <a:gd name="connsiteX1" fmla="*/ 0 w 1214315"/>
                    <a:gd name="connsiteY1" fmla="*/ 0 h 1136323"/>
                    <a:gd name="connsiteX2" fmla="*/ 1040633 w 1214315"/>
                    <a:gd name="connsiteY2" fmla="*/ 16785 h 1136323"/>
                    <a:gd name="connsiteX3" fmla="*/ 1214315 w 1214315"/>
                    <a:gd name="connsiteY3" fmla="*/ 1064597 h 1136323"/>
                    <a:gd name="connsiteX4" fmla="*/ 1053964 w 1214315"/>
                    <a:gd name="connsiteY4" fmla="*/ 1136323 h 1136323"/>
                    <a:gd name="connsiteX0" fmla="*/ 1053964 w 1214315"/>
                    <a:gd name="connsiteY0" fmla="*/ 1136323 h 1136323"/>
                    <a:gd name="connsiteX1" fmla="*/ 0 w 1214315"/>
                    <a:gd name="connsiteY1" fmla="*/ 0 h 1136323"/>
                    <a:gd name="connsiteX2" fmla="*/ 1040633 w 1214315"/>
                    <a:gd name="connsiteY2" fmla="*/ 16785 h 1136323"/>
                    <a:gd name="connsiteX3" fmla="*/ 1214315 w 1214315"/>
                    <a:gd name="connsiteY3" fmla="*/ 1064597 h 1136323"/>
                    <a:gd name="connsiteX4" fmla="*/ 1053964 w 1214315"/>
                    <a:gd name="connsiteY4" fmla="*/ 1136323 h 1136323"/>
                    <a:gd name="connsiteX0" fmla="*/ 1060159 w 1220510"/>
                    <a:gd name="connsiteY0" fmla="*/ 1119627 h 1119627"/>
                    <a:gd name="connsiteX1" fmla="*/ 0 w 1220510"/>
                    <a:gd name="connsiteY1" fmla="*/ 249694 h 1119627"/>
                    <a:gd name="connsiteX2" fmla="*/ 1046828 w 1220510"/>
                    <a:gd name="connsiteY2" fmla="*/ 89 h 1119627"/>
                    <a:gd name="connsiteX3" fmla="*/ 1220510 w 1220510"/>
                    <a:gd name="connsiteY3" fmla="*/ 1047901 h 1119627"/>
                    <a:gd name="connsiteX4" fmla="*/ 1060159 w 1220510"/>
                    <a:gd name="connsiteY4" fmla="*/ 1119627 h 1119627"/>
                    <a:gd name="connsiteX0" fmla="*/ 1060159 w 1220510"/>
                    <a:gd name="connsiteY0" fmla="*/ 1119627 h 1119627"/>
                    <a:gd name="connsiteX1" fmla="*/ 0 w 1220510"/>
                    <a:gd name="connsiteY1" fmla="*/ 249694 h 1119627"/>
                    <a:gd name="connsiteX2" fmla="*/ 1046828 w 1220510"/>
                    <a:gd name="connsiteY2" fmla="*/ 89 h 1119627"/>
                    <a:gd name="connsiteX3" fmla="*/ 1220510 w 1220510"/>
                    <a:gd name="connsiteY3" fmla="*/ 1047901 h 1119627"/>
                    <a:gd name="connsiteX4" fmla="*/ 1060159 w 1220510"/>
                    <a:gd name="connsiteY4" fmla="*/ 1119627 h 1119627"/>
                    <a:gd name="connsiteX0" fmla="*/ 1060159 w 1220510"/>
                    <a:gd name="connsiteY0" fmla="*/ 1119627 h 1119627"/>
                    <a:gd name="connsiteX1" fmla="*/ 0 w 1220510"/>
                    <a:gd name="connsiteY1" fmla="*/ 249694 h 1119627"/>
                    <a:gd name="connsiteX2" fmla="*/ 1046828 w 1220510"/>
                    <a:gd name="connsiteY2" fmla="*/ 89 h 1119627"/>
                    <a:gd name="connsiteX3" fmla="*/ 1220510 w 1220510"/>
                    <a:gd name="connsiteY3" fmla="*/ 1047901 h 1119627"/>
                    <a:gd name="connsiteX4" fmla="*/ 1060159 w 1220510"/>
                    <a:gd name="connsiteY4" fmla="*/ 1119627 h 1119627"/>
                    <a:gd name="connsiteX0" fmla="*/ 1060159 w 1220510"/>
                    <a:gd name="connsiteY0" fmla="*/ 921649 h 921649"/>
                    <a:gd name="connsiteX1" fmla="*/ 0 w 1220510"/>
                    <a:gd name="connsiteY1" fmla="*/ 51716 h 921649"/>
                    <a:gd name="connsiteX2" fmla="*/ 1059218 w 1220510"/>
                    <a:gd name="connsiteY2" fmla="*/ 355 h 921649"/>
                    <a:gd name="connsiteX3" fmla="*/ 1220510 w 1220510"/>
                    <a:gd name="connsiteY3" fmla="*/ 849923 h 921649"/>
                    <a:gd name="connsiteX4" fmla="*/ 1060159 w 1220510"/>
                    <a:gd name="connsiteY4" fmla="*/ 921649 h 921649"/>
                    <a:gd name="connsiteX0" fmla="*/ 1060159 w 1220510"/>
                    <a:gd name="connsiteY0" fmla="*/ 921649 h 921649"/>
                    <a:gd name="connsiteX1" fmla="*/ 0 w 1220510"/>
                    <a:gd name="connsiteY1" fmla="*/ 51716 h 921649"/>
                    <a:gd name="connsiteX2" fmla="*/ 1059218 w 1220510"/>
                    <a:gd name="connsiteY2" fmla="*/ 355 h 921649"/>
                    <a:gd name="connsiteX3" fmla="*/ 1220510 w 1220510"/>
                    <a:gd name="connsiteY3" fmla="*/ 849923 h 921649"/>
                    <a:gd name="connsiteX4" fmla="*/ 1060159 w 1220510"/>
                    <a:gd name="connsiteY4" fmla="*/ 921649 h 921649"/>
                    <a:gd name="connsiteX0" fmla="*/ 1060159 w 1220510"/>
                    <a:gd name="connsiteY0" fmla="*/ 921649 h 921649"/>
                    <a:gd name="connsiteX1" fmla="*/ 0 w 1220510"/>
                    <a:gd name="connsiteY1" fmla="*/ 51716 h 921649"/>
                    <a:gd name="connsiteX2" fmla="*/ 1059218 w 1220510"/>
                    <a:gd name="connsiteY2" fmla="*/ 355 h 921649"/>
                    <a:gd name="connsiteX3" fmla="*/ 1220510 w 1220510"/>
                    <a:gd name="connsiteY3" fmla="*/ 849923 h 921649"/>
                    <a:gd name="connsiteX4" fmla="*/ 1060159 w 1220510"/>
                    <a:gd name="connsiteY4" fmla="*/ 921649 h 921649"/>
                    <a:gd name="connsiteX0" fmla="*/ 1060159 w 1340486"/>
                    <a:gd name="connsiteY0" fmla="*/ 921649 h 921649"/>
                    <a:gd name="connsiteX1" fmla="*/ 0 w 1340486"/>
                    <a:gd name="connsiteY1" fmla="*/ 51716 h 921649"/>
                    <a:gd name="connsiteX2" fmla="*/ 1059218 w 1340486"/>
                    <a:gd name="connsiteY2" fmla="*/ 355 h 921649"/>
                    <a:gd name="connsiteX3" fmla="*/ 1340486 w 1340486"/>
                    <a:gd name="connsiteY3" fmla="*/ 709789 h 921649"/>
                    <a:gd name="connsiteX4" fmla="*/ 1060159 w 1340486"/>
                    <a:gd name="connsiteY4" fmla="*/ 921649 h 921649"/>
                    <a:gd name="connsiteX0" fmla="*/ 1060159 w 1340486"/>
                    <a:gd name="connsiteY0" fmla="*/ 921649 h 921649"/>
                    <a:gd name="connsiteX1" fmla="*/ 0 w 1340486"/>
                    <a:gd name="connsiteY1" fmla="*/ 51716 h 921649"/>
                    <a:gd name="connsiteX2" fmla="*/ 1059218 w 1340486"/>
                    <a:gd name="connsiteY2" fmla="*/ 355 h 921649"/>
                    <a:gd name="connsiteX3" fmla="*/ 1340486 w 1340486"/>
                    <a:gd name="connsiteY3" fmla="*/ 709789 h 921649"/>
                    <a:gd name="connsiteX4" fmla="*/ 1060159 w 1340486"/>
                    <a:gd name="connsiteY4" fmla="*/ 921649 h 921649"/>
                    <a:gd name="connsiteX0" fmla="*/ 1060159 w 1340486"/>
                    <a:gd name="connsiteY0" fmla="*/ 921649 h 921649"/>
                    <a:gd name="connsiteX1" fmla="*/ 0 w 1340486"/>
                    <a:gd name="connsiteY1" fmla="*/ 51716 h 921649"/>
                    <a:gd name="connsiteX2" fmla="*/ 1059218 w 1340486"/>
                    <a:gd name="connsiteY2" fmla="*/ 355 h 921649"/>
                    <a:gd name="connsiteX3" fmla="*/ 1340486 w 1340486"/>
                    <a:gd name="connsiteY3" fmla="*/ 709789 h 921649"/>
                    <a:gd name="connsiteX4" fmla="*/ 1060159 w 1340486"/>
                    <a:gd name="connsiteY4" fmla="*/ 921649 h 921649"/>
                    <a:gd name="connsiteX0" fmla="*/ 1025166 w 1340486"/>
                    <a:gd name="connsiteY0" fmla="*/ 746482 h 746482"/>
                    <a:gd name="connsiteX1" fmla="*/ 0 w 1340486"/>
                    <a:gd name="connsiteY1" fmla="*/ 51716 h 746482"/>
                    <a:gd name="connsiteX2" fmla="*/ 1059218 w 1340486"/>
                    <a:gd name="connsiteY2" fmla="*/ 355 h 746482"/>
                    <a:gd name="connsiteX3" fmla="*/ 1340486 w 1340486"/>
                    <a:gd name="connsiteY3" fmla="*/ 709789 h 746482"/>
                    <a:gd name="connsiteX4" fmla="*/ 1025166 w 1340486"/>
                    <a:gd name="connsiteY4" fmla="*/ 746482 h 746482"/>
                    <a:gd name="connsiteX0" fmla="*/ 1025166 w 1340486"/>
                    <a:gd name="connsiteY0" fmla="*/ 746482 h 746482"/>
                    <a:gd name="connsiteX1" fmla="*/ 0 w 1340486"/>
                    <a:gd name="connsiteY1" fmla="*/ 51716 h 746482"/>
                    <a:gd name="connsiteX2" fmla="*/ 1059218 w 1340486"/>
                    <a:gd name="connsiteY2" fmla="*/ 355 h 746482"/>
                    <a:gd name="connsiteX3" fmla="*/ 1340486 w 1340486"/>
                    <a:gd name="connsiteY3" fmla="*/ 709789 h 746482"/>
                    <a:gd name="connsiteX4" fmla="*/ 1025166 w 1340486"/>
                    <a:gd name="connsiteY4" fmla="*/ 746482 h 746482"/>
                    <a:gd name="connsiteX0" fmla="*/ 965179 w 1280499"/>
                    <a:gd name="connsiteY0" fmla="*/ 759828 h 759828"/>
                    <a:gd name="connsiteX1" fmla="*/ 0 w 1280499"/>
                    <a:gd name="connsiteY1" fmla="*/ 0 h 759828"/>
                    <a:gd name="connsiteX2" fmla="*/ 999231 w 1280499"/>
                    <a:gd name="connsiteY2" fmla="*/ 13701 h 759828"/>
                    <a:gd name="connsiteX3" fmla="*/ 1280499 w 1280499"/>
                    <a:gd name="connsiteY3" fmla="*/ 723135 h 759828"/>
                    <a:gd name="connsiteX4" fmla="*/ 965179 w 1280499"/>
                    <a:gd name="connsiteY4" fmla="*/ 759828 h 759828"/>
                    <a:gd name="connsiteX0" fmla="*/ 965179 w 1280499"/>
                    <a:gd name="connsiteY0" fmla="*/ 759828 h 759828"/>
                    <a:gd name="connsiteX1" fmla="*/ 0 w 1280499"/>
                    <a:gd name="connsiteY1" fmla="*/ 0 h 759828"/>
                    <a:gd name="connsiteX2" fmla="*/ 999231 w 1280499"/>
                    <a:gd name="connsiteY2" fmla="*/ 13701 h 759828"/>
                    <a:gd name="connsiteX3" fmla="*/ 1280499 w 1280499"/>
                    <a:gd name="connsiteY3" fmla="*/ 723135 h 759828"/>
                    <a:gd name="connsiteX4" fmla="*/ 965179 w 1280499"/>
                    <a:gd name="connsiteY4" fmla="*/ 759828 h 759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0499" h="759828">
                      <a:moveTo>
                        <a:pt x="965179" y="759828"/>
                      </a:moveTo>
                      <a:cubicBezTo>
                        <a:pt x="301565" y="231725"/>
                        <a:pt x="628999" y="498939"/>
                        <a:pt x="0" y="0"/>
                      </a:cubicBezTo>
                      <a:lnTo>
                        <a:pt x="999231" y="13701"/>
                      </a:lnTo>
                      <a:cubicBezTo>
                        <a:pt x="1112985" y="379881"/>
                        <a:pt x="1055867" y="236107"/>
                        <a:pt x="1280499" y="723135"/>
                      </a:cubicBezTo>
                      <a:cubicBezTo>
                        <a:pt x="1186079" y="728668"/>
                        <a:pt x="1127207" y="701414"/>
                        <a:pt x="965179" y="759828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FFFF">
                        <a:lumMod val="95000"/>
                      </a:srgbClr>
                    </a:gs>
                    <a:gs pos="100000">
                      <a:srgbClr val="FFFFFF">
                        <a:lumMod val="75000"/>
                      </a:srgbClr>
                    </a:gs>
                  </a:gsLst>
                  <a:lin ang="16200000" scaled="0"/>
                </a:gradFill>
                <a:ln w="9525" cap="flat" cmpd="sng" algn="ctr">
                  <a:solidFill>
                    <a:srgbClr val="FFFFFF">
                      <a:lumMod val="75000"/>
                    </a:srgbClr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504" name="Freeform 503">
                  <a:extLst>
                    <a:ext uri="{FF2B5EF4-FFF2-40B4-BE49-F238E27FC236}">
                      <a16:creationId xmlns:a16="http://schemas.microsoft.com/office/drawing/2014/main" id="{CE7F88D8-59A6-794C-B854-DAF873B26405}"/>
                    </a:ext>
                  </a:extLst>
                </p:cNvPr>
                <p:cNvSpPr/>
                <p:nvPr/>
              </p:nvSpPr>
              <p:spPr>
                <a:xfrm>
                  <a:off x="6202668" y="5429198"/>
                  <a:ext cx="865511" cy="553828"/>
                </a:xfrm>
                <a:custGeom>
                  <a:avLst/>
                  <a:gdLst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418712 w 1040633"/>
                    <a:gd name="connsiteY4" fmla="*/ 1189324 h 1219697"/>
                    <a:gd name="connsiteX5" fmla="*/ 139870 w 1040633"/>
                    <a:gd name="connsiteY5" fmla="*/ 1191723 h 1219697"/>
                    <a:gd name="connsiteX0" fmla="*/ 139870 w 1040633"/>
                    <a:gd name="connsiteY0" fmla="*/ 1191723 h 1355926"/>
                    <a:gd name="connsiteX1" fmla="*/ 0 w 1040633"/>
                    <a:gd name="connsiteY1" fmla="*/ 0 h 1355926"/>
                    <a:gd name="connsiteX2" fmla="*/ 1040633 w 1040633"/>
                    <a:gd name="connsiteY2" fmla="*/ 16785 h 1355926"/>
                    <a:gd name="connsiteX3" fmla="*/ 833625 w 1040633"/>
                    <a:gd name="connsiteY3" fmla="*/ 1219697 h 1355926"/>
                    <a:gd name="connsiteX4" fmla="*/ 139870 w 1040633"/>
                    <a:gd name="connsiteY4" fmla="*/ 1191723 h 1355926"/>
                    <a:gd name="connsiteX0" fmla="*/ 139870 w 1040633"/>
                    <a:gd name="connsiteY0" fmla="*/ 1191723 h 1289901"/>
                    <a:gd name="connsiteX1" fmla="*/ 0 w 1040633"/>
                    <a:gd name="connsiteY1" fmla="*/ 0 h 1289901"/>
                    <a:gd name="connsiteX2" fmla="*/ 1040633 w 1040633"/>
                    <a:gd name="connsiteY2" fmla="*/ 16785 h 1289901"/>
                    <a:gd name="connsiteX3" fmla="*/ 833625 w 1040633"/>
                    <a:gd name="connsiteY3" fmla="*/ 1219697 h 1289901"/>
                    <a:gd name="connsiteX4" fmla="*/ 139870 w 1040633"/>
                    <a:gd name="connsiteY4" fmla="*/ 1191723 h 1289901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191723"/>
                    <a:gd name="connsiteX1" fmla="*/ 0 w 1040633"/>
                    <a:gd name="connsiteY1" fmla="*/ 0 h 1191723"/>
                    <a:gd name="connsiteX2" fmla="*/ 1040633 w 1040633"/>
                    <a:gd name="connsiteY2" fmla="*/ 16785 h 1191723"/>
                    <a:gd name="connsiteX3" fmla="*/ 671988 w 1040633"/>
                    <a:gd name="connsiteY3" fmla="*/ 1158121 h 1191723"/>
                    <a:gd name="connsiteX4" fmla="*/ 139870 w 1040633"/>
                    <a:gd name="connsiteY4" fmla="*/ 1191723 h 1191723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778664"/>
                    <a:gd name="connsiteY0" fmla="*/ 1160935 h 1160935"/>
                    <a:gd name="connsiteX1" fmla="*/ 0 w 778664"/>
                    <a:gd name="connsiteY1" fmla="*/ 0 h 1160935"/>
                    <a:gd name="connsiteX2" fmla="*/ 778664 w 778664"/>
                    <a:gd name="connsiteY2" fmla="*/ 130682 h 1160935"/>
                    <a:gd name="connsiteX3" fmla="*/ 671988 w 778664"/>
                    <a:gd name="connsiteY3" fmla="*/ 1158121 h 1160935"/>
                    <a:gd name="connsiteX4" fmla="*/ 363082 w 778664"/>
                    <a:gd name="connsiteY4" fmla="*/ 1160935 h 1160935"/>
                    <a:gd name="connsiteX0" fmla="*/ 363082 w 778664"/>
                    <a:gd name="connsiteY0" fmla="*/ 1160935 h 1160935"/>
                    <a:gd name="connsiteX1" fmla="*/ 0 w 778664"/>
                    <a:gd name="connsiteY1" fmla="*/ 0 h 1160935"/>
                    <a:gd name="connsiteX2" fmla="*/ 778664 w 778664"/>
                    <a:gd name="connsiteY2" fmla="*/ 130682 h 1160935"/>
                    <a:gd name="connsiteX3" fmla="*/ 694768 w 778664"/>
                    <a:gd name="connsiteY3" fmla="*/ 1112562 h 1160935"/>
                    <a:gd name="connsiteX4" fmla="*/ 363082 w 778664"/>
                    <a:gd name="connsiteY4" fmla="*/ 1160935 h 1160935"/>
                    <a:gd name="connsiteX0" fmla="*/ 363082 w 778664"/>
                    <a:gd name="connsiteY0" fmla="*/ 1160935 h 1160935"/>
                    <a:gd name="connsiteX1" fmla="*/ 0 w 778664"/>
                    <a:gd name="connsiteY1" fmla="*/ 0 h 1160935"/>
                    <a:gd name="connsiteX2" fmla="*/ 778664 w 778664"/>
                    <a:gd name="connsiteY2" fmla="*/ 130682 h 1160935"/>
                    <a:gd name="connsiteX3" fmla="*/ 694768 w 778664"/>
                    <a:gd name="connsiteY3" fmla="*/ 1112562 h 1160935"/>
                    <a:gd name="connsiteX4" fmla="*/ 363082 w 778664"/>
                    <a:gd name="connsiteY4" fmla="*/ 1160935 h 1160935"/>
                    <a:gd name="connsiteX0" fmla="*/ 397252 w 778664"/>
                    <a:gd name="connsiteY0" fmla="*/ 1103987 h 1112562"/>
                    <a:gd name="connsiteX1" fmla="*/ 0 w 778664"/>
                    <a:gd name="connsiteY1" fmla="*/ 0 h 1112562"/>
                    <a:gd name="connsiteX2" fmla="*/ 778664 w 778664"/>
                    <a:gd name="connsiteY2" fmla="*/ 130682 h 1112562"/>
                    <a:gd name="connsiteX3" fmla="*/ 694768 w 778664"/>
                    <a:gd name="connsiteY3" fmla="*/ 1112562 h 1112562"/>
                    <a:gd name="connsiteX4" fmla="*/ 397252 w 778664"/>
                    <a:gd name="connsiteY4" fmla="*/ 1103987 h 1112562"/>
                    <a:gd name="connsiteX0" fmla="*/ 397252 w 778664"/>
                    <a:gd name="connsiteY0" fmla="*/ 1103987 h 1112562"/>
                    <a:gd name="connsiteX1" fmla="*/ 0 w 778664"/>
                    <a:gd name="connsiteY1" fmla="*/ 0 h 1112562"/>
                    <a:gd name="connsiteX2" fmla="*/ 778664 w 778664"/>
                    <a:gd name="connsiteY2" fmla="*/ 130682 h 1112562"/>
                    <a:gd name="connsiteX3" fmla="*/ 694768 w 778664"/>
                    <a:gd name="connsiteY3" fmla="*/ 1112562 h 1112562"/>
                    <a:gd name="connsiteX4" fmla="*/ 397252 w 778664"/>
                    <a:gd name="connsiteY4" fmla="*/ 1103987 h 1112562"/>
                    <a:gd name="connsiteX0" fmla="*/ 397252 w 778664"/>
                    <a:gd name="connsiteY0" fmla="*/ 1103987 h 1112562"/>
                    <a:gd name="connsiteX1" fmla="*/ 0 w 778664"/>
                    <a:gd name="connsiteY1" fmla="*/ 0 h 1112562"/>
                    <a:gd name="connsiteX2" fmla="*/ 778664 w 778664"/>
                    <a:gd name="connsiteY2" fmla="*/ 130682 h 1112562"/>
                    <a:gd name="connsiteX3" fmla="*/ 694768 w 778664"/>
                    <a:gd name="connsiteY3" fmla="*/ 1112562 h 1112562"/>
                    <a:gd name="connsiteX4" fmla="*/ 397252 w 778664"/>
                    <a:gd name="connsiteY4" fmla="*/ 1103987 h 1112562"/>
                    <a:gd name="connsiteX0" fmla="*/ 123893 w 505305"/>
                    <a:gd name="connsiteY0" fmla="*/ 973305 h 981880"/>
                    <a:gd name="connsiteX1" fmla="*/ 0 w 505305"/>
                    <a:gd name="connsiteY1" fmla="*/ 28773 h 981880"/>
                    <a:gd name="connsiteX2" fmla="*/ 505305 w 505305"/>
                    <a:gd name="connsiteY2" fmla="*/ 0 h 981880"/>
                    <a:gd name="connsiteX3" fmla="*/ 421409 w 505305"/>
                    <a:gd name="connsiteY3" fmla="*/ 981880 h 981880"/>
                    <a:gd name="connsiteX4" fmla="*/ 123893 w 505305"/>
                    <a:gd name="connsiteY4" fmla="*/ 973305 h 981880"/>
                    <a:gd name="connsiteX0" fmla="*/ 123893 w 505305"/>
                    <a:gd name="connsiteY0" fmla="*/ 973305 h 981880"/>
                    <a:gd name="connsiteX1" fmla="*/ 0 w 505305"/>
                    <a:gd name="connsiteY1" fmla="*/ 28773 h 981880"/>
                    <a:gd name="connsiteX2" fmla="*/ 505305 w 505305"/>
                    <a:gd name="connsiteY2" fmla="*/ 0 h 981880"/>
                    <a:gd name="connsiteX3" fmla="*/ 421409 w 505305"/>
                    <a:gd name="connsiteY3" fmla="*/ 981880 h 981880"/>
                    <a:gd name="connsiteX4" fmla="*/ 123893 w 505305"/>
                    <a:gd name="connsiteY4" fmla="*/ 973305 h 981880"/>
                    <a:gd name="connsiteX0" fmla="*/ 123893 w 505305"/>
                    <a:gd name="connsiteY0" fmla="*/ 973305 h 981880"/>
                    <a:gd name="connsiteX1" fmla="*/ 0 w 505305"/>
                    <a:gd name="connsiteY1" fmla="*/ 28773 h 981880"/>
                    <a:gd name="connsiteX2" fmla="*/ 505305 w 505305"/>
                    <a:gd name="connsiteY2" fmla="*/ 0 h 981880"/>
                    <a:gd name="connsiteX3" fmla="*/ 421409 w 505305"/>
                    <a:gd name="connsiteY3" fmla="*/ 981880 h 981880"/>
                    <a:gd name="connsiteX4" fmla="*/ 123893 w 505305"/>
                    <a:gd name="connsiteY4" fmla="*/ 973305 h 981880"/>
                    <a:gd name="connsiteX0" fmla="*/ 123893 w 505305"/>
                    <a:gd name="connsiteY0" fmla="*/ 973305 h 981880"/>
                    <a:gd name="connsiteX1" fmla="*/ 0 w 505305"/>
                    <a:gd name="connsiteY1" fmla="*/ 28773 h 981880"/>
                    <a:gd name="connsiteX2" fmla="*/ 505305 w 505305"/>
                    <a:gd name="connsiteY2" fmla="*/ 0 h 981880"/>
                    <a:gd name="connsiteX3" fmla="*/ 421409 w 505305"/>
                    <a:gd name="connsiteY3" fmla="*/ 981880 h 981880"/>
                    <a:gd name="connsiteX4" fmla="*/ 123893 w 505305"/>
                    <a:gd name="connsiteY4" fmla="*/ 973305 h 981880"/>
                    <a:gd name="connsiteX0" fmla="*/ 118198 w 499610"/>
                    <a:gd name="connsiteY0" fmla="*/ 973305 h 981880"/>
                    <a:gd name="connsiteX1" fmla="*/ 0 w 499610"/>
                    <a:gd name="connsiteY1" fmla="*/ 11688 h 981880"/>
                    <a:gd name="connsiteX2" fmla="*/ 499610 w 499610"/>
                    <a:gd name="connsiteY2" fmla="*/ 0 h 981880"/>
                    <a:gd name="connsiteX3" fmla="*/ 415714 w 499610"/>
                    <a:gd name="connsiteY3" fmla="*/ 981880 h 981880"/>
                    <a:gd name="connsiteX4" fmla="*/ 118198 w 499610"/>
                    <a:gd name="connsiteY4" fmla="*/ 973305 h 981880"/>
                    <a:gd name="connsiteX0" fmla="*/ 118198 w 499610"/>
                    <a:gd name="connsiteY0" fmla="*/ 973305 h 981880"/>
                    <a:gd name="connsiteX1" fmla="*/ 0 w 499610"/>
                    <a:gd name="connsiteY1" fmla="*/ 11688 h 981880"/>
                    <a:gd name="connsiteX2" fmla="*/ 499610 w 499610"/>
                    <a:gd name="connsiteY2" fmla="*/ 0 h 981880"/>
                    <a:gd name="connsiteX3" fmla="*/ 415714 w 499610"/>
                    <a:gd name="connsiteY3" fmla="*/ 981880 h 981880"/>
                    <a:gd name="connsiteX4" fmla="*/ 118198 w 499610"/>
                    <a:gd name="connsiteY4" fmla="*/ 973305 h 981880"/>
                    <a:gd name="connsiteX0" fmla="*/ 118198 w 499610"/>
                    <a:gd name="connsiteY0" fmla="*/ 973305 h 981880"/>
                    <a:gd name="connsiteX1" fmla="*/ 0 w 499610"/>
                    <a:gd name="connsiteY1" fmla="*/ 11688 h 981880"/>
                    <a:gd name="connsiteX2" fmla="*/ 499610 w 499610"/>
                    <a:gd name="connsiteY2" fmla="*/ 0 h 981880"/>
                    <a:gd name="connsiteX3" fmla="*/ 415714 w 499610"/>
                    <a:gd name="connsiteY3" fmla="*/ 981880 h 981880"/>
                    <a:gd name="connsiteX4" fmla="*/ 118198 w 499610"/>
                    <a:gd name="connsiteY4" fmla="*/ 973305 h 981880"/>
                    <a:gd name="connsiteX0" fmla="*/ 118198 w 499610"/>
                    <a:gd name="connsiteY0" fmla="*/ 973305 h 981880"/>
                    <a:gd name="connsiteX1" fmla="*/ 0 w 499610"/>
                    <a:gd name="connsiteY1" fmla="*/ 11688 h 981880"/>
                    <a:gd name="connsiteX2" fmla="*/ 499610 w 499610"/>
                    <a:gd name="connsiteY2" fmla="*/ 0 h 981880"/>
                    <a:gd name="connsiteX3" fmla="*/ 415714 w 499610"/>
                    <a:gd name="connsiteY3" fmla="*/ 981880 h 981880"/>
                    <a:gd name="connsiteX4" fmla="*/ 118198 w 499610"/>
                    <a:gd name="connsiteY4" fmla="*/ 973305 h 981880"/>
                    <a:gd name="connsiteX0" fmla="*/ 118198 w 499610"/>
                    <a:gd name="connsiteY0" fmla="*/ 973305 h 981880"/>
                    <a:gd name="connsiteX1" fmla="*/ 0 w 499610"/>
                    <a:gd name="connsiteY1" fmla="*/ 11688 h 981880"/>
                    <a:gd name="connsiteX2" fmla="*/ 499610 w 499610"/>
                    <a:gd name="connsiteY2" fmla="*/ 0 h 981880"/>
                    <a:gd name="connsiteX3" fmla="*/ 415714 w 499610"/>
                    <a:gd name="connsiteY3" fmla="*/ 981880 h 981880"/>
                    <a:gd name="connsiteX4" fmla="*/ 118198 w 499610"/>
                    <a:gd name="connsiteY4" fmla="*/ 973305 h 981880"/>
                    <a:gd name="connsiteX0" fmla="*/ 11819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18198 w 499610"/>
                    <a:gd name="connsiteY4" fmla="*/ 973305 h 976186"/>
                    <a:gd name="connsiteX0" fmla="*/ 11819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18198 w 499610"/>
                    <a:gd name="connsiteY4" fmla="*/ 973305 h 976186"/>
                    <a:gd name="connsiteX0" fmla="*/ 19792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97928 w 499610"/>
                    <a:gd name="connsiteY4" fmla="*/ 973305 h 976186"/>
                    <a:gd name="connsiteX0" fmla="*/ 19792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97928 w 499610"/>
                    <a:gd name="connsiteY4" fmla="*/ 973305 h 976186"/>
                    <a:gd name="connsiteX0" fmla="*/ 19792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97928 w 499610"/>
                    <a:gd name="connsiteY4" fmla="*/ 973305 h 976186"/>
                    <a:gd name="connsiteX0" fmla="*/ 19792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97928 w 499610"/>
                    <a:gd name="connsiteY4" fmla="*/ 973305 h 976186"/>
                    <a:gd name="connsiteX0" fmla="*/ 23004 w 954755"/>
                    <a:gd name="connsiteY0" fmla="*/ 943771 h 976186"/>
                    <a:gd name="connsiteX1" fmla="*/ 455145 w 954755"/>
                    <a:gd name="connsiteY1" fmla="*/ 11688 h 976186"/>
                    <a:gd name="connsiteX2" fmla="*/ 954755 w 954755"/>
                    <a:gd name="connsiteY2" fmla="*/ 0 h 976186"/>
                    <a:gd name="connsiteX3" fmla="*/ 728484 w 954755"/>
                    <a:gd name="connsiteY3" fmla="*/ 976186 h 976186"/>
                    <a:gd name="connsiteX4" fmla="*/ 23004 w 954755"/>
                    <a:gd name="connsiteY4" fmla="*/ 943771 h 976186"/>
                    <a:gd name="connsiteX0" fmla="*/ 0 w 931751"/>
                    <a:gd name="connsiteY0" fmla="*/ 943771 h 976186"/>
                    <a:gd name="connsiteX1" fmla="*/ 432141 w 931751"/>
                    <a:gd name="connsiteY1" fmla="*/ 11688 h 976186"/>
                    <a:gd name="connsiteX2" fmla="*/ 931751 w 931751"/>
                    <a:gd name="connsiteY2" fmla="*/ 0 h 976186"/>
                    <a:gd name="connsiteX3" fmla="*/ 705480 w 931751"/>
                    <a:gd name="connsiteY3" fmla="*/ 976186 h 976186"/>
                    <a:gd name="connsiteX4" fmla="*/ 0 w 931751"/>
                    <a:gd name="connsiteY4" fmla="*/ 943771 h 976186"/>
                    <a:gd name="connsiteX0" fmla="*/ 0 w 931751"/>
                    <a:gd name="connsiteY0" fmla="*/ 943771 h 976186"/>
                    <a:gd name="connsiteX1" fmla="*/ 432141 w 931751"/>
                    <a:gd name="connsiteY1" fmla="*/ 11688 h 976186"/>
                    <a:gd name="connsiteX2" fmla="*/ 931751 w 931751"/>
                    <a:gd name="connsiteY2" fmla="*/ 0 h 976186"/>
                    <a:gd name="connsiteX3" fmla="*/ 705480 w 931751"/>
                    <a:gd name="connsiteY3" fmla="*/ 976186 h 976186"/>
                    <a:gd name="connsiteX4" fmla="*/ 0 w 931751"/>
                    <a:gd name="connsiteY4" fmla="*/ 943771 h 976186"/>
                    <a:gd name="connsiteX0" fmla="*/ 0 w 931751"/>
                    <a:gd name="connsiteY0" fmla="*/ 943771 h 976186"/>
                    <a:gd name="connsiteX1" fmla="*/ 432141 w 931751"/>
                    <a:gd name="connsiteY1" fmla="*/ 11688 h 976186"/>
                    <a:gd name="connsiteX2" fmla="*/ 931751 w 931751"/>
                    <a:gd name="connsiteY2" fmla="*/ 0 h 976186"/>
                    <a:gd name="connsiteX3" fmla="*/ 705480 w 931751"/>
                    <a:gd name="connsiteY3" fmla="*/ 976186 h 976186"/>
                    <a:gd name="connsiteX4" fmla="*/ 0 w 931751"/>
                    <a:gd name="connsiteY4" fmla="*/ 943771 h 976186"/>
                    <a:gd name="connsiteX0" fmla="*/ 0 w 931751"/>
                    <a:gd name="connsiteY0" fmla="*/ 943771 h 966342"/>
                    <a:gd name="connsiteX1" fmla="*/ 432141 w 931751"/>
                    <a:gd name="connsiteY1" fmla="*/ 11688 h 966342"/>
                    <a:gd name="connsiteX2" fmla="*/ 931751 w 931751"/>
                    <a:gd name="connsiteY2" fmla="*/ 0 h 966342"/>
                    <a:gd name="connsiteX3" fmla="*/ 183705 w 931751"/>
                    <a:gd name="connsiteY3" fmla="*/ 966342 h 966342"/>
                    <a:gd name="connsiteX4" fmla="*/ 0 w 931751"/>
                    <a:gd name="connsiteY4" fmla="*/ 943771 h 966342"/>
                    <a:gd name="connsiteX0" fmla="*/ 0 w 931751"/>
                    <a:gd name="connsiteY0" fmla="*/ 943771 h 966342"/>
                    <a:gd name="connsiteX1" fmla="*/ 432141 w 931751"/>
                    <a:gd name="connsiteY1" fmla="*/ 11688 h 966342"/>
                    <a:gd name="connsiteX2" fmla="*/ 931751 w 931751"/>
                    <a:gd name="connsiteY2" fmla="*/ 0 h 966342"/>
                    <a:gd name="connsiteX3" fmla="*/ 183705 w 931751"/>
                    <a:gd name="connsiteY3" fmla="*/ 966342 h 966342"/>
                    <a:gd name="connsiteX4" fmla="*/ 0 w 931751"/>
                    <a:gd name="connsiteY4" fmla="*/ 943771 h 966342"/>
                    <a:gd name="connsiteX0" fmla="*/ 0 w 931751"/>
                    <a:gd name="connsiteY0" fmla="*/ 943771 h 966342"/>
                    <a:gd name="connsiteX1" fmla="*/ 432141 w 931751"/>
                    <a:gd name="connsiteY1" fmla="*/ 11688 h 966342"/>
                    <a:gd name="connsiteX2" fmla="*/ 931751 w 931751"/>
                    <a:gd name="connsiteY2" fmla="*/ 0 h 966342"/>
                    <a:gd name="connsiteX3" fmla="*/ 183705 w 931751"/>
                    <a:gd name="connsiteY3" fmla="*/ 966342 h 966342"/>
                    <a:gd name="connsiteX4" fmla="*/ 0 w 931751"/>
                    <a:gd name="connsiteY4" fmla="*/ 943771 h 966342"/>
                    <a:gd name="connsiteX0" fmla="*/ 0 w 956363"/>
                    <a:gd name="connsiteY0" fmla="*/ 932083 h 954654"/>
                    <a:gd name="connsiteX1" fmla="*/ 432141 w 956363"/>
                    <a:gd name="connsiteY1" fmla="*/ 0 h 954654"/>
                    <a:gd name="connsiteX2" fmla="*/ 956363 w 956363"/>
                    <a:gd name="connsiteY2" fmla="*/ 12924 h 954654"/>
                    <a:gd name="connsiteX3" fmla="*/ 183705 w 956363"/>
                    <a:gd name="connsiteY3" fmla="*/ 954654 h 954654"/>
                    <a:gd name="connsiteX4" fmla="*/ 0 w 956363"/>
                    <a:gd name="connsiteY4" fmla="*/ 932083 h 954654"/>
                    <a:gd name="connsiteX0" fmla="*/ 0 w 956363"/>
                    <a:gd name="connsiteY0" fmla="*/ 919226 h 941797"/>
                    <a:gd name="connsiteX1" fmla="*/ 405840 w 956363"/>
                    <a:gd name="connsiteY1" fmla="*/ 197551 h 941797"/>
                    <a:gd name="connsiteX2" fmla="*/ 956363 w 956363"/>
                    <a:gd name="connsiteY2" fmla="*/ 67 h 941797"/>
                    <a:gd name="connsiteX3" fmla="*/ 183705 w 956363"/>
                    <a:gd name="connsiteY3" fmla="*/ 941797 h 941797"/>
                    <a:gd name="connsiteX4" fmla="*/ 0 w 956363"/>
                    <a:gd name="connsiteY4" fmla="*/ 919226 h 941797"/>
                    <a:gd name="connsiteX0" fmla="*/ 0 w 956363"/>
                    <a:gd name="connsiteY0" fmla="*/ 919226 h 941797"/>
                    <a:gd name="connsiteX1" fmla="*/ 405840 w 956363"/>
                    <a:gd name="connsiteY1" fmla="*/ 197551 h 941797"/>
                    <a:gd name="connsiteX2" fmla="*/ 956363 w 956363"/>
                    <a:gd name="connsiteY2" fmla="*/ 67 h 941797"/>
                    <a:gd name="connsiteX3" fmla="*/ 183705 w 956363"/>
                    <a:gd name="connsiteY3" fmla="*/ 941797 h 941797"/>
                    <a:gd name="connsiteX4" fmla="*/ 0 w 956363"/>
                    <a:gd name="connsiteY4" fmla="*/ 919226 h 941797"/>
                    <a:gd name="connsiteX0" fmla="*/ 0 w 956363"/>
                    <a:gd name="connsiteY0" fmla="*/ 919226 h 941797"/>
                    <a:gd name="connsiteX1" fmla="*/ 405840 w 956363"/>
                    <a:gd name="connsiteY1" fmla="*/ 197551 h 941797"/>
                    <a:gd name="connsiteX2" fmla="*/ 956363 w 956363"/>
                    <a:gd name="connsiteY2" fmla="*/ 67 h 941797"/>
                    <a:gd name="connsiteX3" fmla="*/ 183705 w 956363"/>
                    <a:gd name="connsiteY3" fmla="*/ 941797 h 941797"/>
                    <a:gd name="connsiteX4" fmla="*/ 0 w 956363"/>
                    <a:gd name="connsiteY4" fmla="*/ 919226 h 941797"/>
                    <a:gd name="connsiteX0" fmla="*/ 0 w 926304"/>
                    <a:gd name="connsiteY0" fmla="*/ 735614 h 758185"/>
                    <a:gd name="connsiteX1" fmla="*/ 405840 w 926304"/>
                    <a:gd name="connsiteY1" fmla="*/ 13939 h 758185"/>
                    <a:gd name="connsiteX2" fmla="*/ 926304 w 926304"/>
                    <a:gd name="connsiteY2" fmla="*/ 563 h 758185"/>
                    <a:gd name="connsiteX3" fmla="*/ 183705 w 926304"/>
                    <a:gd name="connsiteY3" fmla="*/ 758185 h 758185"/>
                    <a:gd name="connsiteX4" fmla="*/ 0 w 926304"/>
                    <a:gd name="connsiteY4" fmla="*/ 735614 h 758185"/>
                    <a:gd name="connsiteX0" fmla="*/ 0 w 926304"/>
                    <a:gd name="connsiteY0" fmla="*/ 735614 h 758185"/>
                    <a:gd name="connsiteX1" fmla="*/ 405840 w 926304"/>
                    <a:gd name="connsiteY1" fmla="*/ 13939 h 758185"/>
                    <a:gd name="connsiteX2" fmla="*/ 926304 w 926304"/>
                    <a:gd name="connsiteY2" fmla="*/ 563 h 758185"/>
                    <a:gd name="connsiteX3" fmla="*/ 183705 w 926304"/>
                    <a:gd name="connsiteY3" fmla="*/ 758185 h 758185"/>
                    <a:gd name="connsiteX4" fmla="*/ 0 w 926304"/>
                    <a:gd name="connsiteY4" fmla="*/ 735614 h 758185"/>
                    <a:gd name="connsiteX0" fmla="*/ 0 w 926304"/>
                    <a:gd name="connsiteY0" fmla="*/ 735614 h 758185"/>
                    <a:gd name="connsiteX1" fmla="*/ 405840 w 926304"/>
                    <a:gd name="connsiteY1" fmla="*/ 13939 h 758185"/>
                    <a:gd name="connsiteX2" fmla="*/ 926304 w 926304"/>
                    <a:gd name="connsiteY2" fmla="*/ 563 h 758185"/>
                    <a:gd name="connsiteX3" fmla="*/ 183705 w 926304"/>
                    <a:gd name="connsiteY3" fmla="*/ 758185 h 758185"/>
                    <a:gd name="connsiteX4" fmla="*/ 0 w 926304"/>
                    <a:gd name="connsiteY4" fmla="*/ 735614 h 758185"/>
                    <a:gd name="connsiteX0" fmla="*/ 0 w 926304"/>
                    <a:gd name="connsiteY0" fmla="*/ 735614 h 758185"/>
                    <a:gd name="connsiteX1" fmla="*/ 405840 w 926304"/>
                    <a:gd name="connsiteY1" fmla="*/ 13939 h 758185"/>
                    <a:gd name="connsiteX2" fmla="*/ 926304 w 926304"/>
                    <a:gd name="connsiteY2" fmla="*/ 563 h 758185"/>
                    <a:gd name="connsiteX3" fmla="*/ 183705 w 926304"/>
                    <a:gd name="connsiteY3" fmla="*/ 758185 h 758185"/>
                    <a:gd name="connsiteX4" fmla="*/ 0 w 926304"/>
                    <a:gd name="connsiteY4" fmla="*/ 735614 h 758185"/>
                    <a:gd name="connsiteX0" fmla="*/ 0 w 1011379"/>
                    <a:gd name="connsiteY0" fmla="*/ 605727 h 758185"/>
                    <a:gd name="connsiteX1" fmla="*/ 490915 w 1011379"/>
                    <a:gd name="connsiteY1" fmla="*/ 13939 h 758185"/>
                    <a:gd name="connsiteX2" fmla="*/ 1011379 w 1011379"/>
                    <a:gd name="connsiteY2" fmla="*/ 563 h 758185"/>
                    <a:gd name="connsiteX3" fmla="*/ 268780 w 1011379"/>
                    <a:gd name="connsiteY3" fmla="*/ 758185 h 758185"/>
                    <a:gd name="connsiteX4" fmla="*/ 0 w 1011379"/>
                    <a:gd name="connsiteY4" fmla="*/ 605727 h 758185"/>
                    <a:gd name="connsiteX0" fmla="*/ 0 w 1011379"/>
                    <a:gd name="connsiteY0" fmla="*/ 605727 h 648280"/>
                    <a:gd name="connsiteX1" fmla="*/ 490915 w 1011379"/>
                    <a:gd name="connsiteY1" fmla="*/ 13939 h 648280"/>
                    <a:gd name="connsiteX2" fmla="*/ 1011379 w 1011379"/>
                    <a:gd name="connsiteY2" fmla="*/ 563 h 648280"/>
                    <a:gd name="connsiteX3" fmla="*/ 198718 w 1011379"/>
                    <a:gd name="connsiteY3" fmla="*/ 648280 h 648280"/>
                    <a:gd name="connsiteX4" fmla="*/ 0 w 1011379"/>
                    <a:gd name="connsiteY4" fmla="*/ 605727 h 648280"/>
                    <a:gd name="connsiteX0" fmla="*/ 0 w 1011379"/>
                    <a:gd name="connsiteY0" fmla="*/ 605727 h 648280"/>
                    <a:gd name="connsiteX1" fmla="*/ 490915 w 1011379"/>
                    <a:gd name="connsiteY1" fmla="*/ 13939 h 648280"/>
                    <a:gd name="connsiteX2" fmla="*/ 1011379 w 1011379"/>
                    <a:gd name="connsiteY2" fmla="*/ 563 h 648280"/>
                    <a:gd name="connsiteX3" fmla="*/ 198718 w 1011379"/>
                    <a:gd name="connsiteY3" fmla="*/ 648280 h 648280"/>
                    <a:gd name="connsiteX4" fmla="*/ 0 w 1011379"/>
                    <a:gd name="connsiteY4" fmla="*/ 605727 h 648280"/>
                    <a:gd name="connsiteX0" fmla="*/ 0 w 1011379"/>
                    <a:gd name="connsiteY0" fmla="*/ 605727 h 648280"/>
                    <a:gd name="connsiteX1" fmla="*/ 490915 w 1011379"/>
                    <a:gd name="connsiteY1" fmla="*/ 13939 h 648280"/>
                    <a:gd name="connsiteX2" fmla="*/ 1011379 w 1011379"/>
                    <a:gd name="connsiteY2" fmla="*/ 563 h 648280"/>
                    <a:gd name="connsiteX3" fmla="*/ 198718 w 1011379"/>
                    <a:gd name="connsiteY3" fmla="*/ 648280 h 648280"/>
                    <a:gd name="connsiteX4" fmla="*/ 0 w 1011379"/>
                    <a:gd name="connsiteY4" fmla="*/ 605727 h 648280"/>
                    <a:gd name="connsiteX0" fmla="*/ 0 w 1011379"/>
                    <a:gd name="connsiteY0" fmla="*/ 605727 h 605727"/>
                    <a:gd name="connsiteX1" fmla="*/ 490915 w 1011379"/>
                    <a:gd name="connsiteY1" fmla="*/ 13939 h 605727"/>
                    <a:gd name="connsiteX2" fmla="*/ 1011379 w 1011379"/>
                    <a:gd name="connsiteY2" fmla="*/ 563 h 605727"/>
                    <a:gd name="connsiteX3" fmla="*/ 318823 w 1011379"/>
                    <a:gd name="connsiteY3" fmla="*/ 553361 h 605727"/>
                    <a:gd name="connsiteX4" fmla="*/ 0 w 1011379"/>
                    <a:gd name="connsiteY4" fmla="*/ 605727 h 605727"/>
                    <a:gd name="connsiteX0" fmla="*/ 0 w 866251"/>
                    <a:gd name="connsiteY0" fmla="*/ 540783 h 553361"/>
                    <a:gd name="connsiteX1" fmla="*/ 345787 w 866251"/>
                    <a:gd name="connsiteY1" fmla="*/ 13939 h 553361"/>
                    <a:gd name="connsiteX2" fmla="*/ 866251 w 866251"/>
                    <a:gd name="connsiteY2" fmla="*/ 563 h 553361"/>
                    <a:gd name="connsiteX3" fmla="*/ 173695 w 866251"/>
                    <a:gd name="connsiteY3" fmla="*/ 553361 h 553361"/>
                    <a:gd name="connsiteX4" fmla="*/ 0 w 866251"/>
                    <a:gd name="connsiteY4" fmla="*/ 540783 h 553361"/>
                    <a:gd name="connsiteX0" fmla="*/ 0 w 866251"/>
                    <a:gd name="connsiteY0" fmla="*/ 540783 h 553361"/>
                    <a:gd name="connsiteX1" fmla="*/ 345787 w 866251"/>
                    <a:gd name="connsiteY1" fmla="*/ 13939 h 553361"/>
                    <a:gd name="connsiteX2" fmla="*/ 866251 w 866251"/>
                    <a:gd name="connsiteY2" fmla="*/ 563 h 553361"/>
                    <a:gd name="connsiteX3" fmla="*/ 173695 w 866251"/>
                    <a:gd name="connsiteY3" fmla="*/ 553361 h 553361"/>
                    <a:gd name="connsiteX4" fmla="*/ 0 w 866251"/>
                    <a:gd name="connsiteY4" fmla="*/ 540783 h 553361"/>
                    <a:gd name="connsiteX0" fmla="*/ 0 w 866251"/>
                    <a:gd name="connsiteY0" fmla="*/ 540783 h 553361"/>
                    <a:gd name="connsiteX1" fmla="*/ 345787 w 866251"/>
                    <a:gd name="connsiteY1" fmla="*/ 13939 h 553361"/>
                    <a:gd name="connsiteX2" fmla="*/ 866251 w 866251"/>
                    <a:gd name="connsiteY2" fmla="*/ 563 h 553361"/>
                    <a:gd name="connsiteX3" fmla="*/ 173695 w 866251"/>
                    <a:gd name="connsiteY3" fmla="*/ 553361 h 553361"/>
                    <a:gd name="connsiteX4" fmla="*/ 0 w 866251"/>
                    <a:gd name="connsiteY4" fmla="*/ 540783 h 5533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66251" h="553361">
                      <a:moveTo>
                        <a:pt x="0" y="540783"/>
                      </a:moveTo>
                      <a:cubicBezTo>
                        <a:pt x="274887" y="134762"/>
                        <a:pt x="159176" y="337938"/>
                        <a:pt x="345787" y="13939"/>
                      </a:cubicBezTo>
                      <a:cubicBezTo>
                        <a:pt x="520528" y="18247"/>
                        <a:pt x="691510" y="-3745"/>
                        <a:pt x="866251" y="563"/>
                      </a:cubicBezTo>
                      <a:cubicBezTo>
                        <a:pt x="252709" y="502795"/>
                        <a:pt x="640047" y="209256"/>
                        <a:pt x="173695" y="553361"/>
                      </a:cubicBezTo>
                      <a:cubicBezTo>
                        <a:pt x="39410" y="524725"/>
                        <a:pt x="196198" y="539317"/>
                        <a:pt x="0" y="540783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FFFF">
                        <a:lumMod val="95000"/>
                        <a:alpha val="55000"/>
                      </a:srgbClr>
                    </a:gs>
                    <a:gs pos="100000">
                      <a:srgbClr val="FFFFFF">
                        <a:lumMod val="75000"/>
                      </a:srgbClr>
                    </a:gs>
                  </a:gsLst>
                  <a:lin ang="16200000" scaled="0"/>
                </a:gradFill>
                <a:ln w="9525" cap="flat" cmpd="sng" algn="ctr">
                  <a:solidFill>
                    <a:srgbClr val="FFFFFF">
                      <a:lumMod val="75000"/>
                    </a:srgbClr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505" name="Freeform 504">
                  <a:extLst>
                    <a:ext uri="{FF2B5EF4-FFF2-40B4-BE49-F238E27FC236}">
                      <a16:creationId xmlns:a16="http://schemas.microsoft.com/office/drawing/2014/main" id="{F0C62203-8E22-B24C-B44E-F016AA0DFF4C}"/>
                    </a:ext>
                  </a:extLst>
                </p:cNvPr>
                <p:cNvSpPr/>
                <p:nvPr/>
              </p:nvSpPr>
              <p:spPr>
                <a:xfrm>
                  <a:off x="5378281" y="5449835"/>
                  <a:ext cx="675485" cy="896777"/>
                </a:xfrm>
                <a:custGeom>
                  <a:avLst/>
                  <a:gdLst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418712 w 1040633"/>
                    <a:gd name="connsiteY4" fmla="*/ 1189324 h 1219697"/>
                    <a:gd name="connsiteX5" fmla="*/ 139870 w 1040633"/>
                    <a:gd name="connsiteY5" fmla="*/ 1191723 h 1219697"/>
                    <a:gd name="connsiteX0" fmla="*/ 139870 w 1040633"/>
                    <a:gd name="connsiteY0" fmla="*/ 1191723 h 1355926"/>
                    <a:gd name="connsiteX1" fmla="*/ 0 w 1040633"/>
                    <a:gd name="connsiteY1" fmla="*/ 0 h 1355926"/>
                    <a:gd name="connsiteX2" fmla="*/ 1040633 w 1040633"/>
                    <a:gd name="connsiteY2" fmla="*/ 16785 h 1355926"/>
                    <a:gd name="connsiteX3" fmla="*/ 833625 w 1040633"/>
                    <a:gd name="connsiteY3" fmla="*/ 1219697 h 1355926"/>
                    <a:gd name="connsiteX4" fmla="*/ 139870 w 1040633"/>
                    <a:gd name="connsiteY4" fmla="*/ 1191723 h 1355926"/>
                    <a:gd name="connsiteX0" fmla="*/ 139870 w 1040633"/>
                    <a:gd name="connsiteY0" fmla="*/ 1191723 h 1289901"/>
                    <a:gd name="connsiteX1" fmla="*/ 0 w 1040633"/>
                    <a:gd name="connsiteY1" fmla="*/ 0 h 1289901"/>
                    <a:gd name="connsiteX2" fmla="*/ 1040633 w 1040633"/>
                    <a:gd name="connsiteY2" fmla="*/ 16785 h 1289901"/>
                    <a:gd name="connsiteX3" fmla="*/ 833625 w 1040633"/>
                    <a:gd name="connsiteY3" fmla="*/ 1219697 h 1289901"/>
                    <a:gd name="connsiteX4" fmla="*/ 139870 w 1040633"/>
                    <a:gd name="connsiteY4" fmla="*/ 1191723 h 1289901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191723"/>
                    <a:gd name="connsiteX1" fmla="*/ 0 w 1040633"/>
                    <a:gd name="connsiteY1" fmla="*/ 0 h 1191723"/>
                    <a:gd name="connsiteX2" fmla="*/ 1040633 w 1040633"/>
                    <a:gd name="connsiteY2" fmla="*/ 16785 h 1191723"/>
                    <a:gd name="connsiteX3" fmla="*/ 671988 w 1040633"/>
                    <a:gd name="connsiteY3" fmla="*/ 1158121 h 1191723"/>
                    <a:gd name="connsiteX4" fmla="*/ 139870 w 1040633"/>
                    <a:gd name="connsiteY4" fmla="*/ 1191723 h 1191723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778664"/>
                    <a:gd name="connsiteY0" fmla="*/ 1160935 h 1160935"/>
                    <a:gd name="connsiteX1" fmla="*/ 0 w 778664"/>
                    <a:gd name="connsiteY1" fmla="*/ 0 h 1160935"/>
                    <a:gd name="connsiteX2" fmla="*/ 778664 w 778664"/>
                    <a:gd name="connsiteY2" fmla="*/ 130682 h 1160935"/>
                    <a:gd name="connsiteX3" fmla="*/ 671988 w 778664"/>
                    <a:gd name="connsiteY3" fmla="*/ 1158121 h 1160935"/>
                    <a:gd name="connsiteX4" fmla="*/ 363082 w 778664"/>
                    <a:gd name="connsiteY4" fmla="*/ 1160935 h 1160935"/>
                    <a:gd name="connsiteX0" fmla="*/ 363082 w 778664"/>
                    <a:gd name="connsiteY0" fmla="*/ 1160935 h 1160935"/>
                    <a:gd name="connsiteX1" fmla="*/ 0 w 778664"/>
                    <a:gd name="connsiteY1" fmla="*/ 0 h 1160935"/>
                    <a:gd name="connsiteX2" fmla="*/ 778664 w 778664"/>
                    <a:gd name="connsiteY2" fmla="*/ 130682 h 1160935"/>
                    <a:gd name="connsiteX3" fmla="*/ 694768 w 778664"/>
                    <a:gd name="connsiteY3" fmla="*/ 1112562 h 1160935"/>
                    <a:gd name="connsiteX4" fmla="*/ 363082 w 778664"/>
                    <a:gd name="connsiteY4" fmla="*/ 1160935 h 1160935"/>
                    <a:gd name="connsiteX0" fmla="*/ 363082 w 778664"/>
                    <a:gd name="connsiteY0" fmla="*/ 1160935 h 1160935"/>
                    <a:gd name="connsiteX1" fmla="*/ 0 w 778664"/>
                    <a:gd name="connsiteY1" fmla="*/ 0 h 1160935"/>
                    <a:gd name="connsiteX2" fmla="*/ 778664 w 778664"/>
                    <a:gd name="connsiteY2" fmla="*/ 130682 h 1160935"/>
                    <a:gd name="connsiteX3" fmla="*/ 694768 w 778664"/>
                    <a:gd name="connsiteY3" fmla="*/ 1112562 h 1160935"/>
                    <a:gd name="connsiteX4" fmla="*/ 363082 w 778664"/>
                    <a:gd name="connsiteY4" fmla="*/ 1160935 h 1160935"/>
                    <a:gd name="connsiteX0" fmla="*/ 397252 w 778664"/>
                    <a:gd name="connsiteY0" fmla="*/ 1103987 h 1112562"/>
                    <a:gd name="connsiteX1" fmla="*/ 0 w 778664"/>
                    <a:gd name="connsiteY1" fmla="*/ 0 h 1112562"/>
                    <a:gd name="connsiteX2" fmla="*/ 778664 w 778664"/>
                    <a:gd name="connsiteY2" fmla="*/ 130682 h 1112562"/>
                    <a:gd name="connsiteX3" fmla="*/ 694768 w 778664"/>
                    <a:gd name="connsiteY3" fmla="*/ 1112562 h 1112562"/>
                    <a:gd name="connsiteX4" fmla="*/ 397252 w 778664"/>
                    <a:gd name="connsiteY4" fmla="*/ 1103987 h 1112562"/>
                    <a:gd name="connsiteX0" fmla="*/ 397252 w 778664"/>
                    <a:gd name="connsiteY0" fmla="*/ 1103987 h 1112562"/>
                    <a:gd name="connsiteX1" fmla="*/ 0 w 778664"/>
                    <a:gd name="connsiteY1" fmla="*/ 0 h 1112562"/>
                    <a:gd name="connsiteX2" fmla="*/ 778664 w 778664"/>
                    <a:gd name="connsiteY2" fmla="*/ 130682 h 1112562"/>
                    <a:gd name="connsiteX3" fmla="*/ 694768 w 778664"/>
                    <a:gd name="connsiteY3" fmla="*/ 1112562 h 1112562"/>
                    <a:gd name="connsiteX4" fmla="*/ 397252 w 778664"/>
                    <a:gd name="connsiteY4" fmla="*/ 1103987 h 1112562"/>
                    <a:gd name="connsiteX0" fmla="*/ 397252 w 778664"/>
                    <a:gd name="connsiteY0" fmla="*/ 1103987 h 1112562"/>
                    <a:gd name="connsiteX1" fmla="*/ 0 w 778664"/>
                    <a:gd name="connsiteY1" fmla="*/ 0 h 1112562"/>
                    <a:gd name="connsiteX2" fmla="*/ 778664 w 778664"/>
                    <a:gd name="connsiteY2" fmla="*/ 130682 h 1112562"/>
                    <a:gd name="connsiteX3" fmla="*/ 694768 w 778664"/>
                    <a:gd name="connsiteY3" fmla="*/ 1112562 h 1112562"/>
                    <a:gd name="connsiteX4" fmla="*/ 397252 w 778664"/>
                    <a:gd name="connsiteY4" fmla="*/ 1103987 h 1112562"/>
                    <a:gd name="connsiteX0" fmla="*/ 123893 w 505305"/>
                    <a:gd name="connsiteY0" fmla="*/ 973305 h 981880"/>
                    <a:gd name="connsiteX1" fmla="*/ 0 w 505305"/>
                    <a:gd name="connsiteY1" fmla="*/ 28773 h 981880"/>
                    <a:gd name="connsiteX2" fmla="*/ 505305 w 505305"/>
                    <a:gd name="connsiteY2" fmla="*/ 0 h 981880"/>
                    <a:gd name="connsiteX3" fmla="*/ 421409 w 505305"/>
                    <a:gd name="connsiteY3" fmla="*/ 981880 h 981880"/>
                    <a:gd name="connsiteX4" fmla="*/ 123893 w 505305"/>
                    <a:gd name="connsiteY4" fmla="*/ 973305 h 981880"/>
                    <a:gd name="connsiteX0" fmla="*/ 123893 w 505305"/>
                    <a:gd name="connsiteY0" fmla="*/ 973305 h 981880"/>
                    <a:gd name="connsiteX1" fmla="*/ 0 w 505305"/>
                    <a:gd name="connsiteY1" fmla="*/ 28773 h 981880"/>
                    <a:gd name="connsiteX2" fmla="*/ 505305 w 505305"/>
                    <a:gd name="connsiteY2" fmla="*/ 0 h 981880"/>
                    <a:gd name="connsiteX3" fmla="*/ 421409 w 505305"/>
                    <a:gd name="connsiteY3" fmla="*/ 981880 h 981880"/>
                    <a:gd name="connsiteX4" fmla="*/ 123893 w 505305"/>
                    <a:gd name="connsiteY4" fmla="*/ 973305 h 981880"/>
                    <a:gd name="connsiteX0" fmla="*/ 123893 w 505305"/>
                    <a:gd name="connsiteY0" fmla="*/ 973305 h 981880"/>
                    <a:gd name="connsiteX1" fmla="*/ 0 w 505305"/>
                    <a:gd name="connsiteY1" fmla="*/ 28773 h 981880"/>
                    <a:gd name="connsiteX2" fmla="*/ 505305 w 505305"/>
                    <a:gd name="connsiteY2" fmla="*/ 0 h 981880"/>
                    <a:gd name="connsiteX3" fmla="*/ 421409 w 505305"/>
                    <a:gd name="connsiteY3" fmla="*/ 981880 h 981880"/>
                    <a:gd name="connsiteX4" fmla="*/ 123893 w 505305"/>
                    <a:gd name="connsiteY4" fmla="*/ 973305 h 981880"/>
                    <a:gd name="connsiteX0" fmla="*/ 123893 w 505305"/>
                    <a:gd name="connsiteY0" fmla="*/ 973305 h 981880"/>
                    <a:gd name="connsiteX1" fmla="*/ 0 w 505305"/>
                    <a:gd name="connsiteY1" fmla="*/ 28773 h 981880"/>
                    <a:gd name="connsiteX2" fmla="*/ 505305 w 505305"/>
                    <a:gd name="connsiteY2" fmla="*/ 0 h 981880"/>
                    <a:gd name="connsiteX3" fmla="*/ 421409 w 505305"/>
                    <a:gd name="connsiteY3" fmla="*/ 981880 h 981880"/>
                    <a:gd name="connsiteX4" fmla="*/ 123893 w 505305"/>
                    <a:gd name="connsiteY4" fmla="*/ 973305 h 981880"/>
                    <a:gd name="connsiteX0" fmla="*/ 118198 w 499610"/>
                    <a:gd name="connsiteY0" fmla="*/ 973305 h 981880"/>
                    <a:gd name="connsiteX1" fmla="*/ 0 w 499610"/>
                    <a:gd name="connsiteY1" fmla="*/ 11688 h 981880"/>
                    <a:gd name="connsiteX2" fmla="*/ 499610 w 499610"/>
                    <a:gd name="connsiteY2" fmla="*/ 0 h 981880"/>
                    <a:gd name="connsiteX3" fmla="*/ 415714 w 499610"/>
                    <a:gd name="connsiteY3" fmla="*/ 981880 h 981880"/>
                    <a:gd name="connsiteX4" fmla="*/ 118198 w 499610"/>
                    <a:gd name="connsiteY4" fmla="*/ 973305 h 981880"/>
                    <a:gd name="connsiteX0" fmla="*/ 118198 w 499610"/>
                    <a:gd name="connsiteY0" fmla="*/ 973305 h 981880"/>
                    <a:gd name="connsiteX1" fmla="*/ 0 w 499610"/>
                    <a:gd name="connsiteY1" fmla="*/ 11688 h 981880"/>
                    <a:gd name="connsiteX2" fmla="*/ 499610 w 499610"/>
                    <a:gd name="connsiteY2" fmla="*/ 0 h 981880"/>
                    <a:gd name="connsiteX3" fmla="*/ 415714 w 499610"/>
                    <a:gd name="connsiteY3" fmla="*/ 981880 h 981880"/>
                    <a:gd name="connsiteX4" fmla="*/ 118198 w 499610"/>
                    <a:gd name="connsiteY4" fmla="*/ 973305 h 981880"/>
                    <a:gd name="connsiteX0" fmla="*/ 118198 w 499610"/>
                    <a:gd name="connsiteY0" fmla="*/ 973305 h 981880"/>
                    <a:gd name="connsiteX1" fmla="*/ 0 w 499610"/>
                    <a:gd name="connsiteY1" fmla="*/ 11688 h 981880"/>
                    <a:gd name="connsiteX2" fmla="*/ 499610 w 499610"/>
                    <a:gd name="connsiteY2" fmla="*/ 0 h 981880"/>
                    <a:gd name="connsiteX3" fmla="*/ 415714 w 499610"/>
                    <a:gd name="connsiteY3" fmla="*/ 981880 h 981880"/>
                    <a:gd name="connsiteX4" fmla="*/ 118198 w 499610"/>
                    <a:gd name="connsiteY4" fmla="*/ 973305 h 981880"/>
                    <a:gd name="connsiteX0" fmla="*/ 118198 w 499610"/>
                    <a:gd name="connsiteY0" fmla="*/ 973305 h 981880"/>
                    <a:gd name="connsiteX1" fmla="*/ 0 w 499610"/>
                    <a:gd name="connsiteY1" fmla="*/ 11688 h 981880"/>
                    <a:gd name="connsiteX2" fmla="*/ 499610 w 499610"/>
                    <a:gd name="connsiteY2" fmla="*/ 0 h 981880"/>
                    <a:gd name="connsiteX3" fmla="*/ 415714 w 499610"/>
                    <a:gd name="connsiteY3" fmla="*/ 981880 h 981880"/>
                    <a:gd name="connsiteX4" fmla="*/ 118198 w 499610"/>
                    <a:gd name="connsiteY4" fmla="*/ 973305 h 981880"/>
                    <a:gd name="connsiteX0" fmla="*/ 118198 w 499610"/>
                    <a:gd name="connsiteY0" fmla="*/ 973305 h 981880"/>
                    <a:gd name="connsiteX1" fmla="*/ 0 w 499610"/>
                    <a:gd name="connsiteY1" fmla="*/ 11688 h 981880"/>
                    <a:gd name="connsiteX2" fmla="*/ 499610 w 499610"/>
                    <a:gd name="connsiteY2" fmla="*/ 0 h 981880"/>
                    <a:gd name="connsiteX3" fmla="*/ 415714 w 499610"/>
                    <a:gd name="connsiteY3" fmla="*/ 981880 h 981880"/>
                    <a:gd name="connsiteX4" fmla="*/ 118198 w 499610"/>
                    <a:gd name="connsiteY4" fmla="*/ 973305 h 981880"/>
                    <a:gd name="connsiteX0" fmla="*/ 11819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18198 w 499610"/>
                    <a:gd name="connsiteY4" fmla="*/ 973305 h 976186"/>
                    <a:gd name="connsiteX0" fmla="*/ 11819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18198 w 499610"/>
                    <a:gd name="connsiteY4" fmla="*/ 973305 h 976186"/>
                    <a:gd name="connsiteX0" fmla="*/ 19792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97928 w 499610"/>
                    <a:gd name="connsiteY4" fmla="*/ 973305 h 976186"/>
                    <a:gd name="connsiteX0" fmla="*/ 19792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97928 w 499610"/>
                    <a:gd name="connsiteY4" fmla="*/ 973305 h 976186"/>
                    <a:gd name="connsiteX0" fmla="*/ 19792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97928 w 499610"/>
                    <a:gd name="connsiteY4" fmla="*/ 973305 h 976186"/>
                    <a:gd name="connsiteX0" fmla="*/ 19792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97928 w 499610"/>
                    <a:gd name="connsiteY4" fmla="*/ 973305 h 976186"/>
                    <a:gd name="connsiteX0" fmla="*/ 27977 w 802211"/>
                    <a:gd name="connsiteY0" fmla="*/ 815791 h 976186"/>
                    <a:gd name="connsiteX1" fmla="*/ 302601 w 802211"/>
                    <a:gd name="connsiteY1" fmla="*/ 11688 h 976186"/>
                    <a:gd name="connsiteX2" fmla="*/ 802211 w 802211"/>
                    <a:gd name="connsiteY2" fmla="*/ 0 h 976186"/>
                    <a:gd name="connsiteX3" fmla="*/ 575940 w 802211"/>
                    <a:gd name="connsiteY3" fmla="*/ 976186 h 976186"/>
                    <a:gd name="connsiteX4" fmla="*/ 27977 w 802211"/>
                    <a:gd name="connsiteY4" fmla="*/ 815791 h 976186"/>
                    <a:gd name="connsiteX0" fmla="*/ 27977 w 802211"/>
                    <a:gd name="connsiteY0" fmla="*/ 815791 h 815791"/>
                    <a:gd name="connsiteX1" fmla="*/ 302601 w 802211"/>
                    <a:gd name="connsiteY1" fmla="*/ 11688 h 815791"/>
                    <a:gd name="connsiteX2" fmla="*/ 802211 w 802211"/>
                    <a:gd name="connsiteY2" fmla="*/ 0 h 815791"/>
                    <a:gd name="connsiteX3" fmla="*/ 236294 w 802211"/>
                    <a:gd name="connsiteY3" fmla="*/ 808828 h 815791"/>
                    <a:gd name="connsiteX4" fmla="*/ 27977 w 802211"/>
                    <a:gd name="connsiteY4" fmla="*/ 815791 h 815791"/>
                    <a:gd name="connsiteX0" fmla="*/ 27977 w 802211"/>
                    <a:gd name="connsiteY0" fmla="*/ 815791 h 815791"/>
                    <a:gd name="connsiteX1" fmla="*/ 302601 w 802211"/>
                    <a:gd name="connsiteY1" fmla="*/ 11688 h 815791"/>
                    <a:gd name="connsiteX2" fmla="*/ 802211 w 802211"/>
                    <a:gd name="connsiteY2" fmla="*/ 0 h 815791"/>
                    <a:gd name="connsiteX3" fmla="*/ 236294 w 802211"/>
                    <a:gd name="connsiteY3" fmla="*/ 808828 h 815791"/>
                    <a:gd name="connsiteX4" fmla="*/ 27977 w 802211"/>
                    <a:gd name="connsiteY4" fmla="*/ 815791 h 815791"/>
                    <a:gd name="connsiteX0" fmla="*/ 27977 w 802211"/>
                    <a:gd name="connsiteY0" fmla="*/ 815791 h 815791"/>
                    <a:gd name="connsiteX1" fmla="*/ 302601 w 802211"/>
                    <a:gd name="connsiteY1" fmla="*/ 11688 h 815791"/>
                    <a:gd name="connsiteX2" fmla="*/ 802211 w 802211"/>
                    <a:gd name="connsiteY2" fmla="*/ 0 h 815791"/>
                    <a:gd name="connsiteX3" fmla="*/ 236294 w 802211"/>
                    <a:gd name="connsiteY3" fmla="*/ 808828 h 815791"/>
                    <a:gd name="connsiteX4" fmla="*/ 27977 w 802211"/>
                    <a:gd name="connsiteY4" fmla="*/ 815791 h 815791"/>
                    <a:gd name="connsiteX0" fmla="*/ 27977 w 802211"/>
                    <a:gd name="connsiteY0" fmla="*/ 828714 h 828714"/>
                    <a:gd name="connsiteX1" fmla="*/ 302601 w 802211"/>
                    <a:gd name="connsiteY1" fmla="*/ 0 h 828714"/>
                    <a:gd name="connsiteX2" fmla="*/ 802211 w 802211"/>
                    <a:gd name="connsiteY2" fmla="*/ 12923 h 828714"/>
                    <a:gd name="connsiteX3" fmla="*/ 236294 w 802211"/>
                    <a:gd name="connsiteY3" fmla="*/ 821751 h 828714"/>
                    <a:gd name="connsiteX4" fmla="*/ 27977 w 802211"/>
                    <a:gd name="connsiteY4" fmla="*/ 828714 h 828714"/>
                    <a:gd name="connsiteX0" fmla="*/ 56213 w 830447"/>
                    <a:gd name="connsiteY0" fmla="*/ 828714 h 828714"/>
                    <a:gd name="connsiteX1" fmla="*/ 330837 w 830447"/>
                    <a:gd name="connsiteY1" fmla="*/ 0 h 828714"/>
                    <a:gd name="connsiteX2" fmla="*/ 830447 w 830447"/>
                    <a:gd name="connsiteY2" fmla="*/ 12923 h 828714"/>
                    <a:gd name="connsiteX3" fmla="*/ 264530 w 830447"/>
                    <a:gd name="connsiteY3" fmla="*/ 821751 h 828714"/>
                    <a:gd name="connsiteX4" fmla="*/ 56213 w 830447"/>
                    <a:gd name="connsiteY4" fmla="*/ 828714 h 828714"/>
                    <a:gd name="connsiteX0" fmla="*/ 64130 w 789139"/>
                    <a:gd name="connsiteY0" fmla="*/ 794258 h 821751"/>
                    <a:gd name="connsiteX1" fmla="*/ 289529 w 789139"/>
                    <a:gd name="connsiteY1" fmla="*/ 0 h 821751"/>
                    <a:gd name="connsiteX2" fmla="*/ 789139 w 789139"/>
                    <a:gd name="connsiteY2" fmla="*/ 12923 h 821751"/>
                    <a:gd name="connsiteX3" fmla="*/ 223222 w 789139"/>
                    <a:gd name="connsiteY3" fmla="*/ 821751 h 821751"/>
                    <a:gd name="connsiteX4" fmla="*/ 64130 w 789139"/>
                    <a:gd name="connsiteY4" fmla="*/ 794258 h 821751"/>
                    <a:gd name="connsiteX0" fmla="*/ 0 w 725009"/>
                    <a:gd name="connsiteY0" fmla="*/ 794258 h 821751"/>
                    <a:gd name="connsiteX1" fmla="*/ 225399 w 725009"/>
                    <a:gd name="connsiteY1" fmla="*/ 0 h 821751"/>
                    <a:gd name="connsiteX2" fmla="*/ 725009 w 725009"/>
                    <a:gd name="connsiteY2" fmla="*/ 12923 h 821751"/>
                    <a:gd name="connsiteX3" fmla="*/ 159092 w 725009"/>
                    <a:gd name="connsiteY3" fmla="*/ 821751 h 821751"/>
                    <a:gd name="connsiteX4" fmla="*/ 0 w 725009"/>
                    <a:gd name="connsiteY4" fmla="*/ 794258 h 821751"/>
                    <a:gd name="connsiteX0" fmla="*/ 0 w 725009"/>
                    <a:gd name="connsiteY0" fmla="*/ 1203768 h 1231261"/>
                    <a:gd name="connsiteX1" fmla="*/ 225399 w 725009"/>
                    <a:gd name="connsiteY1" fmla="*/ 0 h 1231261"/>
                    <a:gd name="connsiteX2" fmla="*/ 725009 w 725009"/>
                    <a:gd name="connsiteY2" fmla="*/ 422433 h 1231261"/>
                    <a:gd name="connsiteX3" fmla="*/ 159092 w 725009"/>
                    <a:gd name="connsiteY3" fmla="*/ 1231261 h 1231261"/>
                    <a:gd name="connsiteX4" fmla="*/ 0 w 725009"/>
                    <a:gd name="connsiteY4" fmla="*/ 1203768 h 1231261"/>
                    <a:gd name="connsiteX0" fmla="*/ 0 w 725009"/>
                    <a:gd name="connsiteY0" fmla="*/ 1217334 h 1244827"/>
                    <a:gd name="connsiteX1" fmla="*/ 225399 w 725009"/>
                    <a:gd name="connsiteY1" fmla="*/ 13566 h 1244827"/>
                    <a:gd name="connsiteX2" fmla="*/ 725009 w 725009"/>
                    <a:gd name="connsiteY2" fmla="*/ 571 h 1244827"/>
                    <a:gd name="connsiteX3" fmla="*/ 159092 w 725009"/>
                    <a:gd name="connsiteY3" fmla="*/ 1244827 h 1244827"/>
                    <a:gd name="connsiteX4" fmla="*/ 0 w 725009"/>
                    <a:gd name="connsiteY4" fmla="*/ 1217334 h 1244827"/>
                    <a:gd name="connsiteX0" fmla="*/ 0 w 725009"/>
                    <a:gd name="connsiteY0" fmla="*/ 1217334 h 1244827"/>
                    <a:gd name="connsiteX1" fmla="*/ 225399 w 725009"/>
                    <a:gd name="connsiteY1" fmla="*/ 13566 h 1244827"/>
                    <a:gd name="connsiteX2" fmla="*/ 725009 w 725009"/>
                    <a:gd name="connsiteY2" fmla="*/ 571 h 1244827"/>
                    <a:gd name="connsiteX3" fmla="*/ 159092 w 725009"/>
                    <a:gd name="connsiteY3" fmla="*/ 1244827 h 1244827"/>
                    <a:gd name="connsiteX4" fmla="*/ 0 w 725009"/>
                    <a:gd name="connsiteY4" fmla="*/ 1217334 h 1244827"/>
                    <a:gd name="connsiteX0" fmla="*/ 0 w 725009"/>
                    <a:gd name="connsiteY0" fmla="*/ 1217334 h 1244827"/>
                    <a:gd name="connsiteX1" fmla="*/ 225399 w 725009"/>
                    <a:gd name="connsiteY1" fmla="*/ 13566 h 1244827"/>
                    <a:gd name="connsiteX2" fmla="*/ 725009 w 725009"/>
                    <a:gd name="connsiteY2" fmla="*/ 571 h 1244827"/>
                    <a:gd name="connsiteX3" fmla="*/ 159092 w 725009"/>
                    <a:gd name="connsiteY3" fmla="*/ 1244827 h 1244827"/>
                    <a:gd name="connsiteX4" fmla="*/ 0 w 725009"/>
                    <a:gd name="connsiteY4" fmla="*/ 1217334 h 1244827"/>
                    <a:gd name="connsiteX0" fmla="*/ 0 w 725009"/>
                    <a:gd name="connsiteY0" fmla="*/ 1217334 h 1244827"/>
                    <a:gd name="connsiteX1" fmla="*/ 225399 w 725009"/>
                    <a:gd name="connsiteY1" fmla="*/ 13566 h 1244827"/>
                    <a:gd name="connsiteX2" fmla="*/ 725009 w 725009"/>
                    <a:gd name="connsiteY2" fmla="*/ 571 h 1244827"/>
                    <a:gd name="connsiteX3" fmla="*/ 159092 w 725009"/>
                    <a:gd name="connsiteY3" fmla="*/ 1244827 h 1244827"/>
                    <a:gd name="connsiteX4" fmla="*/ 0 w 725009"/>
                    <a:gd name="connsiteY4" fmla="*/ 1217334 h 1244827"/>
                    <a:gd name="connsiteX0" fmla="*/ 0 w 725009"/>
                    <a:gd name="connsiteY0" fmla="*/ 1217334 h 1244827"/>
                    <a:gd name="connsiteX1" fmla="*/ 225399 w 725009"/>
                    <a:gd name="connsiteY1" fmla="*/ 13566 h 1244827"/>
                    <a:gd name="connsiteX2" fmla="*/ 725009 w 725009"/>
                    <a:gd name="connsiteY2" fmla="*/ 571 h 1244827"/>
                    <a:gd name="connsiteX3" fmla="*/ 159092 w 725009"/>
                    <a:gd name="connsiteY3" fmla="*/ 1244827 h 1244827"/>
                    <a:gd name="connsiteX4" fmla="*/ 0 w 725009"/>
                    <a:gd name="connsiteY4" fmla="*/ 1217334 h 1244827"/>
                    <a:gd name="connsiteX0" fmla="*/ 0 w 725009"/>
                    <a:gd name="connsiteY0" fmla="*/ 1217334 h 1244827"/>
                    <a:gd name="connsiteX1" fmla="*/ 225399 w 725009"/>
                    <a:gd name="connsiteY1" fmla="*/ 13566 h 1244827"/>
                    <a:gd name="connsiteX2" fmla="*/ 725009 w 725009"/>
                    <a:gd name="connsiteY2" fmla="*/ 571 h 1244827"/>
                    <a:gd name="connsiteX3" fmla="*/ 159092 w 725009"/>
                    <a:gd name="connsiteY3" fmla="*/ 1244827 h 1244827"/>
                    <a:gd name="connsiteX4" fmla="*/ 0 w 725009"/>
                    <a:gd name="connsiteY4" fmla="*/ 1217334 h 1244827"/>
                    <a:gd name="connsiteX0" fmla="*/ 0 w 725009"/>
                    <a:gd name="connsiteY0" fmla="*/ 1203768 h 1231261"/>
                    <a:gd name="connsiteX1" fmla="*/ 225399 w 725009"/>
                    <a:gd name="connsiteY1" fmla="*/ 0 h 1231261"/>
                    <a:gd name="connsiteX2" fmla="*/ 725009 w 725009"/>
                    <a:gd name="connsiteY2" fmla="*/ 129782 h 1231261"/>
                    <a:gd name="connsiteX3" fmla="*/ 159092 w 725009"/>
                    <a:gd name="connsiteY3" fmla="*/ 1231261 h 1231261"/>
                    <a:gd name="connsiteX4" fmla="*/ 0 w 725009"/>
                    <a:gd name="connsiteY4" fmla="*/ 1203768 h 1231261"/>
                    <a:gd name="connsiteX0" fmla="*/ 0 w 725009"/>
                    <a:gd name="connsiteY0" fmla="*/ 1203768 h 1231261"/>
                    <a:gd name="connsiteX1" fmla="*/ 225399 w 725009"/>
                    <a:gd name="connsiteY1" fmla="*/ 0 h 1231261"/>
                    <a:gd name="connsiteX2" fmla="*/ 725009 w 725009"/>
                    <a:gd name="connsiteY2" fmla="*/ 129782 h 1231261"/>
                    <a:gd name="connsiteX3" fmla="*/ 159092 w 725009"/>
                    <a:gd name="connsiteY3" fmla="*/ 1231261 h 1231261"/>
                    <a:gd name="connsiteX4" fmla="*/ 0 w 725009"/>
                    <a:gd name="connsiteY4" fmla="*/ 1203768 h 1231261"/>
                    <a:gd name="connsiteX0" fmla="*/ 0 w 725009"/>
                    <a:gd name="connsiteY0" fmla="*/ 1203768 h 1231261"/>
                    <a:gd name="connsiteX1" fmla="*/ 225399 w 725009"/>
                    <a:gd name="connsiteY1" fmla="*/ 0 h 1231261"/>
                    <a:gd name="connsiteX2" fmla="*/ 725009 w 725009"/>
                    <a:gd name="connsiteY2" fmla="*/ 129782 h 1231261"/>
                    <a:gd name="connsiteX3" fmla="*/ 159092 w 725009"/>
                    <a:gd name="connsiteY3" fmla="*/ 1231261 h 1231261"/>
                    <a:gd name="connsiteX4" fmla="*/ 0 w 725009"/>
                    <a:gd name="connsiteY4" fmla="*/ 1203768 h 1231261"/>
                    <a:gd name="connsiteX0" fmla="*/ 0 w 725497"/>
                    <a:gd name="connsiteY0" fmla="*/ 1279028 h 1306521"/>
                    <a:gd name="connsiteX1" fmla="*/ 225399 w 725497"/>
                    <a:gd name="connsiteY1" fmla="*/ 75260 h 1306521"/>
                    <a:gd name="connsiteX2" fmla="*/ 396193 w 725497"/>
                    <a:gd name="connsiteY2" fmla="*/ 156799 h 1306521"/>
                    <a:gd name="connsiteX3" fmla="*/ 725009 w 725497"/>
                    <a:gd name="connsiteY3" fmla="*/ 205042 h 1306521"/>
                    <a:gd name="connsiteX4" fmla="*/ 159092 w 725497"/>
                    <a:gd name="connsiteY4" fmla="*/ 1306521 h 1306521"/>
                    <a:gd name="connsiteX5" fmla="*/ 0 w 725497"/>
                    <a:gd name="connsiteY5" fmla="*/ 1279028 h 1306521"/>
                    <a:gd name="connsiteX0" fmla="*/ 0 w 725239"/>
                    <a:gd name="connsiteY0" fmla="*/ 1295668 h 1323161"/>
                    <a:gd name="connsiteX1" fmla="*/ 225399 w 725239"/>
                    <a:gd name="connsiteY1" fmla="*/ 91900 h 1323161"/>
                    <a:gd name="connsiteX2" fmla="*/ 725009 w 725239"/>
                    <a:gd name="connsiteY2" fmla="*/ 221682 h 1323161"/>
                    <a:gd name="connsiteX3" fmla="*/ 159092 w 725239"/>
                    <a:gd name="connsiteY3" fmla="*/ 1323161 h 1323161"/>
                    <a:gd name="connsiteX4" fmla="*/ 0 w 725239"/>
                    <a:gd name="connsiteY4" fmla="*/ 1295668 h 1323161"/>
                    <a:gd name="connsiteX0" fmla="*/ 0 w 725221"/>
                    <a:gd name="connsiteY0" fmla="*/ 1210552 h 1238045"/>
                    <a:gd name="connsiteX1" fmla="*/ 191583 w 725221"/>
                    <a:gd name="connsiteY1" fmla="*/ 153319 h 1238045"/>
                    <a:gd name="connsiteX2" fmla="*/ 725009 w 725221"/>
                    <a:gd name="connsiteY2" fmla="*/ 136566 h 1238045"/>
                    <a:gd name="connsiteX3" fmla="*/ 159092 w 725221"/>
                    <a:gd name="connsiteY3" fmla="*/ 1238045 h 1238045"/>
                    <a:gd name="connsiteX4" fmla="*/ 0 w 725221"/>
                    <a:gd name="connsiteY4" fmla="*/ 1210552 h 1238045"/>
                    <a:gd name="connsiteX0" fmla="*/ 0 w 725305"/>
                    <a:gd name="connsiteY0" fmla="*/ 1158512 h 1186005"/>
                    <a:gd name="connsiteX1" fmla="*/ 191583 w 725305"/>
                    <a:gd name="connsiteY1" fmla="*/ 101279 h 1186005"/>
                    <a:gd name="connsiteX2" fmla="*/ 725009 w 725305"/>
                    <a:gd name="connsiteY2" fmla="*/ 84526 h 1186005"/>
                    <a:gd name="connsiteX3" fmla="*/ 159092 w 725305"/>
                    <a:gd name="connsiteY3" fmla="*/ 1186005 h 1186005"/>
                    <a:gd name="connsiteX4" fmla="*/ 0 w 725305"/>
                    <a:gd name="connsiteY4" fmla="*/ 1158512 h 1186005"/>
                    <a:gd name="connsiteX0" fmla="*/ 0 w 725009"/>
                    <a:gd name="connsiteY0" fmla="*/ 1073986 h 1101479"/>
                    <a:gd name="connsiteX1" fmla="*/ 191583 w 725009"/>
                    <a:gd name="connsiteY1" fmla="*/ 16753 h 1101479"/>
                    <a:gd name="connsiteX2" fmla="*/ 725009 w 725009"/>
                    <a:gd name="connsiteY2" fmla="*/ 0 h 1101479"/>
                    <a:gd name="connsiteX3" fmla="*/ 159092 w 725009"/>
                    <a:gd name="connsiteY3" fmla="*/ 1101479 h 1101479"/>
                    <a:gd name="connsiteX4" fmla="*/ 0 w 725009"/>
                    <a:gd name="connsiteY4" fmla="*/ 1073986 h 1101479"/>
                    <a:gd name="connsiteX0" fmla="*/ 0 w 725009"/>
                    <a:gd name="connsiteY0" fmla="*/ 1073986 h 1101479"/>
                    <a:gd name="connsiteX1" fmla="*/ 206612 w 725009"/>
                    <a:gd name="connsiteY1" fmla="*/ 1724 h 1101479"/>
                    <a:gd name="connsiteX2" fmla="*/ 725009 w 725009"/>
                    <a:gd name="connsiteY2" fmla="*/ 0 h 1101479"/>
                    <a:gd name="connsiteX3" fmla="*/ 159092 w 725009"/>
                    <a:gd name="connsiteY3" fmla="*/ 1101479 h 1101479"/>
                    <a:gd name="connsiteX4" fmla="*/ 0 w 725009"/>
                    <a:gd name="connsiteY4" fmla="*/ 1073986 h 1101479"/>
                    <a:gd name="connsiteX0" fmla="*/ 0 w 725009"/>
                    <a:gd name="connsiteY0" fmla="*/ 1073986 h 1101479"/>
                    <a:gd name="connsiteX1" fmla="*/ 206612 w 725009"/>
                    <a:gd name="connsiteY1" fmla="*/ 1724 h 1101479"/>
                    <a:gd name="connsiteX2" fmla="*/ 725009 w 725009"/>
                    <a:gd name="connsiteY2" fmla="*/ 0 h 1101479"/>
                    <a:gd name="connsiteX3" fmla="*/ 159092 w 725009"/>
                    <a:gd name="connsiteY3" fmla="*/ 1101479 h 1101479"/>
                    <a:gd name="connsiteX4" fmla="*/ 0 w 725009"/>
                    <a:gd name="connsiteY4" fmla="*/ 1073986 h 1101479"/>
                    <a:gd name="connsiteX0" fmla="*/ 0 w 725009"/>
                    <a:gd name="connsiteY0" fmla="*/ 1073986 h 1101479"/>
                    <a:gd name="connsiteX1" fmla="*/ 206612 w 725009"/>
                    <a:gd name="connsiteY1" fmla="*/ 1724 h 1101479"/>
                    <a:gd name="connsiteX2" fmla="*/ 725009 w 725009"/>
                    <a:gd name="connsiteY2" fmla="*/ 0 h 1101479"/>
                    <a:gd name="connsiteX3" fmla="*/ 159092 w 725009"/>
                    <a:gd name="connsiteY3" fmla="*/ 1101479 h 1101479"/>
                    <a:gd name="connsiteX4" fmla="*/ 0 w 725009"/>
                    <a:gd name="connsiteY4" fmla="*/ 1073986 h 1101479"/>
                    <a:gd name="connsiteX0" fmla="*/ 0 w 725009"/>
                    <a:gd name="connsiteY0" fmla="*/ 1073986 h 1074607"/>
                    <a:gd name="connsiteX1" fmla="*/ 206612 w 725009"/>
                    <a:gd name="connsiteY1" fmla="*/ 1724 h 1074607"/>
                    <a:gd name="connsiteX2" fmla="*/ 725009 w 725009"/>
                    <a:gd name="connsiteY2" fmla="*/ 0 h 1074607"/>
                    <a:gd name="connsiteX3" fmla="*/ 229048 w 725009"/>
                    <a:gd name="connsiteY3" fmla="*/ 886531 h 1074607"/>
                    <a:gd name="connsiteX4" fmla="*/ 0 w 725009"/>
                    <a:gd name="connsiteY4" fmla="*/ 1073986 h 1074607"/>
                    <a:gd name="connsiteX0" fmla="*/ 0 w 725009"/>
                    <a:gd name="connsiteY0" fmla="*/ 1073986 h 1074607"/>
                    <a:gd name="connsiteX1" fmla="*/ 206612 w 725009"/>
                    <a:gd name="connsiteY1" fmla="*/ 1724 h 1074607"/>
                    <a:gd name="connsiteX2" fmla="*/ 725009 w 725009"/>
                    <a:gd name="connsiteY2" fmla="*/ 0 h 1074607"/>
                    <a:gd name="connsiteX3" fmla="*/ 229048 w 725009"/>
                    <a:gd name="connsiteY3" fmla="*/ 886531 h 1074607"/>
                    <a:gd name="connsiteX4" fmla="*/ 0 w 725009"/>
                    <a:gd name="connsiteY4" fmla="*/ 1073986 h 1074607"/>
                    <a:gd name="connsiteX0" fmla="*/ 0 w 675040"/>
                    <a:gd name="connsiteY0" fmla="*/ 894029 h 896577"/>
                    <a:gd name="connsiteX1" fmla="*/ 156643 w 675040"/>
                    <a:gd name="connsiteY1" fmla="*/ 1724 h 896577"/>
                    <a:gd name="connsiteX2" fmla="*/ 675040 w 675040"/>
                    <a:gd name="connsiteY2" fmla="*/ 0 h 896577"/>
                    <a:gd name="connsiteX3" fmla="*/ 179079 w 675040"/>
                    <a:gd name="connsiteY3" fmla="*/ 886531 h 896577"/>
                    <a:gd name="connsiteX4" fmla="*/ 0 w 675040"/>
                    <a:gd name="connsiteY4" fmla="*/ 894029 h 896577"/>
                    <a:gd name="connsiteX0" fmla="*/ 0 w 675040"/>
                    <a:gd name="connsiteY0" fmla="*/ 894029 h 896577"/>
                    <a:gd name="connsiteX1" fmla="*/ 186623 w 675040"/>
                    <a:gd name="connsiteY1" fmla="*/ 1724 h 896577"/>
                    <a:gd name="connsiteX2" fmla="*/ 675040 w 675040"/>
                    <a:gd name="connsiteY2" fmla="*/ 0 h 896577"/>
                    <a:gd name="connsiteX3" fmla="*/ 179079 w 675040"/>
                    <a:gd name="connsiteY3" fmla="*/ 886531 h 896577"/>
                    <a:gd name="connsiteX4" fmla="*/ 0 w 675040"/>
                    <a:gd name="connsiteY4" fmla="*/ 894029 h 8965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5040" h="896577">
                      <a:moveTo>
                        <a:pt x="0" y="894029"/>
                      </a:moveTo>
                      <a:cubicBezTo>
                        <a:pt x="95638" y="409857"/>
                        <a:pt x="76811" y="618448"/>
                        <a:pt x="186623" y="1724"/>
                      </a:cubicBezTo>
                      <a:cubicBezTo>
                        <a:pt x="431451" y="14348"/>
                        <a:pt x="449377" y="35256"/>
                        <a:pt x="675040" y="0"/>
                      </a:cubicBezTo>
                      <a:cubicBezTo>
                        <a:pt x="276172" y="749497"/>
                        <a:pt x="462801" y="344746"/>
                        <a:pt x="179079" y="886531"/>
                      </a:cubicBezTo>
                      <a:cubicBezTo>
                        <a:pt x="44794" y="857895"/>
                        <a:pt x="92525" y="908114"/>
                        <a:pt x="0" y="894029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FFFF">
                        <a:lumMod val="95000"/>
                        <a:alpha val="55000"/>
                      </a:srgbClr>
                    </a:gs>
                    <a:gs pos="100000">
                      <a:srgbClr val="FFFFFF">
                        <a:lumMod val="75000"/>
                      </a:srgbClr>
                    </a:gs>
                  </a:gsLst>
                  <a:lin ang="16200000" scaled="0"/>
                </a:gradFill>
                <a:ln w="9525" cap="flat" cmpd="sng" algn="ctr">
                  <a:solidFill>
                    <a:srgbClr val="FFFFFF">
                      <a:lumMod val="75000"/>
                    </a:srgbClr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506" name="Freeform 505">
                  <a:extLst>
                    <a:ext uri="{FF2B5EF4-FFF2-40B4-BE49-F238E27FC236}">
                      <a16:creationId xmlns:a16="http://schemas.microsoft.com/office/drawing/2014/main" id="{F4BF3576-E79F-B648-84BB-B323AFF844E4}"/>
                    </a:ext>
                  </a:extLst>
                </p:cNvPr>
                <p:cNvSpPr/>
                <p:nvPr/>
              </p:nvSpPr>
              <p:spPr>
                <a:xfrm>
                  <a:off x="4340854" y="5470471"/>
                  <a:ext cx="514350" cy="401843"/>
                </a:xfrm>
                <a:custGeom>
                  <a:avLst/>
                  <a:gdLst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418712 w 1040633"/>
                    <a:gd name="connsiteY4" fmla="*/ 1189324 h 1219697"/>
                    <a:gd name="connsiteX5" fmla="*/ 139870 w 1040633"/>
                    <a:gd name="connsiteY5" fmla="*/ 1191723 h 1219697"/>
                    <a:gd name="connsiteX0" fmla="*/ 139870 w 1040633"/>
                    <a:gd name="connsiteY0" fmla="*/ 1191723 h 1355926"/>
                    <a:gd name="connsiteX1" fmla="*/ 0 w 1040633"/>
                    <a:gd name="connsiteY1" fmla="*/ 0 h 1355926"/>
                    <a:gd name="connsiteX2" fmla="*/ 1040633 w 1040633"/>
                    <a:gd name="connsiteY2" fmla="*/ 16785 h 1355926"/>
                    <a:gd name="connsiteX3" fmla="*/ 833625 w 1040633"/>
                    <a:gd name="connsiteY3" fmla="*/ 1219697 h 1355926"/>
                    <a:gd name="connsiteX4" fmla="*/ 139870 w 1040633"/>
                    <a:gd name="connsiteY4" fmla="*/ 1191723 h 1355926"/>
                    <a:gd name="connsiteX0" fmla="*/ 139870 w 1040633"/>
                    <a:gd name="connsiteY0" fmla="*/ 1191723 h 1289901"/>
                    <a:gd name="connsiteX1" fmla="*/ 0 w 1040633"/>
                    <a:gd name="connsiteY1" fmla="*/ 0 h 1289901"/>
                    <a:gd name="connsiteX2" fmla="*/ 1040633 w 1040633"/>
                    <a:gd name="connsiteY2" fmla="*/ 16785 h 1289901"/>
                    <a:gd name="connsiteX3" fmla="*/ 833625 w 1040633"/>
                    <a:gd name="connsiteY3" fmla="*/ 1219697 h 1289901"/>
                    <a:gd name="connsiteX4" fmla="*/ 139870 w 1040633"/>
                    <a:gd name="connsiteY4" fmla="*/ 1191723 h 1289901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191723"/>
                    <a:gd name="connsiteX1" fmla="*/ 0 w 1040633"/>
                    <a:gd name="connsiteY1" fmla="*/ 0 h 1191723"/>
                    <a:gd name="connsiteX2" fmla="*/ 1040633 w 1040633"/>
                    <a:gd name="connsiteY2" fmla="*/ 16785 h 1191723"/>
                    <a:gd name="connsiteX3" fmla="*/ 671988 w 1040633"/>
                    <a:gd name="connsiteY3" fmla="*/ 1158121 h 1191723"/>
                    <a:gd name="connsiteX4" fmla="*/ 139870 w 1040633"/>
                    <a:gd name="connsiteY4" fmla="*/ 1191723 h 1191723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778664"/>
                    <a:gd name="connsiteY0" fmla="*/ 1160935 h 1160935"/>
                    <a:gd name="connsiteX1" fmla="*/ 0 w 778664"/>
                    <a:gd name="connsiteY1" fmla="*/ 0 h 1160935"/>
                    <a:gd name="connsiteX2" fmla="*/ 778664 w 778664"/>
                    <a:gd name="connsiteY2" fmla="*/ 130682 h 1160935"/>
                    <a:gd name="connsiteX3" fmla="*/ 671988 w 778664"/>
                    <a:gd name="connsiteY3" fmla="*/ 1158121 h 1160935"/>
                    <a:gd name="connsiteX4" fmla="*/ 363082 w 778664"/>
                    <a:gd name="connsiteY4" fmla="*/ 1160935 h 1160935"/>
                    <a:gd name="connsiteX0" fmla="*/ 363082 w 778664"/>
                    <a:gd name="connsiteY0" fmla="*/ 1160935 h 1160935"/>
                    <a:gd name="connsiteX1" fmla="*/ 0 w 778664"/>
                    <a:gd name="connsiteY1" fmla="*/ 0 h 1160935"/>
                    <a:gd name="connsiteX2" fmla="*/ 778664 w 778664"/>
                    <a:gd name="connsiteY2" fmla="*/ 130682 h 1160935"/>
                    <a:gd name="connsiteX3" fmla="*/ 694768 w 778664"/>
                    <a:gd name="connsiteY3" fmla="*/ 1112562 h 1160935"/>
                    <a:gd name="connsiteX4" fmla="*/ 363082 w 778664"/>
                    <a:gd name="connsiteY4" fmla="*/ 1160935 h 1160935"/>
                    <a:gd name="connsiteX0" fmla="*/ 363082 w 778664"/>
                    <a:gd name="connsiteY0" fmla="*/ 1160935 h 1160935"/>
                    <a:gd name="connsiteX1" fmla="*/ 0 w 778664"/>
                    <a:gd name="connsiteY1" fmla="*/ 0 h 1160935"/>
                    <a:gd name="connsiteX2" fmla="*/ 778664 w 778664"/>
                    <a:gd name="connsiteY2" fmla="*/ 130682 h 1160935"/>
                    <a:gd name="connsiteX3" fmla="*/ 694768 w 778664"/>
                    <a:gd name="connsiteY3" fmla="*/ 1112562 h 1160935"/>
                    <a:gd name="connsiteX4" fmla="*/ 363082 w 778664"/>
                    <a:gd name="connsiteY4" fmla="*/ 1160935 h 1160935"/>
                    <a:gd name="connsiteX0" fmla="*/ 397252 w 778664"/>
                    <a:gd name="connsiteY0" fmla="*/ 1103987 h 1112562"/>
                    <a:gd name="connsiteX1" fmla="*/ 0 w 778664"/>
                    <a:gd name="connsiteY1" fmla="*/ 0 h 1112562"/>
                    <a:gd name="connsiteX2" fmla="*/ 778664 w 778664"/>
                    <a:gd name="connsiteY2" fmla="*/ 130682 h 1112562"/>
                    <a:gd name="connsiteX3" fmla="*/ 694768 w 778664"/>
                    <a:gd name="connsiteY3" fmla="*/ 1112562 h 1112562"/>
                    <a:gd name="connsiteX4" fmla="*/ 397252 w 778664"/>
                    <a:gd name="connsiteY4" fmla="*/ 1103987 h 1112562"/>
                    <a:gd name="connsiteX0" fmla="*/ 397252 w 778664"/>
                    <a:gd name="connsiteY0" fmla="*/ 1103987 h 1112562"/>
                    <a:gd name="connsiteX1" fmla="*/ 0 w 778664"/>
                    <a:gd name="connsiteY1" fmla="*/ 0 h 1112562"/>
                    <a:gd name="connsiteX2" fmla="*/ 778664 w 778664"/>
                    <a:gd name="connsiteY2" fmla="*/ 130682 h 1112562"/>
                    <a:gd name="connsiteX3" fmla="*/ 694768 w 778664"/>
                    <a:gd name="connsiteY3" fmla="*/ 1112562 h 1112562"/>
                    <a:gd name="connsiteX4" fmla="*/ 397252 w 778664"/>
                    <a:gd name="connsiteY4" fmla="*/ 1103987 h 1112562"/>
                    <a:gd name="connsiteX0" fmla="*/ 397252 w 778664"/>
                    <a:gd name="connsiteY0" fmla="*/ 1103987 h 1112562"/>
                    <a:gd name="connsiteX1" fmla="*/ 0 w 778664"/>
                    <a:gd name="connsiteY1" fmla="*/ 0 h 1112562"/>
                    <a:gd name="connsiteX2" fmla="*/ 778664 w 778664"/>
                    <a:gd name="connsiteY2" fmla="*/ 130682 h 1112562"/>
                    <a:gd name="connsiteX3" fmla="*/ 694768 w 778664"/>
                    <a:gd name="connsiteY3" fmla="*/ 1112562 h 1112562"/>
                    <a:gd name="connsiteX4" fmla="*/ 397252 w 778664"/>
                    <a:gd name="connsiteY4" fmla="*/ 1103987 h 1112562"/>
                    <a:gd name="connsiteX0" fmla="*/ 123893 w 505305"/>
                    <a:gd name="connsiteY0" fmla="*/ 973305 h 981880"/>
                    <a:gd name="connsiteX1" fmla="*/ 0 w 505305"/>
                    <a:gd name="connsiteY1" fmla="*/ 28773 h 981880"/>
                    <a:gd name="connsiteX2" fmla="*/ 505305 w 505305"/>
                    <a:gd name="connsiteY2" fmla="*/ 0 h 981880"/>
                    <a:gd name="connsiteX3" fmla="*/ 421409 w 505305"/>
                    <a:gd name="connsiteY3" fmla="*/ 981880 h 981880"/>
                    <a:gd name="connsiteX4" fmla="*/ 123893 w 505305"/>
                    <a:gd name="connsiteY4" fmla="*/ 973305 h 981880"/>
                    <a:gd name="connsiteX0" fmla="*/ 123893 w 505305"/>
                    <a:gd name="connsiteY0" fmla="*/ 973305 h 981880"/>
                    <a:gd name="connsiteX1" fmla="*/ 0 w 505305"/>
                    <a:gd name="connsiteY1" fmla="*/ 28773 h 981880"/>
                    <a:gd name="connsiteX2" fmla="*/ 505305 w 505305"/>
                    <a:gd name="connsiteY2" fmla="*/ 0 h 981880"/>
                    <a:gd name="connsiteX3" fmla="*/ 421409 w 505305"/>
                    <a:gd name="connsiteY3" fmla="*/ 981880 h 981880"/>
                    <a:gd name="connsiteX4" fmla="*/ 123893 w 505305"/>
                    <a:gd name="connsiteY4" fmla="*/ 973305 h 981880"/>
                    <a:gd name="connsiteX0" fmla="*/ 123893 w 505305"/>
                    <a:gd name="connsiteY0" fmla="*/ 973305 h 981880"/>
                    <a:gd name="connsiteX1" fmla="*/ 0 w 505305"/>
                    <a:gd name="connsiteY1" fmla="*/ 28773 h 981880"/>
                    <a:gd name="connsiteX2" fmla="*/ 505305 w 505305"/>
                    <a:gd name="connsiteY2" fmla="*/ 0 h 981880"/>
                    <a:gd name="connsiteX3" fmla="*/ 421409 w 505305"/>
                    <a:gd name="connsiteY3" fmla="*/ 981880 h 981880"/>
                    <a:gd name="connsiteX4" fmla="*/ 123893 w 505305"/>
                    <a:gd name="connsiteY4" fmla="*/ 973305 h 981880"/>
                    <a:gd name="connsiteX0" fmla="*/ 123893 w 505305"/>
                    <a:gd name="connsiteY0" fmla="*/ 973305 h 981880"/>
                    <a:gd name="connsiteX1" fmla="*/ 0 w 505305"/>
                    <a:gd name="connsiteY1" fmla="*/ 28773 h 981880"/>
                    <a:gd name="connsiteX2" fmla="*/ 505305 w 505305"/>
                    <a:gd name="connsiteY2" fmla="*/ 0 h 981880"/>
                    <a:gd name="connsiteX3" fmla="*/ 421409 w 505305"/>
                    <a:gd name="connsiteY3" fmla="*/ 981880 h 981880"/>
                    <a:gd name="connsiteX4" fmla="*/ 123893 w 505305"/>
                    <a:gd name="connsiteY4" fmla="*/ 973305 h 981880"/>
                    <a:gd name="connsiteX0" fmla="*/ 118198 w 499610"/>
                    <a:gd name="connsiteY0" fmla="*/ 973305 h 981880"/>
                    <a:gd name="connsiteX1" fmla="*/ 0 w 499610"/>
                    <a:gd name="connsiteY1" fmla="*/ 11688 h 981880"/>
                    <a:gd name="connsiteX2" fmla="*/ 499610 w 499610"/>
                    <a:gd name="connsiteY2" fmla="*/ 0 h 981880"/>
                    <a:gd name="connsiteX3" fmla="*/ 415714 w 499610"/>
                    <a:gd name="connsiteY3" fmla="*/ 981880 h 981880"/>
                    <a:gd name="connsiteX4" fmla="*/ 118198 w 499610"/>
                    <a:gd name="connsiteY4" fmla="*/ 973305 h 981880"/>
                    <a:gd name="connsiteX0" fmla="*/ 118198 w 499610"/>
                    <a:gd name="connsiteY0" fmla="*/ 973305 h 981880"/>
                    <a:gd name="connsiteX1" fmla="*/ 0 w 499610"/>
                    <a:gd name="connsiteY1" fmla="*/ 11688 h 981880"/>
                    <a:gd name="connsiteX2" fmla="*/ 499610 w 499610"/>
                    <a:gd name="connsiteY2" fmla="*/ 0 h 981880"/>
                    <a:gd name="connsiteX3" fmla="*/ 415714 w 499610"/>
                    <a:gd name="connsiteY3" fmla="*/ 981880 h 981880"/>
                    <a:gd name="connsiteX4" fmla="*/ 118198 w 499610"/>
                    <a:gd name="connsiteY4" fmla="*/ 973305 h 981880"/>
                    <a:gd name="connsiteX0" fmla="*/ 118198 w 499610"/>
                    <a:gd name="connsiteY0" fmla="*/ 973305 h 981880"/>
                    <a:gd name="connsiteX1" fmla="*/ 0 w 499610"/>
                    <a:gd name="connsiteY1" fmla="*/ 11688 h 981880"/>
                    <a:gd name="connsiteX2" fmla="*/ 499610 w 499610"/>
                    <a:gd name="connsiteY2" fmla="*/ 0 h 981880"/>
                    <a:gd name="connsiteX3" fmla="*/ 415714 w 499610"/>
                    <a:gd name="connsiteY3" fmla="*/ 981880 h 981880"/>
                    <a:gd name="connsiteX4" fmla="*/ 118198 w 499610"/>
                    <a:gd name="connsiteY4" fmla="*/ 973305 h 981880"/>
                    <a:gd name="connsiteX0" fmla="*/ 118198 w 499610"/>
                    <a:gd name="connsiteY0" fmla="*/ 973305 h 981880"/>
                    <a:gd name="connsiteX1" fmla="*/ 0 w 499610"/>
                    <a:gd name="connsiteY1" fmla="*/ 11688 h 981880"/>
                    <a:gd name="connsiteX2" fmla="*/ 499610 w 499610"/>
                    <a:gd name="connsiteY2" fmla="*/ 0 h 981880"/>
                    <a:gd name="connsiteX3" fmla="*/ 415714 w 499610"/>
                    <a:gd name="connsiteY3" fmla="*/ 981880 h 981880"/>
                    <a:gd name="connsiteX4" fmla="*/ 118198 w 499610"/>
                    <a:gd name="connsiteY4" fmla="*/ 973305 h 981880"/>
                    <a:gd name="connsiteX0" fmla="*/ 118198 w 499610"/>
                    <a:gd name="connsiteY0" fmla="*/ 973305 h 981880"/>
                    <a:gd name="connsiteX1" fmla="*/ 0 w 499610"/>
                    <a:gd name="connsiteY1" fmla="*/ 11688 h 981880"/>
                    <a:gd name="connsiteX2" fmla="*/ 499610 w 499610"/>
                    <a:gd name="connsiteY2" fmla="*/ 0 h 981880"/>
                    <a:gd name="connsiteX3" fmla="*/ 415714 w 499610"/>
                    <a:gd name="connsiteY3" fmla="*/ 981880 h 981880"/>
                    <a:gd name="connsiteX4" fmla="*/ 118198 w 499610"/>
                    <a:gd name="connsiteY4" fmla="*/ 973305 h 981880"/>
                    <a:gd name="connsiteX0" fmla="*/ 11819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18198 w 499610"/>
                    <a:gd name="connsiteY4" fmla="*/ 973305 h 976186"/>
                    <a:gd name="connsiteX0" fmla="*/ 11819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18198 w 499610"/>
                    <a:gd name="connsiteY4" fmla="*/ 973305 h 976186"/>
                    <a:gd name="connsiteX0" fmla="*/ 19792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97928 w 499610"/>
                    <a:gd name="connsiteY4" fmla="*/ 973305 h 976186"/>
                    <a:gd name="connsiteX0" fmla="*/ 19792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97928 w 499610"/>
                    <a:gd name="connsiteY4" fmla="*/ 973305 h 976186"/>
                    <a:gd name="connsiteX0" fmla="*/ 19792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97928 w 499610"/>
                    <a:gd name="connsiteY4" fmla="*/ 973305 h 976186"/>
                    <a:gd name="connsiteX0" fmla="*/ 19792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97928 w 499610"/>
                    <a:gd name="connsiteY4" fmla="*/ 973305 h 976186"/>
                    <a:gd name="connsiteX0" fmla="*/ 197928 w 503138"/>
                    <a:gd name="connsiteY0" fmla="*/ 961687 h 964568"/>
                    <a:gd name="connsiteX1" fmla="*/ 0 w 503138"/>
                    <a:gd name="connsiteY1" fmla="*/ 70 h 964568"/>
                    <a:gd name="connsiteX2" fmla="*/ 503138 w 503138"/>
                    <a:gd name="connsiteY2" fmla="*/ 154187 h 964568"/>
                    <a:gd name="connsiteX3" fmla="*/ 273339 w 503138"/>
                    <a:gd name="connsiteY3" fmla="*/ 964568 h 964568"/>
                    <a:gd name="connsiteX4" fmla="*/ 197928 w 503138"/>
                    <a:gd name="connsiteY4" fmla="*/ 961687 h 964568"/>
                    <a:gd name="connsiteX0" fmla="*/ 201456 w 506666"/>
                    <a:gd name="connsiteY0" fmla="*/ 807500 h 810381"/>
                    <a:gd name="connsiteX1" fmla="*/ 0 w 506666"/>
                    <a:gd name="connsiteY1" fmla="*/ 15216 h 810381"/>
                    <a:gd name="connsiteX2" fmla="*/ 506666 w 506666"/>
                    <a:gd name="connsiteY2" fmla="*/ 0 h 810381"/>
                    <a:gd name="connsiteX3" fmla="*/ 276867 w 506666"/>
                    <a:gd name="connsiteY3" fmla="*/ 810381 h 810381"/>
                    <a:gd name="connsiteX4" fmla="*/ 201456 w 506666"/>
                    <a:gd name="connsiteY4" fmla="*/ 807500 h 810381"/>
                    <a:gd name="connsiteX0" fmla="*/ 201456 w 506666"/>
                    <a:gd name="connsiteY0" fmla="*/ 807500 h 811593"/>
                    <a:gd name="connsiteX1" fmla="*/ 0 w 506666"/>
                    <a:gd name="connsiteY1" fmla="*/ 15216 h 811593"/>
                    <a:gd name="connsiteX2" fmla="*/ 506666 w 506666"/>
                    <a:gd name="connsiteY2" fmla="*/ 0 h 811593"/>
                    <a:gd name="connsiteX3" fmla="*/ 276867 w 506666"/>
                    <a:gd name="connsiteY3" fmla="*/ 810381 h 811593"/>
                    <a:gd name="connsiteX4" fmla="*/ 201456 w 506666"/>
                    <a:gd name="connsiteY4" fmla="*/ 807500 h 811593"/>
                    <a:gd name="connsiteX0" fmla="*/ 135576 w 506666"/>
                    <a:gd name="connsiteY0" fmla="*/ 818480 h 818480"/>
                    <a:gd name="connsiteX1" fmla="*/ 0 w 506666"/>
                    <a:gd name="connsiteY1" fmla="*/ 15216 h 818480"/>
                    <a:gd name="connsiteX2" fmla="*/ 506666 w 506666"/>
                    <a:gd name="connsiteY2" fmla="*/ 0 h 818480"/>
                    <a:gd name="connsiteX3" fmla="*/ 276867 w 506666"/>
                    <a:gd name="connsiteY3" fmla="*/ 810381 h 818480"/>
                    <a:gd name="connsiteX4" fmla="*/ 135576 w 506666"/>
                    <a:gd name="connsiteY4" fmla="*/ 818480 h 818480"/>
                    <a:gd name="connsiteX0" fmla="*/ 135576 w 506666"/>
                    <a:gd name="connsiteY0" fmla="*/ 818480 h 818480"/>
                    <a:gd name="connsiteX1" fmla="*/ 0 w 506666"/>
                    <a:gd name="connsiteY1" fmla="*/ 15216 h 818480"/>
                    <a:gd name="connsiteX2" fmla="*/ 506666 w 506666"/>
                    <a:gd name="connsiteY2" fmla="*/ 0 h 818480"/>
                    <a:gd name="connsiteX3" fmla="*/ 331766 w 506666"/>
                    <a:gd name="connsiteY3" fmla="*/ 803061 h 818480"/>
                    <a:gd name="connsiteX4" fmla="*/ 135576 w 506666"/>
                    <a:gd name="connsiteY4" fmla="*/ 818480 h 818480"/>
                    <a:gd name="connsiteX0" fmla="*/ 135576 w 506666"/>
                    <a:gd name="connsiteY0" fmla="*/ 818480 h 818480"/>
                    <a:gd name="connsiteX1" fmla="*/ 0 w 506666"/>
                    <a:gd name="connsiteY1" fmla="*/ 15216 h 818480"/>
                    <a:gd name="connsiteX2" fmla="*/ 506666 w 506666"/>
                    <a:gd name="connsiteY2" fmla="*/ 0 h 818480"/>
                    <a:gd name="connsiteX3" fmla="*/ 331766 w 506666"/>
                    <a:gd name="connsiteY3" fmla="*/ 803061 h 818480"/>
                    <a:gd name="connsiteX4" fmla="*/ 135576 w 506666"/>
                    <a:gd name="connsiteY4" fmla="*/ 818480 h 818480"/>
                    <a:gd name="connsiteX0" fmla="*/ 135576 w 506666"/>
                    <a:gd name="connsiteY0" fmla="*/ 818480 h 818480"/>
                    <a:gd name="connsiteX1" fmla="*/ 0 w 506666"/>
                    <a:gd name="connsiteY1" fmla="*/ 15216 h 818480"/>
                    <a:gd name="connsiteX2" fmla="*/ 506666 w 506666"/>
                    <a:gd name="connsiteY2" fmla="*/ 0 h 818480"/>
                    <a:gd name="connsiteX3" fmla="*/ 331766 w 506666"/>
                    <a:gd name="connsiteY3" fmla="*/ 803061 h 818480"/>
                    <a:gd name="connsiteX4" fmla="*/ 135576 w 506666"/>
                    <a:gd name="connsiteY4" fmla="*/ 818480 h 818480"/>
                    <a:gd name="connsiteX0" fmla="*/ 135576 w 506666"/>
                    <a:gd name="connsiteY0" fmla="*/ 818480 h 818480"/>
                    <a:gd name="connsiteX1" fmla="*/ 0 w 506666"/>
                    <a:gd name="connsiteY1" fmla="*/ 7896 h 818480"/>
                    <a:gd name="connsiteX2" fmla="*/ 506666 w 506666"/>
                    <a:gd name="connsiteY2" fmla="*/ 0 h 818480"/>
                    <a:gd name="connsiteX3" fmla="*/ 331766 w 506666"/>
                    <a:gd name="connsiteY3" fmla="*/ 803061 h 818480"/>
                    <a:gd name="connsiteX4" fmla="*/ 135576 w 506666"/>
                    <a:gd name="connsiteY4" fmla="*/ 818480 h 818480"/>
                    <a:gd name="connsiteX0" fmla="*/ 135576 w 506666"/>
                    <a:gd name="connsiteY0" fmla="*/ 818480 h 818480"/>
                    <a:gd name="connsiteX1" fmla="*/ 0 w 506666"/>
                    <a:gd name="connsiteY1" fmla="*/ 7896 h 818480"/>
                    <a:gd name="connsiteX2" fmla="*/ 506666 w 506666"/>
                    <a:gd name="connsiteY2" fmla="*/ 0 h 818480"/>
                    <a:gd name="connsiteX3" fmla="*/ 331766 w 506666"/>
                    <a:gd name="connsiteY3" fmla="*/ 803061 h 818480"/>
                    <a:gd name="connsiteX4" fmla="*/ 135576 w 506666"/>
                    <a:gd name="connsiteY4" fmla="*/ 818480 h 818480"/>
                    <a:gd name="connsiteX0" fmla="*/ 45472 w 559302"/>
                    <a:gd name="connsiteY0" fmla="*/ 807500 h 807500"/>
                    <a:gd name="connsiteX1" fmla="*/ 52636 w 559302"/>
                    <a:gd name="connsiteY1" fmla="*/ 7896 h 807500"/>
                    <a:gd name="connsiteX2" fmla="*/ 559302 w 559302"/>
                    <a:gd name="connsiteY2" fmla="*/ 0 h 807500"/>
                    <a:gd name="connsiteX3" fmla="*/ 384402 w 559302"/>
                    <a:gd name="connsiteY3" fmla="*/ 803061 h 807500"/>
                    <a:gd name="connsiteX4" fmla="*/ 45472 w 559302"/>
                    <a:gd name="connsiteY4" fmla="*/ 807500 h 807500"/>
                    <a:gd name="connsiteX0" fmla="*/ 21974 w 535804"/>
                    <a:gd name="connsiteY0" fmla="*/ 807500 h 807500"/>
                    <a:gd name="connsiteX1" fmla="*/ 29138 w 535804"/>
                    <a:gd name="connsiteY1" fmla="*/ 7896 h 807500"/>
                    <a:gd name="connsiteX2" fmla="*/ 535804 w 535804"/>
                    <a:gd name="connsiteY2" fmla="*/ 0 h 807500"/>
                    <a:gd name="connsiteX3" fmla="*/ 360904 w 535804"/>
                    <a:gd name="connsiteY3" fmla="*/ 803061 h 807500"/>
                    <a:gd name="connsiteX4" fmla="*/ 21974 w 535804"/>
                    <a:gd name="connsiteY4" fmla="*/ 807500 h 807500"/>
                    <a:gd name="connsiteX0" fmla="*/ 128256 w 506666"/>
                    <a:gd name="connsiteY0" fmla="*/ 829461 h 829461"/>
                    <a:gd name="connsiteX1" fmla="*/ 0 w 506666"/>
                    <a:gd name="connsiteY1" fmla="*/ 7896 h 829461"/>
                    <a:gd name="connsiteX2" fmla="*/ 506666 w 506666"/>
                    <a:gd name="connsiteY2" fmla="*/ 0 h 829461"/>
                    <a:gd name="connsiteX3" fmla="*/ 331766 w 506666"/>
                    <a:gd name="connsiteY3" fmla="*/ 803061 h 829461"/>
                    <a:gd name="connsiteX4" fmla="*/ 128256 w 506666"/>
                    <a:gd name="connsiteY4" fmla="*/ 829461 h 829461"/>
                    <a:gd name="connsiteX0" fmla="*/ 128256 w 506666"/>
                    <a:gd name="connsiteY0" fmla="*/ 829461 h 829461"/>
                    <a:gd name="connsiteX1" fmla="*/ 0 w 506666"/>
                    <a:gd name="connsiteY1" fmla="*/ 7896 h 829461"/>
                    <a:gd name="connsiteX2" fmla="*/ 506666 w 506666"/>
                    <a:gd name="connsiteY2" fmla="*/ 0 h 829461"/>
                    <a:gd name="connsiteX3" fmla="*/ 331766 w 506666"/>
                    <a:gd name="connsiteY3" fmla="*/ 803061 h 829461"/>
                    <a:gd name="connsiteX4" fmla="*/ 128256 w 506666"/>
                    <a:gd name="connsiteY4" fmla="*/ 829461 h 829461"/>
                    <a:gd name="connsiteX0" fmla="*/ 128256 w 506666"/>
                    <a:gd name="connsiteY0" fmla="*/ 829461 h 829461"/>
                    <a:gd name="connsiteX1" fmla="*/ 0 w 506666"/>
                    <a:gd name="connsiteY1" fmla="*/ 7896 h 829461"/>
                    <a:gd name="connsiteX2" fmla="*/ 506666 w 506666"/>
                    <a:gd name="connsiteY2" fmla="*/ 0 h 829461"/>
                    <a:gd name="connsiteX3" fmla="*/ 331766 w 506666"/>
                    <a:gd name="connsiteY3" fmla="*/ 803061 h 829461"/>
                    <a:gd name="connsiteX4" fmla="*/ 128256 w 506666"/>
                    <a:gd name="connsiteY4" fmla="*/ 829461 h 829461"/>
                    <a:gd name="connsiteX0" fmla="*/ 128256 w 506666"/>
                    <a:gd name="connsiteY0" fmla="*/ 829461 h 830473"/>
                    <a:gd name="connsiteX1" fmla="*/ 0 w 506666"/>
                    <a:gd name="connsiteY1" fmla="*/ 7896 h 830473"/>
                    <a:gd name="connsiteX2" fmla="*/ 506666 w 506666"/>
                    <a:gd name="connsiteY2" fmla="*/ 0 h 830473"/>
                    <a:gd name="connsiteX3" fmla="*/ 331766 w 506666"/>
                    <a:gd name="connsiteY3" fmla="*/ 828681 h 830473"/>
                    <a:gd name="connsiteX4" fmla="*/ 128256 w 506666"/>
                    <a:gd name="connsiteY4" fmla="*/ 829461 h 830473"/>
                    <a:gd name="connsiteX0" fmla="*/ 128256 w 506666"/>
                    <a:gd name="connsiteY0" fmla="*/ 829461 h 830473"/>
                    <a:gd name="connsiteX1" fmla="*/ 0 w 506666"/>
                    <a:gd name="connsiteY1" fmla="*/ 7896 h 830473"/>
                    <a:gd name="connsiteX2" fmla="*/ 506666 w 506666"/>
                    <a:gd name="connsiteY2" fmla="*/ 0 h 830473"/>
                    <a:gd name="connsiteX3" fmla="*/ 331766 w 506666"/>
                    <a:gd name="connsiteY3" fmla="*/ 828681 h 830473"/>
                    <a:gd name="connsiteX4" fmla="*/ 128256 w 506666"/>
                    <a:gd name="connsiteY4" fmla="*/ 829461 h 830473"/>
                    <a:gd name="connsiteX0" fmla="*/ 128256 w 506666"/>
                    <a:gd name="connsiteY0" fmla="*/ 821565 h 822577"/>
                    <a:gd name="connsiteX1" fmla="*/ 0 w 506666"/>
                    <a:gd name="connsiteY1" fmla="*/ 0 h 822577"/>
                    <a:gd name="connsiteX2" fmla="*/ 506666 w 506666"/>
                    <a:gd name="connsiteY2" fmla="*/ 255115 h 822577"/>
                    <a:gd name="connsiteX3" fmla="*/ 331766 w 506666"/>
                    <a:gd name="connsiteY3" fmla="*/ 820785 h 822577"/>
                    <a:gd name="connsiteX4" fmla="*/ 128256 w 506666"/>
                    <a:gd name="connsiteY4" fmla="*/ 821565 h 822577"/>
                    <a:gd name="connsiteX0" fmla="*/ 128256 w 506666"/>
                    <a:gd name="connsiteY0" fmla="*/ 821565 h 822577"/>
                    <a:gd name="connsiteX1" fmla="*/ 0 w 506666"/>
                    <a:gd name="connsiteY1" fmla="*/ 0 h 822577"/>
                    <a:gd name="connsiteX2" fmla="*/ 506666 w 506666"/>
                    <a:gd name="connsiteY2" fmla="*/ 255115 h 822577"/>
                    <a:gd name="connsiteX3" fmla="*/ 331766 w 506666"/>
                    <a:gd name="connsiteY3" fmla="*/ 820785 h 822577"/>
                    <a:gd name="connsiteX4" fmla="*/ 128256 w 506666"/>
                    <a:gd name="connsiteY4" fmla="*/ 821565 h 822577"/>
                    <a:gd name="connsiteX0" fmla="*/ 128256 w 506666"/>
                    <a:gd name="connsiteY0" fmla="*/ 821565 h 822577"/>
                    <a:gd name="connsiteX1" fmla="*/ 0 w 506666"/>
                    <a:gd name="connsiteY1" fmla="*/ 0 h 822577"/>
                    <a:gd name="connsiteX2" fmla="*/ 506666 w 506666"/>
                    <a:gd name="connsiteY2" fmla="*/ 255115 h 822577"/>
                    <a:gd name="connsiteX3" fmla="*/ 331766 w 506666"/>
                    <a:gd name="connsiteY3" fmla="*/ 820785 h 822577"/>
                    <a:gd name="connsiteX4" fmla="*/ 128256 w 506666"/>
                    <a:gd name="connsiteY4" fmla="*/ 821565 h 822577"/>
                    <a:gd name="connsiteX0" fmla="*/ 135770 w 514180"/>
                    <a:gd name="connsiteY0" fmla="*/ 577341 h 578353"/>
                    <a:gd name="connsiteX1" fmla="*/ 0 w 514180"/>
                    <a:gd name="connsiteY1" fmla="*/ 0 h 578353"/>
                    <a:gd name="connsiteX2" fmla="*/ 514180 w 514180"/>
                    <a:gd name="connsiteY2" fmla="*/ 10891 h 578353"/>
                    <a:gd name="connsiteX3" fmla="*/ 339280 w 514180"/>
                    <a:gd name="connsiteY3" fmla="*/ 576561 h 578353"/>
                    <a:gd name="connsiteX4" fmla="*/ 135770 w 514180"/>
                    <a:gd name="connsiteY4" fmla="*/ 577341 h 578353"/>
                    <a:gd name="connsiteX0" fmla="*/ 135770 w 514180"/>
                    <a:gd name="connsiteY0" fmla="*/ 577341 h 578353"/>
                    <a:gd name="connsiteX1" fmla="*/ 0 w 514180"/>
                    <a:gd name="connsiteY1" fmla="*/ 0 h 578353"/>
                    <a:gd name="connsiteX2" fmla="*/ 514180 w 514180"/>
                    <a:gd name="connsiteY2" fmla="*/ 10891 h 578353"/>
                    <a:gd name="connsiteX3" fmla="*/ 339280 w 514180"/>
                    <a:gd name="connsiteY3" fmla="*/ 576561 h 578353"/>
                    <a:gd name="connsiteX4" fmla="*/ 135770 w 514180"/>
                    <a:gd name="connsiteY4" fmla="*/ 577341 h 578353"/>
                    <a:gd name="connsiteX0" fmla="*/ 135770 w 514180"/>
                    <a:gd name="connsiteY0" fmla="*/ 577341 h 578353"/>
                    <a:gd name="connsiteX1" fmla="*/ 0 w 514180"/>
                    <a:gd name="connsiteY1" fmla="*/ 0 h 578353"/>
                    <a:gd name="connsiteX2" fmla="*/ 514180 w 514180"/>
                    <a:gd name="connsiteY2" fmla="*/ 10891 h 578353"/>
                    <a:gd name="connsiteX3" fmla="*/ 339280 w 514180"/>
                    <a:gd name="connsiteY3" fmla="*/ 576561 h 578353"/>
                    <a:gd name="connsiteX4" fmla="*/ 135770 w 514180"/>
                    <a:gd name="connsiteY4" fmla="*/ 577341 h 578353"/>
                    <a:gd name="connsiteX0" fmla="*/ 135770 w 514180"/>
                    <a:gd name="connsiteY0" fmla="*/ 577341 h 577341"/>
                    <a:gd name="connsiteX1" fmla="*/ 0 w 514180"/>
                    <a:gd name="connsiteY1" fmla="*/ 0 h 577341"/>
                    <a:gd name="connsiteX2" fmla="*/ 514180 w 514180"/>
                    <a:gd name="connsiteY2" fmla="*/ 10891 h 577341"/>
                    <a:gd name="connsiteX3" fmla="*/ 404259 w 514180"/>
                    <a:gd name="connsiteY3" fmla="*/ 386400 h 577341"/>
                    <a:gd name="connsiteX4" fmla="*/ 135770 w 514180"/>
                    <a:gd name="connsiteY4" fmla="*/ 577341 h 577341"/>
                    <a:gd name="connsiteX0" fmla="*/ 100781 w 514180"/>
                    <a:gd name="connsiteY0" fmla="*/ 432218 h 432218"/>
                    <a:gd name="connsiteX1" fmla="*/ 0 w 514180"/>
                    <a:gd name="connsiteY1" fmla="*/ 0 h 432218"/>
                    <a:gd name="connsiteX2" fmla="*/ 514180 w 514180"/>
                    <a:gd name="connsiteY2" fmla="*/ 10891 h 432218"/>
                    <a:gd name="connsiteX3" fmla="*/ 404259 w 514180"/>
                    <a:gd name="connsiteY3" fmla="*/ 386400 h 432218"/>
                    <a:gd name="connsiteX4" fmla="*/ 100781 w 514180"/>
                    <a:gd name="connsiteY4" fmla="*/ 432218 h 432218"/>
                    <a:gd name="connsiteX0" fmla="*/ 100781 w 514180"/>
                    <a:gd name="connsiteY0" fmla="*/ 432218 h 432218"/>
                    <a:gd name="connsiteX1" fmla="*/ 0 w 514180"/>
                    <a:gd name="connsiteY1" fmla="*/ 0 h 432218"/>
                    <a:gd name="connsiteX2" fmla="*/ 514180 w 514180"/>
                    <a:gd name="connsiteY2" fmla="*/ 10891 h 432218"/>
                    <a:gd name="connsiteX3" fmla="*/ 404259 w 514180"/>
                    <a:gd name="connsiteY3" fmla="*/ 386400 h 432218"/>
                    <a:gd name="connsiteX4" fmla="*/ 100781 w 514180"/>
                    <a:gd name="connsiteY4" fmla="*/ 432218 h 432218"/>
                    <a:gd name="connsiteX0" fmla="*/ 100781 w 514180"/>
                    <a:gd name="connsiteY0" fmla="*/ 402193 h 402193"/>
                    <a:gd name="connsiteX1" fmla="*/ 0 w 514180"/>
                    <a:gd name="connsiteY1" fmla="*/ 0 h 402193"/>
                    <a:gd name="connsiteX2" fmla="*/ 514180 w 514180"/>
                    <a:gd name="connsiteY2" fmla="*/ 10891 h 402193"/>
                    <a:gd name="connsiteX3" fmla="*/ 404259 w 514180"/>
                    <a:gd name="connsiteY3" fmla="*/ 386400 h 402193"/>
                    <a:gd name="connsiteX4" fmla="*/ 100781 w 514180"/>
                    <a:gd name="connsiteY4" fmla="*/ 402193 h 4021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14180" h="402193">
                      <a:moveTo>
                        <a:pt x="100781" y="402193"/>
                      </a:moveTo>
                      <a:cubicBezTo>
                        <a:pt x="60584" y="194221"/>
                        <a:pt x="96631" y="442038"/>
                        <a:pt x="0" y="0"/>
                      </a:cubicBezTo>
                      <a:lnTo>
                        <a:pt x="514180" y="10891"/>
                      </a:lnTo>
                      <a:cubicBezTo>
                        <a:pt x="417353" y="348331"/>
                        <a:pt x="491637" y="89943"/>
                        <a:pt x="404259" y="386400"/>
                      </a:cubicBezTo>
                      <a:cubicBezTo>
                        <a:pt x="357814" y="390704"/>
                        <a:pt x="168880" y="400727"/>
                        <a:pt x="100781" y="402193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FFFF">
                        <a:lumMod val="95000"/>
                        <a:alpha val="55000"/>
                      </a:srgbClr>
                    </a:gs>
                    <a:gs pos="100000">
                      <a:srgbClr val="FFFFFF">
                        <a:lumMod val="75000"/>
                      </a:srgbClr>
                    </a:gs>
                  </a:gsLst>
                  <a:lin ang="16200000" scaled="0"/>
                </a:gradFill>
                <a:ln w="9525" cap="flat" cmpd="sng" algn="ctr">
                  <a:solidFill>
                    <a:srgbClr val="FFFFFF">
                      <a:lumMod val="75000"/>
                    </a:srgbClr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507" name="Freeform 506">
                  <a:extLst>
                    <a:ext uri="{FF2B5EF4-FFF2-40B4-BE49-F238E27FC236}">
                      <a16:creationId xmlns:a16="http://schemas.microsoft.com/office/drawing/2014/main" id="{2A87492E-A6B9-F244-AAD3-9ABEDBD26626}"/>
                    </a:ext>
                  </a:extLst>
                </p:cNvPr>
                <p:cNvSpPr/>
                <p:nvPr/>
              </p:nvSpPr>
              <p:spPr>
                <a:xfrm>
                  <a:off x="3561391" y="5433960"/>
                  <a:ext cx="573725" cy="1015589"/>
                </a:xfrm>
                <a:custGeom>
                  <a:avLst/>
                  <a:gdLst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418712 w 1040633"/>
                    <a:gd name="connsiteY4" fmla="*/ 1189324 h 1219697"/>
                    <a:gd name="connsiteX5" fmla="*/ 139870 w 1040633"/>
                    <a:gd name="connsiteY5" fmla="*/ 1191723 h 1219697"/>
                    <a:gd name="connsiteX0" fmla="*/ 139870 w 1040633"/>
                    <a:gd name="connsiteY0" fmla="*/ 1191723 h 1355926"/>
                    <a:gd name="connsiteX1" fmla="*/ 0 w 1040633"/>
                    <a:gd name="connsiteY1" fmla="*/ 0 h 1355926"/>
                    <a:gd name="connsiteX2" fmla="*/ 1040633 w 1040633"/>
                    <a:gd name="connsiteY2" fmla="*/ 16785 h 1355926"/>
                    <a:gd name="connsiteX3" fmla="*/ 833625 w 1040633"/>
                    <a:gd name="connsiteY3" fmla="*/ 1219697 h 1355926"/>
                    <a:gd name="connsiteX4" fmla="*/ 139870 w 1040633"/>
                    <a:gd name="connsiteY4" fmla="*/ 1191723 h 1355926"/>
                    <a:gd name="connsiteX0" fmla="*/ 139870 w 1040633"/>
                    <a:gd name="connsiteY0" fmla="*/ 1191723 h 1289901"/>
                    <a:gd name="connsiteX1" fmla="*/ 0 w 1040633"/>
                    <a:gd name="connsiteY1" fmla="*/ 0 h 1289901"/>
                    <a:gd name="connsiteX2" fmla="*/ 1040633 w 1040633"/>
                    <a:gd name="connsiteY2" fmla="*/ 16785 h 1289901"/>
                    <a:gd name="connsiteX3" fmla="*/ 833625 w 1040633"/>
                    <a:gd name="connsiteY3" fmla="*/ 1219697 h 1289901"/>
                    <a:gd name="connsiteX4" fmla="*/ 139870 w 1040633"/>
                    <a:gd name="connsiteY4" fmla="*/ 1191723 h 1289901"/>
                    <a:gd name="connsiteX0" fmla="*/ 139870 w 1040633"/>
                    <a:gd name="connsiteY0" fmla="*/ 1191723 h 1219697"/>
                    <a:gd name="connsiteX1" fmla="*/ 0 w 1040633"/>
                    <a:gd name="connsiteY1" fmla="*/ 0 h 1219697"/>
                    <a:gd name="connsiteX2" fmla="*/ 1040633 w 1040633"/>
                    <a:gd name="connsiteY2" fmla="*/ 16785 h 1219697"/>
                    <a:gd name="connsiteX3" fmla="*/ 833625 w 1040633"/>
                    <a:gd name="connsiteY3" fmla="*/ 1219697 h 1219697"/>
                    <a:gd name="connsiteX4" fmla="*/ 139870 w 1040633"/>
                    <a:gd name="connsiteY4" fmla="*/ 1191723 h 1219697"/>
                    <a:gd name="connsiteX0" fmla="*/ 139870 w 1040633"/>
                    <a:gd name="connsiteY0" fmla="*/ 1191723 h 1191723"/>
                    <a:gd name="connsiteX1" fmla="*/ 0 w 1040633"/>
                    <a:gd name="connsiteY1" fmla="*/ 0 h 1191723"/>
                    <a:gd name="connsiteX2" fmla="*/ 1040633 w 1040633"/>
                    <a:gd name="connsiteY2" fmla="*/ 16785 h 1191723"/>
                    <a:gd name="connsiteX3" fmla="*/ 671988 w 1040633"/>
                    <a:gd name="connsiteY3" fmla="*/ 1158121 h 1191723"/>
                    <a:gd name="connsiteX4" fmla="*/ 139870 w 1040633"/>
                    <a:gd name="connsiteY4" fmla="*/ 1191723 h 1191723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1040633"/>
                    <a:gd name="connsiteY0" fmla="*/ 1160935 h 1160935"/>
                    <a:gd name="connsiteX1" fmla="*/ 0 w 1040633"/>
                    <a:gd name="connsiteY1" fmla="*/ 0 h 1160935"/>
                    <a:gd name="connsiteX2" fmla="*/ 1040633 w 1040633"/>
                    <a:gd name="connsiteY2" fmla="*/ 16785 h 1160935"/>
                    <a:gd name="connsiteX3" fmla="*/ 671988 w 1040633"/>
                    <a:gd name="connsiteY3" fmla="*/ 1158121 h 1160935"/>
                    <a:gd name="connsiteX4" fmla="*/ 363082 w 1040633"/>
                    <a:gd name="connsiteY4" fmla="*/ 1160935 h 1160935"/>
                    <a:gd name="connsiteX0" fmla="*/ 363082 w 778664"/>
                    <a:gd name="connsiteY0" fmla="*/ 1160935 h 1160935"/>
                    <a:gd name="connsiteX1" fmla="*/ 0 w 778664"/>
                    <a:gd name="connsiteY1" fmla="*/ 0 h 1160935"/>
                    <a:gd name="connsiteX2" fmla="*/ 778664 w 778664"/>
                    <a:gd name="connsiteY2" fmla="*/ 130682 h 1160935"/>
                    <a:gd name="connsiteX3" fmla="*/ 671988 w 778664"/>
                    <a:gd name="connsiteY3" fmla="*/ 1158121 h 1160935"/>
                    <a:gd name="connsiteX4" fmla="*/ 363082 w 778664"/>
                    <a:gd name="connsiteY4" fmla="*/ 1160935 h 1160935"/>
                    <a:gd name="connsiteX0" fmla="*/ 363082 w 778664"/>
                    <a:gd name="connsiteY0" fmla="*/ 1160935 h 1160935"/>
                    <a:gd name="connsiteX1" fmla="*/ 0 w 778664"/>
                    <a:gd name="connsiteY1" fmla="*/ 0 h 1160935"/>
                    <a:gd name="connsiteX2" fmla="*/ 778664 w 778664"/>
                    <a:gd name="connsiteY2" fmla="*/ 130682 h 1160935"/>
                    <a:gd name="connsiteX3" fmla="*/ 694768 w 778664"/>
                    <a:gd name="connsiteY3" fmla="*/ 1112562 h 1160935"/>
                    <a:gd name="connsiteX4" fmla="*/ 363082 w 778664"/>
                    <a:gd name="connsiteY4" fmla="*/ 1160935 h 1160935"/>
                    <a:gd name="connsiteX0" fmla="*/ 363082 w 778664"/>
                    <a:gd name="connsiteY0" fmla="*/ 1160935 h 1160935"/>
                    <a:gd name="connsiteX1" fmla="*/ 0 w 778664"/>
                    <a:gd name="connsiteY1" fmla="*/ 0 h 1160935"/>
                    <a:gd name="connsiteX2" fmla="*/ 778664 w 778664"/>
                    <a:gd name="connsiteY2" fmla="*/ 130682 h 1160935"/>
                    <a:gd name="connsiteX3" fmla="*/ 694768 w 778664"/>
                    <a:gd name="connsiteY3" fmla="*/ 1112562 h 1160935"/>
                    <a:gd name="connsiteX4" fmla="*/ 363082 w 778664"/>
                    <a:gd name="connsiteY4" fmla="*/ 1160935 h 1160935"/>
                    <a:gd name="connsiteX0" fmla="*/ 397252 w 778664"/>
                    <a:gd name="connsiteY0" fmla="*/ 1103987 h 1112562"/>
                    <a:gd name="connsiteX1" fmla="*/ 0 w 778664"/>
                    <a:gd name="connsiteY1" fmla="*/ 0 h 1112562"/>
                    <a:gd name="connsiteX2" fmla="*/ 778664 w 778664"/>
                    <a:gd name="connsiteY2" fmla="*/ 130682 h 1112562"/>
                    <a:gd name="connsiteX3" fmla="*/ 694768 w 778664"/>
                    <a:gd name="connsiteY3" fmla="*/ 1112562 h 1112562"/>
                    <a:gd name="connsiteX4" fmla="*/ 397252 w 778664"/>
                    <a:gd name="connsiteY4" fmla="*/ 1103987 h 1112562"/>
                    <a:gd name="connsiteX0" fmla="*/ 397252 w 778664"/>
                    <a:gd name="connsiteY0" fmla="*/ 1103987 h 1112562"/>
                    <a:gd name="connsiteX1" fmla="*/ 0 w 778664"/>
                    <a:gd name="connsiteY1" fmla="*/ 0 h 1112562"/>
                    <a:gd name="connsiteX2" fmla="*/ 778664 w 778664"/>
                    <a:gd name="connsiteY2" fmla="*/ 130682 h 1112562"/>
                    <a:gd name="connsiteX3" fmla="*/ 694768 w 778664"/>
                    <a:gd name="connsiteY3" fmla="*/ 1112562 h 1112562"/>
                    <a:gd name="connsiteX4" fmla="*/ 397252 w 778664"/>
                    <a:gd name="connsiteY4" fmla="*/ 1103987 h 1112562"/>
                    <a:gd name="connsiteX0" fmla="*/ 397252 w 778664"/>
                    <a:gd name="connsiteY0" fmla="*/ 1103987 h 1112562"/>
                    <a:gd name="connsiteX1" fmla="*/ 0 w 778664"/>
                    <a:gd name="connsiteY1" fmla="*/ 0 h 1112562"/>
                    <a:gd name="connsiteX2" fmla="*/ 778664 w 778664"/>
                    <a:gd name="connsiteY2" fmla="*/ 130682 h 1112562"/>
                    <a:gd name="connsiteX3" fmla="*/ 694768 w 778664"/>
                    <a:gd name="connsiteY3" fmla="*/ 1112562 h 1112562"/>
                    <a:gd name="connsiteX4" fmla="*/ 397252 w 778664"/>
                    <a:gd name="connsiteY4" fmla="*/ 1103987 h 1112562"/>
                    <a:gd name="connsiteX0" fmla="*/ 123893 w 505305"/>
                    <a:gd name="connsiteY0" fmla="*/ 973305 h 981880"/>
                    <a:gd name="connsiteX1" fmla="*/ 0 w 505305"/>
                    <a:gd name="connsiteY1" fmla="*/ 28773 h 981880"/>
                    <a:gd name="connsiteX2" fmla="*/ 505305 w 505305"/>
                    <a:gd name="connsiteY2" fmla="*/ 0 h 981880"/>
                    <a:gd name="connsiteX3" fmla="*/ 421409 w 505305"/>
                    <a:gd name="connsiteY3" fmla="*/ 981880 h 981880"/>
                    <a:gd name="connsiteX4" fmla="*/ 123893 w 505305"/>
                    <a:gd name="connsiteY4" fmla="*/ 973305 h 981880"/>
                    <a:gd name="connsiteX0" fmla="*/ 123893 w 505305"/>
                    <a:gd name="connsiteY0" fmla="*/ 973305 h 981880"/>
                    <a:gd name="connsiteX1" fmla="*/ 0 w 505305"/>
                    <a:gd name="connsiteY1" fmla="*/ 28773 h 981880"/>
                    <a:gd name="connsiteX2" fmla="*/ 505305 w 505305"/>
                    <a:gd name="connsiteY2" fmla="*/ 0 h 981880"/>
                    <a:gd name="connsiteX3" fmla="*/ 421409 w 505305"/>
                    <a:gd name="connsiteY3" fmla="*/ 981880 h 981880"/>
                    <a:gd name="connsiteX4" fmla="*/ 123893 w 505305"/>
                    <a:gd name="connsiteY4" fmla="*/ 973305 h 981880"/>
                    <a:gd name="connsiteX0" fmla="*/ 123893 w 505305"/>
                    <a:gd name="connsiteY0" fmla="*/ 973305 h 981880"/>
                    <a:gd name="connsiteX1" fmla="*/ 0 w 505305"/>
                    <a:gd name="connsiteY1" fmla="*/ 28773 h 981880"/>
                    <a:gd name="connsiteX2" fmla="*/ 505305 w 505305"/>
                    <a:gd name="connsiteY2" fmla="*/ 0 h 981880"/>
                    <a:gd name="connsiteX3" fmla="*/ 421409 w 505305"/>
                    <a:gd name="connsiteY3" fmla="*/ 981880 h 981880"/>
                    <a:gd name="connsiteX4" fmla="*/ 123893 w 505305"/>
                    <a:gd name="connsiteY4" fmla="*/ 973305 h 981880"/>
                    <a:gd name="connsiteX0" fmla="*/ 123893 w 505305"/>
                    <a:gd name="connsiteY0" fmla="*/ 973305 h 981880"/>
                    <a:gd name="connsiteX1" fmla="*/ 0 w 505305"/>
                    <a:gd name="connsiteY1" fmla="*/ 28773 h 981880"/>
                    <a:gd name="connsiteX2" fmla="*/ 505305 w 505305"/>
                    <a:gd name="connsiteY2" fmla="*/ 0 h 981880"/>
                    <a:gd name="connsiteX3" fmla="*/ 421409 w 505305"/>
                    <a:gd name="connsiteY3" fmla="*/ 981880 h 981880"/>
                    <a:gd name="connsiteX4" fmla="*/ 123893 w 505305"/>
                    <a:gd name="connsiteY4" fmla="*/ 973305 h 981880"/>
                    <a:gd name="connsiteX0" fmla="*/ 118198 w 499610"/>
                    <a:gd name="connsiteY0" fmla="*/ 973305 h 981880"/>
                    <a:gd name="connsiteX1" fmla="*/ 0 w 499610"/>
                    <a:gd name="connsiteY1" fmla="*/ 11688 h 981880"/>
                    <a:gd name="connsiteX2" fmla="*/ 499610 w 499610"/>
                    <a:gd name="connsiteY2" fmla="*/ 0 h 981880"/>
                    <a:gd name="connsiteX3" fmla="*/ 415714 w 499610"/>
                    <a:gd name="connsiteY3" fmla="*/ 981880 h 981880"/>
                    <a:gd name="connsiteX4" fmla="*/ 118198 w 499610"/>
                    <a:gd name="connsiteY4" fmla="*/ 973305 h 981880"/>
                    <a:gd name="connsiteX0" fmla="*/ 118198 w 499610"/>
                    <a:gd name="connsiteY0" fmla="*/ 973305 h 981880"/>
                    <a:gd name="connsiteX1" fmla="*/ 0 w 499610"/>
                    <a:gd name="connsiteY1" fmla="*/ 11688 h 981880"/>
                    <a:gd name="connsiteX2" fmla="*/ 499610 w 499610"/>
                    <a:gd name="connsiteY2" fmla="*/ 0 h 981880"/>
                    <a:gd name="connsiteX3" fmla="*/ 415714 w 499610"/>
                    <a:gd name="connsiteY3" fmla="*/ 981880 h 981880"/>
                    <a:gd name="connsiteX4" fmla="*/ 118198 w 499610"/>
                    <a:gd name="connsiteY4" fmla="*/ 973305 h 981880"/>
                    <a:gd name="connsiteX0" fmla="*/ 118198 w 499610"/>
                    <a:gd name="connsiteY0" fmla="*/ 973305 h 981880"/>
                    <a:gd name="connsiteX1" fmla="*/ 0 w 499610"/>
                    <a:gd name="connsiteY1" fmla="*/ 11688 h 981880"/>
                    <a:gd name="connsiteX2" fmla="*/ 499610 w 499610"/>
                    <a:gd name="connsiteY2" fmla="*/ 0 h 981880"/>
                    <a:gd name="connsiteX3" fmla="*/ 415714 w 499610"/>
                    <a:gd name="connsiteY3" fmla="*/ 981880 h 981880"/>
                    <a:gd name="connsiteX4" fmla="*/ 118198 w 499610"/>
                    <a:gd name="connsiteY4" fmla="*/ 973305 h 981880"/>
                    <a:gd name="connsiteX0" fmla="*/ 118198 w 499610"/>
                    <a:gd name="connsiteY0" fmla="*/ 973305 h 981880"/>
                    <a:gd name="connsiteX1" fmla="*/ 0 w 499610"/>
                    <a:gd name="connsiteY1" fmla="*/ 11688 h 981880"/>
                    <a:gd name="connsiteX2" fmla="*/ 499610 w 499610"/>
                    <a:gd name="connsiteY2" fmla="*/ 0 h 981880"/>
                    <a:gd name="connsiteX3" fmla="*/ 415714 w 499610"/>
                    <a:gd name="connsiteY3" fmla="*/ 981880 h 981880"/>
                    <a:gd name="connsiteX4" fmla="*/ 118198 w 499610"/>
                    <a:gd name="connsiteY4" fmla="*/ 973305 h 981880"/>
                    <a:gd name="connsiteX0" fmla="*/ 118198 w 499610"/>
                    <a:gd name="connsiteY0" fmla="*/ 973305 h 981880"/>
                    <a:gd name="connsiteX1" fmla="*/ 0 w 499610"/>
                    <a:gd name="connsiteY1" fmla="*/ 11688 h 981880"/>
                    <a:gd name="connsiteX2" fmla="*/ 499610 w 499610"/>
                    <a:gd name="connsiteY2" fmla="*/ 0 h 981880"/>
                    <a:gd name="connsiteX3" fmla="*/ 415714 w 499610"/>
                    <a:gd name="connsiteY3" fmla="*/ 981880 h 981880"/>
                    <a:gd name="connsiteX4" fmla="*/ 118198 w 499610"/>
                    <a:gd name="connsiteY4" fmla="*/ 973305 h 981880"/>
                    <a:gd name="connsiteX0" fmla="*/ 11819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18198 w 499610"/>
                    <a:gd name="connsiteY4" fmla="*/ 973305 h 976186"/>
                    <a:gd name="connsiteX0" fmla="*/ 11819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18198 w 499610"/>
                    <a:gd name="connsiteY4" fmla="*/ 973305 h 976186"/>
                    <a:gd name="connsiteX0" fmla="*/ 19792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97928 w 499610"/>
                    <a:gd name="connsiteY4" fmla="*/ 973305 h 976186"/>
                    <a:gd name="connsiteX0" fmla="*/ 19792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97928 w 499610"/>
                    <a:gd name="connsiteY4" fmla="*/ 973305 h 976186"/>
                    <a:gd name="connsiteX0" fmla="*/ 19792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97928 w 499610"/>
                    <a:gd name="connsiteY4" fmla="*/ 973305 h 976186"/>
                    <a:gd name="connsiteX0" fmla="*/ 197928 w 499610"/>
                    <a:gd name="connsiteY0" fmla="*/ 973305 h 976186"/>
                    <a:gd name="connsiteX1" fmla="*/ 0 w 499610"/>
                    <a:gd name="connsiteY1" fmla="*/ 11688 h 976186"/>
                    <a:gd name="connsiteX2" fmla="*/ 499610 w 499610"/>
                    <a:gd name="connsiteY2" fmla="*/ 0 h 976186"/>
                    <a:gd name="connsiteX3" fmla="*/ 273339 w 499610"/>
                    <a:gd name="connsiteY3" fmla="*/ 976186 h 976186"/>
                    <a:gd name="connsiteX4" fmla="*/ 197928 w 499610"/>
                    <a:gd name="connsiteY4" fmla="*/ 973305 h 976186"/>
                    <a:gd name="connsiteX0" fmla="*/ 197928 w 621064"/>
                    <a:gd name="connsiteY0" fmla="*/ 973305 h 973305"/>
                    <a:gd name="connsiteX1" fmla="*/ 0 w 621064"/>
                    <a:gd name="connsiteY1" fmla="*/ 11688 h 973305"/>
                    <a:gd name="connsiteX2" fmla="*/ 499610 w 621064"/>
                    <a:gd name="connsiteY2" fmla="*/ 0 h 973305"/>
                    <a:gd name="connsiteX3" fmla="*/ 558839 w 621064"/>
                    <a:gd name="connsiteY3" fmla="*/ 754682 h 973305"/>
                    <a:gd name="connsiteX4" fmla="*/ 197928 w 621064"/>
                    <a:gd name="connsiteY4" fmla="*/ 973305 h 973305"/>
                    <a:gd name="connsiteX0" fmla="*/ 197928 w 558839"/>
                    <a:gd name="connsiteY0" fmla="*/ 973305 h 973305"/>
                    <a:gd name="connsiteX1" fmla="*/ 0 w 558839"/>
                    <a:gd name="connsiteY1" fmla="*/ 11688 h 973305"/>
                    <a:gd name="connsiteX2" fmla="*/ 499610 w 558839"/>
                    <a:gd name="connsiteY2" fmla="*/ 0 h 973305"/>
                    <a:gd name="connsiteX3" fmla="*/ 558839 w 558839"/>
                    <a:gd name="connsiteY3" fmla="*/ 754682 h 973305"/>
                    <a:gd name="connsiteX4" fmla="*/ 197928 w 558839"/>
                    <a:gd name="connsiteY4" fmla="*/ 973305 h 973305"/>
                    <a:gd name="connsiteX0" fmla="*/ 197928 w 558839"/>
                    <a:gd name="connsiteY0" fmla="*/ 973305 h 973305"/>
                    <a:gd name="connsiteX1" fmla="*/ 0 w 558839"/>
                    <a:gd name="connsiteY1" fmla="*/ 11688 h 973305"/>
                    <a:gd name="connsiteX2" fmla="*/ 499610 w 558839"/>
                    <a:gd name="connsiteY2" fmla="*/ 0 h 973305"/>
                    <a:gd name="connsiteX3" fmla="*/ 558839 w 558839"/>
                    <a:gd name="connsiteY3" fmla="*/ 754682 h 973305"/>
                    <a:gd name="connsiteX4" fmla="*/ 197928 w 558839"/>
                    <a:gd name="connsiteY4" fmla="*/ 973305 h 973305"/>
                    <a:gd name="connsiteX0" fmla="*/ 370213 w 558839"/>
                    <a:gd name="connsiteY0" fmla="*/ 796102 h 796102"/>
                    <a:gd name="connsiteX1" fmla="*/ 0 w 558839"/>
                    <a:gd name="connsiteY1" fmla="*/ 11688 h 796102"/>
                    <a:gd name="connsiteX2" fmla="*/ 499610 w 558839"/>
                    <a:gd name="connsiteY2" fmla="*/ 0 h 796102"/>
                    <a:gd name="connsiteX3" fmla="*/ 558839 w 558839"/>
                    <a:gd name="connsiteY3" fmla="*/ 754682 h 796102"/>
                    <a:gd name="connsiteX4" fmla="*/ 370213 w 558839"/>
                    <a:gd name="connsiteY4" fmla="*/ 796102 h 796102"/>
                    <a:gd name="connsiteX0" fmla="*/ 370213 w 558839"/>
                    <a:gd name="connsiteY0" fmla="*/ 796102 h 796102"/>
                    <a:gd name="connsiteX1" fmla="*/ 0 w 558839"/>
                    <a:gd name="connsiteY1" fmla="*/ 11688 h 796102"/>
                    <a:gd name="connsiteX2" fmla="*/ 499610 w 558839"/>
                    <a:gd name="connsiteY2" fmla="*/ 0 h 796102"/>
                    <a:gd name="connsiteX3" fmla="*/ 558839 w 558839"/>
                    <a:gd name="connsiteY3" fmla="*/ 754682 h 796102"/>
                    <a:gd name="connsiteX4" fmla="*/ 370213 w 558839"/>
                    <a:gd name="connsiteY4" fmla="*/ 796102 h 796102"/>
                    <a:gd name="connsiteX0" fmla="*/ 370213 w 558839"/>
                    <a:gd name="connsiteY0" fmla="*/ 796102 h 796102"/>
                    <a:gd name="connsiteX1" fmla="*/ 0 w 558839"/>
                    <a:gd name="connsiteY1" fmla="*/ 11688 h 796102"/>
                    <a:gd name="connsiteX2" fmla="*/ 499610 w 558839"/>
                    <a:gd name="connsiteY2" fmla="*/ 0 h 796102"/>
                    <a:gd name="connsiteX3" fmla="*/ 558839 w 558839"/>
                    <a:gd name="connsiteY3" fmla="*/ 754682 h 796102"/>
                    <a:gd name="connsiteX4" fmla="*/ 370213 w 558839"/>
                    <a:gd name="connsiteY4" fmla="*/ 796102 h 796102"/>
                    <a:gd name="connsiteX0" fmla="*/ 370213 w 558839"/>
                    <a:gd name="connsiteY0" fmla="*/ 1315828 h 1315828"/>
                    <a:gd name="connsiteX1" fmla="*/ 0 w 558839"/>
                    <a:gd name="connsiteY1" fmla="*/ 531414 h 1315828"/>
                    <a:gd name="connsiteX2" fmla="*/ 506930 w 558839"/>
                    <a:gd name="connsiteY2" fmla="*/ 0 h 1315828"/>
                    <a:gd name="connsiteX3" fmla="*/ 558839 w 558839"/>
                    <a:gd name="connsiteY3" fmla="*/ 1274408 h 1315828"/>
                    <a:gd name="connsiteX4" fmla="*/ 370213 w 558839"/>
                    <a:gd name="connsiteY4" fmla="*/ 1315828 h 1315828"/>
                    <a:gd name="connsiteX0" fmla="*/ 384853 w 573479"/>
                    <a:gd name="connsiteY0" fmla="*/ 1326654 h 1326654"/>
                    <a:gd name="connsiteX1" fmla="*/ 0 w 573479"/>
                    <a:gd name="connsiteY1" fmla="*/ 554 h 1326654"/>
                    <a:gd name="connsiteX2" fmla="*/ 521570 w 573479"/>
                    <a:gd name="connsiteY2" fmla="*/ 10826 h 1326654"/>
                    <a:gd name="connsiteX3" fmla="*/ 573479 w 573479"/>
                    <a:gd name="connsiteY3" fmla="*/ 1285234 h 1326654"/>
                    <a:gd name="connsiteX4" fmla="*/ 384853 w 573479"/>
                    <a:gd name="connsiteY4" fmla="*/ 1326654 h 1326654"/>
                    <a:gd name="connsiteX0" fmla="*/ 384853 w 573479"/>
                    <a:gd name="connsiteY0" fmla="*/ 1326654 h 1326654"/>
                    <a:gd name="connsiteX1" fmla="*/ 0 w 573479"/>
                    <a:gd name="connsiteY1" fmla="*/ 554 h 1326654"/>
                    <a:gd name="connsiteX2" fmla="*/ 521570 w 573479"/>
                    <a:gd name="connsiteY2" fmla="*/ 10826 h 1326654"/>
                    <a:gd name="connsiteX3" fmla="*/ 573479 w 573479"/>
                    <a:gd name="connsiteY3" fmla="*/ 1285234 h 1326654"/>
                    <a:gd name="connsiteX4" fmla="*/ 384853 w 573479"/>
                    <a:gd name="connsiteY4" fmla="*/ 1326654 h 1326654"/>
                    <a:gd name="connsiteX0" fmla="*/ 384853 w 573479"/>
                    <a:gd name="connsiteY0" fmla="*/ 1326654 h 1326654"/>
                    <a:gd name="connsiteX1" fmla="*/ 0 w 573479"/>
                    <a:gd name="connsiteY1" fmla="*/ 554 h 1326654"/>
                    <a:gd name="connsiteX2" fmla="*/ 521570 w 573479"/>
                    <a:gd name="connsiteY2" fmla="*/ 10826 h 1326654"/>
                    <a:gd name="connsiteX3" fmla="*/ 573479 w 573479"/>
                    <a:gd name="connsiteY3" fmla="*/ 1285234 h 1326654"/>
                    <a:gd name="connsiteX4" fmla="*/ 384853 w 573479"/>
                    <a:gd name="connsiteY4" fmla="*/ 1326654 h 1326654"/>
                    <a:gd name="connsiteX0" fmla="*/ 384853 w 573479"/>
                    <a:gd name="connsiteY0" fmla="*/ 1326654 h 1326654"/>
                    <a:gd name="connsiteX1" fmla="*/ 0 w 573479"/>
                    <a:gd name="connsiteY1" fmla="*/ 554 h 1326654"/>
                    <a:gd name="connsiteX2" fmla="*/ 521570 w 573479"/>
                    <a:gd name="connsiteY2" fmla="*/ 10826 h 1326654"/>
                    <a:gd name="connsiteX3" fmla="*/ 573479 w 573479"/>
                    <a:gd name="connsiteY3" fmla="*/ 1285234 h 1326654"/>
                    <a:gd name="connsiteX4" fmla="*/ 384853 w 573479"/>
                    <a:gd name="connsiteY4" fmla="*/ 1326654 h 1326654"/>
                    <a:gd name="connsiteX0" fmla="*/ 384853 w 573479"/>
                    <a:gd name="connsiteY0" fmla="*/ 1326654 h 1326654"/>
                    <a:gd name="connsiteX1" fmla="*/ 0 w 573479"/>
                    <a:gd name="connsiteY1" fmla="*/ 554 h 1326654"/>
                    <a:gd name="connsiteX2" fmla="*/ 521570 w 573479"/>
                    <a:gd name="connsiteY2" fmla="*/ 10826 h 1326654"/>
                    <a:gd name="connsiteX3" fmla="*/ 573479 w 573479"/>
                    <a:gd name="connsiteY3" fmla="*/ 1285234 h 1326654"/>
                    <a:gd name="connsiteX4" fmla="*/ 384853 w 573479"/>
                    <a:gd name="connsiteY4" fmla="*/ 1326654 h 1326654"/>
                    <a:gd name="connsiteX0" fmla="*/ 384853 w 573479"/>
                    <a:gd name="connsiteY0" fmla="*/ 1326654 h 1326654"/>
                    <a:gd name="connsiteX1" fmla="*/ 0 w 573479"/>
                    <a:gd name="connsiteY1" fmla="*/ 554 h 1326654"/>
                    <a:gd name="connsiteX2" fmla="*/ 521570 w 573479"/>
                    <a:gd name="connsiteY2" fmla="*/ 10826 h 1326654"/>
                    <a:gd name="connsiteX3" fmla="*/ 573479 w 573479"/>
                    <a:gd name="connsiteY3" fmla="*/ 1285234 h 1326654"/>
                    <a:gd name="connsiteX4" fmla="*/ 384853 w 573479"/>
                    <a:gd name="connsiteY4" fmla="*/ 1326654 h 1326654"/>
                    <a:gd name="connsiteX0" fmla="*/ 384853 w 588119"/>
                    <a:gd name="connsiteY0" fmla="*/ 1326654 h 1326654"/>
                    <a:gd name="connsiteX1" fmla="*/ 0 w 588119"/>
                    <a:gd name="connsiteY1" fmla="*/ 554 h 1326654"/>
                    <a:gd name="connsiteX2" fmla="*/ 521570 w 588119"/>
                    <a:gd name="connsiteY2" fmla="*/ 10826 h 1326654"/>
                    <a:gd name="connsiteX3" fmla="*/ 588119 w 588119"/>
                    <a:gd name="connsiteY3" fmla="*/ 1321835 h 1326654"/>
                    <a:gd name="connsiteX4" fmla="*/ 384853 w 588119"/>
                    <a:gd name="connsiteY4" fmla="*/ 1326654 h 1326654"/>
                    <a:gd name="connsiteX0" fmla="*/ 384853 w 588119"/>
                    <a:gd name="connsiteY0" fmla="*/ 1326654 h 1326654"/>
                    <a:gd name="connsiteX1" fmla="*/ 0 w 588119"/>
                    <a:gd name="connsiteY1" fmla="*/ 554 h 1326654"/>
                    <a:gd name="connsiteX2" fmla="*/ 521570 w 588119"/>
                    <a:gd name="connsiteY2" fmla="*/ 10826 h 1326654"/>
                    <a:gd name="connsiteX3" fmla="*/ 588119 w 588119"/>
                    <a:gd name="connsiteY3" fmla="*/ 1321835 h 1326654"/>
                    <a:gd name="connsiteX4" fmla="*/ 384853 w 588119"/>
                    <a:gd name="connsiteY4" fmla="*/ 1326654 h 1326654"/>
                    <a:gd name="connsiteX0" fmla="*/ 384853 w 588119"/>
                    <a:gd name="connsiteY0" fmla="*/ 1326148 h 1326148"/>
                    <a:gd name="connsiteX1" fmla="*/ 0 w 588119"/>
                    <a:gd name="connsiteY1" fmla="*/ 48 h 1326148"/>
                    <a:gd name="connsiteX2" fmla="*/ 521570 w 588119"/>
                    <a:gd name="connsiteY2" fmla="*/ 228243 h 1326148"/>
                    <a:gd name="connsiteX3" fmla="*/ 588119 w 588119"/>
                    <a:gd name="connsiteY3" fmla="*/ 1321329 h 1326148"/>
                    <a:gd name="connsiteX4" fmla="*/ 384853 w 588119"/>
                    <a:gd name="connsiteY4" fmla="*/ 1326148 h 1326148"/>
                    <a:gd name="connsiteX0" fmla="*/ 384853 w 588119"/>
                    <a:gd name="connsiteY0" fmla="*/ 1326148 h 1326148"/>
                    <a:gd name="connsiteX1" fmla="*/ 0 w 588119"/>
                    <a:gd name="connsiteY1" fmla="*/ 48 h 1326148"/>
                    <a:gd name="connsiteX2" fmla="*/ 521570 w 588119"/>
                    <a:gd name="connsiteY2" fmla="*/ 228243 h 1326148"/>
                    <a:gd name="connsiteX3" fmla="*/ 588119 w 588119"/>
                    <a:gd name="connsiteY3" fmla="*/ 1321329 h 1326148"/>
                    <a:gd name="connsiteX4" fmla="*/ 384853 w 588119"/>
                    <a:gd name="connsiteY4" fmla="*/ 1326148 h 1326148"/>
                    <a:gd name="connsiteX0" fmla="*/ 384853 w 588119"/>
                    <a:gd name="connsiteY0" fmla="*/ 1326148 h 1326148"/>
                    <a:gd name="connsiteX1" fmla="*/ 0 w 588119"/>
                    <a:gd name="connsiteY1" fmla="*/ 48 h 1326148"/>
                    <a:gd name="connsiteX2" fmla="*/ 521570 w 588119"/>
                    <a:gd name="connsiteY2" fmla="*/ 228243 h 1326148"/>
                    <a:gd name="connsiteX3" fmla="*/ 588119 w 588119"/>
                    <a:gd name="connsiteY3" fmla="*/ 1321329 h 1326148"/>
                    <a:gd name="connsiteX4" fmla="*/ 384853 w 588119"/>
                    <a:gd name="connsiteY4" fmla="*/ 1326148 h 1326148"/>
                    <a:gd name="connsiteX0" fmla="*/ 366066 w 569332"/>
                    <a:gd name="connsiteY0" fmla="*/ 1097905 h 1097905"/>
                    <a:gd name="connsiteX1" fmla="*/ 0 w 569332"/>
                    <a:gd name="connsiteY1" fmla="*/ 4757 h 1097905"/>
                    <a:gd name="connsiteX2" fmla="*/ 502783 w 569332"/>
                    <a:gd name="connsiteY2" fmla="*/ 0 h 1097905"/>
                    <a:gd name="connsiteX3" fmla="*/ 569332 w 569332"/>
                    <a:gd name="connsiteY3" fmla="*/ 1093086 h 1097905"/>
                    <a:gd name="connsiteX4" fmla="*/ 366066 w 569332"/>
                    <a:gd name="connsiteY4" fmla="*/ 1097905 h 1097905"/>
                    <a:gd name="connsiteX0" fmla="*/ 366066 w 569332"/>
                    <a:gd name="connsiteY0" fmla="*/ 1097905 h 1097905"/>
                    <a:gd name="connsiteX1" fmla="*/ 0 w 569332"/>
                    <a:gd name="connsiteY1" fmla="*/ 4757 h 1097905"/>
                    <a:gd name="connsiteX2" fmla="*/ 502783 w 569332"/>
                    <a:gd name="connsiteY2" fmla="*/ 0 h 1097905"/>
                    <a:gd name="connsiteX3" fmla="*/ 569332 w 569332"/>
                    <a:gd name="connsiteY3" fmla="*/ 1093086 h 1097905"/>
                    <a:gd name="connsiteX4" fmla="*/ 366066 w 569332"/>
                    <a:gd name="connsiteY4" fmla="*/ 1097905 h 1097905"/>
                    <a:gd name="connsiteX0" fmla="*/ 366066 w 569332"/>
                    <a:gd name="connsiteY0" fmla="*/ 1097905 h 1097905"/>
                    <a:gd name="connsiteX1" fmla="*/ 0 w 569332"/>
                    <a:gd name="connsiteY1" fmla="*/ 4757 h 1097905"/>
                    <a:gd name="connsiteX2" fmla="*/ 502783 w 569332"/>
                    <a:gd name="connsiteY2" fmla="*/ 0 h 1097905"/>
                    <a:gd name="connsiteX3" fmla="*/ 569332 w 569332"/>
                    <a:gd name="connsiteY3" fmla="*/ 1093086 h 1097905"/>
                    <a:gd name="connsiteX4" fmla="*/ 366066 w 569332"/>
                    <a:gd name="connsiteY4" fmla="*/ 1097905 h 1097905"/>
                    <a:gd name="connsiteX0" fmla="*/ 366066 w 594113"/>
                    <a:gd name="connsiteY0" fmla="*/ 1097905 h 1179971"/>
                    <a:gd name="connsiteX1" fmla="*/ 0 w 594113"/>
                    <a:gd name="connsiteY1" fmla="*/ 4757 h 1179971"/>
                    <a:gd name="connsiteX2" fmla="*/ 502783 w 594113"/>
                    <a:gd name="connsiteY2" fmla="*/ 0 h 1179971"/>
                    <a:gd name="connsiteX3" fmla="*/ 594113 w 594113"/>
                    <a:gd name="connsiteY3" fmla="*/ 1179818 h 1179971"/>
                    <a:gd name="connsiteX4" fmla="*/ 366066 w 594113"/>
                    <a:gd name="connsiteY4" fmla="*/ 1097905 h 1179971"/>
                    <a:gd name="connsiteX0" fmla="*/ 403236 w 594113"/>
                    <a:gd name="connsiteY0" fmla="*/ 1215612 h 1215612"/>
                    <a:gd name="connsiteX1" fmla="*/ 0 w 594113"/>
                    <a:gd name="connsiteY1" fmla="*/ 4757 h 1215612"/>
                    <a:gd name="connsiteX2" fmla="*/ 502783 w 594113"/>
                    <a:gd name="connsiteY2" fmla="*/ 0 h 1215612"/>
                    <a:gd name="connsiteX3" fmla="*/ 594113 w 594113"/>
                    <a:gd name="connsiteY3" fmla="*/ 1179818 h 1215612"/>
                    <a:gd name="connsiteX4" fmla="*/ 403236 w 594113"/>
                    <a:gd name="connsiteY4" fmla="*/ 1215612 h 1215612"/>
                    <a:gd name="connsiteX0" fmla="*/ 403236 w 574100"/>
                    <a:gd name="connsiteY0" fmla="*/ 1215612 h 1215612"/>
                    <a:gd name="connsiteX1" fmla="*/ 0 w 574100"/>
                    <a:gd name="connsiteY1" fmla="*/ 4757 h 1215612"/>
                    <a:gd name="connsiteX2" fmla="*/ 502783 w 574100"/>
                    <a:gd name="connsiteY2" fmla="*/ 0 h 1215612"/>
                    <a:gd name="connsiteX3" fmla="*/ 574100 w 574100"/>
                    <a:gd name="connsiteY3" fmla="*/ 1014877 h 1215612"/>
                    <a:gd name="connsiteX4" fmla="*/ 403236 w 574100"/>
                    <a:gd name="connsiteY4" fmla="*/ 1215612 h 1215612"/>
                    <a:gd name="connsiteX0" fmla="*/ 333190 w 574100"/>
                    <a:gd name="connsiteY0" fmla="*/ 985695 h 1015244"/>
                    <a:gd name="connsiteX1" fmla="*/ 0 w 574100"/>
                    <a:gd name="connsiteY1" fmla="*/ 4757 h 1015244"/>
                    <a:gd name="connsiteX2" fmla="*/ 502783 w 574100"/>
                    <a:gd name="connsiteY2" fmla="*/ 0 h 1015244"/>
                    <a:gd name="connsiteX3" fmla="*/ 574100 w 574100"/>
                    <a:gd name="connsiteY3" fmla="*/ 1014877 h 1015244"/>
                    <a:gd name="connsiteX4" fmla="*/ 333190 w 574100"/>
                    <a:gd name="connsiteY4" fmla="*/ 985695 h 1015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4100" h="1015244">
                      <a:moveTo>
                        <a:pt x="333190" y="985695"/>
                      </a:moveTo>
                      <a:cubicBezTo>
                        <a:pt x="153901" y="433090"/>
                        <a:pt x="295574" y="908506"/>
                        <a:pt x="0" y="4757"/>
                      </a:cubicBezTo>
                      <a:cubicBezTo>
                        <a:pt x="166537" y="861"/>
                        <a:pt x="336246" y="3896"/>
                        <a:pt x="502783" y="0"/>
                      </a:cubicBezTo>
                      <a:cubicBezTo>
                        <a:pt x="555943" y="995541"/>
                        <a:pt x="537473" y="350120"/>
                        <a:pt x="574100" y="1014877"/>
                      </a:cubicBezTo>
                      <a:cubicBezTo>
                        <a:pt x="476415" y="1019182"/>
                        <a:pt x="529388" y="984229"/>
                        <a:pt x="333190" y="985695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FFFF">
                        <a:lumMod val="95000"/>
                        <a:alpha val="55000"/>
                      </a:srgbClr>
                    </a:gs>
                    <a:gs pos="100000">
                      <a:srgbClr val="FFFFFF">
                        <a:lumMod val="75000"/>
                      </a:srgbClr>
                    </a:gs>
                  </a:gsLst>
                  <a:lin ang="16200000" scaled="0"/>
                </a:gradFill>
                <a:ln w="9525" cap="flat" cmpd="sng" algn="ctr">
                  <a:solidFill>
                    <a:srgbClr val="FFFFFF">
                      <a:lumMod val="75000"/>
                    </a:srgbClr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grpSp>
              <p:nvGrpSpPr>
                <p:cNvPr id="508" name="Group 507">
                  <a:extLst>
                    <a:ext uri="{FF2B5EF4-FFF2-40B4-BE49-F238E27FC236}">
                      <a16:creationId xmlns:a16="http://schemas.microsoft.com/office/drawing/2014/main" id="{8FC16B8F-6700-054C-A170-9BD03044165E}"/>
                    </a:ext>
                  </a:extLst>
                </p:cNvPr>
                <p:cNvGrpSpPr/>
                <p:nvPr/>
              </p:nvGrpSpPr>
              <p:grpSpPr>
                <a:xfrm>
                  <a:off x="1856416" y="3709935"/>
                  <a:ext cx="1049338" cy="1739900"/>
                  <a:chOff x="1856416" y="3709935"/>
                  <a:chExt cx="1049338" cy="1739900"/>
                </a:xfrm>
              </p:grpSpPr>
              <p:sp>
                <p:nvSpPr>
                  <p:cNvPr id="593" name="Rectangle 592">
                    <a:extLst>
                      <a:ext uri="{FF2B5EF4-FFF2-40B4-BE49-F238E27FC236}">
                        <a16:creationId xmlns:a16="http://schemas.microsoft.com/office/drawing/2014/main" id="{2BEE1A12-C335-1D4D-91C9-FEB6C1040ED7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1867529" y="3957585"/>
                    <a:ext cx="1027112" cy="611090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  <a:alpha val="62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594" name="Group 498">
                    <a:extLst>
                      <a:ext uri="{FF2B5EF4-FFF2-40B4-BE49-F238E27FC236}">
                        <a16:creationId xmlns:a16="http://schemas.microsoft.com/office/drawing/2014/main" id="{BEFE5E65-2A61-044F-9B93-9366C8CED22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858805" y="5088863"/>
                    <a:ext cx="1035373" cy="360972"/>
                    <a:chOff x="4128636" y="3606589"/>
                    <a:chExt cx="568145" cy="338667"/>
                  </a:xfrm>
                </p:grpSpPr>
                <p:sp>
                  <p:nvSpPr>
                    <p:cNvPr id="608" name="Oval 607">
                      <a:extLst>
                        <a:ext uri="{FF2B5EF4-FFF2-40B4-BE49-F238E27FC236}">
                          <a16:creationId xmlns:a16="http://schemas.microsoft.com/office/drawing/2014/main" id="{7AF13E97-5B0D-914A-8801-F1496B880F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29067" y="3720356"/>
                      <a:ext cx="567968" cy="224900"/>
                    </a:xfrm>
                    <a:prstGeom prst="ellipse">
                      <a:avLst/>
                    </a:prstGeom>
                    <a:solidFill>
                      <a:srgbClr val="3333CC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09" name="Rectangle 608">
                      <a:extLst>
                        <a:ext uri="{FF2B5EF4-FFF2-40B4-BE49-F238E27FC236}">
                          <a16:creationId xmlns:a16="http://schemas.microsoft.com/office/drawing/2014/main" id="{98B014A3-18C1-6B43-897A-C8439EAF14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29067" y="3720356"/>
                      <a:ext cx="567968" cy="111705"/>
                    </a:xfrm>
                    <a:prstGeom prst="rect">
                      <a:avLst/>
                    </a:pr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10" name="Oval 609">
                      <a:extLst>
                        <a:ext uri="{FF2B5EF4-FFF2-40B4-BE49-F238E27FC236}">
                          <a16:creationId xmlns:a16="http://schemas.microsoft.com/office/drawing/2014/main" id="{B004449A-6A4A-9C42-BE72-A9DF2160EC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29067" y="3607161"/>
                      <a:ext cx="567968" cy="224900"/>
                    </a:xfrm>
                    <a:prstGeom prst="ellipse">
                      <a:avLst/>
                    </a:prstGeom>
                    <a:solidFill>
                      <a:srgbClr val="3333CC">
                        <a:lumMod val="60000"/>
                        <a:lumOff val="40000"/>
                        <a:alpha val="7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611" name="Straight Connector 610">
                      <a:extLst>
                        <a:ext uri="{FF2B5EF4-FFF2-40B4-BE49-F238E27FC236}">
                          <a16:creationId xmlns:a16="http://schemas.microsoft.com/office/drawing/2014/main" id="{50B68D52-14FC-3D41-B18D-DACFF1DCDFC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697035" y="3720356"/>
                      <a:ext cx="0" cy="111705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612" name="Straight Connector 611">
                      <a:extLst>
                        <a:ext uri="{FF2B5EF4-FFF2-40B4-BE49-F238E27FC236}">
                          <a16:creationId xmlns:a16="http://schemas.microsoft.com/office/drawing/2014/main" id="{5822DF61-F7C6-3746-AA39-123010E3C5F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129067" y="3720356"/>
                      <a:ext cx="0" cy="111705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/>
                  </p:spPr>
                </p:cxnSp>
              </p:grpSp>
              <p:sp>
                <p:nvSpPr>
                  <p:cNvPr id="595" name="Rectangle 594">
                    <a:extLst>
                      <a:ext uri="{FF2B5EF4-FFF2-40B4-BE49-F238E27FC236}">
                        <a16:creationId xmlns:a16="http://schemas.microsoft.com/office/drawing/2014/main" id="{5D920E34-9691-2C4D-AEA7-7E0C7835E89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7054" y="4704509"/>
                    <a:ext cx="1028700" cy="52307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60000"/>
                          <a:lumOff val="40000"/>
                          <a:alpha val="62000"/>
                        </a:srgbClr>
                      </a:gs>
                      <a:gs pos="54000">
                        <a:srgbClr val="3333CC">
                          <a:lumMod val="40000"/>
                          <a:lumOff val="6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96" name="Straight Connector 595">
                    <a:extLst>
                      <a:ext uri="{FF2B5EF4-FFF2-40B4-BE49-F238E27FC236}">
                        <a16:creationId xmlns:a16="http://schemas.microsoft.com/office/drawing/2014/main" id="{DA168EF0-8DF1-8546-B1A6-90116F77408E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1861179" y="3981398"/>
                    <a:ext cx="17462" cy="130175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ysDash"/>
                  </a:ln>
                  <a:effectLst/>
                </p:spPr>
              </p:cxnSp>
              <p:cxnSp>
                <p:nvCxnSpPr>
                  <p:cNvPr id="597" name="Straight Connector 596">
                    <a:extLst>
                      <a:ext uri="{FF2B5EF4-FFF2-40B4-BE49-F238E27FC236}">
                        <a16:creationId xmlns:a16="http://schemas.microsoft.com/office/drawing/2014/main" id="{AAAA830A-9E09-3744-8C30-8299A87C685D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2894641" y="3971873"/>
                    <a:ext cx="6350" cy="127000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ysDash"/>
                  </a:ln>
                  <a:effectLst/>
                </p:spPr>
              </p:cxnSp>
              <p:grpSp>
                <p:nvGrpSpPr>
                  <p:cNvPr id="598" name="Group 504">
                    <a:extLst>
                      <a:ext uri="{FF2B5EF4-FFF2-40B4-BE49-F238E27FC236}">
                        <a16:creationId xmlns:a16="http://schemas.microsoft.com/office/drawing/2014/main" id="{420ED91E-6610-0642-B473-7E9816D8673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856416" y="3709935"/>
                    <a:ext cx="1044712" cy="399063"/>
                    <a:chOff x="2183302" y="1574638"/>
                    <a:chExt cx="1200154" cy="430218"/>
                  </a:xfrm>
                </p:grpSpPr>
                <p:sp>
                  <p:nvSpPr>
                    <p:cNvPr id="599" name="Oval 598">
                      <a:extLst>
                        <a:ext uri="{FF2B5EF4-FFF2-40B4-BE49-F238E27FC236}">
                          <a16:creationId xmlns:a16="http://schemas.microsoft.com/office/drawing/2014/main" id="{6782D901-8338-474E-A671-E65AD2254948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2185126" y="1689305"/>
                      <a:ext cx="1196349" cy="314904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31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20000"/>
                            <a:lumOff val="80000"/>
                          </a:srgbClr>
                        </a:gs>
                      </a:gsLst>
                      <a:lin ang="16200000" scaled="0"/>
                      <a:tileRect/>
                    </a:gradFill>
                    <a:ln w="635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00" name="Rectangle 599">
                      <a:extLst>
                        <a:ext uri="{FF2B5EF4-FFF2-40B4-BE49-F238E27FC236}">
                          <a16:creationId xmlns:a16="http://schemas.microsoft.com/office/drawing/2014/main" id="{92891312-A067-2249-9EAB-2F8E46311B4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83302" y="1735513"/>
                      <a:ext cx="1198173" cy="11295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40000"/>
                            <a:lumOff val="60000"/>
                          </a:srgbClr>
                        </a:gs>
                        <a:gs pos="54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62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01" name="Oval 600">
                      <a:extLst>
                        <a:ext uri="{FF2B5EF4-FFF2-40B4-BE49-F238E27FC236}">
                          <a16:creationId xmlns:a16="http://schemas.microsoft.com/office/drawing/2014/main" id="{A01101C7-610C-9C43-89AE-DBE1651E695D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2183302" y="1574638"/>
                      <a:ext cx="1196349" cy="314904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02" name="Freeform 601">
                      <a:extLst>
                        <a:ext uri="{FF2B5EF4-FFF2-40B4-BE49-F238E27FC236}">
                          <a16:creationId xmlns:a16="http://schemas.microsoft.com/office/drawing/2014/main" id="{EBACFFAE-6ECE-8C45-8C2A-01FA9356532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489684" y="1670478"/>
                      <a:ext cx="581762" cy="157452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03" name="Freeform 602">
                      <a:extLst>
                        <a:ext uri="{FF2B5EF4-FFF2-40B4-BE49-F238E27FC236}">
                          <a16:creationId xmlns:a16="http://schemas.microsoft.com/office/drawing/2014/main" id="{BDBC7A67-3BED-F947-BE5D-A359B603419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429502" y="1629404"/>
                      <a:ext cx="703949" cy="111244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04" name="Freeform 603">
                      <a:extLst>
                        <a:ext uri="{FF2B5EF4-FFF2-40B4-BE49-F238E27FC236}">
                          <a16:creationId xmlns:a16="http://schemas.microsoft.com/office/drawing/2014/main" id="{BD3D6544-470D-3A40-B2A3-8578CA294121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892723" y="1723534"/>
                      <a:ext cx="257142" cy="95840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05" name="Freeform 604">
                      <a:extLst>
                        <a:ext uri="{FF2B5EF4-FFF2-40B4-BE49-F238E27FC236}">
                          <a16:creationId xmlns:a16="http://schemas.microsoft.com/office/drawing/2014/main" id="{F7B36B8F-0877-D849-BC58-985D530F119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416736" y="1725244"/>
                      <a:ext cx="255318" cy="94130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606" name="Straight Connector 605">
                      <a:extLst>
                        <a:ext uri="{FF2B5EF4-FFF2-40B4-BE49-F238E27FC236}">
                          <a16:creationId xmlns:a16="http://schemas.microsoft.com/office/drawing/2014/main" id="{51B061F1-9EFA-EB4D-B63E-D2CEF36B3501}"/>
                        </a:ext>
                      </a:extLst>
                    </p:cNvPr>
                    <p:cNvCxnSpPr>
                      <a:endCxn id="601" idx="2"/>
                    </p:cNvCxnSpPr>
                    <p:nvPr/>
                  </p:nvCxnSpPr>
                  <p:spPr bwMode="auto">
                    <a:xfrm flipH="1" flipV="1">
                      <a:off x="2183302" y="1732090"/>
                      <a:ext cx="1824" cy="12151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607" name="Straight Connector 606">
                      <a:extLst>
                        <a:ext uri="{FF2B5EF4-FFF2-40B4-BE49-F238E27FC236}">
                          <a16:creationId xmlns:a16="http://schemas.microsoft.com/office/drawing/2014/main" id="{ADFA37E7-94CA-D64E-990E-04A266FD092C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3381475" y="1728667"/>
                      <a:ext cx="1823" cy="12151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</p:grpSp>
            <p:grpSp>
              <p:nvGrpSpPr>
                <p:cNvPr id="509" name="Group 508">
                  <a:extLst>
                    <a:ext uri="{FF2B5EF4-FFF2-40B4-BE49-F238E27FC236}">
                      <a16:creationId xmlns:a16="http://schemas.microsoft.com/office/drawing/2014/main" id="{78747774-2A84-8E48-BCCC-680836015C73}"/>
                    </a:ext>
                  </a:extLst>
                </p:cNvPr>
                <p:cNvGrpSpPr/>
                <p:nvPr/>
              </p:nvGrpSpPr>
              <p:grpSpPr>
                <a:xfrm>
                  <a:off x="3566154" y="3862335"/>
                  <a:ext cx="514350" cy="1670050"/>
                  <a:chOff x="3566154" y="3862335"/>
                  <a:chExt cx="514350" cy="1670050"/>
                </a:xfrm>
              </p:grpSpPr>
              <p:sp>
                <p:nvSpPr>
                  <p:cNvPr id="573" name="Rectangle 572">
                    <a:extLst>
                      <a:ext uri="{FF2B5EF4-FFF2-40B4-BE49-F238E27FC236}">
                        <a16:creationId xmlns:a16="http://schemas.microsoft.com/office/drawing/2014/main" id="{0D3EDF85-78E4-CE40-93B0-38AD4A67282F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3569201" y="3946092"/>
                    <a:ext cx="498084" cy="628647"/>
                  </a:xfrm>
                  <a:prstGeom prst="rect">
                    <a:avLst/>
                  </a:prstGeom>
                  <a:gradFill rotWithShape="1">
                    <a:gsLst>
                      <a:gs pos="1000">
                        <a:srgbClr val="3333CC">
                          <a:lumMod val="75000"/>
                          <a:alpha val="62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74" name="Straight Connector 573">
                    <a:extLst>
                      <a:ext uri="{FF2B5EF4-FFF2-40B4-BE49-F238E27FC236}">
                        <a16:creationId xmlns:a16="http://schemas.microsoft.com/office/drawing/2014/main" id="{2A707CF0-2F93-B841-AF6A-CBBEAFA5E90C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4078916" y="4019498"/>
                    <a:ext cx="1588" cy="136525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ysDash"/>
                  </a:ln>
                  <a:effectLst/>
                </p:spPr>
              </p:cxnSp>
              <p:grpSp>
                <p:nvGrpSpPr>
                  <p:cNvPr id="575" name="Group 552">
                    <a:extLst>
                      <a:ext uri="{FF2B5EF4-FFF2-40B4-BE49-F238E27FC236}">
                        <a16:creationId xmlns:a16="http://schemas.microsoft.com/office/drawing/2014/main" id="{FDAAEFEC-B4C2-F14D-AF89-9AF76CB979A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571302" y="5310688"/>
                    <a:ext cx="507588" cy="221697"/>
                    <a:chOff x="4128636" y="3606589"/>
                    <a:chExt cx="568145" cy="338667"/>
                  </a:xfrm>
                </p:grpSpPr>
                <p:sp>
                  <p:nvSpPr>
                    <p:cNvPr id="588" name="Oval 587">
                      <a:extLst>
                        <a:ext uri="{FF2B5EF4-FFF2-40B4-BE49-F238E27FC236}">
                          <a16:creationId xmlns:a16="http://schemas.microsoft.com/office/drawing/2014/main" id="{11471EEA-C236-8945-B0D0-8DE6F9290A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28204" y="3719724"/>
                      <a:ext cx="568606" cy="225532"/>
                    </a:xfrm>
                    <a:prstGeom prst="ellipse">
                      <a:avLst/>
                    </a:prstGeom>
                    <a:solidFill>
                      <a:srgbClr val="3333CC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89" name="Rectangle 588">
                      <a:extLst>
                        <a:ext uri="{FF2B5EF4-FFF2-40B4-BE49-F238E27FC236}">
                          <a16:creationId xmlns:a16="http://schemas.microsoft.com/office/drawing/2014/main" id="{44E3590E-E2F6-E149-B86A-CAB9B96983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28204" y="3719724"/>
                      <a:ext cx="568606" cy="111554"/>
                    </a:xfrm>
                    <a:prstGeom prst="rect">
                      <a:avLst/>
                    </a:pr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90" name="Oval 589">
                      <a:extLst>
                        <a:ext uri="{FF2B5EF4-FFF2-40B4-BE49-F238E27FC236}">
                          <a16:creationId xmlns:a16="http://schemas.microsoft.com/office/drawing/2014/main" id="{78F60FB5-F746-324B-AD08-4B5084D26A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28204" y="3605744"/>
                      <a:ext cx="568606" cy="225534"/>
                    </a:xfrm>
                    <a:prstGeom prst="ellipse">
                      <a:avLst/>
                    </a:prstGeom>
                    <a:solidFill>
                      <a:srgbClr val="3333CC">
                        <a:lumMod val="40000"/>
                        <a:lumOff val="60000"/>
                        <a:alpha val="5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591" name="Straight Connector 590">
                      <a:extLst>
                        <a:ext uri="{FF2B5EF4-FFF2-40B4-BE49-F238E27FC236}">
                          <a16:creationId xmlns:a16="http://schemas.microsoft.com/office/drawing/2014/main" id="{8347E1A2-6B79-0F47-9BEA-21325C495F5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696810" y="3719724"/>
                      <a:ext cx="0" cy="111554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592" name="Straight Connector 591">
                      <a:extLst>
                        <a:ext uri="{FF2B5EF4-FFF2-40B4-BE49-F238E27FC236}">
                          <a16:creationId xmlns:a16="http://schemas.microsoft.com/office/drawing/2014/main" id="{3B9F9A88-616E-7145-94F3-6C9E5DA2226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128204" y="3719724"/>
                      <a:ext cx="0" cy="111554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/>
                  </p:spPr>
                </p:cxnSp>
              </p:grpSp>
              <p:sp>
                <p:nvSpPr>
                  <p:cNvPr id="576" name="Rectangle 575">
                    <a:extLst>
                      <a:ext uri="{FF2B5EF4-FFF2-40B4-BE49-F238E27FC236}">
                        <a16:creationId xmlns:a16="http://schemas.microsoft.com/office/drawing/2014/main" id="{CE0E499F-CD57-9248-85F9-E6EF2BC502E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72504" y="4575123"/>
                    <a:ext cx="496887" cy="812800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  <a:alpha val="62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77" name="Straight Connector 576">
                    <a:extLst>
                      <a:ext uri="{FF2B5EF4-FFF2-40B4-BE49-F238E27FC236}">
                        <a16:creationId xmlns:a16="http://schemas.microsoft.com/office/drawing/2014/main" id="{B694157C-0E59-4847-9731-83D537BBB638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3566154" y="4027435"/>
                    <a:ext cx="3175" cy="1450975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ysDash"/>
                  </a:ln>
                  <a:effectLst/>
                </p:spPr>
              </p:cxnSp>
              <p:grpSp>
                <p:nvGrpSpPr>
                  <p:cNvPr id="578" name="Group 538">
                    <a:extLst>
                      <a:ext uri="{FF2B5EF4-FFF2-40B4-BE49-F238E27FC236}">
                        <a16:creationId xmlns:a16="http://schemas.microsoft.com/office/drawing/2014/main" id="{FE388113-11E0-A248-8C77-2655391DD32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568667" y="3862335"/>
                    <a:ext cx="503828" cy="248249"/>
                    <a:chOff x="2183302" y="1564542"/>
                    <a:chExt cx="1200154" cy="440314"/>
                  </a:xfrm>
                </p:grpSpPr>
                <p:sp>
                  <p:nvSpPr>
                    <p:cNvPr id="579" name="Oval 578">
                      <a:extLst>
                        <a:ext uri="{FF2B5EF4-FFF2-40B4-BE49-F238E27FC236}">
                          <a16:creationId xmlns:a16="http://schemas.microsoft.com/office/drawing/2014/main" id="{8031983F-D0B1-DC41-A955-F69C032A068F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2188659" y="1691250"/>
                      <a:ext cx="1194966" cy="312543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31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FFFFFF"/>
                        </a:gs>
                      </a:gsLst>
                      <a:lin ang="16200000" scaled="0"/>
                      <a:tileRect/>
                    </a:gradFill>
                    <a:ln w="635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80" name="Rectangle 579">
                      <a:extLst>
                        <a:ext uri="{FF2B5EF4-FFF2-40B4-BE49-F238E27FC236}">
                          <a16:creationId xmlns:a16="http://schemas.microsoft.com/office/drawing/2014/main" id="{DB2973F2-646E-C545-8B3F-A7F83BEB1F0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84879" y="1736302"/>
                      <a:ext cx="1198746" cy="112629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40000"/>
                            <a:lumOff val="60000"/>
                          </a:srgbClr>
                        </a:gs>
                        <a:gs pos="54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62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81" name="Oval 580">
                      <a:extLst>
                        <a:ext uri="{FF2B5EF4-FFF2-40B4-BE49-F238E27FC236}">
                          <a16:creationId xmlns:a16="http://schemas.microsoft.com/office/drawing/2014/main" id="{7A0BD2F5-5524-9941-B040-271EF42401F4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2184879" y="1564542"/>
                      <a:ext cx="1194966" cy="312545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82" name="Freeform 581">
                      <a:extLst>
                        <a:ext uri="{FF2B5EF4-FFF2-40B4-BE49-F238E27FC236}">
                          <a16:creationId xmlns:a16="http://schemas.microsoft.com/office/drawing/2014/main" id="{3808222E-6976-2849-8198-52EAB41261E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491182" y="1671539"/>
                      <a:ext cx="582357" cy="154865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83" name="Freeform 582">
                      <a:extLst>
                        <a:ext uri="{FF2B5EF4-FFF2-40B4-BE49-F238E27FC236}">
                          <a16:creationId xmlns:a16="http://schemas.microsoft.com/office/drawing/2014/main" id="{E3544819-6599-5941-9A5E-283DEE88CEF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430678" y="1629304"/>
                      <a:ext cx="703366" cy="109812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84" name="Freeform 583">
                      <a:extLst>
                        <a:ext uri="{FF2B5EF4-FFF2-40B4-BE49-F238E27FC236}">
                          <a16:creationId xmlns:a16="http://schemas.microsoft.com/office/drawing/2014/main" id="{E3F1FBB8-47C0-8C40-B501-64DDACDE956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892025" y="1722222"/>
                      <a:ext cx="260927" cy="95734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85" name="Freeform 584">
                      <a:extLst>
                        <a:ext uri="{FF2B5EF4-FFF2-40B4-BE49-F238E27FC236}">
                          <a16:creationId xmlns:a16="http://schemas.microsoft.com/office/drawing/2014/main" id="{CC7E8100-4D16-DD42-B820-FF0B31D7213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419334" y="1725039"/>
                      <a:ext cx="253362" cy="95734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586" name="Straight Connector 585">
                      <a:extLst>
                        <a:ext uri="{FF2B5EF4-FFF2-40B4-BE49-F238E27FC236}">
                          <a16:creationId xmlns:a16="http://schemas.microsoft.com/office/drawing/2014/main" id="{CABE86F7-A733-5348-B5AA-05E180EA4CEC}"/>
                        </a:ext>
                      </a:extLst>
                    </p:cNvPr>
                    <p:cNvCxnSpPr>
                      <a:endCxn id="581" idx="2"/>
                    </p:cNvCxnSpPr>
                    <p:nvPr/>
                  </p:nvCxnSpPr>
                  <p:spPr bwMode="auto">
                    <a:xfrm flipH="1" flipV="1">
                      <a:off x="2184879" y="1722222"/>
                      <a:ext cx="3780" cy="121077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587" name="Straight Connector 586">
                      <a:extLst>
                        <a:ext uri="{FF2B5EF4-FFF2-40B4-BE49-F238E27FC236}">
                          <a16:creationId xmlns:a16="http://schemas.microsoft.com/office/drawing/2014/main" id="{8EBB7CFB-D9EF-6A4F-8BB3-01A260C40FC0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3379845" y="1727853"/>
                      <a:ext cx="3780" cy="121077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</p:grpSp>
            <p:grpSp>
              <p:nvGrpSpPr>
                <p:cNvPr id="510" name="Group 509">
                  <a:extLst>
                    <a:ext uri="{FF2B5EF4-FFF2-40B4-BE49-F238E27FC236}">
                      <a16:creationId xmlns:a16="http://schemas.microsoft.com/office/drawing/2014/main" id="{2D387945-1C2E-A54C-AF08-01FF98DFCB25}"/>
                    </a:ext>
                  </a:extLst>
                </p:cNvPr>
                <p:cNvGrpSpPr/>
                <p:nvPr/>
              </p:nvGrpSpPr>
              <p:grpSpPr>
                <a:xfrm>
                  <a:off x="4348791" y="3867098"/>
                  <a:ext cx="514350" cy="1670050"/>
                  <a:chOff x="4348791" y="3867098"/>
                  <a:chExt cx="514350" cy="1670050"/>
                </a:xfrm>
              </p:grpSpPr>
              <p:sp>
                <p:nvSpPr>
                  <p:cNvPr id="553" name="Rectangle 552">
                    <a:extLst>
                      <a:ext uri="{FF2B5EF4-FFF2-40B4-BE49-F238E27FC236}">
                        <a16:creationId xmlns:a16="http://schemas.microsoft.com/office/drawing/2014/main" id="{2AB4406B-3E57-C040-9929-5C1F1DFCB1B6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4351838" y="3950855"/>
                    <a:ext cx="498084" cy="628647"/>
                  </a:xfrm>
                  <a:prstGeom prst="rect">
                    <a:avLst/>
                  </a:prstGeom>
                  <a:gradFill rotWithShape="1">
                    <a:gsLst>
                      <a:gs pos="1000">
                        <a:srgbClr val="3333CC">
                          <a:lumMod val="75000"/>
                          <a:alpha val="62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54" name="Straight Connector 553">
                    <a:extLst>
                      <a:ext uri="{FF2B5EF4-FFF2-40B4-BE49-F238E27FC236}">
                        <a16:creationId xmlns:a16="http://schemas.microsoft.com/office/drawing/2014/main" id="{D5694302-C820-DB49-913E-76386804F49C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4861554" y="4024260"/>
                    <a:ext cx="1587" cy="136525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ysDash"/>
                  </a:ln>
                  <a:effectLst/>
                </p:spPr>
              </p:cxnSp>
              <p:grpSp>
                <p:nvGrpSpPr>
                  <p:cNvPr id="555" name="Group 580">
                    <a:extLst>
                      <a:ext uri="{FF2B5EF4-FFF2-40B4-BE49-F238E27FC236}">
                        <a16:creationId xmlns:a16="http://schemas.microsoft.com/office/drawing/2014/main" id="{880E26E9-4F26-7B47-82A2-65DCFCFEC12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353939" y="5315451"/>
                    <a:ext cx="507588" cy="221697"/>
                    <a:chOff x="4128636" y="3606589"/>
                    <a:chExt cx="568145" cy="338667"/>
                  </a:xfrm>
                </p:grpSpPr>
                <p:sp>
                  <p:nvSpPr>
                    <p:cNvPr id="568" name="Oval 567">
                      <a:extLst>
                        <a:ext uri="{FF2B5EF4-FFF2-40B4-BE49-F238E27FC236}">
                          <a16:creationId xmlns:a16="http://schemas.microsoft.com/office/drawing/2014/main" id="{0EFD00C3-D43E-7746-A04D-28A67D81F8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28205" y="3719722"/>
                      <a:ext cx="568606" cy="225534"/>
                    </a:xfrm>
                    <a:prstGeom prst="ellipse">
                      <a:avLst/>
                    </a:prstGeom>
                    <a:solidFill>
                      <a:srgbClr val="3333CC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69" name="Rectangle 568">
                      <a:extLst>
                        <a:ext uri="{FF2B5EF4-FFF2-40B4-BE49-F238E27FC236}">
                          <a16:creationId xmlns:a16="http://schemas.microsoft.com/office/drawing/2014/main" id="{0CD04171-1B9E-254F-BF2C-E05ABF9CFD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28205" y="3719722"/>
                      <a:ext cx="568606" cy="111554"/>
                    </a:xfrm>
                    <a:prstGeom prst="rect">
                      <a:avLst/>
                    </a:pr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70" name="Oval 569">
                      <a:extLst>
                        <a:ext uri="{FF2B5EF4-FFF2-40B4-BE49-F238E27FC236}">
                          <a16:creationId xmlns:a16="http://schemas.microsoft.com/office/drawing/2014/main" id="{E5A35E0D-E38B-424D-9954-6770493603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28205" y="3605744"/>
                      <a:ext cx="568606" cy="225532"/>
                    </a:xfrm>
                    <a:prstGeom prst="ellipse">
                      <a:avLst/>
                    </a:prstGeom>
                    <a:solidFill>
                      <a:srgbClr val="3333CC">
                        <a:lumMod val="40000"/>
                        <a:lumOff val="60000"/>
                        <a:alpha val="5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571" name="Straight Connector 570">
                      <a:extLst>
                        <a:ext uri="{FF2B5EF4-FFF2-40B4-BE49-F238E27FC236}">
                          <a16:creationId xmlns:a16="http://schemas.microsoft.com/office/drawing/2014/main" id="{67E7EF0A-EF67-E24C-AF52-59A1FE58A19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696811" y="3719722"/>
                      <a:ext cx="0" cy="111554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572" name="Straight Connector 571">
                      <a:extLst>
                        <a:ext uri="{FF2B5EF4-FFF2-40B4-BE49-F238E27FC236}">
                          <a16:creationId xmlns:a16="http://schemas.microsoft.com/office/drawing/2014/main" id="{1B128C0E-0B26-B94B-BCF4-7A823EFA988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128205" y="3719722"/>
                      <a:ext cx="0" cy="111554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/>
                  </p:spPr>
                </p:cxnSp>
              </p:grpSp>
              <p:sp>
                <p:nvSpPr>
                  <p:cNvPr id="556" name="Rectangle 555">
                    <a:extLst>
                      <a:ext uri="{FF2B5EF4-FFF2-40B4-BE49-F238E27FC236}">
                        <a16:creationId xmlns:a16="http://schemas.microsoft.com/office/drawing/2014/main" id="{7B6AA796-9260-9442-9CC0-184B8E21416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355141" y="4579885"/>
                    <a:ext cx="496888" cy="812800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  <a:alpha val="62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57" name="Straight Connector 556">
                    <a:extLst>
                      <a:ext uri="{FF2B5EF4-FFF2-40B4-BE49-F238E27FC236}">
                        <a16:creationId xmlns:a16="http://schemas.microsoft.com/office/drawing/2014/main" id="{84ABC70C-BEF4-9E49-9DC3-DC20B6B1569C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4348791" y="4032198"/>
                    <a:ext cx="3175" cy="1450975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ysDash"/>
                  </a:ln>
                  <a:effectLst/>
                </p:spPr>
              </p:cxnSp>
              <p:grpSp>
                <p:nvGrpSpPr>
                  <p:cNvPr id="558" name="Group 568">
                    <a:extLst>
                      <a:ext uri="{FF2B5EF4-FFF2-40B4-BE49-F238E27FC236}">
                        <a16:creationId xmlns:a16="http://schemas.microsoft.com/office/drawing/2014/main" id="{6B4D34BC-5852-FB46-B0F5-AC1664F47F1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351304" y="3867098"/>
                    <a:ext cx="503828" cy="248249"/>
                    <a:chOff x="2183302" y="1564542"/>
                    <a:chExt cx="1200154" cy="440314"/>
                  </a:xfrm>
                </p:grpSpPr>
                <p:sp>
                  <p:nvSpPr>
                    <p:cNvPr id="559" name="Oval 558">
                      <a:extLst>
                        <a:ext uri="{FF2B5EF4-FFF2-40B4-BE49-F238E27FC236}">
                          <a16:creationId xmlns:a16="http://schemas.microsoft.com/office/drawing/2014/main" id="{5D34FBE9-A733-1B4B-898C-3F7C483851EE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2188662" y="1691248"/>
                      <a:ext cx="1194966" cy="312545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31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FFFFFF"/>
                        </a:gs>
                      </a:gsLst>
                      <a:lin ang="16200000" scaled="0"/>
                      <a:tileRect/>
                    </a:gradFill>
                    <a:ln w="635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60" name="Rectangle 559">
                      <a:extLst>
                        <a:ext uri="{FF2B5EF4-FFF2-40B4-BE49-F238E27FC236}">
                          <a16:creationId xmlns:a16="http://schemas.microsoft.com/office/drawing/2014/main" id="{94FE7F71-D345-C946-BE50-8C4E5A30EE1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84879" y="1736300"/>
                      <a:ext cx="1198749" cy="112629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40000"/>
                            <a:lumOff val="60000"/>
                          </a:srgbClr>
                        </a:gs>
                        <a:gs pos="54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62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61" name="Oval 560">
                      <a:extLst>
                        <a:ext uri="{FF2B5EF4-FFF2-40B4-BE49-F238E27FC236}">
                          <a16:creationId xmlns:a16="http://schemas.microsoft.com/office/drawing/2014/main" id="{2F9EF38E-6AC3-F943-BB85-D009A1CDD954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2184879" y="1564542"/>
                      <a:ext cx="1194966" cy="312543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62" name="Freeform 561">
                      <a:extLst>
                        <a:ext uri="{FF2B5EF4-FFF2-40B4-BE49-F238E27FC236}">
                          <a16:creationId xmlns:a16="http://schemas.microsoft.com/office/drawing/2014/main" id="{967D797A-C311-864A-A373-A41C00D2C12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491185" y="1671539"/>
                      <a:ext cx="582357" cy="154863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63" name="Freeform 562">
                      <a:extLst>
                        <a:ext uri="{FF2B5EF4-FFF2-40B4-BE49-F238E27FC236}">
                          <a16:creationId xmlns:a16="http://schemas.microsoft.com/office/drawing/2014/main" id="{1FE3B5C7-2735-2046-95DC-CFFEC7C3779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430680" y="1629303"/>
                      <a:ext cx="703366" cy="109814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64" name="Freeform 563">
                      <a:extLst>
                        <a:ext uri="{FF2B5EF4-FFF2-40B4-BE49-F238E27FC236}">
                          <a16:creationId xmlns:a16="http://schemas.microsoft.com/office/drawing/2014/main" id="{A6F43262-D44B-4042-A4C2-690F4F95469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892028" y="1722222"/>
                      <a:ext cx="260925" cy="95734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65" name="Freeform 564">
                      <a:extLst>
                        <a:ext uri="{FF2B5EF4-FFF2-40B4-BE49-F238E27FC236}">
                          <a16:creationId xmlns:a16="http://schemas.microsoft.com/office/drawing/2014/main" id="{D0A9237E-ECBF-C64D-9BA4-E57E3FB22CE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419334" y="1725037"/>
                      <a:ext cx="253364" cy="95734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566" name="Straight Connector 565">
                      <a:extLst>
                        <a:ext uri="{FF2B5EF4-FFF2-40B4-BE49-F238E27FC236}">
                          <a16:creationId xmlns:a16="http://schemas.microsoft.com/office/drawing/2014/main" id="{4A63F622-129C-FF42-8DB0-D47E825BF76F}"/>
                        </a:ext>
                      </a:extLst>
                    </p:cNvPr>
                    <p:cNvCxnSpPr>
                      <a:endCxn id="561" idx="2"/>
                    </p:cNvCxnSpPr>
                    <p:nvPr/>
                  </p:nvCxnSpPr>
                  <p:spPr bwMode="auto">
                    <a:xfrm flipH="1" flipV="1">
                      <a:off x="2184879" y="1722222"/>
                      <a:ext cx="3783" cy="121075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567" name="Straight Connector 566">
                      <a:extLst>
                        <a:ext uri="{FF2B5EF4-FFF2-40B4-BE49-F238E27FC236}">
                          <a16:creationId xmlns:a16="http://schemas.microsoft.com/office/drawing/2014/main" id="{56B6B7EC-AD55-904F-A5C4-487028A50DE1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3379845" y="1727853"/>
                      <a:ext cx="3783" cy="121075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</p:grpSp>
            <p:grpSp>
              <p:nvGrpSpPr>
                <p:cNvPr id="511" name="Group 510">
                  <a:extLst>
                    <a:ext uri="{FF2B5EF4-FFF2-40B4-BE49-F238E27FC236}">
                      <a16:creationId xmlns:a16="http://schemas.microsoft.com/office/drawing/2014/main" id="{AEA1FBC6-7A51-F34C-BAB9-FAE4C4A6D941}"/>
                    </a:ext>
                  </a:extLst>
                </p:cNvPr>
                <p:cNvGrpSpPr/>
                <p:nvPr/>
              </p:nvGrpSpPr>
              <p:grpSpPr>
                <a:xfrm>
                  <a:off x="5552116" y="3849635"/>
                  <a:ext cx="514350" cy="1670050"/>
                  <a:chOff x="5552116" y="3849635"/>
                  <a:chExt cx="514350" cy="1670050"/>
                </a:xfrm>
              </p:grpSpPr>
              <p:sp>
                <p:nvSpPr>
                  <p:cNvPr id="533" name="Rectangle 532">
                    <a:extLst>
                      <a:ext uri="{FF2B5EF4-FFF2-40B4-BE49-F238E27FC236}">
                        <a16:creationId xmlns:a16="http://schemas.microsoft.com/office/drawing/2014/main" id="{CCF1D624-DA31-F24B-AEF9-E141494D48E0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5163" y="3933392"/>
                    <a:ext cx="498084" cy="628647"/>
                  </a:xfrm>
                  <a:prstGeom prst="rect">
                    <a:avLst/>
                  </a:prstGeom>
                  <a:gradFill rotWithShape="1">
                    <a:gsLst>
                      <a:gs pos="1000">
                        <a:srgbClr val="3333CC">
                          <a:lumMod val="75000"/>
                          <a:alpha val="62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34" name="Straight Connector 533">
                    <a:extLst>
                      <a:ext uri="{FF2B5EF4-FFF2-40B4-BE49-F238E27FC236}">
                        <a16:creationId xmlns:a16="http://schemas.microsoft.com/office/drawing/2014/main" id="{5B16137A-740F-BC46-83AC-69F8BFD9547C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6064879" y="4006798"/>
                    <a:ext cx="1587" cy="136525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ysDash"/>
                  </a:ln>
                  <a:effectLst/>
                </p:spPr>
              </p:cxnSp>
              <p:grpSp>
                <p:nvGrpSpPr>
                  <p:cNvPr id="535" name="Group 607">
                    <a:extLst>
                      <a:ext uri="{FF2B5EF4-FFF2-40B4-BE49-F238E27FC236}">
                        <a16:creationId xmlns:a16="http://schemas.microsoft.com/office/drawing/2014/main" id="{FD8EE77E-118D-C249-BDF7-4E03E883B27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557264" y="5297988"/>
                    <a:ext cx="507588" cy="221697"/>
                    <a:chOff x="4128636" y="3606589"/>
                    <a:chExt cx="568145" cy="338667"/>
                  </a:xfrm>
                </p:grpSpPr>
                <p:sp>
                  <p:nvSpPr>
                    <p:cNvPr id="548" name="Oval 547">
                      <a:extLst>
                        <a:ext uri="{FF2B5EF4-FFF2-40B4-BE49-F238E27FC236}">
                          <a16:creationId xmlns:a16="http://schemas.microsoft.com/office/drawing/2014/main" id="{0BB43A8A-845F-CC42-9DC8-9B4E62E491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28205" y="3719724"/>
                      <a:ext cx="568606" cy="225532"/>
                    </a:xfrm>
                    <a:prstGeom prst="ellipse">
                      <a:avLst/>
                    </a:prstGeom>
                    <a:solidFill>
                      <a:srgbClr val="3333CC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49" name="Rectangle 548">
                      <a:extLst>
                        <a:ext uri="{FF2B5EF4-FFF2-40B4-BE49-F238E27FC236}">
                          <a16:creationId xmlns:a16="http://schemas.microsoft.com/office/drawing/2014/main" id="{96E9EB72-0350-2747-8FA7-76136E81AC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28205" y="3719724"/>
                      <a:ext cx="568606" cy="111554"/>
                    </a:xfrm>
                    <a:prstGeom prst="rect">
                      <a:avLst/>
                    </a:pr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50" name="Oval 549">
                      <a:extLst>
                        <a:ext uri="{FF2B5EF4-FFF2-40B4-BE49-F238E27FC236}">
                          <a16:creationId xmlns:a16="http://schemas.microsoft.com/office/drawing/2014/main" id="{DC881CB7-FE4D-FE4E-9748-772252188A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28205" y="3605744"/>
                      <a:ext cx="568606" cy="225534"/>
                    </a:xfrm>
                    <a:prstGeom prst="ellipse">
                      <a:avLst/>
                    </a:prstGeom>
                    <a:solidFill>
                      <a:srgbClr val="3333CC">
                        <a:lumMod val="40000"/>
                        <a:lumOff val="60000"/>
                        <a:alpha val="5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551" name="Straight Connector 550">
                      <a:extLst>
                        <a:ext uri="{FF2B5EF4-FFF2-40B4-BE49-F238E27FC236}">
                          <a16:creationId xmlns:a16="http://schemas.microsoft.com/office/drawing/2014/main" id="{DC53FF37-2520-714E-A5BF-60112FCB0A0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696811" y="3719724"/>
                      <a:ext cx="0" cy="111554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552" name="Straight Connector 551">
                      <a:extLst>
                        <a:ext uri="{FF2B5EF4-FFF2-40B4-BE49-F238E27FC236}">
                          <a16:creationId xmlns:a16="http://schemas.microsoft.com/office/drawing/2014/main" id="{F9EBA973-5DC1-5B47-A5ED-90005F54FCC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128205" y="3719724"/>
                      <a:ext cx="0" cy="111554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/>
                  </p:spPr>
                </p:cxnSp>
              </p:grpSp>
              <p:sp>
                <p:nvSpPr>
                  <p:cNvPr id="536" name="Rectangle 535">
                    <a:extLst>
                      <a:ext uri="{FF2B5EF4-FFF2-40B4-BE49-F238E27FC236}">
                        <a16:creationId xmlns:a16="http://schemas.microsoft.com/office/drawing/2014/main" id="{A3FB46FE-169F-9140-96C3-C42E33AE2B6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558466" y="4562423"/>
                    <a:ext cx="496888" cy="812800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  <a:alpha val="62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37" name="Straight Connector 536">
                    <a:extLst>
                      <a:ext uri="{FF2B5EF4-FFF2-40B4-BE49-F238E27FC236}">
                        <a16:creationId xmlns:a16="http://schemas.microsoft.com/office/drawing/2014/main" id="{0BBC2230-3F6E-904C-82D1-AFD95679B9A1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5552116" y="4014735"/>
                    <a:ext cx="3175" cy="1450975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ysDash"/>
                  </a:ln>
                  <a:effectLst/>
                </p:spPr>
              </p:cxnSp>
              <p:grpSp>
                <p:nvGrpSpPr>
                  <p:cNvPr id="538" name="Group 595">
                    <a:extLst>
                      <a:ext uri="{FF2B5EF4-FFF2-40B4-BE49-F238E27FC236}">
                        <a16:creationId xmlns:a16="http://schemas.microsoft.com/office/drawing/2014/main" id="{40399425-521B-D643-BE12-A19AB347E95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554629" y="3849635"/>
                    <a:ext cx="503828" cy="248249"/>
                    <a:chOff x="2183302" y="1564542"/>
                    <a:chExt cx="1200154" cy="440314"/>
                  </a:xfrm>
                </p:grpSpPr>
                <p:sp>
                  <p:nvSpPr>
                    <p:cNvPr id="539" name="Oval 538">
                      <a:extLst>
                        <a:ext uri="{FF2B5EF4-FFF2-40B4-BE49-F238E27FC236}">
                          <a16:creationId xmlns:a16="http://schemas.microsoft.com/office/drawing/2014/main" id="{16553013-EA2E-8E41-A3E1-BCCE9E93E46E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2188662" y="1691250"/>
                      <a:ext cx="1194966" cy="312543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31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FFFFFF"/>
                        </a:gs>
                      </a:gsLst>
                      <a:lin ang="16200000" scaled="0"/>
                      <a:tileRect/>
                    </a:gradFill>
                    <a:ln w="635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40" name="Rectangle 539">
                      <a:extLst>
                        <a:ext uri="{FF2B5EF4-FFF2-40B4-BE49-F238E27FC236}">
                          <a16:creationId xmlns:a16="http://schemas.microsoft.com/office/drawing/2014/main" id="{9C37324D-607E-3C4F-B41E-B506DD7939A1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84879" y="1736302"/>
                      <a:ext cx="1198749" cy="112629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40000"/>
                            <a:lumOff val="60000"/>
                          </a:srgbClr>
                        </a:gs>
                        <a:gs pos="54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62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41" name="Oval 540">
                      <a:extLst>
                        <a:ext uri="{FF2B5EF4-FFF2-40B4-BE49-F238E27FC236}">
                          <a16:creationId xmlns:a16="http://schemas.microsoft.com/office/drawing/2014/main" id="{56B0875A-352E-6D44-96CE-1E964E7E219C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2184879" y="1564542"/>
                      <a:ext cx="1194966" cy="312545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42" name="Freeform 541">
                      <a:extLst>
                        <a:ext uri="{FF2B5EF4-FFF2-40B4-BE49-F238E27FC236}">
                          <a16:creationId xmlns:a16="http://schemas.microsoft.com/office/drawing/2014/main" id="{8F706B2B-AE93-AC43-93E0-E39EB9FF2FF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491185" y="1671539"/>
                      <a:ext cx="582357" cy="154865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43" name="Freeform 542">
                      <a:extLst>
                        <a:ext uri="{FF2B5EF4-FFF2-40B4-BE49-F238E27FC236}">
                          <a16:creationId xmlns:a16="http://schemas.microsoft.com/office/drawing/2014/main" id="{B3A368EC-FB0F-C941-9F6C-A864AA0C9CA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430680" y="1629304"/>
                      <a:ext cx="703366" cy="109812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44" name="Freeform 543">
                      <a:extLst>
                        <a:ext uri="{FF2B5EF4-FFF2-40B4-BE49-F238E27FC236}">
                          <a16:creationId xmlns:a16="http://schemas.microsoft.com/office/drawing/2014/main" id="{62A4A154-7D82-9F47-A026-0EF36FD06F6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892028" y="1722222"/>
                      <a:ext cx="260925" cy="95734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45" name="Freeform 544">
                      <a:extLst>
                        <a:ext uri="{FF2B5EF4-FFF2-40B4-BE49-F238E27FC236}">
                          <a16:creationId xmlns:a16="http://schemas.microsoft.com/office/drawing/2014/main" id="{AB530AB4-C345-9044-9301-3A357686F47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419334" y="1725039"/>
                      <a:ext cx="253364" cy="95734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546" name="Straight Connector 545">
                      <a:extLst>
                        <a:ext uri="{FF2B5EF4-FFF2-40B4-BE49-F238E27FC236}">
                          <a16:creationId xmlns:a16="http://schemas.microsoft.com/office/drawing/2014/main" id="{5FD2DEA2-62A9-E743-BEEC-CD991F286F26}"/>
                        </a:ext>
                      </a:extLst>
                    </p:cNvPr>
                    <p:cNvCxnSpPr>
                      <a:endCxn id="541" idx="2"/>
                    </p:cNvCxnSpPr>
                    <p:nvPr/>
                  </p:nvCxnSpPr>
                  <p:spPr bwMode="auto">
                    <a:xfrm flipH="1" flipV="1">
                      <a:off x="2184879" y="1722222"/>
                      <a:ext cx="3783" cy="121077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547" name="Straight Connector 546">
                      <a:extLst>
                        <a:ext uri="{FF2B5EF4-FFF2-40B4-BE49-F238E27FC236}">
                          <a16:creationId xmlns:a16="http://schemas.microsoft.com/office/drawing/2014/main" id="{850092CD-EBE9-B646-8198-BB6C1648DD53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3379845" y="1727853"/>
                      <a:ext cx="3783" cy="121077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</p:grpSp>
            <p:grpSp>
              <p:nvGrpSpPr>
                <p:cNvPr id="512" name="Group 511">
                  <a:extLst>
                    <a:ext uri="{FF2B5EF4-FFF2-40B4-BE49-F238E27FC236}">
                      <a16:creationId xmlns:a16="http://schemas.microsoft.com/office/drawing/2014/main" id="{3A07B75A-34AD-5A45-98BD-BFCD05A6AA2E}"/>
                    </a:ext>
                  </a:extLst>
                </p:cNvPr>
                <p:cNvGrpSpPr/>
                <p:nvPr/>
              </p:nvGrpSpPr>
              <p:grpSpPr>
                <a:xfrm>
                  <a:off x="6547479" y="3836935"/>
                  <a:ext cx="514350" cy="1671638"/>
                  <a:chOff x="6547479" y="3836935"/>
                  <a:chExt cx="514350" cy="1671638"/>
                </a:xfrm>
              </p:grpSpPr>
              <p:sp>
                <p:nvSpPr>
                  <p:cNvPr id="513" name="Rectangle 512">
                    <a:extLst>
                      <a:ext uri="{FF2B5EF4-FFF2-40B4-BE49-F238E27FC236}">
                        <a16:creationId xmlns:a16="http://schemas.microsoft.com/office/drawing/2014/main" id="{6C8D1614-7BF6-4642-94A3-70C36CEC484D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6550526" y="3920772"/>
                    <a:ext cx="498084" cy="629245"/>
                  </a:xfrm>
                  <a:prstGeom prst="rect">
                    <a:avLst/>
                  </a:prstGeom>
                  <a:gradFill rotWithShape="1">
                    <a:gsLst>
                      <a:gs pos="1000">
                        <a:srgbClr val="3333CC">
                          <a:lumMod val="75000"/>
                          <a:alpha val="62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14" name="Straight Connector 513">
                    <a:extLst>
                      <a:ext uri="{FF2B5EF4-FFF2-40B4-BE49-F238E27FC236}">
                        <a16:creationId xmlns:a16="http://schemas.microsoft.com/office/drawing/2014/main" id="{32DB3177-D80A-9145-9497-28FB784056C2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7060241" y="3994098"/>
                    <a:ext cx="1588" cy="1366837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ysDash"/>
                  </a:ln>
                  <a:effectLst/>
                </p:spPr>
              </p:cxnSp>
              <p:grpSp>
                <p:nvGrpSpPr>
                  <p:cNvPr id="515" name="Group 634">
                    <a:extLst>
                      <a:ext uri="{FF2B5EF4-FFF2-40B4-BE49-F238E27FC236}">
                        <a16:creationId xmlns:a16="http://schemas.microsoft.com/office/drawing/2014/main" id="{65A47B5E-F2CB-594A-BD58-9FE922EB7E5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552627" y="5286665"/>
                    <a:ext cx="507588" cy="221908"/>
                    <a:chOff x="4128636" y="3606589"/>
                    <a:chExt cx="568145" cy="338667"/>
                  </a:xfrm>
                </p:grpSpPr>
                <p:sp>
                  <p:nvSpPr>
                    <p:cNvPr id="528" name="Oval 527">
                      <a:extLst>
                        <a:ext uri="{FF2B5EF4-FFF2-40B4-BE49-F238E27FC236}">
                          <a16:creationId xmlns:a16="http://schemas.microsoft.com/office/drawing/2014/main" id="{45BE5BB6-0C1F-544E-BE74-9A2D5A6331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28204" y="3719937"/>
                      <a:ext cx="568606" cy="225319"/>
                    </a:xfrm>
                    <a:prstGeom prst="ellipse">
                      <a:avLst/>
                    </a:prstGeom>
                    <a:solidFill>
                      <a:srgbClr val="3333CC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29" name="Rectangle 528">
                      <a:extLst>
                        <a:ext uri="{FF2B5EF4-FFF2-40B4-BE49-F238E27FC236}">
                          <a16:creationId xmlns:a16="http://schemas.microsoft.com/office/drawing/2014/main" id="{1D8B9DD8-1DBF-E041-8295-DA296B4603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28204" y="3719937"/>
                      <a:ext cx="568606" cy="111448"/>
                    </a:xfrm>
                    <a:prstGeom prst="rect">
                      <a:avLst/>
                    </a:pr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30" name="Oval 529">
                      <a:extLst>
                        <a:ext uri="{FF2B5EF4-FFF2-40B4-BE49-F238E27FC236}">
                          <a16:creationId xmlns:a16="http://schemas.microsoft.com/office/drawing/2014/main" id="{5B84D8CD-13B2-604E-A807-752EADAA88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28204" y="3606067"/>
                      <a:ext cx="568606" cy="225318"/>
                    </a:xfrm>
                    <a:prstGeom prst="ellipse">
                      <a:avLst/>
                    </a:prstGeom>
                    <a:solidFill>
                      <a:srgbClr val="3333CC">
                        <a:lumMod val="40000"/>
                        <a:lumOff val="60000"/>
                        <a:alpha val="5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531" name="Straight Connector 530">
                      <a:extLst>
                        <a:ext uri="{FF2B5EF4-FFF2-40B4-BE49-F238E27FC236}">
                          <a16:creationId xmlns:a16="http://schemas.microsoft.com/office/drawing/2014/main" id="{885A366E-444E-DA46-8EBD-35F1EDEB77B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696810" y="3719937"/>
                      <a:ext cx="0" cy="111448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532" name="Straight Connector 531">
                      <a:extLst>
                        <a:ext uri="{FF2B5EF4-FFF2-40B4-BE49-F238E27FC236}">
                          <a16:creationId xmlns:a16="http://schemas.microsoft.com/office/drawing/2014/main" id="{B97A9CB5-23BF-0847-BE36-C0AF41F70C8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128204" y="3719937"/>
                      <a:ext cx="0" cy="111448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/>
                  </p:spPr>
                </p:cxnSp>
              </p:grpSp>
              <p:sp>
                <p:nvSpPr>
                  <p:cNvPr id="516" name="Rectangle 515">
                    <a:extLst>
                      <a:ext uri="{FF2B5EF4-FFF2-40B4-BE49-F238E27FC236}">
                        <a16:creationId xmlns:a16="http://schemas.microsoft.com/office/drawing/2014/main" id="{FC15DD5A-EE50-1644-8973-B09EB47B67C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3829" y="4551310"/>
                    <a:ext cx="496887" cy="812800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  <a:alpha val="62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17" name="Straight Connector 516">
                    <a:extLst>
                      <a:ext uri="{FF2B5EF4-FFF2-40B4-BE49-F238E27FC236}">
                        <a16:creationId xmlns:a16="http://schemas.microsoft.com/office/drawing/2014/main" id="{0305C96B-82C7-0249-9E17-769E23D456FC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6547479" y="4002035"/>
                    <a:ext cx="3175" cy="1452563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ysDash"/>
                  </a:ln>
                  <a:effectLst/>
                </p:spPr>
              </p:cxnSp>
              <p:grpSp>
                <p:nvGrpSpPr>
                  <p:cNvPr id="518" name="Group 622">
                    <a:extLst>
                      <a:ext uri="{FF2B5EF4-FFF2-40B4-BE49-F238E27FC236}">
                        <a16:creationId xmlns:a16="http://schemas.microsoft.com/office/drawing/2014/main" id="{94B7DBD3-7C78-E643-B3AD-C12BF3785F5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549992" y="3836935"/>
                    <a:ext cx="503828" cy="248485"/>
                    <a:chOff x="2183302" y="1564542"/>
                    <a:chExt cx="1200154" cy="440314"/>
                  </a:xfrm>
                </p:grpSpPr>
                <p:sp>
                  <p:nvSpPr>
                    <p:cNvPr id="519" name="Oval 518">
                      <a:extLst>
                        <a:ext uri="{FF2B5EF4-FFF2-40B4-BE49-F238E27FC236}">
                          <a16:creationId xmlns:a16="http://schemas.microsoft.com/office/drawing/2014/main" id="{690EA313-FF31-164F-A140-DA76903CEE6E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2188659" y="1691130"/>
                      <a:ext cx="1194966" cy="315061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31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FFFFFF"/>
                        </a:gs>
                      </a:gsLst>
                      <a:lin ang="16200000" scaled="0"/>
                      <a:tileRect/>
                    </a:gradFill>
                    <a:ln w="635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20" name="Rectangle 519">
                      <a:extLst>
                        <a:ext uri="{FF2B5EF4-FFF2-40B4-BE49-F238E27FC236}">
                          <a16:creationId xmlns:a16="http://schemas.microsoft.com/office/drawing/2014/main" id="{2DCFC1EE-52F6-854A-A387-9D86ECA08EA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84879" y="1736138"/>
                      <a:ext cx="1198746" cy="112522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40000"/>
                            <a:lumOff val="60000"/>
                          </a:srgbClr>
                        </a:gs>
                        <a:gs pos="54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62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21" name="Oval 520">
                      <a:extLst>
                        <a:ext uri="{FF2B5EF4-FFF2-40B4-BE49-F238E27FC236}">
                          <a16:creationId xmlns:a16="http://schemas.microsoft.com/office/drawing/2014/main" id="{EDF9F22D-ACC3-4B43-911D-B350B36A10AF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2184879" y="1564542"/>
                      <a:ext cx="1194966" cy="315061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22" name="Freeform 521">
                      <a:extLst>
                        <a:ext uri="{FF2B5EF4-FFF2-40B4-BE49-F238E27FC236}">
                          <a16:creationId xmlns:a16="http://schemas.microsoft.com/office/drawing/2014/main" id="{8CF6B37B-AFBE-9B42-A8EC-EABBAA0F3FA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491182" y="1671438"/>
                      <a:ext cx="582357" cy="157530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23" name="Freeform 522">
                      <a:extLst>
                        <a:ext uri="{FF2B5EF4-FFF2-40B4-BE49-F238E27FC236}">
                          <a16:creationId xmlns:a16="http://schemas.microsoft.com/office/drawing/2014/main" id="{30213B45-E211-5443-B77E-230CD6148D4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430678" y="1629243"/>
                      <a:ext cx="703366" cy="112522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24" name="Freeform 523">
                      <a:extLst>
                        <a:ext uri="{FF2B5EF4-FFF2-40B4-BE49-F238E27FC236}">
                          <a16:creationId xmlns:a16="http://schemas.microsoft.com/office/drawing/2014/main" id="{B930A525-545D-E642-9A1E-6D046A6D2C9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892025" y="1724886"/>
                      <a:ext cx="260927" cy="95643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25" name="Freeform 524">
                      <a:extLst>
                        <a:ext uri="{FF2B5EF4-FFF2-40B4-BE49-F238E27FC236}">
                          <a16:creationId xmlns:a16="http://schemas.microsoft.com/office/drawing/2014/main" id="{1674387C-B8F4-F14B-B7E1-D2FDD29687A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419334" y="1727698"/>
                      <a:ext cx="253362" cy="92831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526" name="Straight Connector 525">
                      <a:extLst>
                        <a:ext uri="{FF2B5EF4-FFF2-40B4-BE49-F238E27FC236}">
                          <a16:creationId xmlns:a16="http://schemas.microsoft.com/office/drawing/2014/main" id="{85CD0036-C123-AD4B-A4C0-02919E87D4DB}"/>
                        </a:ext>
                      </a:extLst>
                    </p:cNvPr>
                    <p:cNvCxnSpPr>
                      <a:endCxn id="521" idx="2"/>
                    </p:cNvCxnSpPr>
                    <p:nvPr/>
                  </p:nvCxnSpPr>
                  <p:spPr bwMode="auto">
                    <a:xfrm flipH="1" flipV="1">
                      <a:off x="2184879" y="1722072"/>
                      <a:ext cx="3780" cy="120962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527" name="Straight Connector 526">
                      <a:extLst>
                        <a:ext uri="{FF2B5EF4-FFF2-40B4-BE49-F238E27FC236}">
                          <a16:creationId xmlns:a16="http://schemas.microsoft.com/office/drawing/2014/main" id="{1FCCF148-D802-1942-98F3-63D5085B4BF8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3379845" y="1730512"/>
                      <a:ext cx="3780" cy="120960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</p:grpSp>
          </p:grpSp>
          <p:grpSp>
            <p:nvGrpSpPr>
              <p:cNvPr id="382" name="Group 381">
                <a:extLst>
                  <a:ext uri="{FF2B5EF4-FFF2-40B4-BE49-F238E27FC236}">
                    <a16:creationId xmlns:a16="http://schemas.microsoft.com/office/drawing/2014/main" id="{7E16A9B2-D371-204F-AABD-8317E9888A24}"/>
                  </a:ext>
                </a:extLst>
              </p:cNvPr>
              <p:cNvGrpSpPr/>
              <p:nvPr/>
            </p:nvGrpSpPr>
            <p:grpSpPr>
              <a:xfrm>
                <a:off x="2381956" y="2010251"/>
                <a:ext cx="4415330" cy="2315048"/>
                <a:chOff x="2381956" y="2435173"/>
                <a:chExt cx="4415330" cy="2315048"/>
              </a:xfrm>
            </p:grpSpPr>
            <p:sp>
              <p:nvSpPr>
                <p:cNvPr id="498" name="Freeform 497">
                  <a:extLst>
                    <a:ext uri="{FF2B5EF4-FFF2-40B4-BE49-F238E27FC236}">
                      <a16:creationId xmlns:a16="http://schemas.microsoft.com/office/drawing/2014/main" id="{AEDE3C7B-8790-4A43-879D-14C0ACD895D7}"/>
                    </a:ext>
                  </a:extLst>
                </p:cNvPr>
                <p:cNvSpPr/>
                <p:nvPr/>
              </p:nvSpPr>
              <p:spPr>
                <a:xfrm>
                  <a:off x="2381956" y="2439629"/>
                  <a:ext cx="297540" cy="1743187"/>
                </a:xfrm>
                <a:custGeom>
                  <a:avLst/>
                  <a:gdLst>
                    <a:gd name="connsiteX0" fmla="*/ 307275 w 307275"/>
                    <a:gd name="connsiteY0" fmla="*/ 0 h 1659441"/>
                    <a:gd name="connsiteX1" fmla="*/ 0 w 307275"/>
                    <a:gd name="connsiteY1" fmla="*/ 0 h 1659441"/>
                    <a:gd name="connsiteX2" fmla="*/ 0 w 307275"/>
                    <a:gd name="connsiteY2" fmla="*/ 1659441 h 1659441"/>
                    <a:gd name="connsiteX0" fmla="*/ 307275 w 307275"/>
                    <a:gd name="connsiteY0" fmla="*/ 0 h 2015941"/>
                    <a:gd name="connsiteX1" fmla="*/ 0 w 307275"/>
                    <a:gd name="connsiteY1" fmla="*/ 0 h 2015941"/>
                    <a:gd name="connsiteX2" fmla="*/ 0 w 307275"/>
                    <a:gd name="connsiteY2" fmla="*/ 2015941 h 2015941"/>
                    <a:gd name="connsiteX0" fmla="*/ 228538 w 228538"/>
                    <a:gd name="connsiteY0" fmla="*/ 0 h 2022548"/>
                    <a:gd name="connsiteX1" fmla="*/ 0 w 228538"/>
                    <a:gd name="connsiteY1" fmla="*/ 6607 h 2022548"/>
                    <a:gd name="connsiteX2" fmla="*/ 0 w 228538"/>
                    <a:gd name="connsiteY2" fmla="*/ 2022548 h 2022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8538" h="2022548">
                      <a:moveTo>
                        <a:pt x="228538" y="0"/>
                      </a:moveTo>
                      <a:lnTo>
                        <a:pt x="0" y="6607"/>
                      </a:lnTo>
                      <a:lnTo>
                        <a:pt x="0" y="2022548"/>
                      </a:lnTo>
                    </a:path>
                  </a:pathLst>
                </a:custGeom>
                <a:noFill/>
                <a:ln w="31750" cap="flat" cmpd="sng" algn="ctr">
                  <a:solidFill>
                    <a:srgbClr val="CC0000"/>
                  </a:solidFill>
                  <a:prstDash val="solid"/>
                  <a:headEnd type="triangle"/>
                  <a:tailEnd type="triangle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99" name="Freeform 498">
                  <a:extLst>
                    <a:ext uri="{FF2B5EF4-FFF2-40B4-BE49-F238E27FC236}">
                      <a16:creationId xmlns:a16="http://schemas.microsoft.com/office/drawing/2014/main" id="{09F6053F-3E13-7148-AE5E-2C810815FF3A}"/>
                    </a:ext>
                  </a:extLst>
                </p:cNvPr>
                <p:cNvSpPr/>
                <p:nvPr/>
              </p:nvSpPr>
              <p:spPr>
                <a:xfrm flipH="1">
                  <a:off x="6411524" y="2435173"/>
                  <a:ext cx="385762" cy="2300562"/>
                </a:xfrm>
                <a:custGeom>
                  <a:avLst/>
                  <a:gdLst>
                    <a:gd name="connsiteX0" fmla="*/ 307275 w 307275"/>
                    <a:gd name="connsiteY0" fmla="*/ 0 h 1659441"/>
                    <a:gd name="connsiteX1" fmla="*/ 0 w 307275"/>
                    <a:gd name="connsiteY1" fmla="*/ 0 h 1659441"/>
                    <a:gd name="connsiteX2" fmla="*/ 0 w 307275"/>
                    <a:gd name="connsiteY2" fmla="*/ 1659441 h 1659441"/>
                    <a:gd name="connsiteX0" fmla="*/ 307275 w 307275"/>
                    <a:gd name="connsiteY0" fmla="*/ 0 h 2117725"/>
                    <a:gd name="connsiteX1" fmla="*/ 0 w 307275"/>
                    <a:gd name="connsiteY1" fmla="*/ 0 h 2117725"/>
                    <a:gd name="connsiteX2" fmla="*/ 0 w 307275"/>
                    <a:gd name="connsiteY2" fmla="*/ 2117725 h 2117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07275" h="2117725">
                      <a:moveTo>
                        <a:pt x="307275" y="0"/>
                      </a:moveTo>
                      <a:lnTo>
                        <a:pt x="0" y="0"/>
                      </a:lnTo>
                      <a:lnTo>
                        <a:pt x="0" y="2117725"/>
                      </a:lnTo>
                    </a:path>
                  </a:pathLst>
                </a:custGeom>
                <a:noFill/>
                <a:ln w="31750" cap="flat" cmpd="sng" algn="ctr">
                  <a:solidFill>
                    <a:srgbClr val="CC0000"/>
                  </a:solidFill>
                  <a:prstDash val="solid"/>
                  <a:headEnd type="triangle"/>
                  <a:tailEnd type="triangle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500" name="Straight Arrow Connector 499">
                  <a:extLst>
                    <a:ext uri="{FF2B5EF4-FFF2-40B4-BE49-F238E27FC236}">
                      <a16:creationId xmlns:a16="http://schemas.microsoft.com/office/drawing/2014/main" id="{4965AD51-16F6-C94B-BC66-CDD2DE6A9D25}"/>
                    </a:ext>
                  </a:extLst>
                </p:cNvPr>
                <p:cNvCxnSpPr/>
                <p:nvPr/>
              </p:nvCxnSpPr>
              <p:spPr>
                <a:xfrm flipV="1">
                  <a:off x="5791457" y="2687586"/>
                  <a:ext cx="8309" cy="2062635"/>
                </a:xfrm>
                <a:prstGeom prst="straightConnector1">
                  <a:avLst/>
                </a:prstGeom>
                <a:noFill/>
                <a:ln w="31750" cap="flat" cmpd="sng" algn="ctr">
                  <a:solidFill>
                    <a:srgbClr val="CC0000"/>
                  </a:solidFill>
                  <a:prstDash val="solid"/>
                  <a:headEnd type="triangle"/>
                  <a:tailEnd type="triangle"/>
                </a:ln>
                <a:effectLst/>
              </p:spPr>
            </p:cxnSp>
            <p:cxnSp>
              <p:nvCxnSpPr>
                <p:cNvPr id="501" name="Straight Arrow Connector 500">
                  <a:extLst>
                    <a:ext uri="{FF2B5EF4-FFF2-40B4-BE49-F238E27FC236}">
                      <a16:creationId xmlns:a16="http://schemas.microsoft.com/office/drawing/2014/main" id="{A35133F6-41E2-CE4A-8391-4C802A099353}"/>
                    </a:ext>
                  </a:extLst>
                </p:cNvPr>
                <p:cNvCxnSpPr/>
                <p:nvPr/>
              </p:nvCxnSpPr>
              <p:spPr>
                <a:xfrm flipV="1">
                  <a:off x="4598735" y="2708225"/>
                  <a:ext cx="18344" cy="2037167"/>
                </a:xfrm>
                <a:prstGeom prst="straightConnector1">
                  <a:avLst/>
                </a:prstGeom>
                <a:noFill/>
                <a:ln w="31750" cap="flat" cmpd="sng" algn="ctr">
                  <a:solidFill>
                    <a:srgbClr val="CC0000"/>
                  </a:solidFill>
                  <a:prstDash val="solid"/>
                  <a:headEnd type="triangle"/>
                  <a:tailEnd type="triangle"/>
                </a:ln>
                <a:effectLst/>
              </p:spPr>
            </p:cxnSp>
            <p:cxnSp>
              <p:nvCxnSpPr>
                <p:cNvPr id="502" name="Straight Arrow Connector 501">
                  <a:extLst>
                    <a:ext uri="{FF2B5EF4-FFF2-40B4-BE49-F238E27FC236}">
                      <a16:creationId xmlns:a16="http://schemas.microsoft.com/office/drawing/2014/main" id="{CD05D69D-4C5E-A54C-A979-991C2A28175E}"/>
                    </a:ext>
                  </a:extLst>
                </p:cNvPr>
                <p:cNvCxnSpPr/>
                <p:nvPr/>
              </p:nvCxnSpPr>
              <p:spPr>
                <a:xfrm flipH="1" flipV="1">
                  <a:off x="3807455" y="2762199"/>
                  <a:ext cx="9009" cy="1983193"/>
                </a:xfrm>
                <a:prstGeom prst="straightConnector1">
                  <a:avLst/>
                </a:prstGeom>
                <a:noFill/>
                <a:ln w="31750" cap="flat" cmpd="sng" algn="ctr">
                  <a:solidFill>
                    <a:srgbClr val="CC0000"/>
                  </a:solidFill>
                  <a:prstDash val="solid"/>
                  <a:headEnd type="triangle"/>
                  <a:tailEnd type="triangle"/>
                </a:ln>
                <a:effectLst/>
              </p:spPr>
            </p:cxnSp>
          </p:grpSp>
          <p:grpSp>
            <p:nvGrpSpPr>
              <p:cNvPr id="383" name="Group 347">
                <a:extLst>
                  <a:ext uri="{FF2B5EF4-FFF2-40B4-BE49-F238E27FC236}">
                    <a16:creationId xmlns:a16="http://schemas.microsoft.com/office/drawing/2014/main" id="{FE3B11D9-3386-024F-9930-5028862A6C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56401" y="5478592"/>
                <a:ext cx="588970" cy="242608"/>
                <a:chOff x="1871277" y="1576300"/>
                <a:chExt cx="1128371" cy="437861"/>
              </a:xfrm>
            </p:grpSpPr>
            <p:sp>
              <p:nvSpPr>
                <p:cNvPr id="489" name="Oval 488">
                  <a:extLst>
                    <a:ext uri="{FF2B5EF4-FFF2-40B4-BE49-F238E27FC236}">
                      <a16:creationId xmlns:a16="http://schemas.microsoft.com/office/drawing/2014/main" id="{5A16FCC8-1633-0F4A-AF51-5A0A7FE45514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90" name="Rectangle 489">
                  <a:extLst>
                    <a:ext uri="{FF2B5EF4-FFF2-40B4-BE49-F238E27FC236}">
                      <a16:creationId xmlns:a16="http://schemas.microsoft.com/office/drawing/2014/main" id="{B519904C-1E17-C942-8BA9-0E8AB5079FBB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91" name="Oval 490">
                  <a:extLst>
                    <a:ext uri="{FF2B5EF4-FFF2-40B4-BE49-F238E27FC236}">
                      <a16:creationId xmlns:a16="http://schemas.microsoft.com/office/drawing/2014/main" id="{EFB13E26-3B41-9749-8519-C459963D2013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92" name="Freeform 491">
                  <a:extLst>
                    <a:ext uri="{FF2B5EF4-FFF2-40B4-BE49-F238E27FC236}">
                      <a16:creationId xmlns:a16="http://schemas.microsoft.com/office/drawing/2014/main" id="{EBC82CCD-F9E5-9848-AD05-9CD917C4153B}"/>
                    </a:ext>
                  </a:extLst>
                </p:cNvPr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93" name="Freeform 492">
                  <a:extLst>
                    <a:ext uri="{FF2B5EF4-FFF2-40B4-BE49-F238E27FC236}">
                      <a16:creationId xmlns:a16="http://schemas.microsoft.com/office/drawing/2014/main" id="{CA26AE87-8F1A-0446-8346-27E9411E71BB}"/>
                    </a:ext>
                  </a:extLst>
                </p:cNvPr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94" name="Freeform 493">
                  <a:extLst>
                    <a:ext uri="{FF2B5EF4-FFF2-40B4-BE49-F238E27FC236}">
                      <a16:creationId xmlns:a16="http://schemas.microsoft.com/office/drawing/2014/main" id="{A9435622-957B-2049-B9C4-D47B10BCEFD7}"/>
                    </a:ext>
                  </a:extLst>
                </p:cNvPr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95" name="Freeform 494">
                  <a:extLst>
                    <a:ext uri="{FF2B5EF4-FFF2-40B4-BE49-F238E27FC236}">
                      <a16:creationId xmlns:a16="http://schemas.microsoft.com/office/drawing/2014/main" id="{7C7BD66C-4B7E-A245-B0B0-68D4770B836B}"/>
                    </a:ext>
                  </a:extLst>
                </p:cNvPr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96" name="Straight Connector 495">
                  <a:extLst>
                    <a:ext uri="{FF2B5EF4-FFF2-40B4-BE49-F238E27FC236}">
                      <a16:creationId xmlns:a16="http://schemas.microsoft.com/office/drawing/2014/main" id="{AAD20102-9CAC-A94D-938A-4737F5BDF52B}"/>
                    </a:ext>
                  </a:extLst>
                </p:cNvPr>
                <p:cNvCxnSpPr>
                  <a:endCxn id="491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497" name="Straight Connector 496">
                  <a:extLst>
                    <a:ext uri="{FF2B5EF4-FFF2-40B4-BE49-F238E27FC236}">
                      <a16:creationId xmlns:a16="http://schemas.microsoft.com/office/drawing/2014/main" id="{2FAD383B-123F-DC43-9C3D-E4BC3F030080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384" name="Group 347">
                <a:extLst>
                  <a:ext uri="{FF2B5EF4-FFF2-40B4-BE49-F238E27FC236}">
                    <a16:creationId xmlns:a16="http://schemas.microsoft.com/office/drawing/2014/main" id="{1FA128A4-E7D2-0F47-8B8A-D227ADE124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75328" y="5336495"/>
                <a:ext cx="588970" cy="242608"/>
                <a:chOff x="1871277" y="1576300"/>
                <a:chExt cx="1128371" cy="437861"/>
              </a:xfrm>
            </p:grpSpPr>
            <p:sp>
              <p:nvSpPr>
                <p:cNvPr id="480" name="Oval 479">
                  <a:extLst>
                    <a:ext uri="{FF2B5EF4-FFF2-40B4-BE49-F238E27FC236}">
                      <a16:creationId xmlns:a16="http://schemas.microsoft.com/office/drawing/2014/main" id="{AB3681F7-659D-C24E-A38A-0FDB7554EA5C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81" name="Rectangle 480">
                  <a:extLst>
                    <a:ext uri="{FF2B5EF4-FFF2-40B4-BE49-F238E27FC236}">
                      <a16:creationId xmlns:a16="http://schemas.microsoft.com/office/drawing/2014/main" id="{7B2EBB36-6458-5E4B-BDD9-19B1C22389E1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82" name="Oval 481">
                  <a:extLst>
                    <a:ext uri="{FF2B5EF4-FFF2-40B4-BE49-F238E27FC236}">
                      <a16:creationId xmlns:a16="http://schemas.microsoft.com/office/drawing/2014/main" id="{4F4C31DA-5FE9-984F-9A0A-1E09D14FE088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83" name="Freeform 482">
                  <a:extLst>
                    <a:ext uri="{FF2B5EF4-FFF2-40B4-BE49-F238E27FC236}">
                      <a16:creationId xmlns:a16="http://schemas.microsoft.com/office/drawing/2014/main" id="{C146674E-5B35-BF4A-95DA-E92D42A81756}"/>
                    </a:ext>
                  </a:extLst>
                </p:cNvPr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84" name="Freeform 483">
                  <a:extLst>
                    <a:ext uri="{FF2B5EF4-FFF2-40B4-BE49-F238E27FC236}">
                      <a16:creationId xmlns:a16="http://schemas.microsoft.com/office/drawing/2014/main" id="{B03ED2CC-7625-A940-9A57-28C483BA5A6B}"/>
                    </a:ext>
                  </a:extLst>
                </p:cNvPr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85" name="Freeform 484">
                  <a:extLst>
                    <a:ext uri="{FF2B5EF4-FFF2-40B4-BE49-F238E27FC236}">
                      <a16:creationId xmlns:a16="http://schemas.microsoft.com/office/drawing/2014/main" id="{2F1ABB92-F0A5-E246-9416-195DA0023580}"/>
                    </a:ext>
                  </a:extLst>
                </p:cNvPr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86" name="Freeform 485">
                  <a:extLst>
                    <a:ext uri="{FF2B5EF4-FFF2-40B4-BE49-F238E27FC236}">
                      <a16:creationId xmlns:a16="http://schemas.microsoft.com/office/drawing/2014/main" id="{2CF5432E-D32E-E14F-A34A-56CDAF8AAA96}"/>
                    </a:ext>
                  </a:extLst>
                </p:cNvPr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87" name="Straight Connector 486">
                  <a:extLst>
                    <a:ext uri="{FF2B5EF4-FFF2-40B4-BE49-F238E27FC236}">
                      <a16:creationId xmlns:a16="http://schemas.microsoft.com/office/drawing/2014/main" id="{0FE726C9-E272-5543-B953-93C4B3CA7BF2}"/>
                    </a:ext>
                  </a:extLst>
                </p:cNvPr>
                <p:cNvCxnSpPr>
                  <a:endCxn id="482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488" name="Straight Connector 487">
                  <a:extLst>
                    <a:ext uri="{FF2B5EF4-FFF2-40B4-BE49-F238E27FC236}">
                      <a16:creationId xmlns:a16="http://schemas.microsoft.com/office/drawing/2014/main" id="{D0496554-D8D1-8948-BABA-94B195EA9D31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385" name="Group 347">
                <a:extLst>
                  <a:ext uri="{FF2B5EF4-FFF2-40B4-BE49-F238E27FC236}">
                    <a16:creationId xmlns:a16="http://schemas.microsoft.com/office/drawing/2014/main" id="{6668F938-851E-AB41-8568-976ACF90B0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48241" y="5530308"/>
                <a:ext cx="588970" cy="242608"/>
                <a:chOff x="1871277" y="1576300"/>
                <a:chExt cx="1128371" cy="437861"/>
              </a:xfrm>
            </p:grpSpPr>
            <p:sp>
              <p:nvSpPr>
                <p:cNvPr id="471" name="Oval 470">
                  <a:extLst>
                    <a:ext uri="{FF2B5EF4-FFF2-40B4-BE49-F238E27FC236}">
                      <a16:creationId xmlns:a16="http://schemas.microsoft.com/office/drawing/2014/main" id="{AAA12AB3-54BB-0441-9A6C-077BF17E70F2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72" name="Rectangle 471">
                  <a:extLst>
                    <a:ext uri="{FF2B5EF4-FFF2-40B4-BE49-F238E27FC236}">
                      <a16:creationId xmlns:a16="http://schemas.microsoft.com/office/drawing/2014/main" id="{542CBF52-AB3D-B547-9EB4-6268801280FE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73" name="Oval 472">
                  <a:extLst>
                    <a:ext uri="{FF2B5EF4-FFF2-40B4-BE49-F238E27FC236}">
                      <a16:creationId xmlns:a16="http://schemas.microsoft.com/office/drawing/2014/main" id="{62F9DC56-CA45-5E4C-ADDA-2ADC825CE2E9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74" name="Freeform 473">
                  <a:extLst>
                    <a:ext uri="{FF2B5EF4-FFF2-40B4-BE49-F238E27FC236}">
                      <a16:creationId xmlns:a16="http://schemas.microsoft.com/office/drawing/2014/main" id="{BC1AC39B-3AE0-3C42-ADA6-3653BBC5B2A7}"/>
                    </a:ext>
                  </a:extLst>
                </p:cNvPr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75" name="Freeform 474">
                  <a:extLst>
                    <a:ext uri="{FF2B5EF4-FFF2-40B4-BE49-F238E27FC236}">
                      <a16:creationId xmlns:a16="http://schemas.microsoft.com/office/drawing/2014/main" id="{CBEC19FB-844D-F14C-87CD-AFFDF31314DC}"/>
                    </a:ext>
                  </a:extLst>
                </p:cNvPr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76" name="Freeform 475">
                  <a:extLst>
                    <a:ext uri="{FF2B5EF4-FFF2-40B4-BE49-F238E27FC236}">
                      <a16:creationId xmlns:a16="http://schemas.microsoft.com/office/drawing/2014/main" id="{F3726C02-E914-F24E-9979-850362049A60}"/>
                    </a:ext>
                  </a:extLst>
                </p:cNvPr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77" name="Freeform 476">
                  <a:extLst>
                    <a:ext uri="{FF2B5EF4-FFF2-40B4-BE49-F238E27FC236}">
                      <a16:creationId xmlns:a16="http://schemas.microsoft.com/office/drawing/2014/main" id="{E7F76CCB-DC14-5D47-BBBB-5D1839BC1450}"/>
                    </a:ext>
                  </a:extLst>
                </p:cNvPr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78" name="Straight Connector 477">
                  <a:extLst>
                    <a:ext uri="{FF2B5EF4-FFF2-40B4-BE49-F238E27FC236}">
                      <a16:creationId xmlns:a16="http://schemas.microsoft.com/office/drawing/2014/main" id="{012FA502-1BF1-0E42-8A23-456008B708CD}"/>
                    </a:ext>
                  </a:extLst>
                </p:cNvPr>
                <p:cNvCxnSpPr>
                  <a:endCxn id="473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479" name="Straight Connector 478">
                  <a:extLst>
                    <a:ext uri="{FF2B5EF4-FFF2-40B4-BE49-F238E27FC236}">
                      <a16:creationId xmlns:a16="http://schemas.microsoft.com/office/drawing/2014/main" id="{5DE96D85-712C-B94D-9E53-0E42305E578B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386" name="Group 347">
                <a:extLst>
                  <a:ext uri="{FF2B5EF4-FFF2-40B4-BE49-F238E27FC236}">
                    <a16:creationId xmlns:a16="http://schemas.microsoft.com/office/drawing/2014/main" id="{83A1C232-E62A-BF4A-8DB9-187CA24614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66757" y="5796647"/>
                <a:ext cx="588970" cy="242608"/>
                <a:chOff x="1871277" y="1576300"/>
                <a:chExt cx="1128371" cy="437861"/>
              </a:xfrm>
            </p:grpSpPr>
            <p:sp>
              <p:nvSpPr>
                <p:cNvPr id="462" name="Oval 461">
                  <a:extLst>
                    <a:ext uri="{FF2B5EF4-FFF2-40B4-BE49-F238E27FC236}">
                      <a16:creationId xmlns:a16="http://schemas.microsoft.com/office/drawing/2014/main" id="{17919704-9ABE-9546-BBD5-8DF01F7AD80B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63" name="Rectangle 462">
                  <a:extLst>
                    <a:ext uri="{FF2B5EF4-FFF2-40B4-BE49-F238E27FC236}">
                      <a16:creationId xmlns:a16="http://schemas.microsoft.com/office/drawing/2014/main" id="{BE82DA0E-A4BD-1C43-A0A2-6227CBD1993F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64" name="Oval 463">
                  <a:extLst>
                    <a:ext uri="{FF2B5EF4-FFF2-40B4-BE49-F238E27FC236}">
                      <a16:creationId xmlns:a16="http://schemas.microsoft.com/office/drawing/2014/main" id="{749CFC56-7919-9041-AA3A-D60B7F0B6915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65" name="Freeform 464">
                  <a:extLst>
                    <a:ext uri="{FF2B5EF4-FFF2-40B4-BE49-F238E27FC236}">
                      <a16:creationId xmlns:a16="http://schemas.microsoft.com/office/drawing/2014/main" id="{27DD30A4-67D5-F04D-90C5-99D1EFA69143}"/>
                    </a:ext>
                  </a:extLst>
                </p:cNvPr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66" name="Freeform 465">
                  <a:extLst>
                    <a:ext uri="{FF2B5EF4-FFF2-40B4-BE49-F238E27FC236}">
                      <a16:creationId xmlns:a16="http://schemas.microsoft.com/office/drawing/2014/main" id="{5EFC06E9-A829-5D4B-AFB1-41BA4A45C59F}"/>
                    </a:ext>
                  </a:extLst>
                </p:cNvPr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67" name="Freeform 466">
                  <a:extLst>
                    <a:ext uri="{FF2B5EF4-FFF2-40B4-BE49-F238E27FC236}">
                      <a16:creationId xmlns:a16="http://schemas.microsoft.com/office/drawing/2014/main" id="{3D44CCC7-9CD1-E348-ABEF-BBD848DFB549}"/>
                    </a:ext>
                  </a:extLst>
                </p:cNvPr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68" name="Freeform 467">
                  <a:extLst>
                    <a:ext uri="{FF2B5EF4-FFF2-40B4-BE49-F238E27FC236}">
                      <a16:creationId xmlns:a16="http://schemas.microsoft.com/office/drawing/2014/main" id="{A4975792-3908-CB49-9B54-BD948E29A807}"/>
                    </a:ext>
                  </a:extLst>
                </p:cNvPr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69" name="Straight Connector 468">
                  <a:extLst>
                    <a:ext uri="{FF2B5EF4-FFF2-40B4-BE49-F238E27FC236}">
                      <a16:creationId xmlns:a16="http://schemas.microsoft.com/office/drawing/2014/main" id="{D4F3E613-F206-2944-B44D-3EDDF052D577}"/>
                    </a:ext>
                  </a:extLst>
                </p:cNvPr>
                <p:cNvCxnSpPr>
                  <a:endCxn id="464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470" name="Straight Connector 469">
                  <a:extLst>
                    <a:ext uri="{FF2B5EF4-FFF2-40B4-BE49-F238E27FC236}">
                      <a16:creationId xmlns:a16="http://schemas.microsoft.com/office/drawing/2014/main" id="{B3C6B2A4-7631-2046-85C3-980D6CE39C63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387" name="Group 347">
                <a:extLst>
                  <a:ext uri="{FF2B5EF4-FFF2-40B4-BE49-F238E27FC236}">
                    <a16:creationId xmlns:a16="http://schemas.microsoft.com/office/drawing/2014/main" id="{AB634BE5-57A9-CD40-A582-3EC1DA74F9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04088" y="5889227"/>
                <a:ext cx="588970" cy="242608"/>
                <a:chOff x="1871277" y="1576300"/>
                <a:chExt cx="1128371" cy="437861"/>
              </a:xfrm>
            </p:grpSpPr>
            <p:sp>
              <p:nvSpPr>
                <p:cNvPr id="453" name="Oval 452">
                  <a:extLst>
                    <a:ext uri="{FF2B5EF4-FFF2-40B4-BE49-F238E27FC236}">
                      <a16:creationId xmlns:a16="http://schemas.microsoft.com/office/drawing/2014/main" id="{071D573E-69EB-C64A-B32E-BAEDA36F05CD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54" name="Rectangle 453">
                  <a:extLst>
                    <a:ext uri="{FF2B5EF4-FFF2-40B4-BE49-F238E27FC236}">
                      <a16:creationId xmlns:a16="http://schemas.microsoft.com/office/drawing/2014/main" id="{2AA2F495-D440-3942-89E6-B98ADF2EEF2F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55" name="Oval 454">
                  <a:extLst>
                    <a:ext uri="{FF2B5EF4-FFF2-40B4-BE49-F238E27FC236}">
                      <a16:creationId xmlns:a16="http://schemas.microsoft.com/office/drawing/2014/main" id="{66CFAFD9-9285-6C4E-A3DD-30BDB42BB815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56" name="Freeform 455">
                  <a:extLst>
                    <a:ext uri="{FF2B5EF4-FFF2-40B4-BE49-F238E27FC236}">
                      <a16:creationId xmlns:a16="http://schemas.microsoft.com/office/drawing/2014/main" id="{7FAC9A44-D290-E446-8AFD-1995F6718472}"/>
                    </a:ext>
                  </a:extLst>
                </p:cNvPr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57" name="Freeform 456">
                  <a:extLst>
                    <a:ext uri="{FF2B5EF4-FFF2-40B4-BE49-F238E27FC236}">
                      <a16:creationId xmlns:a16="http://schemas.microsoft.com/office/drawing/2014/main" id="{5126B8E7-87D6-9244-B06D-DD2BCCF91A00}"/>
                    </a:ext>
                  </a:extLst>
                </p:cNvPr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58" name="Freeform 457">
                  <a:extLst>
                    <a:ext uri="{FF2B5EF4-FFF2-40B4-BE49-F238E27FC236}">
                      <a16:creationId xmlns:a16="http://schemas.microsoft.com/office/drawing/2014/main" id="{33C8C3AA-A46D-7042-9C20-C4798335AF85}"/>
                    </a:ext>
                  </a:extLst>
                </p:cNvPr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59" name="Freeform 458">
                  <a:extLst>
                    <a:ext uri="{FF2B5EF4-FFF2-40B4-BE49-F238E27FC236}">
                      <a16:creationId xmlns:a16="http://schemas.microsoft.com/office/drawing/2014/main" id="{3E27A51E-B896-6F41-BE51-9A8122856722}"/>
                    </a:ext>
                  </a:extLst>
                </p:cNvPr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60" name="Straight Connector 459">
                  <a:extLst>
                    <a:ext uri="{FF2B5EF4-FFF2-40B4-BE49-F238E27FC236}">
                      <a16:creationId xmlns:a16="http://schemas.microsoft.com/office/drawing/2014/main" id="{2D23564A-0E97-694E-AEE5-518E2024AEE1}"/>
                    </a:ext>
                  </a:extLst>
                </p:cNvPr>
                <p:cNvCxnSpPr>
                  <a:endCxn id="455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461" name="Straight Connector 460">
                  <a:extLst>
                    <a:ext uri="{FF2B5EF4-FFF2-40B4-BE49-F238E27FC236}">
                      <a16:creationId xmlns:a16="http://schemas.microsoft.com/office/drawing/2014/main" id="{C8A2EE84-1A08-2248-99EE-3B6F3EAB19E1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388" name="Group 387">
                <a:extLst>
                  <a:ext uri="{FF2B5EF4-FFF2-40B4-BE49-F238E27FC236}">
                    <a16:creationId xmlns:a16="http://schemas.microsoft.com/office/drawing/2014/main" id="{E674E711-B543-E349-9437-4123F003C12E}"/>
                  </a:ext>
                </a:extLst>
              </p:cNvPr>
              <p:cNvGrpSpPr/>
              <p:nvPr/>
            </p:nvGrpSpPr>
            <p:grpSpPr>
              <a:xfrm>
                <a:off x="1925875" y="1754513"/>
                <a:ext cx="5095391" cy="2833288"/>
                <a:chOff x="1925876" y="2212958"/>
                <a:chExt cx="5095391" cy="2833288"/>
              </a:xfrm>
            </p:grpSpPr>
            <p:grpSp>
              <p:nvGrpSpPr>
                <p:cNvPr id="425" name="Group 424">
                  <a:extLst>
                    <a:ext uri="{FF2B5EF4-FFF2-40B4-BE49-F238E27FC236}">
                      <a16:creationId xmlns:a16="http://schemas.microsoft.com/office/drawing/2014/main" id="{62D36AE2-BF21-804C-B67A-91B7A6C2193D}"/>
                    </a:ext>
                  </a:extLst>
                </p:cNvPr>
                <p:cNvGrpSpPr/>
                <p:nvPr/>
              </p:nvGrpSpPr>
              <p:grpSpPr>
                <a:xfrm>
                  <a:off x="2745416" y="2212958"/>
                  <a:ext cx="3597533" cy="493677"/>
                  <a:chOff x="2705100" y="2011398"/>
                  <a:chExt cx="3597533" cy="493677"/>
                </a:xfrm>
              </p:grpSpPr>
              <p:sp>
                <p:nvSpPr>
                  <p:cNvPr id="450" name="Oval 449">
                    <a:extLst>
                      <a:ext uri="{FF2B5EF4-FFF2-40B4-BE49-F238E27FC236}">
                        <a16:creationId xmlns:a16="http://schemas.microsoft.com/office/drawing/2014/main" id="{8EE6B087-D830-FE4F-AAD6-E1A2BAA9FE8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22820" y="2011398"/>
                    <a:ext cx="3579813" cy="492125"/>
                  </a:xfrm>
                  <a:prstGeom prst="ellipse">
                    <a:avLst/>
                  </a:prstGeom>
                  <a:solidFill>
                    <a:srgbClr val="FFFFFF">
                      <a:alpha val="42000"/>
                    </a:srgbClr>
                  </a:solidFill>
                  <a:ln w="317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51" name="Oval 450">
                    <a:extLst>
                      <a:ext uri="{FF2B5EF4-FFF2-40B4-BE49-F238E27FC236}">
                        <a16:creationId xmlns:a16="http://schemas.microsoft.com/office/drawing/2014/main" id="{47CCD83D-A4A7-784F-A36F-834C748A564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05100" y="2012950"/>
                    <a:ext cx="3579813" cy="492125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52" name="TextBox 389">
                    <a:extLst>
                      <a:ext uri="{FF2B5EF4-FFF2-40B4-BE49-F238E27FC236}">
                        <a16:creationId xmlns:a16="http://schemas.microsoft.com/office/drawing/2014/main" id="{9C856663-ED44-084E-BE50-F682BBA7756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52664" y="2127167"/>
                    <a:ext cx="2057700" cy="296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ts val="1475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Remote Controller</a:t>
                    </a:r>
                  </a:p>
                </p:txBody>
              </p:sp>
            </p:grpSp>
            <p:grpSp>
              <p:nvGrpSpPr>
                <p:cNvPr id="426" name="Group 425">
                  <a:extLst>
                    <a:ext uri="{FF2B5EF4-FFF2-40B4-BE49-F238E27FC236}">
                      <a16:creationId xmlns:a16="http://schemas.microsoft.com/office/drawing/2014/main" id="{81B736A2-639C-5045-9469-BBFF1FDAFC95}"/>
                    </a:ext>
                  </a:extLst>
                </p:cNvPr>
                <p:cNvGrpSpPr/>
                <p:nvPr/>
              </p:nvGrpSpPr>
              <p:grpSpPr>
                <a:xfrm>
                  <a:off x="1925876" y="4223509"/>
                  <a:ext cx="923540" cy="405953"/>
                  <a:chOff x="2705100" y="2011398"/>
                  <a:chExt cx="3597533" cy="493677"/>
                </a:xfrm>
              </p:grpSpPr>
              <p:sp>
                <p:nvSpPr>
                  <p:cNvPr id="447" name="Oval 446">
                    <a:extLst>
                      <a:ext uri="{FF2B5EF4-FFF2-40B4-BE49-F238E27FC236}">
                        <a16:creationId xmlns:a16="http://schemas.microsoft.com/office/drawing/2014/main" id="{7255FCAB-97CA-B947-8E8A-0A13FD397DC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22820" y="2011398"/>
                    <a:ext cx="3579813" cy="492125"/>
                  </a:xfrm>
                  <a:prstGeom prst="ellipse">
                    <a:avLst/>
                  </a:prstGeom>
                  <a:solidFill>
                    <a:srgbClr val="FFFFFF">
                      <a:alpha val="42000"/>
                    </a:srgbClr>
                  </a:solidFill>
                  <a:ln w="317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48" name="Oval 447">
                    <a:extLst>
                      <a:ext uri="{FF2B5EF4-FFF2-40B4-BE49-F238E27FC236}">
                        <a16:creationId xmlns:a16="http://schemas.microsoft.com/office/drawing/2014/main" id="{61B8CC61-7E0C-EE46-9388-0895CB146C0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05100" y="2012950"/>
                    <a:ext cx="3579813" cy="492125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49" name="TextBox 389">
                    <a:extLst>
                      <a:ext uri="{FF2B5EF4-FFF2-40B4-BE49-F238E27FC236}">
                        <a16:creationId xmlns:a16="http://schemas.microsoft.com/office/drawing/2014/main" id="{753C8794-6C3E-A946-98F0-0A4574B6805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901810" y="2127167"/>
                    <a:ext cx="1159411" cy="296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ts val="1475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CA</a:t>
                    </a:r>
                  </a:p>
                </p:txBody>
              </p:sp>
            </p:grpSp>
            <p:grpSp>
              <p:nvGrpSpPr>
                <p:cNvPr id="427" name="Group 426">
                  <a:extLst>
                    <a:ext uri="{FF2B5EF4-FFF2-40B4-BE49-F238E27FC236}">
                      <a16:creationId xmlns:a16="http://schemas.microsoft.com/office/drawing/2014/main" id="{F6E58E7F-3C3B-6B42-95B1-9AED236D83A8}"/>
                    </a:ext>
                  </a:extLst>
                </p:cNvPr>
                <p:cNvGrpSpPr/>
                <p:nvPr/>
              </p:nvGrpSpPr>
              <p:grpSpPr>
                <a:xfrm>
                  <a:off x="3589508" y="4760377"/>
                  <a:ext cx="463568" cy="285869"/>
                  <a:chOff x="3558850" y="4573304"/>
                  <a:chExt cx="463568" cy="285869"/>
                </a:xfrm>
              </p:grpSpPr>
              <p:grpSp>
                <p:nvGrpSpPr>
                  <p:cNvPr id="443" name="Group 442">
                    <a:extLst>
                      <a:ext uri="{FF2B5EF4-FFF2-40B4-BE49-F238E27FC236}">
                        <a16:creationId xmlns:a16="http://schemas.microsoft.com/office/drawing/2014/main" id="{B5462F2E-F700-E74E-8777-989C222F6B17}"/>
                      </a:ext>
                    </a:extLst>
                  </p:cNvPr>
                  <p:cNvGrpSpPr/>
                  <p:nvPr/>
                </p:nvGrpSpPr>
                <p:grpSpPr>
                  <a:xfrm>
                    <a:off x="3558850" y="4577634"/>
                    <a:ext cx="463568" cy="262710"/>
                    <a:chOff x="3558850" y="4577634"/>
                    <a:chExt cx="463568" cy="262710"/>
                  </a:xfrm>
                </p:grpSpPr>
                <p:sp>
                  <p:nvSpPr>
                    <p:cNvPr id="445" name="Oval 444">
                      <a:extLst>
                        <a:ext uri="{FF2B5EF4-FFF2-40B4-BE49-F238E27FC236}">
                          <a16:creationId xmlns:a16="http://schemas.microsoft.com/office/drawing/2014/main" id="{3A8D5BD0-5AF9-F047-A2A5-74B21E482FB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573337" y="4577634"/>
                      <a:ext cx="439424" cy="261732"/>
                    </a:xfrm>
                    <a:prstGeom prst="ellipse">
                      <a:avLst/>
                    </a:prstGeom>
                    <a:solidFill>
                      <a:srgbClr val="FFFFFF">
                        <a:alpha val="42000"/>
                      </a:srgbClr>
                    </a:solidFill>
                    <a:ln w="317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46" name="Oval 445">
                      <a:extLst>
                        <a:ext uri="{FF2B5EF4-FFF2-40B4-BE49-F238E27FC236}">
                          <a16:creationId xmlns:a16="http://schemas.microsoft.com/office/drawing/2014/main" id="{76278212-AACF-EA41-ABEC-BADB5287BB0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558850" y="4587291"/>
                      <a:ext cx="463568" cy="253053"/>
                    </a:xfrm>
                    <a:prstGeom prst="ellipse">
                      <a:avLst/>
                    </a:prstGeom>
                    <a:solidFill>
                      <a:srgbClr val="CC0000">
                        <a:alpha val="42000"/>
                      </a:srgbClr>
                    </a:solidFill>
                    <a:ln w="3175" cap="flat" cmpd="sng" algn="ctr">
                      <a:solidFill>
                        <a:srgbClr val="CC0000"/>
                      </a:solidFill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444" name="TextBox 389">
                    <a:extLst>
                      <a:ext uri="{FF2B5EF4-FFF2-40B4-BE49-F238E27FC236}">
                        <a16:creationId xmlns:a16="http://schemas.microsoft.com/office/drawing/2014/main" id="{07D62407-09DE-4446-A991-94479991A7D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65935" y="4573304"/>
                    <a:ext cx="434071" cy="28586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ts val="1475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CA</a:t>
                    </a: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428" name="Group 427">
                  <a:extLst>
                    <a:ext uri="{FF2B5EF4-FFF2-40B4-BE49-F238E27FC236}">
                      <a16:creationId xmlns:a16="http://schemas.microsoft.com/office/drawing/2014/main" id="{4D1B0CFF-CE53-8E44-985B-C5516AC59054}"/>
                    </a:ext>
                  </a:extLst>
                </p:cNvPr>
                <p:cNvGrpSpPr/>
                <p:nvPr/>
              </p:nvGrpSpPr>
              <p:grpSpPr>
                <a:xfrm>
                  <a:off x="4369656" y="4758258"/>
                  <a:ext cx="463568" cy="285869"/>
                  <a:chOff x="3558850" y="4573304"/>
                  <a:chExt cx="463568" cy="285869"/>
                </a:xfrm>
              </p:grpSpPr>
              <p:grpSp>
                <p:nvGrpSpPr>
                  <p:cNvPr id="439" name="Group 438">
                    <a:extLst>
                      <a:ext uri="{FF2B5EF4-FFF2-40B4-BE49-F238E27FC236}">
                        <a16:creationId xmlns:a16="http://schemas.microsoft.com/office/drawing/2014/main" id="{E9FE6041-3130-EB4F-8BC7-1EE9AB973D5F}"/>
                      </a:ext>
                    </a:extLst>
                  </p:cNvPr>
                  <p:cNvGrpSpPr/>
                  <p:nvPr/>
                </p:nvGrpSpPr>
                <p:grpSpPr>
                  <a:xfrm>
                    <a:off x="3558850" y="4577634"/>
                    <a:ext cx="463568" cy="262710"/>
                    <a:chOff x="3558850" y="4577634"/>
                    <a:chExt cx="463568" cy="262710"/>
                  </a:xfrm>
                </p:grpSpPr>
                <p:sp>
                  <p:nvSpPr>
                    <p:cNvPr id="441" name="Oval 440">
                      <a:extLst>
                        <a:ext uri="{FF2B5EF4-FFF2-40B4-BE49-F238E27FC236}">
                          <a16:creationId xmlns:a16="http://schemas.microsoft.com/office/drawing/2014/main" id="{5B86D724-BC2B-BD40-B41F-B06FDAB2E4E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573337" y="4577634"/>
                      <a:ext cx="439424" cy="261732"/>
                    </a:xfrm>
                    <a:prstGeom prst="ellipse">
                      <a:avLst/>
                    </a:prstGeom>
                    <a:solidFill>
                      <a:srgbClr val="FFFFFF">
                        <a:alpha val="42000"/>
                      </a:srgbClr>
                    </a:solidFill>
                    <a:ln w="317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42" name="Oval 441">
                      <a:extLst>
                        <a:ext uri="{FF2B5EF4-FFF2-40B4-BE49-F238E27FC236}">
                          <a16:creationId xmlns:a16="http://schemas.microsoft.com/office/drawing/2014/main" id="{25D22206-7FA6-1144-B6AC-B857637AF39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558850" y="4587291"/>
                      <a:ext cx="463568" cy="253053"/>
                    </a:xfrm>
                    <a:prstGeom prst="ellipse">
                      <a:avLst/>
                    </a:prstGeom>
                    <a:solidFill>
                      <a:srgbClr val="CC0000">
                        <a:alpha val="42000"/>
                      </a:srgbClr>
                    </a:solidFill>
                    <a:ln w="3175" cap="flat" cmpd="sng" algn="ctr">
                      <a:solidFill>
                        <a:srgbClr val="CC0000"/>
                      </a:solidFill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440" name="TextBox 389">
                    <a:extLst>
                      <a:ext uri="{FF2B5EF4-FFF2-40B4-BE49-F238E27FC236}">
                        <a16:creationId xmlns:a16="http://schemas.microsoft.com/office/drawing/2014/main" id="{2D5FEB66-58AA-9E4B-AD71-EA4750A833A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65935" y="4573304"/>
                    <a:ext cx="434071" cy="28586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ts val="1475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CA</a:t>
                    </a: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429" name="Group 428">
                  <a:extLst>
                    <a:ext uri="{FF2B5EF4-FFF2-40B4-BE49-F238E27FC236}">
                      <a16:creationId xmlns:a16="http://schemas.microsoft.com/office/drawing/2014/main" id="{9D109E0A-BCFA-E94A-BF8F-93D3F96B54CC}"/>
                    </a:ext>
                  </a:extLst>
                </p:cNvPr>
                <p:cNvGrpSpPr/>
                <p:nvPr/>
              </p:nvGrpSpPr>
              <p:grpSpPr>
                <a:xfrm>
                  <a:off x="5569912" y="4756140"/>
                  <a:ext cx="463568" cy="285869"/>
                  <a:chOff x="3558850" y="4573304"/>
                  <a:chExt cx="463568" cy="285869"/>
                </a:xfrm>
              </p:grpSpPr>
              <p:grpSp>
                <p:nvGrpSpPr>
                  <p:cNvPr id="435" name="Group 434">
                    <a:extLst>
                      <a:ext uri="{FF2B5EF4-FFF2-40B4-BE49-F238E27FC236}">
                        <a16:creationId xmlns:a16="http://schemas.microsoft.com/office/drawing/2014/main" id="{640672AD-E981-1643-871D-AD8A67139540}"/>
                      </a:ext>
                    </a:extLst>
                  </p:cNvPr>
                  <p:cNvGrpSpPr/>
                  <p:nvPr/>
                </p:nvGrpSpPr>
                <p:grpSpPr>
                  <a:xfrm>
                    <a:off x="3558850" y="4577634"/>
                    <a:ext cx="463568" cy="262710"/>
                    <a:chOff x="3558850" y="4577634"/>
                    <a:chExt cx="463568" cy="262710"/>
                  </a:xfrm>
                </p:grpSpPr>
                <p:sp>
                  <p:nvSpPr>
                    <p:cNvPr id="437" name="Oval 436">
                      <a:extLst>
                        <a:ext uri="{FF2B5EF4-FFF2-40B4-BE49-F238E27FC236}">
                          <a16:creationId xmlns:a16="http://schemas.microsoft.com/office/drawing/2014/main" id="{294A370C-785F-404E-8135-30826A70FF4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573337" y="4577634"/>
                      <a:ext cx="439424" cy="261732"/>
                    </a:xfrm>
                    <a:prstGeom prst="ellipse">
                      <a:avLst/>
                    </a:prstGeom>
                    <a:solidFill>
                      <a:srgbClr val="FFFFFF">
                        <a:alpha val="42000"/>
                      </a:srgbClr>
                    </a:solidFill>
                    <a:ln w="317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38" name="Oval 437">
                      <a:extLst>
                        <a:ext uri="{FF2B5EF4-FFF2-40B4-BE49-F238E27FC236}">
                          <a16:creationId xmlns:a16="http://schemas.microsoft.com/office/drawing/2014/main" id="{E67022FB-D28B-0E44-9B6D-DD8092F2FB0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558850" y="4587291"/>
                      <a:ext cx="463568" cy="253053"/>
                    </a:xfrm>
                    <a:prstGeom prst="ellipse">
                      <a:avLst/>
                    </a:prstGeom>
                    <a:solidFill>
                      <a:srgbClr val="CC0000">
                        <a:alpha val="42000"/>
                      </a:srgbClr>
                    </a:solidFill>
                    <a:ln w="3175" cap="flat" cmpd="sng" algn="ctr">
                      <a:solidFill>
                        <a:srgbClr val="CC0000"/>
                      </a:solidFill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436" name="TextBox 389">
                    <a:extLst>
                      <a:ext uri="{FF2B5EF4-FFF2-40B4-BE49-F238E27FC236}">
                        <a16:creationId xmlns:a16="http://schemas.microsoft.com/office/drawing/2014/main" id="{2A590B0D-6FC1-9149-A279-05645BBC360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65935" y="4573304"/>
                    <a:ext cx="434071" cy="28586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ts val="1475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CA</a:t>
                    </a: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430" name="Group 429">
                  <a:extLst>
                    <a:ext uri="{FF2B5EF4-FFF2-40B4-BE49-F238E27FC236}">
                      <a16:creationId xmlns:a16="http://schemas.microsoft.com/office/drawing/2014/main" id="{0326EFB3-34F4-754B-86E7-7F4C53B7BE4A}"/>
                    </a:ext>
                  </a:extLst>
                </p:cNvPr>
                <p:cNvGrpSpPr/>
                <p:nvPr/>
              </p:nvGrpSpPr>
              <p:grpSpPr>
                <a:xfrm>
                  <a:off x="6557699" y="4754022"/>
                  <a:ext cx="463568" cy="285869"/>
                  <a:chOff x="3558850" y="4573304"/>
                  <a:chExt cx="463568" cy="285869"/>
                </a:xfrm>
              </p:grpSpPr>
              <p:grpSp>
                <p:nvGrpSpPr>
                  <p:cNvPr id="431" name="Group 430">
                    <a:extLst>
                      <a:ext uri="{FF2B5EF4-FFF2-40B4-BE49-F238E27FC236}">
                        <a16:creationId xmlns:a16="http://schemas.microsoft.com/office/drawing/2014/main" id="{887B5438-FD39-FF45-94F4-501001587C74}"/>
                      </a:ext>
                    </a:extLst>
                  </p:cNvPr>
                  <p:cNvGrpSpPr/>
                  <p:nvPr/>
                </p:nvGrpSpPr>
                <p:grpSpPr>
                  <a:xfrm>
                    <a:off x="3558850" y="4577634"/>
                    <a:ext cx="463568" cy="262710"/>
                    <a:chOff x="3558850" y="4577634"/>
                    <a:chExt cx="463568" cy="262710"/>
                  </a:xfrm>
                </p:grpSpPr>
                <p:sp>
                  <p:nvSpPr>
                    <p:cNvPr id="433" name="Oval 432">
                      <a:extLst>
                        <a:ext uri="{FF2B5EF4-FFF2-40B4-BE49-F238E27FC236}">
                          <a16:creationId xmlns:a16="http://schemas.microsoft.com/office/drawing/2014/main" id="{6FF89616-28C7-BA4C-A7CF-F2858846670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573337" y="4577634"/>
                      <a:ext cx="439424" cy="261732"/>
                    </a:xfrm>
                    <a:prstGeom prst="ellipse">
                      <a:avLst/>
                    </a:prstGeom>
                    <a:solidFill>
                      <a:srgbClr val="FFFFFF">
                        <a:alpha val="42000"/>
                      </a:srgbClr>
                    </a:solidFill>
                    <a:ln w="317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34" name="Oval 433">
                      <a:extLst>
                        <a:ext uri="{FF2B5EF4-FFF2-40B4-BE49-F238E27FC236}">
                          <a16:creationId xmlns:a16="http://schemas.microsoft.com/office/drawing/2014/main" id="{DE898B76-72BE-1941-BD61-33F2BA177941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558850" y="4587291"/>
                      <a:ext cx="463568" cy="253053"/>
                    </a:xfrm>
                    <a:prstGeom prst="ellipse">
                      <a:avLst/>
                    </a:prstGeom>
                    <a:solidFill>
                      <a:srgbClr val="CC0000">
                        <a:alpha val="42000"/>
                      </a:srgbClr>
                    </a:solidFill>
                    <a:ln w="3175" cap="flat" cmpd="sng" algn="ctr">
                      <a:solidFill>
                        <a:srgbClr val="CC0000"/>
                      </a:solidFill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432" name="TextBox 389">
                    <a:extLst>
                      <a:ext uri="{FF2B5EF4-FFF2-40B4-BE49-F238E27FC236}">
                        <a16:creationId xmlns:a16="http://schemas.microsoft.com/office/drawing/2014/main" id="{FC2D41BB-76AF-5143-8519-F85BA5D0464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65935" y="4573304"/>
                    <a:ext cx="434071" cy="28586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ts val="1475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CA</a:t>
                    </a: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389" name="Group 388">
                <a:extLst>
                  <a:ext uri="{FF2B5EF4-FFF2-40B4-BE49-F238E27FC236}">
                    <a16:creationId xmlns:a16="http://schemas.microsoft.com/office/drawing/2014/main" id="{5E8E5875-4EBA-4349-B27C-7F45D2F51E62}"/>
                  </a:ext>
                </a:extLst>
              </p:cNvPr>
              <p:cNvGrpSpPr/>
              <p:nvPr/>
            </p:nvGrpSpPr>
            <p:grpSpPr>
              <a:xfrm>
                <a:off x="2050694" y="4240394"/>
                <a:ext cx="4962309" cy="697609"/>
                <a:chOff x="-3809141" y="1128902"/>
                <a:chExt cx="4962309" cy="697609"/>
              </a:xfrm>
            </p:grpSpPr>
            <p:grpSp>
              <p:nvGrpSpPr>
                <p:cNvPr id="390" name="Group 554">
                  <a:extLst>
                    <a:ext uri="{FF2B5EF4-FFF2-40B4-BE49-F238E27FC236}">
                      <a16:creationId xmlns:a16="http://schemas.microsoft.com/office/drawing/2014/main" id="{81B6EE14-CC27-744A-A051-4E03FA7FB80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2259184" y="1493681"/>
                  <a:ext cx="426647" cy="330722"/>
                  <a:chOff x="2932185" y="3913304"/>
                  <a:chExt cx="426963" cy="330885"/>
                </a:xfrm>
              </p:grpSpPr>
              <p:sp>
                <p:nvSpPr>
                  <p:cNvPr id="419" name="Rectangle 418">
                    <a:extLst>
                      <a:ext uri="{FF2B5EF4-FFF2-40B4-BE49-F238E27FC236}">
                        <a16:creationId xmlns:a16="http://schemas.microsoft.com/office/drawing/2014/main" id="{C110861B-9F39-1F44-A2C4-E4F16FCAC279}"/>
                      </a:ext>
                    </a:extLst>
                  </p:cNvPr>
                  <p:cNvSpPr/>
                  <p:nvPr/>
                </p:nvSpPr>
                <p:spPr>
                  <a:xfrm>
                    <a:off x="2933382" y="3913304"/>
                    <a:ext cx="425766" cy="328775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20" name="Straight Connector 419">
                    <a:extLst>
                      <a:ext uri="{FF2B5EF4-FFF2-40B4-BE49-F238E27FC236}">
                        <a16:creationId xmlns:a16="http://schemas.microsoft.com/office/drawing/2014/main" id="{DD0A76D0-D1B5-C448-A6EF-5CBA826076A3}"/>
                      </a:ext>
                    </a:extLst>
                  </p:cNvPr>
                  <p:cNvCxnSpPr/>
                  <p:nvPr/>
                </p:nvCxnSpPr>
                <p:spPr>
                  <a:xfrm>
                    <a:off x="2932185" y="4005425"/>
                    <a:ext cx="425766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21" name="Straight Connector 420">
                    <a:extLst>
                      <a:ext uri="{FF2B5EF4-FFF2-40B4-BE49-F238E27FC236}">
                        <a16:creationId xmlns:a16="http://schemas.microsoft.com/office/drawing/2014/main" id="{3D867651-027E-ED40-9FF0-8C7FDE56A1AD}"/>
                      </a:ext>
                    </a:extLst>
                  </p:cNvPr>
                  <p:cNvCxnSpPr/>
                  <p:nvPr/>
                </p:nvCxnSpPr>
                <p:spPr>
                  <a:xfrm>
                    <a:off x="2932185" y="4068956"/>
                    <a:ext cx="425766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22" name="Straight Connector 421">
                    <a:extLst>
                      <a:ext uri="{FF2B5EF4-FFF2-40B4-BE49-F238E27FC236}">
                        <a16:creationId xmlns:a16="http://schemas.microsoft.com/office/drawing/2014/main" id="{38A884CE-9A37-D940-B4A8-9D4D87274982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3134122" y="4005425"/>
                    <a:ext cx="1589" cy="236654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23" name="Straight Connector 422">
                    <a:extLst>
                      <a:ext uri="{FF2B5EF4-FFF2-40B4-BE49-F238E27FC236}">
                        <a16:creationId xmlns:a16="http://schemas.microsoft.com/office/drawing/2014/main" id="{F72B6516-301E-294C-BD5A-03CB25199EE7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3215190" y="4007535"/>
                    <a:ext cx="1589" cy="236654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24" name="Straight Connector 423">
                    <a:extLst>
                      <a:ext uri="{FF2B5EF4-FFF2-40B4-BE49-F238E27FC236}">
                        <a16:creationId xmlns:a16="http://schemas.microsoft.com/office/drawing/2014/main" id="{5E23C2C4-4FEE-1D40-BD08-52071DA681C7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3290394" y="4007533"/>
                    <a:ext cx="1589" cy="236654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</p:grpSp>
            <p:grpSp>
              <p:nvGrpSpPr>
                <p:cNvPr id="391" name="Group 554">
                  <a:extLst>
                    <a:ext uri="{FF2B5EF4-FFF2-40B4-BE49-F238E27FC236}">
                      <a16:creationId xmlns:a16="http://schemas.microsoft.com/office/drawing/2014/main" id="{8984DC81-21F8-1546-9659-CE7B16A6876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809141" y="1128902"/>
                  <a:ext cx="675450" cy="526527"/>
                  <a:chOff x="2932185" y="3913304"/>
                  <a:chExt cx="430533" cy="332666"/>
                </a:xfrm>
              </p:grpSpPr>
              <p:sp>
                <p:nvSpPr>
                  <p:cNvPr id="413" name="Rectangle 412">
                    <a:extLst>
                      <a:ext uri="{FF2B5EF4-FFF2-40B4-BE49-F238E27FC236}">
                        <a16:creationId xmlns:a16="http://schemas.microsoft.com/office/drawing/2014/main" id="{354DD063-2794-1643-A5E7-9E49377960D6}"/>
                      </a:ext>
                    </a:extLst>
                  </p:cNvPr>
                  <p:cNvSpPr/>
                  <p:nvPr/>
                </p:nvSpPr>
                <p:spPr>
                  <a:xfrm>
                    <a:off x="2936952" y="3913304"/>
                    <a:ext cx="425766" cy="328775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14" name="Straight Connector 413">
                    <a:extLst>
                      <a:ext uri="{FF2B5EF4-FFF2-40B4-BE49-F238E27FC236}">
                        <a16:creationId xmlns:a16="http://schemas.microsoft.com/office/drawing/2014/main" id="{16208DC2-6B8A-2448-84E0-DB0EF734E2E0}"/>
                      </a:ext>
                    </a:extLst>
                  </p:cNvPr>
                  <p:cNvCxnSpPr/>
                  <p:nvPr/>
                </p:nvCxnSpPr>
                <p:spPr>
                  <a:xfrm>
                    <a:off x="2932185" y="4005425"/>
                    <a:ext cx="425766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15" name="Straight Connector 414">
                    <a:extLst>
                      <a:ext uri="{FF2B5EF4-FFF2-40B4-BE49-F238E27FC236}">
                        <a16:creationId xmlns:a16="http://schemas.microsoft.com/office/drawing/2014/main" id="{9617AE01-3C7B-7E42-9676-0C68B7ECCAE6}"/>
                      </a:ext>
                    </a:extLst>
                  </p:cNvPr>
                  <p:cNvCxnSpPr/>
                  <p:nvPr/>
                </p:nvCxnSpPr>
                <p:spPr>
                  <a:xfrm>
                    <a:off x="2932185" y="4068956"/>
                    <a:ext cx="425766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16" name="Straight Connector 415">
                    <a:extLst>
                      <a:ext uri="{FF2B5EF4-FFF2-40B4-BE49-F238E27FC236}">
                        <a16:creationId xmlns:a16="http://schemas.microsoft.com/office/drawing/2014/main" id="{C47DC652-BD0C-3F46-86D7-ECC9AD1D79D2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3182588" y="4005425"/>
                    <a:ext cx="1589" cy="236654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17" name="Straight Connector 416">
                    <a:extLst>
                      <a:ext uri="{FF2B5EF4-FFF2-40B4-BE49-F238E27FC236}">
                        <a16:creationId xmlns:a16="http://schemas.microsoft.com/office/drawing/2014/main" id="{3B014B56-FED6-4E48-99C5-5A79ADD94CC4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3093297" y="4009316"/>
                    <a:ext cx="1589" cy="236654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18" name="Straight Connector 417">
                    <a:extLst>
                      <a:ext uri="{FF2B5EF4-FFF2-40B4-BE49-F238E27FC236}">
                        <a16:creationId xmlns:a16="http://schemas.microsoft.com/office/drawing/2014/main" id="{468D05CF-FA4F-A948-B610-7F2761E0FD51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3278747" y="4008109"/>
                    <a:ext cx="1589" cy="236654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</p:grpSp>
            <p:grpSp>
              <p:nvGrpSpPr>
                <p:cNvPr id="392" name="Group 554">
                  <a:extLst>
                    <a:ext uri="{FF2B5EF4-FFF2-40B4-BE49-F238E27FC236}">
                      <a16:creationId xmlns:a16="http://schemas.microsoft.com/office/drawing/2014/main" id="{A996263E-DE9E-0842-A205-EB674D3E018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75553" y="1495789"/>
                  <a:ext cx="430214" cy="330722"/>
                  <a:chOff x="2932185" y="3913304"/>
                  <a:chExt cx="430533" cy="330885"/>
                </a:xfrm>
              </p:grpSpPr>
              <p:sp>
                <p:nvSpPr>
                  <p:cNvPr id="407" name="Rectangle 406">
                    <a:extLst>
                      <a:ext uri="{FF2B5EF4-FFF2-40B4-BE49-F238E27FC236}">
                        <a16:creationId xmlns:a16="http://schemas.microsoft.com/office/drawing/2014/main" id="{0ED24C96-9484-4B4E-B94F-7B96917BDD0F}"/>
                      </a:ext>
                    </a:extLst>
                  </p:cNvPr>
                  <p:cNvSpPr/>
                  <p:nvPr/>
                </p:nvSpPr>
                <p:spPr>
                  <a:xfrm>
                    <a:off x="2936952" y="3913304"/>
                    <a:ext cx="425766" cy="328775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08" name="Straight Connector 407">
                    <a:extLst>
                      <a:ext uri="{FF2B5EF4-FFF2-40B4-BE49-F238E27FC236}">
                        <a16:creationId xmlns:a16="http://schemas.microsoft.com/office/drawing/2014/main" id="{B0981132-3978-A74C-92CF-3B326EA8CF91}"/>
                      </a:ext>
                    </a:extLst>
                  </p:cNvPr>
                  <p:cNvCxnSpPr/>
                  <p:nvPr/>
                </p:nvCxnSpPr>
                <p:spPr>
                  <a:xfrm>
                    <a:off x="2932185" y="4005425"/>
                    <a:ext cx="425766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09" name="Straight Connector 408">
                    <a:extLst>
                      <a:ext uri="{FF2B5EF4-FFF2-40B4-BE49-F238E27FC236}">
                        <a16:creationId xmlns:a16="http://schemas.microsoft.com/office/drawing/2014/main" id="{32807344-875D-7B41-B999-7AB2EF8D8CFB}"/>
                      </a:ext>
                    </a:extLst>
                  </p:cNvPr>
                  <p:cNvCxnSpPr/>
                  <p:nvPr/>
                </p:nvCxnSpPr>
                <p:spPr>
                  <a:xfrm>
                    <a:off x="2932185" y="4068956"/>
                    <a:ext cx="425766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10" name="Straight Connector 409">
                    <a:extLst>
                      <a:ext uri="{FF2B5EF4-FFF2-40B4-BE49-F238E27FC236}">
                        <a16:creationId xmlns:a16="http://schemas.microsoft.com/office/drawing/2014/main" id="{0986A014-650F-3149-8526-CB72AA722F05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3134122" y="4005425"/>
                    <a:ext cx="1589" cy="236654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11" name="Straight Connector 410">
                    <a:extLst>
                      <a:ext uri="{FF2B5EF4-FFF2-40B4-BE49-F238E27FC236}">
                        <a16:creationId xmlns:a16="http://schemas.microsoft.com/office/drawing/2014/main" id="{CCA2E2B5-01CD-7B4F-94D5-1422002B0E7E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3215190" y="4007535"/>
                    <a:ext cx="1589" cy="236654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12" name="Straight Connector 411">
                    <a:extLst>
                      <a:ext uri="{FF2B5EF4-FFF2-40B4-BE49-F238E27FC236}">
                        <a16:creationId xmlns:a16="http://schemas.microsoft.com/office/drawing/2014/main" id="{C5F10C1C-2C2D-AF46-9C32-C36601C56B52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3290394" y="4007533"/>
                    <a:ext cx="1589" cy="236654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</p:grpSp>
            <p:grpSp>
              <p:nvGrpSpPr>
                <p:cNvPr id="393" name="Group 554">
                  <a:extLst>
                    <a:ext uri="{FF2B5EF4-FFF2-40B4-BE49-F238E27FC236}">
                      <a16:creationId xmlns:a16="http://schemas.microsoft.com/office/drawing/2014/main" id="{C13C551E-2854-8946-A50E-F2DE3B9466B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271097" y="1490382"/>
                  <a:ext cx="430214" cy="330722"/>
                  <a:chOff x="2932185" y="3913304"/>
                  <a:chExt cx="430533" cy="330885"/>
                </a:xfrm>
              </p:grpSpPr>
              <p:sp>
                <p:nvSpPr>
                  <p:cNvPr id="401" name="Rectangle 400">
                    <a:extLst>
                      <a:ext uri="{FF2B5EF4-FFF2-40B4-BE49-F238E27FC236}">
                        <a16:creationId xmlns:a16="http://schemas.microsoft.com/office/drawing/2014/main" id="{B9056E92-3704-A64A-8AC6-8AE37C0DE9FD}"/>
                      </a:ext>
                    </a:extLst>
                  </p:cNvPr>
                  <p:cNvSpPr/>
                  <p:nvPr/>
                </p:nvSpPr>
                <p:spPr>
                  <a:xfrm>
                    <a:off x="2936952" y="3913304"/>
                    <a:ext cx="425766" cy="328775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02" name="Straight Connector 401">
                    <a:extLst>
                      <a:ext uri="{FF2B5EF4-FFF2-40B4-BE49-F238E27FC236}">
                        <a16:creationId xmlns:a16="http://schemas.microsoft.com/office/drawing/2014/main" id="{42F13AA3-2FB6-1448-A47B-8DFED40933BC}"/>
                      </a:ext>
                    </a:extLst>
                  </p:cNvPr>
                  <p:cNvCxnSpPr/>
                  <p:nvPr/>
                </p:nvCxnSpPr>
                <p:spPr>
                  <a:xfrm>
                    <a:off x="2932185" y="4005425"/>
                    <a:ext cx="425766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03" name="Straight Connector 402">
                    <a:extLst>
                      <a:ext uri="{FF2B5EF4-FFF2-40B4-BE49-F238E27FC236}">
                        <a16:creationId xmlns:a16="http://schemas.microsoft.com/office/drawing/2014/main" id="{E77A16B9-9E1B-264D-B761-C2F6E72E8944}"/>
                      </a:ext>
                    </a:extLst>
                  </p:cNvPr>
                  <p:cNvCxnSpPr/>
                  <p:nvPr/>
                </p:nvCxnSpPr>
                <p:spPr>
                  <a:xfrm>
                    <a:off x="2932185" y="4068956"/>
                    <a:ext cx="425766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04" name="Straight Connector 403">
                    <a:extLst>
                      <a:ext uri="{FF2B5EF4-FFF2-40B4-BE49-F238E27FC236}">
                        <a16:creationId xmlns:a16="http://schemas.microsoft.com/office/drawing/2014/main" id="{16553DD0-7CED-E54F-86EB-21CD0B109D8B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3134122" y="4005425"/>
                    <a:ext cx="1589" cy="236654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05" name="Straight Connector 404">
                    <a:extLst>
                      <a:ext uri="{FF2B5EF4-FFF2-40B4-BE49-F238E27FC236}">
                        <a16:creationId xmlns:a16="http://schemas.microsoft.com/office/drawing/2014/main" id="{E9065049-61A7-D445-8F3A-CF75B01E536C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3215190" y="4007535"/>
                    <a:ext cx="1589" cy="236654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06" name="Straight Connector 405">
                    <a:extLst>
                      <a:ext uri="{FF2B5EF4-FFF2-40B4-BE49-F238E27FC236}">
                        <a16:creationId xmlns:a16="http://schemas.microsoft.com/office/drawing/2014/main" id="{74894E9C-A6C4-6A4A-AB4E-52ACBB1D5460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3290394" y="4007533"/>
                    <a:ext cx="1589" cy="236654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</p:grpSp>
            <p:grpSp>
              <p:nvGrpSpPr>
                <p:cNvPr id="394" name="Group 554">
                  <a:extLst>
                    <a:ext uri="{FF2B5EF4-FFF2-40B4-BE49-F238E27FC236}">
                      <a16:creationId xmlns:a16="http://schemas.microsoft.com/office/drawing/2014/main" id="{1A94EF4C-7B4A-A442-9223-24BE151A865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2954" y="1484975"/>
                  <a:ext cx="430214" cy="330722"/>
                  <a:chOff x="2932185" y="3913304"/>
                  <a:chExt cx="430533" cy="330885"/>
                </a:xfrm>
              </p:grpSpPr>
              <p:sp>
                <p:nvSpPr>
                  <p:cNvPr id="395" name="Rectangle 394">
                    <a:extLst>
                      <a:ext uri="{FF2B5EF4-FFF2-40B4-BE49-F238E27FC236}">
                        <a16:creationId xmlns:a16="http://schemas.microsoft.com/office/drawing/2014/main" id="{EF7021D4-6C50-FE4F-99DD-7E97E97A6213}"/>
                      </a:ext>
                    </a:extLst>
                  </p:cNvPr>
                  <p:cNvSpPr/>
                  <p:nvPr/>
                </p:nvSpPr>
                <p:spPr>
                  <a:xfrm>
                    <a:off x="2936952" y="3913304"/>
                    <a:ext cx="425766" cy="328775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96" name="Straight Connector 395">
                    <a:extLst>
                      <a:ext uri="{FF2B5EF4-FFF2-40B4-BE49-F238E27FC236}">
                        <a16:creationId xmlns:a16="http://schemas.microsoft.com/office/drawing/2014/main" id="{F3A4AB08-E85D-1B4D-8B63-B23CC80E42EB}"/>
                      </a:ext>
                    </a:extLst>
                  </p:cNvPr>
                  <p:cNvCxnSpPr/>
                  <p:nvPr/>
                </p:nvCxnSpPr>
                <p:spPr>
                  <a:xfrm>
                    <a:off x="2932185" y="4005425"/>
                    <a:ext cx="425766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97" name="Straight Connector 396">
                    <a:extLst>
                      <a:ext uri="{FF2B5EF4-FFF2-40B4-BE49-F238E27FC236}">
                        <a16:creationId xmlns:a16="http://schemas.microsoft.com/office/drawing/2014/main" id="{9C1A2807-7BAE-6C42-B615-F35AC6152D59}"/>
                      </a:ext>
                    </a:extLst>
                  </p:cNvPr>
                  <p:cNvCxnSpPr/>
                  <p:nvPr/>
                </p:nvCxnSpPr>
                <p:spPr>
                  <a:xfrm>
                    <a:off x="2932185" y="4068956"/>
                    <a:ext cx="425766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98" name="Straight Connector 397">
                    <a:extLst>
                      <a:ext uri="{FF2B5EF4-FFF2-40B4-BE49-F238E27FC236}">
                        <a16:creationId xmlns:a16="http://schemas.microsoft.com/office/drawing/2014/main" id="{155E58FB-2047-8242-96E3-E6496B245893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3134122" y="4005425"/>
                    <a:ext cx="1589" cy="236654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99" name="Straight Connector 398">
                    <a:extLst>
                      <a:ext uri="{FF2B5EF4-FFF2-40B4-BE49-F238E27FC236}">
                        <a16:creationId xmlns:a16="http://schemas.microsoft.com/office/drawing/2014/main" id="{76E85654-AB3D-5C4E-A804-425C02BD2C31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3215190" y="4007535"/>
                    <a:ext cx="1589" cy="236654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00" name="Straight Connector 399">
                    <a:extLst>
                      <a:ext uri="{FF2B5EF4-FFF2-40B4-BE49-F238E27FC236}">
                        <a16:creationId xmlns:a16="http://schemas.microsoft.com/office/drawing/2014/main" id="{E71B59FA-2416-4440-955A-A071C311CFAC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3290394" y="4007533"/>
                    <a:ext cx="1589" cy="236654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</p:cxnSp>
            </p:grpSp>
          </p:grpSp>
        </p:grpSp>
        <p:grpSp>
          <p:nvGrpSpPr>
            <p:cNvPr id="710" name="Group 709">
              <a:extLst>
                <a:ext uri="{FF2B5EF4-FFF2-40B4-BE49-F238E27FC236}">
                  <a16:creationId xmlns:a16="http://schemas.microsoft.com/office/drawing/2014/main" id="{8973FC0F-0FC1-A246-BFD1-84BF1EF9A853}"/>
                </a:ext>
              </a:extLst>
            </p:cNvPr>
            <p:cNvGrpSpPr/>
            <p:nvPr/>
          </p:nvGrpSpPr>
          <p:grpSpPr>
            <a:xfrm>
              <a:off x="200416" y="5099428"/>
              <a:ext cx="4112251" cy="1370966"/>
              <a:chOff x="-1402915" y="4974167"/>
              <a:chExt cx="4112251" cy="1370966"/>
            </a:xfrm>
          </p:grpSpPr>
          <p:sp>
            <p:nvSpPr>
              <p:cNvPr id="711" name="TextBox 710">
                <a:extLst>
                  <a:ext uri="{FF2B5EF4-FFF2-40B4-BE49-F238E27FC236}">
                    <a16:creationId xmlns:a16="http://schemas.microsoft.com/office/drawing/2014/main" id="{08BF04B4-6075-A84B-8EC3-DF7DDD551004}"/>
                  </a:ext>
                </a:extLst>
              </p:cNvPr>
              <p:cNvSpPr txBox="1"/>
              <p:nvPr/>
            </p:nvSpPr>
            <p:spPr>
              <a:xfrm>
                <a:off x="-1402915" y="5588003"/>
                <a:ext cx="4112251" cy="757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33363" marR="0" lvl="0" indent="-233363" defTabSz="91440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90"/>
                    </a:solidFill>
                    <a:effectLst/>
                    <a:uLnTx/>
                    <a:uFillTx/>
                    <a:ea typeface="ＭＳ Ｐゴシック" charset="0"/>
                  </a:rPr>
                  <a:t>1: </a:t>
                </a:r>
                <a:r>
                  <a:rPr kumimoji="0" lang="en-US" sz="2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rPr>
                  <a:t>generalized “flow-based” forwarding (e.g., OpenFlow)</a:t>
                </a:r>
              </a:p>
            </p:txBody>
          </p:sp>
          <p:cxnSp>
            <p:nvCxnSpPr>
              <p:cNvPr id="712" name="Straight Connector 711">
                <a:extLst>
                  <a:ext uri="{FF2B5EF4-FFF2-40B4-BE49-F238E27FC236}">
                    <a16:creationId xmlns:a16="http://schemas.microsoft.com/office/drawing/2014/main" id="{83A62419-3EC1-4842-8B5B-F8E1858F6A37}"/>
                  </a:ext>
                </a:extLst>
              </p:cNvPr>
              <p:cNvCxnSpPr>
                <a:cxnSpLocks/>
                <a:stCxn id="711" idx="0"/>
              </p:cNvCxnSpPr>
              <p:nvPr/>
            </p:nvCxnSpPr>
            <p:spPr bwMode="auto">
              <a:xfrm flipV="1">
                <a:off x="653211" y="4974167"/>
                <a:ext cx="1505789" cy="613836"/>
              </a:xfrm>
              <a:prstGeom prst="line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713" name="Group 712">
              <a:extLst>
                <a:ext uri="{FF2B5EF4-FFF2-40B4-BE49-F238E27FC236}">
                  <a16:creationId xmlns:a16="http://schemas.microsoft.com/office/drawing/2014/main" id="{AAAF29D5-9601-CF43-8C05-901671240D68}"/>
                </a:ext>
              </a:extLst>
            </p:cNvPr>
            <p:cNvGrpSpPr/>
            <p:nvPr/>
          </p:nvGrpSpPr>
          <p:grpSpPr>
            <a:xfrm>
              <a:off x="9193527" y="3631579"/>
              <a:ext cx="2831459" cy="1311728"/>
              <a:chOff x="69488" y="5026085"/>
              <a:chExt cx="4347805" cy="1311728"/>
            </a:xfrm>
          </p:grpSpPr>
          <p:sp>
            <p:nvSpPr>
              <p:cNvPr id="714" name="TextBox 713">
                <a:extLst>
                  <a:ext uri="{FF2B5EF4-FFF2-40B4-BE49-F238E27FC236}">
                    <a16:creationId xmlns:a16="http://schemas.microsoft.com/office/drawing/2014/main" id="{FE50FC28-F437-0344-9C2D-2FDDA8A95DAE}"/>
                  </a:ext>
                </a:extLst>
              </p:cNvPr>
              <p:cNvSpPr txBox="1"/>
              <p:nvPr/>
            </p:nvSpPr>
            <p:spPr>
              <a:xfrm>
                <a:off x="69488" y="5580683"/>
                <a:ext cx="4347805" cy="757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33363" marR="0" lvl="0" indent="-233363" defTabSz="91440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90"/>
                    </a:solidFill>
                    <a:effectLst/>
                    <a:uLnTx/>
                    <a:uFillTx/>
                    <a:ea typeface="ＭＳ Ｐゴシック" charset="0"/>
                  </a:rPr>
                  <a:t>2. </a:t>
                </a:r>
                <a:r>
                  <a:rPr kumimoji="0" lang="en-US" sz="2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rPr>
                  <a:t>control, data plane separation</a:t>
                </a:r>
              </a:p>
            </p:txBody>
          </p:sp>
          <p:cxnSp>
            <p:nvCxnSpPr>
              <p:cNvPr id="715" name="Straight Connector 714">
                <a:extLst>
                  <a:ext uri="{FF2B5EF4-FFF2-40B4-BE49-F238E27FC236}">
                    <a16:creationId xmlns:a16="http://schemas.microsoft.com/office/drawing/2014/main" id="{AB94C55F-5325-1444-88FB-722BF41A6EED}"/>
                  </a:ext>
                </a:extLst>
              </p:cNvPr>
              <p:cNvCxnSpPr>
                <a:cxnSpLocks/>
                <a:stCxn id="714" idx="0"/>
              </p:cNvCxnSpPr>
              <p:nvPr/>
            </p:nvCxnSpPr>
            <p:spPr bwMode="auto">
              <a:xfrm flipH="1" flipV="1">
                <a:off x="1351777" y="5026085"/>
                <a:ext cx="891615" cy="554598"/>
              </a:xfrm>
              <a:prstGeom prst="line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716" name="TextBox 715">
              <a:extLst>
                <a:ext uri="{FF2B5EF4-FFF2-40B4-BE49-F238E27FC236}">
                  <a16:creationId xmlns:a16="http://schemas.microsoft.com/office/drawing/2014/main" id="{DC87C3CB-DAE1-4642-A18C-C358079613E1}"/>
                </a:ext>
              </a:extLst>
            </p:cNvPr>
            <p:cNvSpPr txBox="1"/>
            <p:nvPr/>
          </p:nvSpPr>
          <p:spPr>
            <a:xfrm>
              <a:off x="8661128" y="1214433"/>
              <a:ext cx="3326279" cy="1089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3363" indent="-233363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b="1" i="1" dirty="0">
                  <a:solidFill>
                    <a:srgbClr val="000090"/>
                  </a:solidFill>
                  <a:latin typeface="Arial" charset="0"/>
                  <a:ea typeface="ＭＳ Ｐゴシック" charset="0"/>
                </a:rPr>
                <a:t>3</a:t>
              </a:r>
              <a:r>
                <a:rPr lang="en-US" sz="2400" b="1" i="1" dirty="0">
                  <a:solidFill>
                    <a:srgbClr val="000090"/>
                  </a:solidFill>
                  <a:ea typeface="ＭＳ Ｐゴシック" charset="0"/>
                </a:rPr>
                <a:t>. </a:t>
              </a:r>
              <a:r>
                <a:rPr lang="en-US" sz="2400" i="1" dirty="0">
                  <a:solidFill>
                    <a:srgbClr val="000000"/>
                  </a:solidFill>
                  <a:ea typeface="ＭＳ Ｐゴシック" charset="0"/>
                </a:rPr>
                <a:t>control plane functions external to data-plane switches</a:t>
              </a:r>
              <a:endParaRPr lang="en-US" i="1" dirty="0">
                <a:solidFill>
                  <a:srgbClr val="000000"/>
                </a:solidFill>
                <a:ea typeface="ＭＳ Ｐゴシック" charset="0"/>
              </a:endParaRPr>
            </a:p>
          </p:txBody>
        </p:sp>
        <p:cxnSp>
          <p:nvCxnSpPr>
            <p:cNvPr id="717" name="Straight Connector 716">
              <a:extLst>
                <a:ext uri="{FF2B5EF4-FFF2-40B4-BE49-F238E27FC236}">
                  <a16:creationId xmlns:a16="http://schemas.microsoft.com/office/drawing/2014/main" id="{A4E79431-B0A1-424A-994E-6C3A3C35D682}"/>
                </a:ext>
              </a:extLst>
            </p:cNvPr>
            <p:cNvCxnSpPr/>
            <p:nvPr/>
          </p:nvCxnSpPr>
          <p:spPr bwMode="auto">
            <a:xfrm flipV="1">
              <a:off x="8275367" y="1593599"/>
              <a:ext cx="618473" cy="645305"/>
            </a:xfrm>
            <a:prstGeom prst="line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18" name="Oval 717">
              <a:extLst>
                <a:ext uri="{FF2B5EF4-FFF2-40B4-BE49-F238E27FC236}">
                  <a16:creationId xmlns:a16="http://schemas.microsoft.com/office/drawing/2014/main" id="{D081AC31-01FF-274A-A3CC-61340B69FEDE}"/>
                </a:ext>
              </a:extLst>
            </p:cNvPr>
            <p:cNvSpPr/>
            <p:nvPr/>
          </p:nvSpPr>
          <p:spPr bwMode="auto">
            <a:xfrm>
              <a:off x="3619093" y="1435386"/>
              <a:ext cx="725674" cy="342648"/>
            </a:xfrm>
            <a:prstGeom prst="ellipse">
              <a:avLst/>
            </a:prstGeom>
            <a:solidFill>
              <a:schemeClr val="accent6">
                <a:lumMod val="20000"/>
                <a:lumOff val="80000"/>
                <a:alpha val="70000"/>
              </a:schemeClr>
            </a:solidFill>
            <a:ln w="9525" cap="flat" cmpd="sng" algn="ctr">
              <a:solidFill>
                <a:srgbClr val="008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719" name="Oval 718">
              <a:extLst>
                <a:ext uri="{FF2B5EF4-FFF2-40B4-BE49-F238E27FC236}">
                  <a16:creationId xmlns:a16="http://schemas.microsoft.com/office/drawing/2014/main" id="{51428A79-BB50-854B-9121-C9E4D1876557}"/>
                </a:ext>
              </a:extLst>
            </p:cNvPr>
            <p:cNvSpPr/>
            <p:nvPr/>
          </p:nvSpPr>
          <p:spPr bwMode="auto">
            <a:xfrm>
              <a:off x="4618114" y="1426539"/>
              <a:ext cx="725674" cy="342648"/>
            </a:xfrm>
            <a:prstGeom prst="ellipse">
              <a:avLst/>
            </a:prstGeom>
            <a:solidFill>
              <a:schemeClr val="accent6">
                <a:lumMod val="20000"/>
                <a:lumOff val="80000"/>
                <a:alpha val="70000"/>
              </a:schemeClr>
            </a:solidFill>
            <a:ln w="9525" cap="flat" cmpd="sng" algn="ctr">
              <a:solidFill>
                <a:srgbClr val="008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720" name="Oval 719">
              <a:extLst>
                <a:ext uri="{FF2B5EF4-FFF2-40B4-BE49-F238E27FC236}">
                  <a16:creationId xmlns:a16="http://schemas.microsoft.com/office/drawing/2014/main" id="{DC70C71B-F844-7F49-AB26-0B4E22A896D0}"/>
                </a:ext>
              </a:extLst>
            </p:cNvPr>
            <p:cNvSpPr/>
            <p:nvPr/>
          </p:nvSpPr>
          <p:spPr bwMode="auto">
            <a:xfrm>
              <a:off x="7431318" y="1417694"/>
              <a:ext cx="725674" cy="342648"/>
            </a:xfrm>
            <a:prstGeom prst="ellipse">
              <a:avLst/>
            </a:prstGeom>
            <a:solidFill>
              <a:schemeClr val="accent6">
                <a:lumMod val="20000"/>
                <a:lumOff val="80000"/>
                <a:alpha val="70000"/>
              </a:schemeClr>
            </a:solidFill>
            <a:ln w="9525" cap="flat" cmpd="sng" algn="ctr">
              <a:solidFill>
                <a:srgbClr val="008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721" name="TextBox 720">
              <a:extLst>
                <a:ext uri="{FF2B5EF4-FFF2-40B4-BE49-F238E27FC236}">
                  <a16:creationId xmlns:a16="http://schemas.microsoft.com/office/drawing/2014/main" id="{1064F1A9-6515-434B-A35C-622C7DCD2543}"/>
                </a:ext>
              </a:extLst>
            </p:cNvPr>
            <p:cNvSpPr txBox="1"/>
            <p:nvPr/>
          </p:nvSpPr>
          <p:spPr>
            <a:xfrm>
              <a:off x="6236542" y="1190791"/>
              <a:ext cx="595035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3200" dirty="0">
                  <a:solidFill>
                    <a:srgbClr val="008000"/>
                  </a:solidFill>
                  <a:latin typeface="Arial" charset="0"/>
                  <a:ea typeface="ＭＳ Ｐゴシック" charset="0"/>
                </a:rPr>
                <a:t>…</a:t>
              </a:r>
            </a:p>
          </p:txBody>
        </p:sp>
        <p:cxnSp>
          <p:nvCxnSpPr>
            <p:cNvPr id="725" name="Straight Connector 724">
              <a:extLst>
                <a:ext uri="{FF2B5EF4-FFF2-40B4-BE49-F238E27FC236}">
                  <a16:creationId xmlns:a16="http://schemas.microsoft.com/office/drawing/2014/main" id="{E5214BD8-C000-224E-8C7D-B3610D784CAA}"/>
                </a:ext>
              </a:extLst>
            </p:cNvPr>
            <p:cNvCxnSpPr/>
            <p:nvPr/>
          </p:nvCxnSpPr>
          <p:spPr bwMode="auto">
            <a:xfrm flipV="1">
              <a:off x="8228340" y="1594833"/>
              <a:ext cx="663883" cy="1006"/>
            </a:xfrm>
            <a:prstGeom prst="line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26" name="TextBox 725">
              <a:extLst>
                <a:ext uri="{FF2B5EF4-FFF2-40B4-BE49-F238E27FC236}">
                  <a16:creationId xmlns:a16="http://schemas.microsoft.com/office/drawing/2014/main" id="{DC680172-6486-D24B-A48C-E405688C7041}"/>
                </a:ext>
              </a:extLst>
            </p:cNvPr>
            <p:cNvSpPr txBox="1"/>
            <p:nvPr/>
          </p:nvSpPr>
          <p:spPr>
            <a:xfrm>
              <a:off x="3617055" y="1431666"/>
              <a:ext cx="73361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routing</a:t>
              </a:r>
            </a:p>
          </p:txBody>
        </p:sp>
        <p:sp>
          <p:nvSpPr>
            <p:cNvPr id="727" name="TextBox 726">
              <a:extLst>
                <a:ext uri="{FF2B5EF4-FFF2-40B4-BE49-F238E27FC236}">
                  <a16:creationId xmlns:a16="http://schemas.microsoft.com/office/drawing/2014/main" id="{5B694A56-9AC5-0343-9AF5-205254784FFA}"/>
                </a:ext>
              </a:extLst>
            </p:cNvPr>
            <p:cNvSpPr txBox="1"/>
            <p:nvPr/>
          </p:nvSpPr>
          <p:spPr>
            <a:xfrm>
              <a:off x="4644492" y="1393402"/>
              <a:ext cx="809667" cy="410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access control</a:t>
              </a:r>
            </a:p>
          </p:txBody>
        </p:sp>
        <p:sp>
          <p:nvSpPr>
            <p:cNvPr id="728" name="TextBox 727">
              <a:extLst>
                <a:ext uri="{FF2B5EF4-FFF2-40B4-BE49-F238E27FC236}">
                  <a16:creationId xmlns:a16="http://schemas.microsoft.com/office/drawing/2014/main" id="{70629D76-356C-EB41-BD3B-0E20EADC644F}"/>
                </a:ext>
              </a:extLst>
            </p:cNvPr>
            <p:cNvSpPr txBox="1"/>
            <p:nvPr/>
          </p:nvSpPr>
          <p:spPr>
            <a:xfrm>
              <a:off x="7403572" y="1382879"/>
              <a:ext cx="809667" cy="410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load</a:t>
              </a:r>
            </a:p>
            <a:p>
              <a:pPr algn="ctr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balance</a:t>
              </a:r>
            </a:p>
          </p:txBody>
        </p:sp>
        <p:grpSp>
          <p:nvGrpSpPr>
            <p:cNvPr id="734" name="Group 733">
              <a:extLst>
                <a:ext uri="{FF2B5EF4-FFF2-40B4-BE49-F238E27FC236}">
                  <a16:creationId xmlns:a16="http://schemas.microsoft.com/office/drawing/2014/main" id="{B6C23F3B-5DA9-E34E-AED7-02585AE8706E}"/>
                </a:ext>
              </a:extLst>
            </p:cNvPr>
            <p:cNvGrpSpPr/>
            <p:nvPr/>
          </p:nvGrpSpPr>
          <p:grpSpPr>
            <a:xfrm>
              <a:off x="363256" y="1413523"/>
              <a:ext cx="3169084" cy="1089529"/>
              <a:chOff x="363256" y="1413523"/>
              <a:chExt cx="3169084" cy="1089529"/>
            </a:xfrm>
          </p:grpSpPr>
          <p:sp>
            <p:nvSpPr>
              <p:cNvPr id="723" name="TextBox 722">
                <a:extLst>
                  <a:ext uri="{FF2B5EF4-FFF2-40B4-BE49-F238E27FC236}">
                    <a16:creationId xmlns:a16="http://schemas.microsoft.com/office/drawing/2014/main" id="{34380553-0FC8-9443-B65A-13A8F1715FC7}"/>
                  </a:ext>
                </a:extLst>
              </p:cNvPr>
              <p:cNvSpPr txBox="1"/>
              <p:nvPr/>
            </p:nvSpPr>
            <p:spPr>
              <a:xfrm>
                <a:off x="363256" y="1413523"/>
                <a:ext cx="2748319" cy="1089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33363" marR="0" lvl="0" indent="-233363" defTabSz="91440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90"/>
                    </a:solidFill>
                    <a:effectLst/>
                    <a:uLnTx/>
                    <a:uFillTx/>
                    <a:ea typeface="ＭＳ Ｐゴシック" charset="0"/>
                  </a:rPr>
                  <a:t>4. </a:t>
                </a:r>
                <a:r>
                  <a:rPr kumimoji="0" lang="en-US" sz="2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rPr>
                  <a:t>programmable control applications</a:t>
                </a:r>
              </a:p>
            </p:txBody>
          </p:sp>
          <p:cxnSp>
            <p:nvCxnSpPr>
              <p:cNvPr id="732" name="Straight Connector 731">
                <a:extLst>
                  <a:ext uri="{FF2B5EF4-FFF2-40B4-BE49-F238E27FC236}">
                    <a16:creationId xmlns:a16="http://schemas.microsoft.com/office/drawing/2014/main" id="{EC9B11A7-2B7B-8347-9A8A-72D9FF978B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5518" y="1615858"/>
                <a:ext cx="87682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7994513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4139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Software defined networking (SDN)</a:t>
            </a:r>
          </a:p>
        </p:txBody>
      </p:sp>
      <p:sp>
        <p:nvSpPr>
          <p:cNvPr id="850" name="Content Placeholder 6">
            <a:extLst>
              <a:ext uri="{FF2B5EF4-FFF2-40B4-BE49-F238E27FC236}">
                <a16:creationId xmlns:a16="http://schemas.microsoft.com/office/drawing/2014/main" id="{BCBBA01E-E6B7-6244-BCD8-8FA9A6E5AB79}"/>
              </a:ext>
            </a:extLst>
          </p:cNvPr>
          <p:cNvSpPr txBox="1">
            <a:spLocks/>
          </p:cNvSpPr>
          <p:nvPr/>
        </p:nvSpPr>
        <p:spPr bwMode="auto">
          <a:xfrm>
            <a:off x="826718" y="1032714"/>
            <a:ext cx="5767982" cy="5096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None/>
              <a:tabLst/>
              <a:defRPr/>
            </a:pPr>
            <a:r>
              <a:rPr kumimoji="0" lang="en-US" sz="3200" b="0" u="none" strike="noStrike" kern="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ea typeface="ＭＳ Ｐゴシック" charset="0"/>
              </a:rPr>
              <a:t>Data-plane switches:</a:t>
            </a:r>
          </a:p>
          <a:p>
            <a:pPr marL="342900" marR="0" lvl="0" indent="-342900" algn="l" defTabSz="914400" rtl="0" eaLnBrk="0" fontAlgn="base" latinLnBrk="0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fast, simple, commodity switches implementing generalized data-plane forwarding (Section 4.4) in hardware</a:t>
            </a:r>
          </a:p>
          <a:p>
            <a:pPr marL="342900" marR="0" lvl="0" indent="-342900" algn="l" defTabSz="914400" rtl="0" eaLnBrk="0" fontAlgn="base" latinLnBrk="0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flow (forwarding)</a:t>
            </a:r>
            <a:r>
              <a:rPr kumimoji="0" lang="en-US" sz="26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 </a:t>
            </a: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table computed, installed under controller supervision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API for table-based switch control (e.g., OpenFlow)</a:t>
            </a:r>
          </a:p>
          <a:p>
            <a:pPr marL="635000" marR="0" lvl="1" indent="-234950" algn="l" defTabSz="914400" rtl="0" eaLnBrk="0" fontAlgn="base" latinLnBrk="0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defines what is controllable,</a:t>
            </a:r>
            <a:r>
              <a:rPr kumimoji="0" lang="en-US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what is not</a:t>
            </a:r>
          </a:p>
          <a:p>
            <a:pPr marL="342900" marR="0" lvl="0" indent="-342900" algn="l" defTabSz="914400" rtl="0" eaLnBrk="0" fontAlgn="base" latinLnBrk="0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protocol for communicating with controller (e.g., OpenFlow)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</a:endParaRPr>
          </a:p>
        </p:txBody>
      </p:sp>
      <p:grpSp>
        <p:nvGrpSpPr>
          <p:cNvPr id="2" name="Group 1" descr="SDN: data plane swiches">
            <a:extLst>
              <a:ext uri="{FF2B5EF4-FFF2-40B4-BE49-F238E27FC236}">
                <a16:creationId xmlns:a16="http://schemas.microsoft.com/office/drawing/2014/main" id="{697DDB4D-342A-EFC6-6551-93800E009919}"/>
              </a:ext>
            </a:extLst>
          </p:cNvPr>
          <p:cNvGrpSpPr/>
          <p:nvPr/>
        </p:nvGrpSpPr>
        <p:grpSpPr>
          <a:xfrm>
            <a:off x="6602169" y="1221758"/>
            <a:ext cx="4134334" cy="5424216"/>
            <a:chOff x="6602169" y="1221758"/>
            <a:chExt cx="4134334" cy="5424216"/>
          </a:xfrm>
        </p:grpSpPr>
        <p:grpSp>
          <p:nvGrpSpPr>
            <p:cNvPr id="851" name="Group 850" descr="SDN: data plane switches">
              <a:extLst>
                <a:ext uri="{FF2B5EF4-FFF2-40B4-BE49-F238E27FC236}">
                  <a16:creationId xmlns:a16="http://schemas.microsoft.com/office/drawing/2014/main" id="{CE55C0D3-06CC-DF41-88F6-A273370E03E8}"/>
                </a:ext>
              </a:extLst>
            </p:cNvPr>
            <p:cNvGrpSpPr/>
            <p:nvPr/>
          </p:nvGrpSpPr>
          <p:grpSpPr>
            <a:xfrm>
              <a:off x="6806501" y="1476134"/>
              <a:ext cx="3846765" cy="5169840"/>
              <a:chOff x="4990227" y="910464"/>
              <a:chExt cx="3846765" cy="5169840"/>
            </a:xfrm>
          </p:grpSpPr>
          <p:sp>
            <p:nvSpPr>
              <p:cNvPr id="852" name="TextBox 399">
                <a:extLst>
                  <a:ext uri="{FF2B5EF4-FFF2-40B4-BE49-F238E27FC236}">
                    <a16:creationId xmlns:a16="http://schemas.microsoft.com/office/drawing/2014/main" id="{5EA34F1E-D60F-4E46-99D4-53221197BE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18490" y="4936685"/>
                <a:ext cx="286930" cy="4714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data</a:t>
                </a:r>
              </a:p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plane</a:t>
                </a:r>
              </a:p>
            </p:txBody>
          </p:sp>
          <p:sp>
            <p:nvSpPr>
              <p:cNvPr id="853" name="TextBox 400">
                <a:extLst>
                  <a:ext uri="{FF2B5EF4-FFF2-40B4-BE49-F238E27FC236}">
                    <a16:creationId xmlns:a16="http://schemas.microsoft.com/office/drawing/2014/main" id="{DE759E4F-F356-5946-9CC4-A4E5C9A1D6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94972" y="2474327"/>
                <a:ext cx="342020" cy="4714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control</a:t>
                </a:r>
              </a:p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plane</a:t>
                </a:r>
              </a:p>
            </p:txBody>
          </p:sp>
          <p:cxnSp>
            <p:nvCxnSpPr>
              <p:cNvPr id="854" name="Straight Connector 853">
                <a:extLst>
                  <a:ext uri="{FF2B5EF4-FFF2-40B4-BE49-F238E27FC236}">
                    <a16:creationId xmlns:a16="http://schemas.microsoft.com/office/drawing/2014/main" id="{1A2102D6-7949-1844-8DED-B73B0057D3CF}"/>
                  </a:ext>
                </a:extLst>
              </p:cNvPr>
              <p:cNvCxnSpPr/>
              <p:nvPr/>
            </p:nvCxnSpPr>
            <p:spPr bwMode="auto">
              <a:xfrm flipV="1">
                <a:off x="5272718" y="4529666"/>
                <a:ext cx="2791783" cy="14329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dash"/>
              </a:ln>
              <a:effectLst/>
            </p:spPr>
          </p:cxnSp>
          <p:cxnSp>
            <p:nvCxnSpPr>
              <p:cNvPr id="855" name="Straight Connector 854">
                <a:extLst>
                  <a:ext uri="{FF2B5EF4-FFF2-40B4-BE49-F238E27FC236}">
                    <a16:creationId xmlns:a16="http://schemas.microsoft.com/office/drawing/2014/main" id="{41F5119B-91DF-204A-A96B-FEEB6C0969E0}"/>
                  </a:ext>
                </a:extLst>
              </p:cNvPr>
              <p:cNvCxnSpPr/>
              <p:nvPr/>
            </p:nvCxnSpPr>
            <p:spPr bwMode="auto">
              <a:xfrm flipV="1">
                <a:off x="5192283" y="2709335"/>
                <a:ext cx="3041550" cy="18563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dash"/>
              </a:ln>
              <a:effectLst/>
            </p:spPr>
          </p:cxnSp>
          <p:grpSp>
            <p:nvGrpSpPr>
              <p:cNvPr id="856" name="Group 855">
                <a:extLst>
                  <a:ext uri="{FF2B5EF4-FFF2-40B4-BE49-F238E27FC236}">
                    <a16:creationId xmlns:a16="http://schemas.microsoft.com/office/drawing/2014/main" id="{4A072938-7333-B54B-8E85-AA4AB0118ED1}"/>
                  </a:ext>
                </a:extLst>
              </p:cNvPr>
              <p:cNvGrpSpPr/>
              <p:nvPr/>
            </p:nvGrpSpPr>
            <p:grpSpPr>
              <a:xfrm>
                <a:off x="5164667" y="4826000"/>
                <a:ext cx="2979208" cy="973667"/>
                <a:chOff x="2592388" y="5601756"/>
                <a:chExt cx="4027487" cy="939800"/>
              </a:xfrm>
            </p:grpSpPr>
            <p:sp>
              <p:nvSpPr>
                <p:cNvPr id="912" name="Freeform 2">
                  <a:extLst>
                    <a:ext uri="{FF2B5EF4-FFF2-40B4-BE49-F238E27FC236}">
                      <a16:creationId xmlns:a16="http://schemas.microsoft.com/office/drawing/2014/main" id="{71DEC372-158B-D843-AAA9-4449502790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92388" y="5601756"/>
                  <a:ext cx="4027487" cy="939800"/>
                </a:xfrm>
                <a:custGeom>
                  <a:avLst/>
                  <a:gdLst>
                    <a:gd name="T0" fmla="*/ 648763 w 10001"/>
                    <a:gd name="T1" fmla="*/ 34777612 h 10125"/>
                    <a:gd name="T2" fmla="*/ 115976403 w 10001"/>
                    <a:gd name="T3" fmla="*/ 13733703 h 10125"/>
                    <a:gd name="T4" fmla="*/ 507700960 w 10001"/>
                    <a:gd name="T5" fmla="*/ 8662125 h 10125"/>
                    <a:gd name="T6" fmla="*/ 810212713 w 10001"/>
                    <a:gd name="T7" fmla="*/ 0 h 10125"/>
                    <a:gd name="T8" fmla="*/ 1090015738 w 10001"/>
                    <a:gd name="T9" fmla="*/ 8687929 h 10125"/>
                    <a:gd name="T10" fmla="*/ 1310938763 w 10001"/>
                    <a:gd name="T11" fmla="*/ 4279362 h 10125"/>
                    <a:gd name="T12" fmla="*/ 1620263134 w 10001"/>
                    <a:gd name="T13" fmla="*/ 25736690 h 10125"/>
                    <a:gd name="T14" fmla="*/ 1394798364 w 10001"/>
                    <a:gd name="T15" fmla="*/ 58525268 h 10125"/>
                    <a:gd name="T16" fmla="*/ 1134622140 w 10001"/>
                    <a:gd name="T17" fmla="*/ 80266624 h 10125"/>
                    <a:gd name="T18" fmla="*/ 860820276 w 10001"/>
                    <a:gd name="T19" fmla="*/ 76142271 h 10125"/>
                    <a:gd name="T20" fmla="*/ 708996782 w 10001"/>
                    <a:gd name="T21" fmla="*/ 85346835 h 10125"/>
                    <a:gd name="T22" fmla="*/ 509322667 w 10001"/>
                    <a:gd name="T23" fmla="*/ 86268164 h 10125"/>
                    <a:gd name="T24" fmla="*/ 353443899 w 10001"/>
                    <a:gd name="T25" fmla="*/ 67979516 h 10125"/>
                    <a:gd name="T26" fmla="*/ 192536914 w 10001"/>
                    <a:gd name="T27" fmla="*/ 64535347 h 10125"/>
                    <a:gd name="T28" fmla="*/ 648763 w 10001"/>
                    <a:gd name="T29" fmla="*/ 34777612 h 1012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0001" h="10125">
                      <a:moveTo>
                        <a:pt x="4" y="4039"/>
                      </a:moveTo>
                      <a:cubicBezTo>
                        <a:pt x="-29" y="2271"/>
                        <a:pt x="194" y="2100"/>
                        <a:pt x="715" y="1595"/>
                      </a:cubicBezTo>
                      <a:cubicBezTo>
                        <a:pt x="1236" y="1089"/>
                        <a:pt x="2417" y="1272"/>
                        <a:pt x="3130" y="1006"/>
                      </a:cubicBezTo>
                      <a:cubicBezTo>
                        <a:pt x="3843" y="740"/>
                        <a:pt x="4397" y="0"/>
                        <a:pt x="4995" y="0"/>
                      </a:cubicBezTo>
                      <a:cubicBezTo>
                        <a:pt x="5593" y="1"/>
                        <a:pt x="6206" y="926"/>
                        <a:pt x="6720" y="1009"/>
                      </a:cubicBezTo>
                      <a:cubicBezTo>
                        <a:pt x="7234" y="1092"/>
                        <a:pt x="7536" y="241"/>
                        <a:pt x="8082" y="497"/>
                      </a:cubicBezTo>
                      <a:cubicBezTo>
                        <a:pt x="8628" y="756"/>
                        <a:pt x="9854" y="442"/>
                        <a:pt x="9989" y="2989"/>
                      </a:cubicBezTo>
                      <a:cubicBezTo>
                        <a:pt x="10124" y="5536"/>
                        <a:pt x="9098" y="5742"/>
                        <a:pt x="8599" y="6797"/>
                      </a:cubicBezTo>
                      <a:cubicBezTo>
                        <a:pt x="8100" y="7852"/>
                        <a:pt x="7544" y="8981"/>
                        <a:pt x="6995" y="9322"/>
                      </a:cubicBezTo>
                      <a:cubicBezTo>
                        <a:pt x="6446" y="9663"/>
                        <a:pt x="5793" y="8957"/>
                        <a:pt x="5307" y="8843"/>
                      </a:cubicBezTo>
                      <a:cubicBezTo>
                        <a:pt x="4819" y="8726"/>
                        <a:pt x="4628" y="10048"/>
                        <a:pt x="4371" y="9912"/>
                      </a:cubicBezTo>
                      <a:cubicBezTo>
                        <a:pt x="4114" y="9775"/>
                        <a:pt x="3505" y="10355"/>
                        <a:pt x="3140" y="10019"/>
                      </a:cubicBezTo>
                      <a:cubicBezTo>
                        <a:pt x="2774" y="9683"/>
                        <a:pt x="2820" y="8138"/>
                        <a:pt x="2179" y="7895"/>
                      </a:cubicBezTo>
                      <a:cubicBezTo>
                        <a:pt x="1586" y="6800"/>
                        <a:pt x="1549" y="8137"/>
                        <a:pt x="1187" y="7495"/>
                      </a:cubicBezTo>
                      <a:cubicBezTo>
                        <a:pt x="825" y="6852"/>
                        <a:pt x="-7" y="6157"/>
                        <a:pt x="4" y="4039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cxnSp>
              <p:nvCxnSpPr>
                <p:cNvPr id="913" name="Straight Connector 912">
                  <a:extLst>
                    <a:ext uri="{FF2B5EF4-FFF2-40B4-BE49-F238E27FC236}">
                      <a16:creationId xmlns:a16="http://schemas.microsoft.com/office/drawing/2014/main" id="{B0A5E970-BE5B-924E-8E27-2F517326B70B}"/>
                    </a:ext>
                  </a:extLst>
                </p:cNvPr>
                <p:cNvCxnSpPr/>
                <p:nvPr/>
              </p:nvCxnSpPr>
              <p:spPr>
                <a:xfrm flipV="1">
                  <a:off x="3262941" y="5752569"/>
                  <a:ext cx="1316038" cy="131762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14" name="Straight Connector 913">
                  <a:extLst>
                    <a:ext uri="{FF2B5EF4-FFF2-40B4-BE49-F238E27FC236}">
                      <a16:creationId xmlns:a16="http://schemas.microsoft.com/office/drawing/2014/main" id="{4BCA3B8C-279D-E840-87D5-1E0642D09387}"/>
                    </a:ext>
                  </a:extLst>
                </p:cNvPr>
                <p:cNvCxnSpPr/>
                <p:nvPr/>
              </p:nvCxnSpPr>
              <p:spPr>
                <a:xfrm>
                  <a:off x="3151816" y="5939894"/>
                  <a:ext cx="2259013" cy="29845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15" name="Straight Connector 914">
                  <a:extLst>
                    <a:ext uri="{FF2B5EF4-FFF2-40B4-BE49-F238E27FC236}">
                      <a16:creationId xmlns:a16="http://schemas.microsoft.com/office/drawing/2014/main" id="{CD10DAC3-DC6D-E045-A194-1C410416865B}"/>
                    </a:ext>
                  </a:extLst>
                </p:cNvPr>
                <p:cNvCxnSpPr/>
                <p:nvPr/>
              </p:nvCxnSpPr>
              <p:spPr>
                <a:xfrm>
                  <a:off x="3164516" y="6044669"/>
                  <a:ext cx="714375" cy="276225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16" name="Straight Connector 915">
                  <a:extLst>
                    <a:ext uri="{FF2B5EF4-FFF2-40B4-BE49-F238E27FC236}">
                      <a16:creationId xmlns:a16="http://schemas.microsoft.com/office/drawing/2014/main" id="{E2A8FB26-91FF-3E4C-8347-A2AE524A00A4}"/>
                    </a:ext>
                  </a:extLst>
                </p:cNvPr>
                <p:cNvCxnSpPr/>
                <p:nvPr/>
              </p:nvCxnSpPr>
              <p:spPr>
                <a:xfrm flipV="1">
                  <a:off x="4182104" y="6238344"/>
                  <a:ext cx="1247775" cy="8255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17" name="Straight Connector 916">
                  <a:extLst>
                    <a:ext uri="{FF2B5EF4-FFF2-40B4-BE49-F238E27FC236}">
                      <a16:creationId xmlns:a16="http://schemas.microsoft.com/office/drawing/2014/main" id="{FC84CD0A-6A0B-954A-A0C2-9433ED84E08F}"/>
                    </a:ext>
                  </a:extLst>
                </p:cNvPr>
                <p:cNvCxnSpPr/>
                <p:nvPr/>
              </p:nvCxnSpPr>
              <p:spPr>
                <a:xfrm>
                  <a:off x="4842504" y="5785906"/>
                  <a:ext cx="1057275" cy="123825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18" name="Straight Connector 917">
                  <a:extLst>
                    <a:ext uri="{FF2B5EF4-FFF2-40B4-BE49-F238E27FC236}">
                      <a16:creationId xmlns:a16="http://schemas.microsoft.com/office/drawing/2014/main" id="{F20F73DF-CC1A-414D-AA37-5C7FA5314FCC}"/>
                    </a:ext>
                  </a:extLst>
                </p:cNvPr>
                <p:cNvCxnSpPr/>
                <p:nvPr/>
              </p:nvCxnSpPr>
              <p:spPr>
                <a:xfrm flipV="1">
                  <a:off x="4126541" y="5939894"/>
                  <a:ext cx="1790700" cy="29845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19" name="Straight Connector 918">
                  <a:extLst>
                    <a:ext uri="{FF2B5EF4-FFF2-40B4-BE49-F238E27FC236}">
                      <a16:creationId xmlns:a16="http://schemas.microsoft.com/office/drawing/2014/main" id="{AC31F3CF-B52D-E042-B7DB-4F44E715F9A8}"/>
                    </a:ext>
                  </a:extLst>
                </p:cNvPr>
                <p:cNvCxnSpPr/>
                <p:nvPr/>
              </p:nvCxnSpPr>
              <p:spPr>
                <a:xfrm flipV="1">
                  <a:off x="5453691" y="5968469"/>
                  <a:ext cx="588963" cy="269875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20" name="Straight Connector 919">
                  <a:extLst>
                    <a:ext uri="{FF2B5EF4-FFF2-40B4-BE49-F238E27FC236}">
                      <a16:creationId xmlns:a16="http://schemas.microsoft.com/office/drawing/2014/main" id="{48C7DC80-D2A7-B248-9A8F-1B651F5CEB39}"/>
                    </a:ext>
                  </a:extLst>
                </p:cNvPr>
                <p:cNvCxnSpPr/>
                <p:nvPr/>
              </p:nvCxnSpPr>
              <p:spPr>
                <a:xfrm>
                  <a:off x="4596441" y="5752569"/>
                  <a:ext cx="814388" cy="401637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grpSp>
              <p:nvGrpSpPr>
                <p:cNvPr id="921" name="Group 347">
                  <a:extLst>
                    <a:ext uri="{FF2B5EF4-FFF2-40B4-BE49-F238E27FC236}">
                      <a16:creationId xmlns:a16="http://schemas.microsoft.com/office/drawing/2014/main" id="{A2DC2A2D-4327-FB49-8F37-6B6A7EBE1D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856401" y="5796097"/>
                  <a:ext cx="588970" cy="242608"/>
                  <a:chOff x="1871277" y="1576300"/>
                  <a:chExt cx="1128371" cy="437861"/>
                </a:xfrm>
              </p:grpSpPr>
              <p:sp>
                <p:nvSpPr>
                  <p:cNvPr id="962" name="Oval 961">
                    <a:extLst>
                      <a:ext uri="{FF2B5EF4-FFF2-40B4-BE49-F238E27FC236}">
                        <a16:creationId xmlns:a16="http://schemas.microsoft.com/office/drawing/2014/main" id="{9B6F5CD8-4D1E-1A4F-9507-95200A73998A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4641"/>
                    <a:ext cx="1125202" cy="31952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3" name="Rectangle 962">
                    <a:extLst>
                      <a:ext uri="{FF2B5EF4-FFF2-40B4-BE49-F238E27FC236}">
                        <a16:creationId xmlns:a16="http://schemas.microsoft.com/office/drawing/2014/main" id="{C28B8F5B-8431-1A46-AAE4-9B0ED530F25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39611"/>
                    <a:ext cx="1128371" cy="11597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4" name="Oval 963">
                    <a:extLst>
                      <a:ext uri="{FF2B5EF4-FFF2-40B4-BE49-F238E27FC236}">
                        <a16:creationId xmlns:a16="http://schemas.microsoft.com/office/drawing/2014/main" id="{F1F79620-841F-DD4E-87FC-51E7153EC005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19520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5" name="Freeform 964">
                    <a:extLst>
                      <a:ext uri="{FF2B5EF4-FFF2-40B4-BE49-F238E27FC236}">
                        <a16:creationId xmlns:a16="http://schemas.microsoft.com/office/drawing/2014/main" id="{E98A7BEC-9D56-6B49-8125-0F5CDE1FC0B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340"/>
                    <a:ext cx="548339" cy="160943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6" name="Freeform 965">
                    <a:extLst>
                      <a:ext uri="{FF2B5EF4-FFF2-40B4-BE49-F238E27FC236}">
                        <a16:creationId xmlns:a16="http://schemas.microsoft.com/office/drawing/2014/main" id="{6905DB74-EB71-3644-AC3F-2EDDA70861A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103"/>
                    <a:ext cx="662444" cy="111241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7" name="Freeform 966">
                    <a:extLst>
                      <a:ext uri="{FF2B5EF4-FFF2-40B4-BE49-F238E27FC236}">
                        <a16:creationId xmlns:a16="http://schemas.microsoft.com/office/drawing/2014/main" id="{62D3DDB5-3EA7-214C-8C31-BA38971C9A7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7776"/>
                    <a:ext cx="244057" cy="97040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8" name="Freeform 967">
                    <a:extLst>
                      <a:ext uri="{FF2B5EF4-FFF2-40B4-BE49-F238E27FC236}">
                        <a16:creationId xmlns:a16="http://schemas.microsoft.com/office/drawing/2014/main" id="{B71B4E2A-E351-6C49-9DFD-6BB4843D451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144"/>
                    <a:ext cx="240888" cy="97039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69" name="Straight Connector 968">
                    <a:extLst>
                      <a:ext uri="{FF2B5EF4-FFF2-40B4-BE49-F238E27FC236}">
                        <a16:creationId xmlns:a16="http://schemas.microsoft.com/office/drawing/2014/main" id="{7146C111-B5B3-8141-95C1-2CADFE9B32BF}"/>
                      </a:ext>
                    </a:extLst>
                  </p:cNvPr>
                  <p:cNvCxnSpPr>
                    <a:endCxn id="964" idx="2"/>
                  </p:cNvCxnSpPr>
                  <p:nvPr/>
                </p:nvCxnSpPr>
                <p:spPr bwMode="auto">
                  <a:xfrm flipH="1" flipV="1">
                    <a:off x="1871277" y="1737243"/>
                    <a:ext cx="3169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970" name="Straight Connector 969">
                    <a:extLst>
                      <a:ext uri="{FF2B5EF4-FFF2-40B4-BE49-F238E27FC236}">
                        <a16:creationId xmlns:a16="http://schemas.microsoft.com/office/drawing/2014/main" id="{DFA6A355-A08F-F241-92FA-D0E6992CE4F5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4877"/>
                    <a:ext cx="3171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922" name="Group 347">
                  <a:extLst>
                    <a:ext uri="{FF2B5EF4-FFF2-40B4-BE49-F238E27FC236}">
                      <a16:creationId xmlns:a16="http://schemas.microsoft.com/office/drawing/2014/main" id="{46EDC75E-59E6-4645-85A7-E2C58E54518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75328" y="5654000"/>
                  <a:ext cx="588970" cy="242608"/>
                  <a:chOff x="1871277" y="1576300"/>
                  <a:chExt cx="1128371" cy="437861"/>
                </a:xfrm>
              </p:grpSpPr>
              <p:sp>
                <p:nvSpPr>
                  <p:cNvPr id="953" name="Oval 952">
                    <a:extLst>
                      <a:ext uri="{FF2B5EF4-FFF2-40B4-BE49-F238E27FC236}">
                        <a16:creationId xmlns:a16="http://schemas.microsoft.com/office/drawing/2014/main" id="{9DACA189-A149-9949-BCF3-95B569BB6477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4641"/>
                    <a:ext cx="1125202" cy="31952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4" name="Rectangle 953">
                    <a:extLst>
                      <a:ext uri="{FF2B5EF4-FFF2-40B4-BE49-F238E27FC236}">
                        <a16:creationId xmlns:a16="http://schemas.microsoft.com/office/drawing/2014/main" id="{08EC0937-ACA9-3840-8439-8223BB84898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39611"/>
                    <a:ext cx="1128371" cy="11597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5" name="Oval 954">
                    <a:extLst>
                      <a:ext uri="{FF2B5EF4-FFF2-40B4-BE49-F238E27FC236}">
                        <a16:creationId xmlns:a16="http://schemas.microsoft.com/office/drawing/2014/main" id="{E17B98F5-9CEF-6F4F-BBA9-BB8DE0D91B36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19520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6" name="Freeform 955">
                    <a:extLst>
                      <a:ext uri="{FF2B5EF4-FFF2-40B4-BE49-F238E27FC236}">
                        <a16:creationId xmlns:a16="http://schemas.microsoft.com/office/drawing/2014/main" id="{61234B09-DC44-7342-A70C-06AC8A581E2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340"/>
                    <a:ext cx="548339" cy="160943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7" name="Freeform 956">
                    <a:extLst>
                      <a:ext uri="{FF2B5EF4-FFF2-40B4-BE49-F238E27FC236}">
                        <a16:creationId xmlns:a16="http://schemas.microsoft.com/office/drawing/2014/main" id="{03AF34FD-E240-F04C-9158-920D2921325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103"/>
                    <a:ext cx="662444" cy="111241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8" name="Freeform 957">
                    <a:extLst>
                      <a:ext uri="{FF2B5EF4-FFF2-40B4-BE49-F238E27FC236}">
                        <a16:creationId xmlns:a16="http://schemas.microsoft.com/office/drawing/2014/main" id="{526E50F3-60FD-0E45-BC3A-3C6066FB7D8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7776"/>
                    <a:ext cx="244057" cy="97040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9" name="Freeform 958">
                    <a:extLst>
                      <a:ext uri="{FF2B5EF4-FFF2-40B4-BE49-F238E27FC236}">
                        <a16:creationId xmlns:a16="http://schemas.microsoft.com/office/drawing/2014/main" id="{FEE1E3A7-C090-734C-9180-457004D9D03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144"/>
                    <a:ext cx="240888" cy="97039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60" name="Straight Connector 959">
                    <a:extLst>
                      <a:ext uri="{FF2B5EF4-FFF2-40B4-BE49-F238E27FC236}">
                        <a16:creationId xmlns:a16="http://schemas.microsoft.com/office/drawing/2014/main" id="{99A3F99A-570C-8A42-9492-3585D770DA95}"/>
                      </a:ext>
                    </a:extLst>
                  </p:cNvPr>
                  <p:cNvCxnSpPr>
                    <a:endCxn id="955" idx="2"/>
                  </p:cNvCxnSpPr>
                  <p:nvPr/>
                </p:nvCxnSpPr>
                <p:spPr bwMode="auto">
                  <a:xfrm flipH="1" flipV="1">
                    <a:off x="1871277" y="1737243"/>
                    <a:ext cx="3169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961" name="Straight Connector 960">
                    <a:extLst>
                      <a:ext uri="{FF2B5EF4-FFF2-40B4-BE49-F238E27FC236}">
                        <a16:creationId xmlns:a16="http://schemas.microsoft.com/office/drawing/2014/main" id="{5F18512F-CA24-4444-95DF-016FA49178DB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4877"/>
                    <a:ext cx="3171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923" name="Group 347">
                  <a:extLst>
                    <a:ext uri="{FF2B5EF4-FFF2-40B4-BE49-F238E27FC236}">
                      <a16:creationId xmlns:a16="http://schemas.microsoft.com/office/drawing/2014/main" id="{4B02C431-99D3-6D48-8159-7B4877B83AD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48241" y="5847813"/>
                  <a:ext cx="588970" cy="242608"/>
                  <a:chOff x="1871277" y="1576300"/>
                  <a:chExt cx="1128371" cy="437861"/>
                </a:xfrm>
              </p:grpSpPr>
              <p:sp>
                <p:nvSpPr>
                  <p:cNvPr id="944" name="Oval 943">
                    <a:extLst>
                      <a:ext uri="{FF2B5EF4-FFF2-40B4-BE49-F238E27FC236}">
                        <a16:creationId xmlns:a16="http://schemas.microsoft.com/office/drawing/2014/main" id="{0FF0DF6F-D87B-2346-B35F-0DD610115E22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4641"/>
                    <a:ext cx="1125202" cy="31952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5" name="Rectangle 944">
                    <a:extLst>
                      <a:ext uri="{FF2B5EF4-FFF2-40B4-BE49-F238E27FC236}">
                        <a16:creationId xmlns:a16="http://schemas.microsoft.com/office/drawing/2014/main" id="{0A88A3D0-6A43-9C4F-B2B8-C62A5B97547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39611"/>
                    <a:ext cx="1128371" cy="11597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6" name="Oval 945">
                    <a:extLst>
                      <a:ext uri="{FF2B5EF4-FFF2-40B4-BE49-F238E27FC236}">
                        <a16:creationId xmlns:a16="http://schemas.microsoft.com/office/drawing/2014/main" id="{A97EE425-A6D3-754D-B745-A46539A9BCE9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19520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7" name="Freeform 946">
                    <a:extLst>
                      <a:ext uri="{FF2B5EF4-FFF2-40B4-BE49-F238E27FC236}">
                        <a16:creationId xmlns:a16="http://schemas.microsoft.com/office/drawing/2014/main" id="{D4B205B1-4191-B84B-8CA4-DD171806AD2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340"/>
                    <a:ext cx="548339" cy="160943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8" name="Freeform 947">
                    <a:extLst>
                      <a:ext uri="{FF2B5EF4-FFF2-40B4-BE49-F238E27FC236}">
                        <a16:creationId xmlns:a16="http://schemas.microsoft.com/office/drawing/2014/main" id="{1BBBF1EF-3ED2-5848-B3F0-7F8463BE28C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103"/>
                    <a:ext cx="662444" cy="111241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9" name="Freeform 948">
                    <a:extLst>
                      <a:ext uri="{FF2B5EF4-FFF2-40B4-BE49-F238E27FC236}">
                        <a16:creationId xmlns:a16="http://schemas.microsoft.com/office/drawing/2014/main" id="{AE727D85-0B80-AB43-A858-E12A22DEF74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7776"/>
                    <a:ext cx="244057" cy="97040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0" name="Freeform 949">
                    <a:extLst>
                      <a:ext uri="{FF2B5EF4-FFF2-40B4-BE49-F238E27FC236}">
                        <a16:creationId xmlns:a16="http://schemas.microsoft.com/office/drawing/2014/main" id="{E087DF11-E1FC-A24A-A90A-56EFAAF5ED3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144"/>
                    <a:ext cx="240888" cy="97039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51" name="Straight Connector 950">
                    <a:extLst>
                      <a:ext uri="{FF2B5EF4-FFF2-40B4-BE49-F238E27FC236}">
                        <a16:creationId xmlns:a16="http://schemas.microsoft.com/office/drawing/2014/main" id="{63B2769E-5BF0-4C43-BDCD-E08BBCA40A60}"/>
                      </a:ext>
                    </a:extLst>
                  </p:cNvPr>
                  <p:cNvCxnSpPr>
                    <a:endCxn id="946" idx="2"/>
                  </p:cNvCxnSpPr>
                  <p:nvPr/>
                </p:nvCxnSpPr>
                <p:spPr bwMode="auto">
                  <a:xfrm flipH="1" flipV="1">
                    <a:off x="1871277" y="1737243"/>
                    <a:ext cx="3169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952" name="Straight Connector 951">
                    <a:extLst>
                      <a:ext uri="{FF2B5EF4-FFF2-40B4-BE49-F238E27FC236}">
                        <a16:creationId xmlns:a16="http://schemas.microsoft.com/office/drawing/2014/main" id="{D9643885-03AC-8C44-B9B3-97EEFAB93F73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4877"/>
                    <a:ext cx="3171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924" name="Group 347">
                  <a:extLst>
                    <a:ext uri="{FF2B5EF4-FFF2-40B4-BE49-F238E27FC236}">
                      <a16:creationId xmlns:a16="http://schemas.microsoft.com/office/drawing/2014/main" id="{59383640-B92E-3B49-9F91-B00C1816C4B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166757" y="6114152"/>
                  <a:ext cx="588970" cy="242608"/>
                  <a:chOff x="1871277" y="1576300"/>
                  <a:chExt cx="1128371" cy="437861"/>
                </a:xfrm>
              </p:grpSpPr>
              <p:sp>
                <p:nvSpPr>
                  <p:cNvPr id="935" name="Oval 934">
                    <a:extLst>
                      <a:ext uri="{FF2B5EF4-FFF2-40B4-BE49-F238E27FC236}">
                        <a16:creationId xmlns:a16="http://schemas.microsoft.com/office/drawing/2014/main" id="{5018BF36-5D40-234D-B43E-166D4365DFC7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4641"/>
                    <a:ext cx="1125202" cy="31952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6" name="Rectangle 935">
                    <a:extLst>
                      <a:ext uri="{FF2B5EF4-FFF2-40B4-BE49-F238E27FC236}">
                        <a16:creationId xmlns:a16="http://schemas.microsoft.com/office/drawing/2014/main" id="{F3CF2F53-1F91-DA4A-B9DD-A5E958F02DF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39611"/>
                    <a:ext cx="1128371" cy="11597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7" name="Oval 936">
                    <a:extLst>
                      <a:ext uri="{FF2B5EF4-FFF2-40B4-BE49-F238E27FC236}">
                        <a16:creationId xmlns:a16="http://schemas.microsoft.com/office/drawing/2014/main" id="{DE201E6A-02EE-B14D-8F1B-DC21CC87BE80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19520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8" name="Freeform 937">
                    <a:extLst>
                      <a:ext uri="{FF2B5EF4-FFF2-40B4-BE49-F238E27FC236}">
                        <a16:creationId xmlns:a16="http://schemas.microsoft.com/office/drawing/2014/main" id="{FB05CF2E-83B0-2640-93AB-853D8763B11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340"/>
                    <a:ext cx="548339" cy="160943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9" name="Freeform 938">
                    <a:extLst>
                      <a:ext uri="{FF2B5EF4-FFF2-40B4-BE49-F238E27FC236}">
                        <a16:creationId xmlns:a16="http://schemas.microsoft.com/office/drawing/2014/main" id="{E2067AB0-285F-1D49-84B3-34E74A8258A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103"/>
                    <a:ext cx="662444" cy="111241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0" name="Freeform 939">
                    <a:extLst>
                      <a:ext uri="{FF2B5EF4-FFF2-40B4-BE49-F238E27FC236}">
                        <a16:creationId xmlns:a16="http://schemas.microsoft.com/office/drawing/2014/main" id="{E1588A39-233E-9A43-89F2-A2C023D3DD5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7776"/>
                    <a:ext cx="244057" cy="97040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1" name="Freeform 940">
                    <a:extLst>
                      <a:ext uri="{FF2B5EF4-FFF2-40B4-BE49-F238E27FC236}">
                        <a16:creationId xmlns:a16="http://schemas.microsoft.com/office/drawing/2014/main" id="{7E4670CD-E442-5648-B94B-92AF3B89475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144"/>
                    <a:ext cx="240888" cy="97039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42" name="Straight Connector 941">
                    <a:extLst>
                      <a:ext uri="{FF2B5EF4-FFF2-40B4-BE49-F238E27FC236}">
                        <a16:creationId xmlns:a16="http://schemas.microsoft.com/office/drawing/2014/main" id="{759AD6F2-B641-0B45-9023-2F9E18420F9E}"/>
                      </a:ext>
                    </a:extLst>
                  </p:cNvPr>
                  <p:cNvCxnSpPr>
                    <a:endCxn id="937" idx="2"/>
                  </p:cNvCxnSpPr>
                  <p:nvPr/>
                </p:nvCxnSpPr>
                <p:spPr bwMode="auto">
                  <a:xfrm flipH="1" flipV="1">
                    <a:off x="1871277" y="1737243"/>
                    <a:ext cx="3169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943" name="Straight Connector 942">
                    <a:extLst>
                      <a:ext uri="{FF2B5EF4-FFF2-40B4-BE49-F238E27FC236}">
                        <a16:creationId xmlns:a16="http://schemas.microsoft.com/office/drawing/2014/main" id="{BD308E44-0EFE-944D-83E1-D1B7C02C2983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4877"/>
                    <a:ext cx="3171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925" name="Group 347">
                  <a:extLst>
                    <a:ext uri="{FF2B5EF4-FFF2-40B4-BE49-F238E27FC236}">
                      <a16:creationId xmlns:a16="http://schemas.microsoft.com/office/drawing/2014/main" id="{885312C2-0E07-194B-BEF1-237808F2C1B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704088" y="6206732"/>
                  <a:ext cx="588970" cy="242608"/>
                  <a:chOff x="1871277" y="1576300"/>
                  <a:chExt cx="1128371" cy="437861"/>
                </a:xfrm>
              </p:grpSpPr>
              <p:sp>
                <p:nvSpPr>
                  <p:cNvPr id="926" name="Oval 925">
                    <a:extLst>
                      <a:ext uri="{FF2B5EF4-FFF2-40B4-BE49-F238E27FC236}">
                        <a16:creationId xmlns:a16="http://schemas.microsoft.com/office/drawing/2014/main" id="{DB1F6E96-DE25-304B-B7D0-FD1D59509C9D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4641"/>
                    <a:ext cx="1125202" cy="31952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7" name="Rectangle 926">
                    <a:extLst>
                      <a:ext uri="{FF2B5EF4-FFF2-40B4-BE49-F238E27FC236}">
                        <a16:creationId xmlns:a16="http://schemas.microsoft.com/office/drawing/2014/main" id="{C6F722AF-47B6-754C-8E9E-EFEB45831A8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39611"/>
                    <a:ext cx="1128371" cy="11597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8" name="Oval 927">
                    <a:extLst>
                      <a:ext uri="{FF2B5EF4-FFF2-40B4-BE49-F238E27FC236}">
                        <a16:creationId xmlns:a16="http://schemas.microsoft.com/office/drawing/2014/main" id="{B7EFF65E-E3E4-7743-90E8-6E0DED7FF48C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19520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9" name="Freeform 928">
                    <a:extLst>
                      <a:ext uri="{FF2B5EF4-FFF2-40B4-BE49-F238E27FC236}">
                        <a16:creationId xmlns:a16="http://schemas.microsoft.com/office/drawing/2014/main" id="{A6419AFD-CC26-B146-A541-B565AEA3805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340"/>
                    <a:ext cx="548339" cy="160943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0" name="Freeform 929">
                    <a:extLst>
                      <a:ext uri="{FF2B5EF4-FFF2-40B4-BE49-F238E27FC236}">
                        <a16:creationId xmlns:a16="http://schemas.microsoft.com/office/drawing/2014/main" id="{0147F8D3-CAD7-8542-B967-4F72DDDE3A5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103"/>
                    <a:ext cx="662444" cy="111241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1" name="Freeform 930">
                    <a:extLst>
                      <a:ext uri="{FF2B5EF4-FFF2-40B4-BE49-F238E27FC236}">
                        <a16:creationId xmlns:a16="http://schemas.microsoft.com/office/drawing/2014/main" id="{AAF1E1A5-D576-1A4A-9BFD-6C323830CFC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7776"/>
                    <a:ext cx="244057" cy="97040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2" name="Freeform 931">
                    <a:extLst>
                      <a:ext uri="{FF2B5EF4-FFF2-40B4-BE49-F238E27FC236}">
                        <a16:creationId xmlns:a16="http://schemas.microsoft.com/office/drawing/2014/main" id="{00B23D7F-A468-7B41-B882-C74692A46B5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144"/>
                    <a:ext cx="240888" cy="97039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33" name="Straight Connector 932">
                    <a:extLst>
                      <a:ext uri="{FF2B5EF4-FFF2-40B4-BE49-F238E27FC236}">
                        <a16:creationId xmlns:a16="http://schemas.microsoft.com/office/drawing/2014/main" id="{A710DADF-5A66-4E4D-9212-3DB6E5790B57}"/>
                      </a:ext>
                    </a:extLst>
                  </p:cNvPr>
                  <p:cNvCxnSpPr>
                    <a:endCxn id="928" idx="2"/>
                  </p:cNvCxnSpPr>
                  <p:nvPr/>
                </p:nvCxnSpPr>
                <p:spPr bwMode="auto">
                  <a:xfrm flipH="1" flipV="1">
                    <a:off x="1871277" y="1737243"/>
                    <a:ext cx="3169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934" name="Straight Connector 933">
                    <a:extLst>
                      <a:ext uri="{FF2B5EF4-FFF2-40B4-BE49-F238E27FC236}">
                        <a16:creationId xmlns:a16="http://schemas.microsoft.com/office/drawing/2014/main" id="{59A3775F-4767-2F47-9662-6CCEC729A7A8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4877"/>
                    <a:ext cx="3171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</p:grpSp>
          <p:grpSp>
            <p:nvGrpSpPr>
              <p:cNvPr id="857" name="Group 856">
                <a:extLst>
                  <a:ext uri="{FF2B5EF4-FFF2-40B4-BE49-F238E27FC236}">
                    <a16:creationId xmlns:a16="http://schemas.microsoft.com/office/drawing/2014/main" id="{54A52462-5258-B74E-939D-5568EFF6BF9A}"/>
                  </a:ext>
                </a:extLst>
              </p:cNvPr>
              <p:cNvGrpSpPr/>
              <p:nvPr/>
            </p:nvGrpSpPr>
            <p:grpSpPr>
              <a:xfrm>
                <a:off x="4990227" y="3046752"/>
                <a:ext cx="3116606" cy="1053561"/>
                <a:chOff x="4990227" y="2877416"/>
                <a:chExt cx="3116606" cy="1053561"/>
              </a:xfrm>
            </p:grpSpPr>
            <p:sp>
              <p:nvSpPr>
                <p:cNvPr id="876" name="Rectangle 875">
                  <a:extLst>
                    <a:ext uri="{FF2B5EF4-FFF2-40B4-BE49-F238E27FC236}">
                      <a16:creationId xmlns:a16="http://schemas.microsoft.com/office/drawing/2014/main" id="{A13ADE3B-72C2-1D43-B7E3-53ACC236F401}"/>
                    </a:ext>
                  </a:extLst>
                </p:cNvPr>
                <p:cNvSpPr/>
                <p:nvPr/>
              </p:nvSpPr>
              <p:spPr bwMode="auto">
                <a:xfrm>
                  <a:off x="5418665" y="2913389"/>
                  <a:ext cx="2688168" cy="1017588"/>
                </a:xfrm>
                <a:prstGeom prst="rect">
                  <a:avLst/>
                </a:prstGeom>
                <a:solidFill>
                  <a:srgbClr val="2D2DB9">
                    <a:lumMod val="20000"/>
                    <a:lumOff val="80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877" name="Freeform 876">
                  <a:extLst>
                    <a:ext uri="{FF2B5EF4-FFF2-40B4-BE49-F238E27FC236}">
                      <a16:creationId xmlns:a16="http://schemas.microsoft.com/office/drawing/2014/main" id="{8479C132-9D4A-964F-A8E8-7EB2EAA9863B}"/>
                    </a:ext>
                  </a:extLst>
                </p:cNvPr>
                <p:cNvSpPr/>
                <p:nvPr/>
              </p:nvSpPr>
              <p:spPr bwMode="auto">
                <a:xfrm>
                  <a:off x="5218221" y="2877416"/>
                  <a:ext cx="213773" cy="1028160"/>
                </a:xfrm>
                <a:custGeom>
                  <a:avLst/>
                  <a:gdLst>
                    <a:gd name="connsiteX0" fmla="*/ 0 w 312616"/>
                    <a:gd name="connsiteY0" fmla="*/ 644770 h 1367693"/>
                    <a:gd name="connsiteX1" fmla="*/ 312616 w 312616"/>
                    <a:gd name="connsiteY1" fmla="*/ 0 h 1367693"/>
                    <a:gd name="connsiteX2" fmla="*/ 312616 w 312616"/>
                    <a:gd name="connsiteY2" fmla="*/ 1016000 h 1367693"/>
                    <a:gd name="connsiteX3" fmla="*/ 117231 w 312616"/>
                    <a:gd name="connsiteY3" fmla="*/ 1367693 h 1367693"/>
                    <a:gd name="connsiteX4" fmla="*/ 0 w 312616"/>
                    <a:gd name="connsiteY4" fmla="*/ 644770 h 1367693"/>
                    <a:gd name="connsiteX0" fmla="*/ 0 w 199855"/>
                    <a:gd name="connsiteY0" fmla="*/ 733787 h 1367693"/>
                    <a:gd name="connsiteX1" fmla="*/ 199855 w 199855"/>
                    <a:gd name="connsiteY1" fmla="*/ 0 h 1367693"/>
                    <a:gd name="connsiteX2" fmla="*/ 199855 w 199855"/>
                    <a:gd name="connsiteY2" fmla="*/ 1016000 h 1367693"/>
                    <a:gd name="connsiteX3" fmla="*/ 4470 w 199855"/>
                    <a:gd name="connsiteY3" fmla="*/ 1367693 h 1367693"/>
                    <a:gd name="connsiteX4" fmla="*/ 0 w 199855"/>
                    <a:gd name="connsiteY4" fmla="*/ 733787 h 1367693"/>
                    <a:gd name="connsiteX0" fmla="*/ 25203 w 225058"/>
                    <a:gd name="connsiteY0" fmla="*/ 733787 h 1361758"/>
                    <a:gd name="connsiteX1" fmla="*/ 225058 w 225058"/>
                    <a:gd name="connsiteY1" fmla="*/ 0 h 1361758"/>
                    <a:gd name="connsiteX2" fmla="*/ 225058 w 225058"/>
                    <a:gd name="connsiteY2" fmla="*/ 1016000 h 1361758"/>
                    <a:gd name="connsiteX3" fmla="*/ 0 w 225058"/>
                    <a:gd name="connsiteY3" fmla="*/ 1361758 h 1361758"/>
                    <a:gd name="connsiteX4" fmla="*/ 25203 w 225058"/>
                    <a:gd name="connsiteY4" fmla="*/ 733787 h 1361758"/>
                    <a:gd name="connsiteX0" fmla="*/ 25203 w 230992"/>
                    <a:gd name="connsiteY0" fmla="*/ 787197 h 1415168"/>
                    <a:gd name="connsiteX1" fmla="*/ 230992 w 230992"/>
                    <a:gd name="connsiteY1" fmla="*/ 0 h 1415168"/>
                    <a:gd name="connsiteX2" fmla="*/ 225058 w 230992"/>
                    <a:gd name="connsiteY2" fmla="*/ 1069410 h 1415168"/>
                    <a:gd name="connsiteX3" fmla="*/ 0 w 230992"/>
                    <a:gd name="connsiteY3" fmla="*/ 1415168 h 1415168"/>
                    <a:gd name="connsiteX4" fmla="*/ 25203 w 230992"/>
                    <a:gd name="connsiteY4" fmla="*/ 787197 h 1415168"/>
                    <a:gd name="connsiteX0" fmla="*/ 0 w 205789"/>
                    <a:gd name="connsiteY0" fmla="*/ 787197 h 1427037"/>
                    <a:gd name="connsiteX1" fmla="*/ 205789 w 205789"/>
                    <a:gd name="connsiteY1" fmla="*/ 0 h 1427037"/>
                    <a:gd name="connsiteX2" fmla="*/ 199855 w 205789"/>
                    <a:gd name="connsiteY2" fmla="*/ 1069410 h 1427037"/>
                    <a:gd name="connsiteX3" fmla="*/ 4471 w 205789"/>
                    <a:gd name="connsiteY3" fmla="*/ 1427037 h 1427037"/>
                    <a:gd name="connsiteX4" fmla="*/ 0 w 205789"/>
                    <a:gd name="connsiteY4" fmla="*/ 787197 h 1427037"/>
                    <a:gd name="connsiteX0" fmla="*/ 0 w 199855"/>
                    <a:gd name="connsiteY0" fmla="*/ 745656 h 1385496"/>
                    <a:gd name="connsiteX1" fmla="*/ 193920 w 199855"/>
                    <a:gd name="connsiteY1" fmla="*/ 0 h 1385496"/>
                    <a:gd name="connsiteX2" fmla="*/ 199855 w 199855"/>
                    <a:gd name="connsiteY2" fmla="*/ 1027869 h 1385496"/>
                    <a:gd name="connsiteX3" fmla="*/ 4471 w 199855"/>
                    <a:gd name="connsiteY3" fmla="*/ 1385496 h 1385496"/>
                    <a:gd name="connsiteX4" fmla="*/ 0 w 199855"/>
                    <a:gd name="connsiteY4" fmla="*/ 745656 h 1385496"/>
                    <a:gd name="connsiteX0" fmla="*/ 20385 w 220240"/>
                    <a:gd name="connsiteY0" fmla="*/ 745656 h 1058154"/>
                    <a:gd name="connsiteX1" fmla="*/ 214305 w 220240"/>
                    <a:gd name="connsiteY1" fmla="*/ 0 h 1058154"/>
                    <a:gd name="connsiteX2" fmla="*/ 220240 w 220240"/>
                    <a:gd name="connsiteY2" fmla="*/ 1027869 h 1058154"/>
                    <a:gd name="connsiteX3" fmla="*/ 68 w 220240"/>
                    <a:gd name="connsiteY3" fmla="*/ 986902 h 1058154"/>
                    <a:gd name="connsiteX4" fmla="*/ 20385 w 220240"/>
                    <a:gd name="connsiteY4" fmla="*/ 745656 h 1058154"/>
                    <a:gd name="connsiteX0" fmla="*/ 20385 w 220240"/>
                    <a:gd name="connsiteY0" fmla="*/ 745656 h 1068836"/>
                    <a:gd name="connsiteX1" fmla="*/ 214305 w 220240"/>
                    <a:gd name="connsiteY1" fmla="*/ 0 h 1068836"/>
                    <a:gd name="connsiteX2" fmla="*/ 220240 w 220240"/>
                    <a:gd name="connsiteY2" fmla="*/ 1027869 h 1068836"/>
                    <a:gd name="connsiteX3" fmla="*/ 68 w 220240"/>
                    <a:gd name="connsiteY3" fmla="*/ 986902 h 1068836"/>
                    <a:gd name="connsiteX4" fmla="*/ 20385 w 220240"/>
                    <a:gd name="connsiteY4" fmla="*/ 745656 h 1068836"/>
                    <a:gd name="connsiteX0" fmla="*/ 15446 w 215301"/>
                    <a:gd name="connsiteY0" fmla="*/ 745656 h 1057581"/>
                    <a:gd name="connsiteX1" fmla="*/ 209366 w 215301"/>
                    <a:gd name="connsiteY1" fmla="*/ 0 h 1057581"/>
                    <a:gd name="connsiteX2" fmla="*/ 215301 w 215301"/>
                    <a:gd name="connsiteY2" fmla="*/ 1027869 h 1057581"/>
                    <a:gd name="connsiteX3" fmla="*/ 87 w 215301"/>
                    <a:gd name="connsiteY3" fmla="*/ 888484 h 1057581"/>
                    <a:gd name="connsiteX4" fmla="*/ 15446 w 215301"/>
                    <a:gd name="connsiteY4" fmla="*/ 745656 h 1057581"/>
                    <a:gd name="connsiteX0" fmla="*/ 15446 w 215301"/>
                    <a:gd name="connsiteY0" fmla="*/ 745656 h 1063397"/>
                    <a:gd name="connsiteX1" fmla="*/ 209366 w 215301"/>
                    <a:gd name="connsiteY1" fmla="*/ 0 h 1063397"/>
                    <a:gd name="connsiteX2" fmla="*/ 215301 w 215301"/>
                    <a:gd name="connsiteY2" fmla="*/ 1027869 h 1063397"/>
                    <a:gd name="connsiteX3" fmla="*/ 87 w 215301"/>
                    <a:gd name="connsiteY3" fmla="*/ 888484 h 1063397"/>
                    <a:gd name="connsiteX4" fmla="*/ 15446 w 215301"/>
                    <a:gd name="connsiteY4" fmla="*/ 745656 h 1063397"/>
                    <a:gd name="connsiteX0" fmla="*/ 15446 w 215301"/>
                    <a:gd name="connsiteY0" fmla="*/ 745656 h 1027869"/>
                    <a:gd name="connsiteX1" fmla="*/ 209366 w 215301"/>
                    <a:gd name="connsiteY1" fmla="*/ 0 h 1027869"/>
                    <a:gd name="connsiteX2" fmla="*/ 215301 w 215301"/>
                    <a:gd name="connsiteY2" fmla="*/ 1027869 h 1027869"/>
                    <a:gd name="connsiteX3" fmla="*/ 87 w 215301"/>
                    <a:gd name="connsiteY3" fmla="*/ 888484 h 1027869"/>
                    <a:gd name="connsiteX4" fmla="*/ 15446 w 215301"/>
                    <a:gd name="connsiteY4" fmla="*/ 745656 h 1027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301" h="1027869">
                      <a:moveTo>
                        <a:pt x="15446" y="745656"/>
                      </a:moveTo>
                      <a:lnTo>
                        <a:pt x="209366" y="0"/>
                      </a:lnTo>
                      <a:cubicBezTo>
                        <a:pt x="211344" y="342623"/>
                        <a:pt x="213323" y="685246"/>
                        <a:pt x="215301" y="1027869"/>
                      </a:cubicBezTo>
                      <a:cubicBezTo>
                        <a:pt x="115469" y="960083"/>
                        <a:pt x="99918" y="931665"/>
                        <a:pt x="87" y="888484"/>
                      </a:cubicBezTo>
                      <a:cubicBezTo>
                        <a:pt x="-1403" y="675204"/>
                        <a:pt x="16936" y="958936"/>
                        <a:pt x="15446" y="745656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FFFF">
                        <a:lumMod val="95000"/>
                      </a:srgbClr>
                    </a:gs>
                    <a:gs pos="100000">
                      <a:srgbClr val="2D2DB9">
                        <a:lumMod val="20000"/>
                        <a:lumOff val="80000"/>
                      </a:srgbClr>
                    </a:gs>
                  </a:gsLst>
                  <a:lin ang="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grpSp>
              <p:nvGrpSpPr>
                <p:cNvPr id="878" name="Group 950">
                  <a:extLst>
                    <a:ext uri="{FF2B5EF4-FFF2-40B4-BE49-F238E27FC236}">
                      <a16:creationId xmlns:a16="http://schemas.microsoft.com/office/drawing/2014/main" id="{6265B51A-C625-0E46-B1CD-1B0CC4EAE2D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90227" y="3351862"/>
                  <a:ext cx="251561" cy="564103"/>
                  <a:chOff x="4140" y="429"/>
                  <a:chExt cx="1425" cy="2396"/>
                </a:xfrm>
              </p:grpSpPr>
              <p:sp>
                <p:nvSpPr>
                  <p:cNvPr id="880" name="Freeform 951">
                    <a:extLst>
                      <a:ext uri="{FF2B5EF4-FFF2-40B4-BE49-F238E27FC236}">
                        <a16:creationId xmlns:a16="http://schemas.microsoft.com/office/drawing/2014/main" id="{A5BA354F-B231-C647-9049-264E94760E6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1" name="Rectangle 952">
                    <a:extLst>
                      <a:ext uri="{FF2B5EF4-FFF2-40B4-BE49-F238E27FC236}">
                        <a16:creationId xmlns:a16="http://schemas.microsoft.com/office/drawing/2014/main" id="{4CD802A5-F6DB-4B4A-9C9B-E57940A6AE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2" name="Freeform 953">
                    <a:extLst>
                      <a:ext uri="{FF2B5EF4-FFF2-40B4-BE49-F238E27FC236}">
                        <a16:creationId xmlns:a16="http://schemas.microsoft.com/office/drawing/2014/main" id="{79259F7C-2EC8-F74E-9E7F-4095E5E5CF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3" name="Freeform 954">
                    <a:extLst>
                      <a:ext uri="{FF2B5EF4-FFF2-40B4-BE49-F238E27FC236}">
                        <a16:creationId xmlns:a16="http://schemas.microsoft.com/office/drawing/2014/main" id="{451FA157-6D0F-9145-8122-26E1DA1A236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4" name="Rectangle 955">
                    <a:extLst>
                      <a:ext uri="{FF2B5EF4-FFF2-40B4-BE49-F238E27FC236}">
                        <a16:creationId xmlns:a16="http://schemas.microsoft.com/office/drawing/2014/main" id="{C2607605-6DA4-EE4D-8DD3-849C75A056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885" name="Group 956">
                    <a:extLst>
                      <a:ext uri="{FF2B5EF4-FFF2-40B4-BE49-F238E27FC236}">
                        <a16:creationId xmlns:a16="http://schemas.microsoft.com/office/drawing/2014/main" id="{9869AF7B-AAFD-8D4B-8E7F-90CCD375562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910" name="AutoShape 957">
                      <a:extLst>
                        <a:ext uri="{FF2B5EF4-FFF2-40B4-BE49-F238E27FC236}">
                          <a16:creationId xmlns:a16="http://schemas.microsoft.com/office/drawing/2014/main" id="{C9AB02AE-DBB7-4942-87E6-03EAC872AF5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11" name="AutoShape 958">
                      <a:extLst>
                        <a:ext uri="{FF2B5EF4-FFF2-40B4-BE49-F238E27FC236}">
                          <a16:creationId xmlns:a16="http://schemas.microsoft.com/office/drawing/2014/main" id="{A1397CEF-8A99-9C43-984B-80BD60AFF6D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886" name="Rectangle 959">
                    <a:extLst>
                      <a:ext uri="{FF2B5EF4-FFF2-40B4-BE49-F238E27FC236}">
                        <a16:creationId xmlns:a16="http://schemas.microsoft.com/office/drawing/2014/main" id="{E8594A77-9042-2641-ABFC-F29E8FF40D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887" name="Group 960">
                    <a:extLst>
                      <a:ext uri="{FF2B5EF4-FFF2-40B4-BE49-F238E27FC236}">
                        <a16:creationId xmlns:a16="http://schemas.microsoft.com/office/drawing/2014/main" id="{1262AD39-4096-D741-A742-CED9CF146D7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908" name="AutoShape 961">
                      <a:extLst>
                        <a:ext uri="{FF2B5EF4-FFF2-40B4-BE49-F238E27FC236}">
                          <a16:creationId xmlns:a16="http://schemas.microsoft.com/office/drawing/2014/main" id="{59E4897D-95E8-2A4B-9BA9-0B7172ED7B8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09" name="AutoShape 962">
                      <a:extLst>
                        <a:ext uri="{FF2B5EF4-FFF2-40B4-BE49-F238E27FC236}">
                          <a16:creationId xmlns:a16="http://schemas.microsoft.com/office/drawing/2014/main" id="{2382242C-86DC-C04B-94D5-2B4545FC2AD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888" name="Rectangle 963">
                    <a:extLst>
                      <a:ext uri="{FF2B5EF4-FFF2-40B4-BE49-F238E27FC236}">
                        <a16:creationId xmlns:a16="http://schemas.microsoft.com/office/drawing/2014/main" id="{CBBEA7CF-B701-8748-AA95-11773F0862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9" name="Rectangle 964">
                    <a:extLst>
                      <a:ext uri="{FF2B5EF4-FFF2-40B4-BE49-F238E27FC236}">
                        <a16:creationId xmlns:a16="http://schemas.microsoft.com/office/drawing/2014/main" id="{2840794F-AC07-854C-A963-38CAEB8594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890" name="Group 965">
                    <a:extLst>
                      <a:ext uri="{FF2B5EF4-FFF2-40B4-BE49-F238E27FC236}">
                        <a16:creationId xmlns:a16="http://schemas.microsoft.com/office/drawing/2014/main" id="{00D85896-AE73-FC4F-A921-B401C2ABE62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906" name="AutoShape 966">
                      <a:extLst>
                        <a:ext uri="{FF2B5EF4-FFF2-40B4-BE49-F238E27FC236}">
                          <a16:creationId xmlns:a16="http://schemas.microsoft.com/office/drawing/2014/main" id="{924B40FA-21E3-834D-911F-D56CADE5ECA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07" name="AutoShape 967">
                      <a:extLst>
                        <a:ext uri="{FF2B5EF4-FFF2-40B4-BE49-F238E27FC236}">
                          <a16:creationId xmlns:a16="http://schemas.microsoft.com/office/drawing/2014/main" id="{47F8F0C4-6D37-9543-9F00-43D5F28FB2C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891" name="Freeform 968">
                    <a:extLst>
                      <a:ext uri="{FF2B5EF4-FFF2-40B4-BE49-F238E27FC236}">
                        <a16:creationId xmlns:a16="http://schemas.microsoft.com/office/drawing/2014/main" id="{1DAD0535-0585-3A48-B18F-8CFD540ADB7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892" name="Group 969">
                    <a:extLst>
                      <a:ext uri="{FF2B5EF4-FFF2-40B4-BE49-F238E27FC236}">
                        <a16:creationId xmlns:a16="http://schemas.microsoft.com/office/drawing/2014/main" id="{66D816ED-1F9A-D04E-95EE-62CBF7E44ED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904" name="AutoShape 970">
                      <a:extLst>
                        <a:ext uri="{FF2B5EF4-FFF2-40B4-BE49-F238E27FC236}">
                          <a16:creationId xmlns:a16="http://schemas.microsoft.com/office/drawing/2014/main" id="{8C0B4415-0AC2-3945-92F3-A694CD6600D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05" name="AutoShape 971">
                      <a:extLst>
                        <a:ext uri="{FF2B5EF4-FFF2-40B4-BE49-F238E27FC236}">
                          <a16:creationId xmlns:a16="http://schemas.microsoft.com/office/drawing/2014/main" id="{0B3FE1DC-EC1B-BE41-BD3D-DA207D617D5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893" name="Rectangle 972">
                    <a:extLst>
                      <a:ext uri="{FF2B5EF4-FFF2-40B4-BE49-F238E27FC236}">
                        <a16:creationId xmlns:a16="http://schemas.microsoft.com/office/drawing/2014/main" id="{D76687F0-DEBC-0F4A-B4AF-5C24DB379F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4" name="Freeform 973">
                    <a:extLst>
                      <a:ext uri="{FF2B5EF4-FFF2-40B4-BE49-F238E27FC236}">
                        <a16:creationId xmlns:a16="http://schemas.microsoft.com/office/drawing/2014/main" id="{9E9FD877-5F4F-754A-87E4-3CF2A2B8681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5" name="Freeform 974">
                    <a:extLst>
                      <a:ext uri="{FF2B5EF4-FFF2-40B4-BE49-F238E27FC236}">
                        <a16:creationId xmlns:a16="http://schemas.microsoft.com/office/drawing/2014/main" id="{42A0B2EC-7CC7-B240-8E62-08161F3699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6" name="Oval 975">
                    <a:extLst>
                      <a:ext uri="{FF2B5EF4-FFF2-40B4-BE49-F238E27FC236}">
                        <a16:creationId xmlns:a16="http://schemas.microsoft.com/office/drawing/2014/main" id="{924FB68E-8166-014C-89D3-D4305C34F3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7" name="Freeform 976">
                    <a:extLst>
                      <a:ext uri="{FF2B5EF4-FFF2-40B4-BE49-F238E27FC236}">
                        <a16:creationId xmlns:a16="http://schemas.microsoft.com/office/drawing/2014/main" id="{97FE5EBC-22BA-6044-8980-CAE0308120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8" name="AutoShape 977">
                    <a:extLst>
                      <a:ext uri="{FF2B5EF4-FFF2-40B4-BE49-F238E27FC236}">
                        <a16:creationId xmlns:a16="http://schemas.microsoft.com/office/drawing/2014/main" id="{A5F87333-9B58-984B-975F-83AEC14824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9" name="AutoShape 978">
                    <a:extLst>
                      <a:ext uri="{FF2B5EF4-FFF2-40B4-BE49-F238E27FC236}">
                        <a16:creationId xmlns:a16="http://schemas.microsoft.com/office/drawing/2014/main" id="{A819AAE6-0355-8D4F-8137-BD2B7A2B727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00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00" name="Oval 979">
                    <a:extLst>
                      <a:ext uri="{FF2B5EF4-FFF2-40B4-BE49-F238E27FC236}">
                        <a16:creationId xmlns:a16="http://schemas.microsoft.com/office/drawing/2014/main" id="{7425A734-37C7-AE46-A20A-FA4A597671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01" name="Oval 980">
                    <a:extLst>
                      <a:ext uri="{FF2B5EF4-FFF2-40B4-BE49-F238E27FC236}">
                        <a16:creationId xmlns:a16="http://schemas.microsoft.com/office/drawing/2014/main" id="{820B07E3-33AF-1341-B1D5-46C41ACB74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02" name="Oval 981">
                    <a:extLst>
                      <a:ext uri="{FF2B5EF4-FFF2-40B4-BE49-F238E27FC236}">
                        <a16:creationId xmlns:a16="http://schemas.microsoft.com/office/drawing/2014/main" id="{44036096-87EC-A746-8FE7-7773B3B32B1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03" name="Rectangle 982">
                    <a:extLst>
                      <a:ext uri="{FF2B5EF4-FFF2-40B4-BE49-F238E27FC236}">
                        <a16:creationId xmlns:a16="http://schemas.microsoft.com/office/drawing/2014/main" id="{4C8AA049-B48E-C24E-91A9-8455F58271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879" name="TextBox 878">
                  <a:extLst>
                    <a:ext uri="{FF2B5EF4-FFF2-40B4-BE49-F238E27FC236}">
                      <a16:creationId xmlns:a16="http://schemas.microsoft.com/office/drawing/2014/main" id="{BD391945-30B0-AF4B-9B16-8435026C785B}"/>
                    </a:ext>
                  </a:extLst>
                </p:cNvPr>
                <p:cNvSpPr txBox="1"/>
                <p:nvPr/>
              </p:nvSpPr>
              <p:spPr>
                <a:xfrm>
                  <a:off x="5377031" y="3090332"/>
                  <a:ext cx="2659202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SDN Controller</a:t>
                  </a:r>
                </a:p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(network operating system)</a:t>
                  </a:r>
                </a:p>
              </p:txBody>
            </p:sp>
          </p:grpSp>
          <p:sp>
            <p:nvSpPr>
              <p:cNvPr id="858" name="TextBox 857">
                <a:extLst>
                  <a:ext uri="{FF2B5EF4-FFF2-40B4-BE49-F238E27FC236}">
                    <a16:creationId xmlns:a16="http://schemas.microsoft.com/office/drawing/2014/main" id="{460A62D4-F61E-134D-905E-F48547E04AB7}"/>
                  </a:ext>
                </a:extLst>
              </p:cNvPr>
              <p:cNvSpPr txBox="1"/>
              <p:nvPr/>
            </p:nvSpPr>
            <p:spPr>
              <a:xfrm>
                <a:off x="6837708" y="1058305"/>
                <a:ext cx="595035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…</a:t>
                </a:r>
              </a:p>
            </p:txBody>
          </p:sp>
          <p:grpSp>
            <p:nvGrpSpPr>
              <p:cNvPr id="859" name="Group 858">
                <a:extLst>
                  <a:ext uri="{FF2B5EF4-FFF2-40B4-BE49-F238E27FC236}">
                    <a16:creationId xmlns:a16="http://schemas.microsoft.com/office/drawing/2014/main" id="{C04C3E74-140C-174C-86ED-F87FDFEFCDEE}"/>
                  </a:ext>
                </a:extLst>
              </p:cNvPr>
              <p:cNvGrpSpPr/>
              <p:nvPr/>
            </p:nvGrpSpPr>
            <p:grpSpPr>
              <a:xfrm>
                <a:off x="5165914" y="1277466"/>
                <a:ext cx="1023471" cy="590176"/>
                <a:chOff x="4721412" y="1277470"/>
                <a:chExt cx="1023471" cy="590176"/>
              </a:xfrm>
            </p:grpSpPr>
            <p:sp>
              <p:nvSpPr>
                <p:cNvPr id="874" name="Oval 873">
                  <a:extLst>
                    <a:ext uri="{FF2B5EF4-FFF2-40B4-BE49-F238E27FC236}">
                      <a16:creationId xmlns:a16="http://schemas.microsoft.com/office/drawing/2014/main" id="{4ECE1B24-7462-554F-B043-548B485E42D6}"/>
                    </a:ext>
                  </a:extLst>
                </p:cNvPr>
                <p:cNvSpPr/>
                <p:nvPr/>
              </p:nvSpPr>
              <p:spPr bwMode="auto">
                <a:xfrm>
                  <a:off x="4721412" y="1277470"/>
                  <a:ext cx="1023471" cy="590176"/>
                </a:xfrm>
                <a:prstGeom prst="ellipse">
                  <a:avLst/>
                </a:prstGeom>
                <a:solidFill>
                  <a:srgbClr val="008000">
                    <a:alpha val="70000"/>
                  </a:srgbClr>
                </a:solidFill>
                <a:ln w="9525" cap="flat" cmpd="sng" algn="ctr">
                  <a:solidFill>
                    <a:srgbClr val="0080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875" name="TextBox 874">
                  <a:extLst>
                    <a:ext uri="{FF2B5EF4-FFF2-40B4-BE49-F238E27FC236}">
                      <a16:creationId xmlns:a16="http://schemas.microsoft.com/office/drawing/2014/main" id="{8832E712-F1F9-5E47-90F8-8A9C1FCF21E9}"/>
                    </a:ext>
                  </a:extLst>
                </p:cNvPr>
                <p:cNvSpPr txBox="1"/>
                <p:nvPr/>
              </p:nvSpPr>
              <p:spPr>
                <a:xfrm>
                  <a:off x="4792385" y="1374585"/>
                  <a:ext cx="8904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routing</a:t>
                  </a:r>
                </a:p>
              </p:txBody>
            </p:sp>
          </p:grpSp>
          <p:grpSp>
            <p:nvGrpSpPr>
              <p:cNvPr id="860" name="Group 859">
                <a:extLst>
                  <a:ext uri="{FF2B5EF4-FFF2-40B4-BE49-F238E27FC236}">
                    <a16:creationId xmlns:a16="http://schemas.microsoft.com/office/drawing/2014/main" id="{94FF35AA-DC45-2445-BD7D-65CD25F3EB23}"/>
                  </a:ext>
                </a:extLst>
              </p:cNvPr>
              <p:cNvGrpSpPr/>
              <p:nvPr/>
            </p:nvGrpSpPr>
            <p:grpSpPr>
              <a:xfrm>
                <a:off x="6000628" y="1798416"/>
                <a:ext cx="1023471" cy="590176"/>
                <a:chOff x="6106459" y="1967753"/>
                <a:chExt cx="1023471" cy="590176"/>
              </a:xfrm>
            </p:grpSpPr>
            <p:sp>
              <p:nvSpPr>
                <p:cNvPr id="872" name="Oval 871">
                  <a:extLst>
                    <a:ext uri="{FF2B5EF4-FFF2-40B4-BE49-F238E27FC236}">
                      <a16:creationId xmlns:a16="http://schemas.microsoft.com/office/drawing/2014/main" id="{3821BD45-E196-1B47-B58A-8DE288ED4A33}"/>
                    </a:ext>
                  </a:extLst>
                </p:cNvPr>
                <p:cNvSpPr/>
                <p:nvPr/>
              </p:nvSpPr>
              <p:spPr bwMode="auto">
                <a:xfrm>
                  <a:off x="6106459" y="1967753"/>
                  <a:ext cx="1023471" cy="590176"/>
                </a:xfrm>
                <a:prstGeom prst="ellipse">
                  <a:avLst/>
                </a:prstGeom>
                <a:solidFill>
                  <a:srgbClr val="008000">
                    <a:alpha val="70000"/>
                  </a:srgbClr>
                </a:solidFill>
                <a:ln w="9525" cap="flat" cmpd="sng" algn="ctr">
                  <a:solidFill>
                    <a:srgbClr val="0080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873" name="TextBox 872">
                  <a:extLst>
                    <a:ext uri="{FF2B5EF4-FFF2-40B4-BE49-F238E27FC236}">
                      <a16:creationId xmlns:a16="http://schemas.microsoft.com/office/drawing/2014/main" id="{09503A04-2C2E-F941-9ED5-3A37B498CDA9}"/>
                    </a:ext>
                  </a:extLst>
                </p:cNvPr>
                <p:cNvSpPr txBox="1"/>
                <p:nvPr/>
              </p:nvSpPr>
              <p:spPr>
                <a:xfrm>
                  <a:off x="6177429" y="1997637"/>
                  <a:ext cx="903087" cy="5447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access </a:t>
                  </a:r>
                </a:p>
                <a:p>
                  <a:pPr marL="0" marR="0" lvl="0" indent="0" algn="ctr" defTabSz="91440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control</a:t>
                  </a:r>
                </a:p>
              </p:txBody>
            </p:sp>
          </p:grpSp>
          <p:grpSp>
            <p:nvGrpSpPr>
              <p:cNvPr id="861" name="Group 860">
                <a:extLst>
                  <a:ext uri="{FF2B5EF4-FFF2-40B4-BE49-F238E27FC236}">
                    <a16:creationId xmlns:a16="http://schemas.microsoft.com/office/drawing/2014/main" id="{F4CEBF5F-0D71-6B41-996D-0354922EB612}"/>
                  </a:ext>
                </a:extLst>
              </p:cNvPr>
              <p:cNvGrpSpPr/>
              <p:nvPr/>
            </p:nvGrpSpPr>
            <p:grpSpPr>
              <a:xfrm>
                <a:off x="7230837" y="1756871"/>
                <a:ext cx="1023471" cy="590176"/>
                <a:chOff x="6938682" y="977153"/>
                <a:chExt cx="1023471" cy="590176"/>
              </a:xfrm>
            </p:grpSpPr>
            <p:sp>
              <p:nvSpPr>
                <p:cNvPr id="870" name="Oval 869">
                  <a:extLst>
                    <a:ext uri="{FF2B5EF4-FFF2-40B4-BE49-F238E27FC236}">
                      <a16:creationId xmlns:a16="http://schemas.microsoft.com/office/drawing/2014/main" id="{2D855133-90E2-7042-AF1B-8352C3CC5BF7}"/>
                    </a:ext>
                  </a:extLst>
                </p:cNvPr>
                <p:cNvSpPr/>
                <p:nvPr/>
              </p:nvSpPr>
              <p:spPr bwMode="auto">
                <a:xfrm>
                  <a:off x="6938682" y="977153"/>
                  <a:ext cx="1023471" cy="590176"/>
                </a:xfrm>
                <a:prstGeom prst="ellipse">
                  <a:avLst/>
                </a:prstGeom>
                <a:solidFill>
                  <a:srgbClr val="008000">
                    <a:alpha val="70000"/>
                  </a:srgbClr>
                </a:solidFill>
                <a:ln w="9525" cap="flat" cmpd="sng" algn="ctr">
                  <a:solidFill>
                    <a:srgbClr val="0080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871" name="TextBox 870">
                  <a:extLst>
                    <a:ext uri="{FF2B5EF4-FFF2-40B4-BE49-F238E27FC236}">
                      <a16:creationId xmlns:a16="http://schemas.microsoft.com/office/drawing/2014/main" id="{3D7D80F7-46BE-EC48-B7D7-3C763154D621}"/>
                    </a:ext>
                  </a:extLst>
                </p:cNvPr>
                <p:cNvSpPr txBox="1"/>
                <p:nvPr/>
              </p:nvSpPr>
              <p:spPr>
                <a:xfrm>
                  <a:off x="6964568" y="1007037"/>
                  <a:ext cx="993256" cy="5447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load</a:t>
                  </a:r>
                </a:p>
                <a:p>
                  <a:pPr marL="0" marR="0" lvl="0" indent="0" algn="ctr" defTabSz="91440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balance</a:t>
                  </a:r>
                </a:p>
              </p:txBody>
            </p:sp>
          </p:grpSp>
          <p:cxnSp>
            <p:nvCxnSpPr>
              <p:cNvPr id="862" name="Straight Arrow Connector 861">
                <a:extLst>
                  <a:ext uri="{FF2B5EF4-FFF2-40B4-BE49-F238E27FC236}">
                    <a16:creationId xmlns:a16="http://schemas.microsoft.com/office/drawing/2014/main" id="{7BDC462A-14A0-764C-A672-5D241FEED1DE}"/>
                  </a:ext>
                </a:extLst>
              </p:cNvPr>
              <p:cNvCxnSpPr/>
              <p:nvPr/>
            </p:nvCxnSpPr>
            <p:spPr bwMode="auto">
              <a:xfrm flipV="1">
                <a:off x="8627245" y="1217948"/>
                <a:ext cx="0" cy="1248832"/>
              </a:xfrm>
              <a:prstGeom prst="straightConnector1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63" name="Straight Arrow Connector 862">
                <a:extLst>
                  <a:ext uri="{FF2B5EF4-FFF2-40B4-BE49-F238E27FC236}">
                    <a16:creationId xmlns:a16="http://schemas.microsoft.com/office/drawing/2014/main" id="{456B3B86-566B-B74B-A02C-E7472619477F}"/>
                  </a:ext>
                </a:extLst>
              </p:cNvPr>
              <p:cNvCxnSpPr/>
              <p:nvPr/>
            </p:nvCxnSpPr>
            <p:spPr bwMode="auto">
              <a:xfrm>
                <a:off x="8652645" y="2966181"/>
                <a:ext cx="0" cy="1524424"/>
              </a:xfrm>
              <a:prstGeom prst="straightConnector1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64" name="Straight Arrow Connector 863">
                <a:extLst>
                  <a:ext uri="{FF2B5EF4-FFF2-40B4-BE49-F238E27FC236}">
                    <a16:creationId xmlns:a16="http://schemas.microsoft.com/office/drawing/2014/main" id="{8EE09DB2-3F15-2A46-A79B-D24A8CF3014A}"/>
                  </a:ext>
                </a:extLst>
              </p:cNvPr>
              <p:cNvCxnSpPr/>
              <p:nvPr/>
            </p:nvCxnSpPr>
            <p:spPr bwMode="auto">
              <a:xfrm>
                <a:off x="8661016" y="5381629"/>
                <a:ext cx="0" cy="414864"/>
              </a:xfrm>
              <a:prstGeom prst="straightConnector1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65" name="Straight Arrow Connector 864">
                <a:extLst>
                  <a:ext uri="{FF2B5EF4-FFF2-40B4-BE49-F238E27FC236}">
                    <a16:creationId xmlns:a16="http://schemas.microsoft.com/office/drawing/2014/main" id="{602E5161-3933-E44A-A9CD-F172C848B87B}"/>
                  </a:ext>
                </a:extLst>
              </p:cNvPr>
              <p:cNvCxnSpPr/>
              <p:nvPr/>
            </p:nvCxnSpPr>
            <p:spPr bwMode="auto">
              <a:xfrm flipV="1">
                <a:off x="8653320" y="4546025"/>
                <a:ext cx="0" cy="414864"/>
              </a:xfrm>
              <a:prstGeom prst="straightConnector1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66" name="TextBox 399">
                <a:extLst>
                  <a:ext uri="{FF2B5EF4-FFF2-40B4-BE49-F238E27FC236}">
                    <a16:creationId xmlns:a16="http://schemas.microsoft.com/office/drawing/2014/main" id="{7DE1AEF7-BBBD-CE47-95BE-236511149F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50715" y="4235599"/>
                <a:ext cx="1635889" cy="2845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southbound API</a:t>
                </a:r>
              </a:p>
            </p:txBody>
          </p:sp>
          <p:sp>
            <p:nvSpPr>
              <p:cNvPr id="867" name="TextBox 399">
                <a:extLst>
                  <a:ext uri="{FF2B5EF4-FFF2-40B4-BE49-F238E27FC236}">
                    <a16:creationId xmlns:a16="http://schemas.microsoft.com/office/drawing/2014/main" id="{033F372B-9E56-9B43-9893-2EBEDF8873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46778" y="2717781"/>
                <a:ext cx="1635889" cy="2845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northbound API</a:t>
                </a:r>
              </a:p>
            </p:txBody>
          </p:sp>
          <p:sp>
            <p:nvSpPr>
              <p:cNvPr id="868" name="TextBox 399">
                <a:extLst>
                  <a:ext uri="{FF2B5EF4-FFF2-40B4-BE49-F238E27FC236}">
                    <a16:creationId xmlns:a16="http://schemas.microsoft.com/office/drawing/2014/main" id="{16B44057-72D3-5E46-935C-9EED28D7FD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07651" y="5795718"/>
                <a:ext cx="2302688" cy="2845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SDN-controlled switches</a:t>
                </a:r>
              </a:p>
            </p:txBody>
          </p:sp>
          <p:sp>
            <p:nvSpPr>
              <p:cNvPr id="869" name="TextBox 399">
                <a:extLst>
                  <a:ext uri="{FF2B5EF4-FFF2-40B4-BE49-F238E27FC236}">
                    <a16:creationId xmlns:a16="http://schemas.microsoft.com/office/drawing/2014/main" id="{862C44EB-1706-6C4E-AFA2-ACADCAC1D4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07907" y="910464"/>
                <a:ext cx="2381659" cy="2845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network-control applications</a:t>
                </a:r>
              </a:p>
            </p:txBody>
          </p:sp>
        </p:grpSp>
        <p:sp>
          <p:nvSpPr>
            <p:cNvPr id="971" name="Rectangle 970">
              <a:extLst>
                <a:ext uri="{FF2B5EF4-FFF2-40B4-BE49-F238E27FC236}">
                  <a16:creationId xmlns:a16="http://schemas.microsoft.com/office/drawing/2014/main" id="{CF79C9C5-C35F-9D4D-A4B3-C17F7845845A}"/>
                </a:ext>
              </a:extLst>
            </p:cNvPr>
            <p:cNvSpPr/>
            <p:nvPr/>
          </p:nvSpPr>
          <p:spPr bwMode="auto">
            <a:xfrm>
              <a:off x="6602169" y="1221758"/>
              <a:ext cx="4134334" cy="3901387"/>
            </a:xfrm>
            <a:prstGeom prst="rect">
              <a:avLst/>
            </a:prstGeom>
            <a:solidFill>
              <a:srgbClr val="FFFFFF">
                <a:alpha val="77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53007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4139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Software defined networking (SDN)</a:t>
            </a:r>
          </a:p>
        </p:txBody>
      </p:sp>
      <p:sp>
        <p:nvSpPr>
          <p:cNvPr id="850" name="Content Placeholder 6">
            <a:extLst>
              <a:ext uri="{FF2B5EF4-FFF2-40B4-BE49-F238E27FC236}">
                <a16:creationId xmlns:a16="http://schemas.microsoft.com/office/drawing/2014/main" id="{BCBBA01E-E6B7-6244-BCD8-8FA9A6E5AB79}"/>
              </a:ext>
            </a:extLst>
          </p:cNvPr>
          <p:cNvSpPr txBox="1">
            <a:spLocks/>
          </p:cNvSpPr>
          <p:nvPr/>
        </p:nvSpPr>
        <p:spPr bwMode="auto">
          <a:xfrm>
            <a:off x="826717" y="1103053"/>
            <a:ext cx="5643355" cy="5010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buNone/>
            </a:pPr>
            <a:r>
              <a:rPr lang="en-US" sz="3200" dirty="0">
                <a:solidFill>
                  <a:srgbClr val="0000A8"/>
                </a:solidFill>
              </a:rPr>
              <a:t>SDN controller (network OS): </a:t>
            </a:r>
          </a:p>
          <a:p>
            <a:pPr indent="-274638">
              <a:lnSpc>
                <a:spcPct val="95000"/>
              </a:lnSpc>
            </a:pPr>
            <a:r>
              <a:rPr lang="en-US" dirty="0"/>
              <a:t>maintain network state information</a:t>
            </a:r>
          </a:p>
          <a:p>
            <a:pPr indent="-274638">
              <a:lnSpc>
                <a:spcPct val="95000"/>
              </a:lnSpc>
            </a:pPr>
            <a:r>
              <a:rPr lang="en-US" dirty="0"/>
              <a:t>interacts with network control applications “above” via northbound API</a:t>
            </a:r>
          </a:p>
          <a:p>
            <a:pPr indent="-274638">
              <a:lnSpc>
                <a:spcPct val="95000"/>
              </a:lnSpc>
            </a:pPr>
            <a:r>
              <a:rPr lang="en-US" dirty="0"/>
              <a:t>interacts with network switches “below” via southbound API</a:t>
            </a:r>
          </a:p>
          <a:p>
            <a:pPr indent="-274638">
              <a:lnSpc>
                <a:spcPct val="95000"/>
              </a:lnSpc>
            </a:pPr>
            <a:r>
              <a:rPr lang="en-US" dirty="0"/>
              <a:t>implemented as distributed system for performance, scalability, fault-tolerance, robustness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</a:endParaRPr>
          </a:p>
        </p:txBody>
      </p:sp>
      <p:grpSp>
        <p:nvGrpSpPr>
          <p:cNvPr id="2" name="Group 1" descr="SDN: role of the controller">
            <a:extLst>
              <a:ext uri="{FF2B5EF4-FFF2-40B4-BE49-F238E27FC236}">
                <a16:creationId xmlns:a16="http://schemas.microsoft.com/office/drawing/2014/main" id="{F3A81523-6D94-E85F-21BD-ECF3716FCE49}"/>
              </a:ext>
            </a:extLst>
          </p:cNvPr>
          <p:cNvGrpSpPr/>
          <p:nvPr/>
        </p:nvGrpSpPr>
        <p:grpSpPr>
          <a:xfrm>
            <a:off x="6602169" y="1209232"/>
            <a:ext cx="4134334" cy="5436742"/>
            <a:chOff x="6602169" y="1209232"/>
            <a:chExt cx="4134334" cy="5436742"/>
          </a:xfrm>
        </p:grpSpPr>
        <p:grpSp>
          <p:nvGrpSpPr>
            <p:cNvPr id="851" name="Group 850">
              <a:extLst>
                <a:ext uri="{FF2B5EF4-FFF2-40B4-BE49-F238E27FC236}">
                  <a16:creationId xmlns:a16="http://schemas.microsoft.com/office/drawing/2014/main" id="{CE55C0D3-06CC-DF41-88F6-A273370E03E8}"/>
                </a:ext>
              </a:extLst>
            </p:cNvPr>
            <p:cNvGrpSpPr/>
            <p:nvPr/>
          </p:nvGrpSpPr>
          <p:grpSpPr>
            <a:xfrm>
              <a:off x="6806501" y="1476134"/>
              <a:ext cx="3846765" cy="5169840"/>
              <a:chOff x="4990227" y="910464"/>
              <a:chExt cx="3846765" cy="5169840"/>
            </a:xfrm>
          </p:grpSpPr>
          <p:sp>
            <p:nvSpPr>
              <p:cNvPr id="852" name="TextBox 399">
                <a:extLst>
                  <a:ext uri="{FF2B5EF4-FFF2-40B4-BE49-F238E27FC236}">
                    <a16:creationId xmlns:a16="http://schemas.microsoft.com/office/drawing/2014/main" id="{5EA34F1E-D60F-4E46-99D4-53221197BE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18490" y="4936685"/>
                <a:ext cx="286930" cy="4714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data</a:t>
                </a:r>
              </a:p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plane</a:t>
                </a:r>
              </a:p>
            </p:txBody>
          </p:sp>
          <p:sp>
            <p:nvSpPr>
              <p:cNvPr id="853" name="TextBox 400">
                <a:extLst>
                  <a:ext uri="{FF2B5EF4-FFF2-40B4-BE49-F238E27FC236}">
                    <a16:creationId xmlns:a16="http://schemas.microsoft.com/office/drawing/2014/main" id="{DE759E4F-F356-5946-9CC4-A4E5C9A1D6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94972" y="2474327"/>
                <a:ext cx="342020" cy="4714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control</a:t>
                </a:r>
              </a:p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plane</a:t>
                </a:r>
              </a:p>
            </p:txBody>
          </p:sp>
          <p:cxnSp>
            <p:nvCxnSpPr>
              <p:cNvPr id="854" name="Straight Connector 853">
                <a:extLst>
                  <a:ext uri="{FF2B5EF4-FFF2-40B4-BE49-F238E27FC236}">
                    <a16:creationId xmlns:a16="http://schemas.microsoft.com/office/drawing/2014/main" id="{1A2102D6-7949-1844-8DED-B73B0057D3CF}"/>
                  </a:ext>
                </a:extLst>
              </p:cNvPr>
              <p:cNvCxnSpPr/>
              <p:nvPr/>
            </p:nvCxnSpPr>
            <p:spPr bwMode="auto">
              <a:xfrm flipV="1">
                <a:off x="5272718" y="4529666"/>
                <a:ext cx="2791783" cy="14329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dash"/>
              </a:ln>
              <a:effectLst/>
            </p:spPr>
          </p:cxnSp>
          <p:cxnSp>
            <p:nvCxnSpPr>
              <p:cNvPr id="855" name="Straight Connector 854">
                <a:extLst>
                  <a:ext uri="{FF2B5EF4-FFF2-40B4-BE49-F238E27FC236}">
                    <a16:creationId xmlns:a16="http://schemas.microsoft.com/office/drawing/2014/main" id="{41F5119B-91DF-204A-A96B-FEEB6C0969E0}"/>
                  </a:ext>
                </a:extLst>
              </p:cNvPr>
              <p:cNvCxnSpPr/>
              <p:nvPr/>
            </p:nvCxnSpPr>
            <p:spPr bwMode="auto">
              <a:xfrm flipV="1">
                <a:off x="5192283" y="2709335"/>
                <a:ext cx="3041550" cy="18563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dash"/>
              </a:ln>
              <a:effectLst/>
            </p:spPr>
          </p:cxnSp>
          <p:grpSp>
            <p:nvGrpSpPr>
              <p:cNvPr id="856" name="Group 855">
                <a:extLst>
                  <a:ext uri="{FF2B5EF4-FFF2-40B4-BE49-F238E27FC236}">
                    <a16:creationId xmlns:a16="http://schemas.microsoft.com/office/drawing/2014/main" id="{4A072938-7333-B54B-8E85-AA4AB0118ED1}"/>
                  </a:ext>
                </a:extLst>
              </p:cNvPr>
              <p:cNvGrpSpPr/>
              <p:nvPr/>
            </p:nvGrpSpPr>
            <p:grpSpPr>
              <a:xfrm>
                <a:off x="5164667" y="4826000"/>
                <a:ext cx="2979208" cy="973667"/>
                <a:chOff x="2592388" y="5601756"/>
                <a:chExt cx="4027487" cy="939800"/>
              </a:xfrm>
            </p:grpSpPr>
            <p:sp>
              <p:nvSpPr>
                <p:cNvPr id="912" name="Freeform 2">
                  <a:extLst>
                    <a:ext uri="{FF2B5EF4-FFF2-40B4-BE49-F238E27FC236}">
                      <a16:creationId xmlns:a16="http://schemas.microsoft.com/office/drawing/2014/main" id="{71DEC372-158B-D843-AAA9-4449502790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92388" y="5601756"/>
                  <a:ext cx="4027487" cy="939800"/>
                </a:xfrm>
                <a:custGeom>
                  <a:avLst/>
                  <a:gdLst>
                    <a:gd name="T0" fmla="*/ 648763 w 10001"/>
                    <a:gd name="T1" fmla="*/ 34777612 h 10125"/>
                    <a:gd name="T2" fmla="*/ 115976403 w 10001"/>
                    <a:gd name="T3" fmla="*/ 13733703 h 10125"/>
                    <a:gd name="T4" fmla="*/ 507700960 w 10001"/>
                    <a:gd name="T5" fmla="*/ 8662125 h 10125"/>
                    <a:gd name="T6" fmla="*/ 810212713 w 10001"/>
                    <a:gd name="T7" fmla="*/ 0 h 10125"/>
                    <a:gd name="T8" fmla="*/ 1090015738 w 10001"/>
                    <a:gd name="T9" fmla="*/ 8687929 h 10125"/>
                    <a:gd name="T10" fmla="*/ 1310938763 w 10001"/>
                    <a:gd name="T11" fmla="*/ 4279362 h 10125"/>
                    <a:gd name="T12" fmla="*/ 1620263134 w 10001"/>
                    <a:gd name="T13" fmla="*/ 25736690 h 10125"/>
                    <a:gd name="T14" fmla="*/ 1394798364 w 10001"/>
                    <a:gd name="T15" fmla="*/ 58525268 h 10125"/>
                    <a:gd name="T16" fmla="*/ 1134622140 w 10001"/>
                    <a:gd name="T17" fmla="*/ 80266624 h 10125"/>
                    <a:gd name="T18" fmla="*/ 860820276 w 10001"/>
                    <a:gd name="T19" fmla="*/ 76142271 h 10125"/>
                    <a:gd name="T20" fmla="*/ 708996782 w 10001"/>
                    <a:gd name="T21" fmla="*/ 85346835 h 10125"/>
                    <a:gd name="T22" fmla="*/ 509322667 w 10001"/>
                    <a:gd name="T23" fmla="*/ 86268164 h 10125"/>
                    <a:gd name="T24" fmla="*/ 353443899 w 10001"/>
                    <a:gd name="T25" fmla="*/ 67979516 h 10125"/>
                    <a:gd name="T26" fmla="*/ 192536914 w 10001"/>
                    <a:gd name="T27" fmla="*/ 64535347 h 10125"/>
                    <a:gd name="T28" fmla="*/ 648763 w 10001"/>
                    <a:gd name="T29" fmla="*/ 34777612 h 1012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0001" h="10125">
                      <a:moveTo>
                        <a:pt x="4" y="4039"/>
                      </a:moveTo>
                      <a:cubicBezTo>
                        <a:pt x="-29" y="2271"/>
                        <a:pt x="194" y="2100"/>
                        <a:pt x="715" y="1595"/>
                      </a:cubicBezTo>
                      <a:cubicBezTo>
                        <a:pt x="1236" y="1089"/>
                        <a:pt x="2417" y="1272"/>
                        <a:pt x="3130" y="1006"/>
                      </a:cubicBezTo>
                      <a:cubicBezTo>
                        <a:pt x="3843" y="740"/>
                        <a:pt x="4397" y="0"/>
                        <a:pt x="4995" y="0"/>
                      </a:cubicBezTo>
                      <a:cubicBezTo>
                        <a:pt x="5593" y="1"/>
                        <a:pt x="6206" y="926"/>
                        <a:pt x="6720" y="1009"/>
                      </a:cubicBezTo>
                      <a:cubicBezTo>
                        <a:pt x="7234" y="1092"/>
                        <a:pt x="7536" y="241"/>
                        <a:pt x="8082" y="497"/>
                      </a:cubicBezTo>
                      <a:cubicBezTo>
                        <a:pt x="8628" y="756"/>
                        <a:pt x="9854" y="442"/>
                        <a:pt x="9989" y="2989"/>
                      </a:cubicBezTo>
                      <a:cubicBezTo>
                        <a:pt x="10124" y="5536"/>
                        <a:pt x="9098" y="5742"/>
                        <a:pt x="8599" y="6797"/>
                      </a:cubicBezTo>
                      <a:cubicBezTo>
                        <a:pt x="8100" y="7852"/>
                        <a:pt x="7544" y="8981"/>
                        <a:pt x="6995" y="9322"/>
                      </a:cubicBezTo>
                      <a:cubicBezTo>
                        <a:pt x="6446" y="9663"/>
                        <a:pt x="5793" y="8957"/>
                        <a:pt x="5307" y="8843"/>
                      </a:cubicBezTo>
                      <a:cubicBezTo>
                        <a:pt x="4819" y="8726"/>
                        <a:pt x="4628" y="10048"/>
                        <a:pt x="4371" y="9912"/>
                      </a:cubicBezTo>
                      <a:cubicBezTo>
                        <a:pt x="4114" y="9775"/>
                        <a:pt x="3505" y="10355"/>
                        <a:pt x="3140" y="10019"/>
                      </a:cubicBezTo>
                      <a:cubicBezTo>
                        <a:pt x="2774" y="9683"/>
                        <a:pt x="2820" y="8138"/>
                        <a:pt x="2179" y="7895"/>
                      </a:cubicBezTo>
                      <a:cubicBezTo>
                        <a:pt x="1586" y="6800"/>
                        <a:pt x="1549" y="8137"/>
                        <a:pt x="1187" y="7495"/>
                      </a:cubicBezTo>
                      <a:cubicBezTo>
                        <a:pt x="825" y="6852"/>
                        <a:pt x="-7" y="6157"/>
                        <a:pt x="4" y="4039"/>
                      </a:cubicBezTo>
                      <a:close/>
                    </a:path>
                  </a:pathLst>
                </a:custGeom>
                <a:solidFill>
                  <a:srgbClr val="66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cxnSp>
              <p:nvCxnSpPr>
                <p:cNvPr id="913" name="Straight Connector 912">
                  <a:extLst>
                    <a:ext uri="{FF2B5EF4-FFF2-40B4-BE49-F238E27FC236}">
                      <a16:creationId xmlns:a16="http://schemas.microsoft.com/office/drawing/2014/main" id="{B0A5E970-BE5B-924E-8E27-2F517326B70B}"/>
                    </a:ext>
                  </a:extLst>
                </p:cNvPr>
                <p:cNvCxnSpPr/>
                <p:nvPr/>
              </p:nvCxnSpPr>
              <p:spPr>
                <a:xfrm flipV="1">
                  <a:off x="3262941" y="5752569"/>
                  <a:ext cx="1316038" cy="131762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14" name="Straight Connector 913">
                  <a:extLst>
                    <a:ext uri="{FF2B5EF4-FFF2-40B4-BE49-F238E27FC236}">
                      <a16:creationId xmlns:a16="http://schemas.microsoft.com/office/drawing/2014/main" id="{4BCA3B8C-279D-E840-87D5-1E0642D09387}"/>
                    </a:ext>
                  </a:extLst>
                </p:cNvPr>
                <p:cNvCxnSpPr/>
                <p:nvPr/>
              </p:nvCxnSpPr>
              <p:spPr>
                <a:xfrm>
                  <a:off x="3151816" y="5939894"/>
                  <a:ext cx="2259013" cy="29845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15" name="Straight Connector 914">
                  <a:extLst>
                    <a:ext uri="{FF2B5EF4-FFF2-40B4-BE49-F238E27FC236}">
                      <a16:creationId xmlns:a16="http://schemas.microsoft.com/office/drawing/2014/main" id="{CD10DAC3-DC6D-E045-A194-1C410416865B}"/>
                    </a:ext>
                  </a:extLst>
                </p:cNvPr>
                <p:cNvCxnSpPr/>
                <p:nvPr/>
              </p:nvCxnSpPr>
              <p:spPr>
                <a:xfrm>
                  <a:off x="3164516" y="6044669"/>
                  <a:ext cx="714375" cy="276225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16" name="Straight Connector 915">
                  <a:extLst>
                    <a:ext uri="{FF2B5EF4-FFF2-40B4-BE49-F238E27FC236}">
                      <a16:creationId xmlns:a16="http://schemas.microsoft.com/office/drawing/2014/main" id="{E2A8FB26-91FF-3E4C-8347-A2AE524A00A4}"/>
                    </a:ext>
                  </a:extLst>
                </p:cNvPr>
                <p:cNvCxnSpPr/>
                <p:nvPr/>
              </p:nvCxnSpPr>
              <p:spPr>
                <a:xfrm flipV="1">
                  <a:off x="4182104" y="6238344"/>
                  <a:ext cx="1247775" cy="8255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17" name="Straight Connector 916">
                  <a:extLst>
                    <a:ext uri="{FF2B5EF4-FFF2-40B4-BE49-F238E27FC236}">
                      <a16:creationId xmlns:a16="http://schemas.microsoft.com/office/drawing/2014/main" id="{FC84CD0A-6A0B-954A-A0C2-9433ED84E08F}"/>
                    </a:ext>
                  </a:extLst>
                </p:cNvPr>
                <p:cNvCxnSpPr/>
                <p:nvPr/>
              </p:nvCxnSpPr>
              <p:spPr>
                <a:xfrm>
                  <a:off x="4842504" y="5785906"/>
                  <a:ext cx="1057275" cy="123825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18" name="Straight Connector 917">
                  <a:extLst>
                    <a:ext uri="{FF2B5EF4-FFF2-40B4-BE49-F238E27FC236}">
                      <a16:creationId xmlns:a16="http://schemas.microsoft.com/office/drawing/2014/main" id="{F20F73DF-CC1A-414D-AA37-5C7FA5314FCC}"/>
                    </a:ext>
                  </a:extLst>
                </p:cNvPr>
                <p:cNvCxnSpPr/>
                <p:nvPr/>
              </p:nvCxnSpPr>
              <p:spPr>
                <a:xfrm flipV="1">
                  <a:off x="4126541" y="5939894"/>
                  <a:ext cx="1790700" cy="29845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19" name="Straight Connector 918">
                  <a:extLst>
                    <a:ext uri="{FF2B5EF4-FFF2-40B4-BE49-F238E27FC236}">
                      <a16:creationId xmlns:a16="http://schemas.microsoft.com/office/drawing/2014/main" id="{AC31F3CF-B52D-E042-B7DB-4F44E715F9A8}"/>
                    </a:ext>
                  </a:extLst>
                </p:cNvPr>
                <p:cNvCxnSpPr/>
                <p:nvPr/>
              </p:nvCxnSpPr>
              <p:spPr>
                <a:xfrm flipV="1">
                  <a:off x="5453691" y="5968469"/>
                  <a:ext cx="588963" cy="269875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20" name="Straight Connector 919">
                  <a:extLst>
                    <a:ext uri="{FF2B5EF4-FFF2-40B4-BE49-F238E27FC236}">
                      <a16:creationId xmlns:a16="http://schemas.microsoft.com/office/drawing/2014/main" id="{48C7DC80-D2A7-B248-9A8F-1B651F5CEB39}"/>
                    </a:ext>
                  </a:extLst>
                </p:cNvPr>
                <p:cNvCxnSpPr/>
                <p:nvPr/>
              </p:nvCxnSpPr>
              <p:spPr>
                <a:xfrm>
                  <a:off x="4596441" y="5752569"/>
                  <a:ext cx="814388" cy="401637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grpSp>
              <p:nvGrpSpPr>
                <p:cNvPr id="921" name="Group 347">
                  <a:extLst>
                    <a:ext uri="{FF2B5EF4-FFF2-40B4-BE49-F238E27FC236}">
                      <a16:creationId xmlns:a16="http://schemas.microsoft.com/office/drawing/2014/main" id="{A2DC2A2D-4327-FB49-8F37-6B6A7EBE1D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856401" y="5796097"/>
                  <a:ext cx="588970" cy="242608"/>
                  <a:chOff x="1871277" y="1576300"/>
                  <a:chExt cx="1128371" cy="437861"/>
                </a:xfrm>
              </p:grpSpPr>
              <p:sp>
                <p:nvSpPr>
                  <p:cNvPr id="962" name="Oval 961">
                    <a:extLst>
                      <a:ext uri="{FF2B5EF4-FFF2-40B4-BE49-F238E27FC236}">
                        <a16:creationId xmlns:a16="http://schemas.microsoft.com/office/drawing/2014/main" id="{9B6F5CD8-4D1E-1A4F-9507-95200A73998A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4641"/>
                    <a:ext cx="1125202" cy="31952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3" name="Rectangle 962">
                    <a:extLst>
                      <a:ext uri="{FF2B5EF4-FFF2-40B4-BE49-F238E27FC236}">
                        <a16:creationId xmlns:a16="http://schemas.microsoft.com/office/drawing/2014/main" id="{C28B8F5B-8431-1A46-AAE4-9B0ED530F25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39611"/>
                    <a:ext cx="1128371" cy="11597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4" name="Oval 963">
                    <a:extLst>
                      <a:ext uri="{FF2B5EF4-FFF2-40B4-BE49-F238E27FC236}">
                        <a16:creationId xmlns:a16="http://schemas.microsoft.com/office/drawing/2014/main" id="{F1F79620-841F-DD4E-87FC-51E7153EC005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19520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5" name="Freeform 964">
                    <a:extLst>
                      <a:ext uri="{FF2B5EF4-FFF2-40B4-BE49-F238E27FC236}">
                        <a16:creationId xmlns:a16="http://schemas.microsoft.com/office/drawing/2014/main" id="{E98A7BEC-9D56-6B49-8125-0F5CDE1FC0B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340"/>
                    <a:ext cx="548339" cy="160943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6" name="Freeform 965">
                    <a:extLst>
                      <a:ext uri="{FF2B5EF4-FFF2-40B4-BE49-F238E27FC236}">
                        <a16:creationId xmlns:a16="http://schemas.microsoft.com/office/drawing/2014/main" id="{6905DB74-EB71-3644-AC3F-2EDDA70861A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103"/>
                    <a:ext cx="662444" cy="111241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7" name="Freeform 966">
                    <a:extLst>
                      <a:ext uri="{FF2B5EF4-FFF2-40B4-BE49-F238E27FC236}">
                        <a16:creationId xmlns:a16="http://schemas.microsoft.com/office/drawing/2014/main" id="{62D3DDB5-3EA7-214C-8C31-BA38971C9A7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7776"/>
                    <a:ext cx="244057" cy="97040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8" name="Freeform 967">
                    <a:extLst>
                      <a:ext uri="{FF2B5EF4-FFF2-40B4-BE49-F238E27FC236}">
                        <a16:creationId xmlns:a16="http://schemas.microsoft.com/office/drawing/2014/main" id="{B71B4E2A-E351-6C49-9DFD-6BB4843D451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144"/>
                    <a:ext cx="240888" cy="97039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69" name="Straight Connector 968">
                    <a:extLst>
                      <a:ext uri="{FF2B5EF4-FFF2-40B4-BE49-F238E27FC236}">
                        <a16:creationId xmlns:a16="http://schemas.microsoft.com/office/drawing/2014/main" id="{7146C111-B5B3-8141-95C1-2CADFE9B32BF}"/>
                      </a:ext>
                    </a:extLst>
                  </p:cNvPr>
                  <p:cNvCxnSpPr>
                    <a:endCxn id="964" idx="2"/>
                  </p:cNvCxnSpPr>
                  <p:nvPr/>
                </p:nvCxnSpPr>
                <p:spPr bwMode="auto">
                  <a:xfrm flipH="1" flipV="1">
                    <a:off x="1871277" y="1737243"/>
                    <a:ext cx="3169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970" name="Straight Connector 969">
                    <a:extLst>
                      <a:ext uri="{FF2B5EF4-FFF2-40B4-BE49-F238E27FC236}">
                        <a16:creationId xmlns:a16="http://schemas.microsoft.com/office/drawing/2014/main" id="{DFA6A355-A08F-F241-92FA-D0E6992CE4F5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4877"/>
                    <a:ext cx="3171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922" name="Group 347">
                  <a:extLst>
                    <a:ext uri="{FF2B5EF4-FFF2-40B4-BE49-F238E27FC236}">
                      <a16:creationId xmlns:a16="http://schemas.microsoft.com/office/drawing/2014/main" id="{46EDC75E-59E6-4645-85A7-E2C58E54518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75328" y="5654000"/>
                  <a:ext cx="588970" cy="242608"/>
                  <a:chOff x="1871277" y="1576300"/>
                  <a:chExt cx="1128371" cy="437861"/>
                </a:xfrm>
              </p:grpSpPr>
              <p:sp>
                <p:nvSpPr>
                  <p:cNvPr id="953" name="Oval 952">
                    <a:extLst>
                      <a:ext uri="{FF2B5EF4-FFF2-40B4-BE49-F238E27FC236}">
                        <a16:creationId xmlns:a16="http://schemas.microsoft.com/office/drawing/2014/main" id="{9DACA189-A149-9949-BCF3-95B569BB6477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4641"/>
                    <a:ext cx="1125202" cy="31952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4" name="Rectangle 953">
                    <a:extLst>
                      <a:ext uri="{FF2B5EF4-FFF2-40B4-BE49-F238E27FC236}">
                        <a16:creationId xmlns:a16="http://schemas.microsoft.com/office/drawing/2014/main" id="{08EC0937-ACA9-3840-8439-8223BB84898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39611"/>
                    <a:ext cx="1128371" cy="11597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5" name="Oval 954">
                    <a:extLst>
                      <a:ext uri="{FF2B5EF4-FFF2-40B4-BE49-F238E27FC236}">
                        <a16:creationId xmlns:a16="http://schemas.microsoft.com/office/drawing/2014/main" id="{E17B98F5-9CEF-6F4F-BBA9-BB8DE0D91B36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19520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6" name="Freeform 955">
                    <a:extLst>
                      <a:ext uri="{FF2B5EF4-FFF2-40B4-BE49-F238E27FC236}">
                        <a16:creationId xmlns:a16="http://schemas.microsoft.com/office/drawing/2014/main" id="{61234B09-DC44-7342-A70C-06AC8A581E2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340"/>
                    <a:ext cx="548339" cy="160943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7" name="Freeform 956">
                    <a:extLst>
                      <a:ext uri="{FF2B5EF4-FFF2-40B4-BE49-F238E27FC236}">
                        <a16:creationId xmlns:a16="http://schemas.microsoft.com/office/drawing/2014/main" id="{03AF34FD-E240-F04C-9158-920D2921325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103"/>
                    <a:ext cx="662444" cy="111241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8" name="Freeform 957">
                    <a:extLst>
                      <a:ext uri="{FF2B5EF4-FFF2-40B4-BE49-F238E27FC236}">
                        <a16:creationId xmlns:a16="http://schemas.microsoft.com/office/drawing/2014/main" id="{526E50F3-60FD-0E45-BC3A-3C6066FB7D8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7776"/>
                    <a:ext cx="244057" cy="97040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9" name="Freeform 958">
                    <a:extLst>
                      <a:ext uri="{FF2B5EF4-FFF2-40B4-BE49-F238E27FC236}">
                        <a16:creationId xmlns:a16="http://schemas.microsoft.com/office/drawing/2014/main" id="{FEE1E3A7-C090-734C-9180-457004D9D03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144"/>
                    <a:ext cx="240888" cy="97039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60" name="Straight Connector 959">
                    <a:extLst>
                      <a:ext uri="{FF2B5EF4-FFF2-40B4-BE49-F238E27FC236}">
                        <a16:creationId xmlns:a16="http://schemas.microsoft.com/office/drawing/2014/main" id="{99A3F99A-570C-8A42-9492-3585D770DA95}"/>
                      </a:ext>
                    </a:extLst>
                  </p:cNvPr>
                  <p:cNvCxnSpPr>
                    <a:endCxn id="955" idx="2"/>
                  </p:cNvCxnSpPr>
                  <p:nvPr/>
                </p:nvCxnSpPr>
                <p:spPr bwMode="auto">
                  <a:xfrm flipH="1" flipV="1">
                    <a:off x="1871277" y="1737243"/>
                    <a:ext cx="3169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961" name="Straight Connector 960">
                    <a:extLst>
                      <a:ext uri="{FF2B5EF4-FFF2-40B4-BE49-F238E27FC236}">
                        <a16:creationId xmlns:a16="http://schemas.microsoft.com/office/drawing/2014/main" id="{5F18512F-CA24-4444-95DF-016FA49178DB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4877"/>
                    <a:ext cx="3171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923" name="Group 347">
                  <a:extLst>
                    <a:ext uri="{FF2B5EF4-FFF2-40B4-BE49-F238E27FC236}">
                      <a16:creationId xmlns:a16="http://schemas.microsoft.com/office/drawing/2014/main" id="{4B02C431-99D3-6D48-8159-7B4877B83AD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48241" y="5847813"/>
                  <a:ext cx="588970" cy="242608"/>
                  <a:chOff x="1871277" y="1576300"/>
                  <a:chExt cx="1128371" cy="437861"/>
                </a:xfrm>
              </p:grpSpPr>
              <p:sp>
                <p:nvSpPr>
                  <p:cNvPr id="944" name="Oval 943">
                    <a:extLst>
                      <a:ext uri="{FF2B5EF4-FFF2-40B4-BE49-F238E27FC236}">
                        <a16:creationId xmlns:a16="http://schemas.microsoft.com/office/drawing/2014/main" id="{0FF0DF6F-D87B-2346-B35F-0DD610115E22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4641"/>
                    <a:ext cx="1125202" cy="31952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5" name="Rectangle 944">
                    <a:extLst>
                      <a:ext uri="{FF2B5EF4-FFF2-40B4-BE49-F238E27FC236}">
                        <a16:creationId xmlns:a16="http://schemas.microsoft.com/office/drawing/2014/main" id="{0A88A3D0-6A43-9C4F-B2B8-C62A5B97547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39611"/>
                    <a:ext cx="1128371" cy="11597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6" name="Oval 945">
                    <a:extLst>
                      <a:ext uri="{FF2B5EF4-FFF2-40B4-BE49-F238E27FC236}">
                        <a16:creationId xmlns:a16="http://schemas.microsoft.com/office/drawing/2014/main" id="{A97EE425-A6D3-754D-B745-A46539A9BCE9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19520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7" name="Freeform 946">
                    <a:extLst>
                      <a:ext uri="{FF2B5EF4-FFF2-40B4-BE49-F238E27FC236}">
                        <a16:creationId xmlns:a16="http://schemas.microsoft.com/office/drawing/2014/main" id="{D4B205B1-4191-B84B-8CA4-DD171806AD2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340"/>
                    <a:ext cx="548339" cy="160943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8" name="Freeform 947">
                    <a:extLst>
                      <a:ext uri="{FF2B5EF4-FFF2-40B4-BE49-F238E27FC236}">
                        <a16:creationId xmlns:a16="http://schemas.microsoft.com/office/drawing/2014/main" id="{1BBBF1EF-3ED2-5848-B3F0-7F8463BE28C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103"/>
                    <a:ext cx="662444" cy="111241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9" name="Freeform 948">
                    <a:extLst>
                      <a:ext uri="{FF2B5EF4-FFF2-40B4-BE49-F238E27FC236}">
                        <a16:creationId xmlns:a16="http://schemas.microsoft.com/office/drawing/2014/main" id="{AE727D85-0B80-AB43-A858-E12A22DEF74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7776"/>
                    <a:ext cx="244057" cy="97040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0" name="Freeform 949">
                    <a:extLst>
                      <a:ext uri="{FF2B5EF4-FFF2-40B4-BE49-F238E27FC236}">
                        <a16:creationId xmlns:a16="http://schemas.microsoft.com/office/drawing/2014/main" id="{E087DF11-E1FC-A24A-A90A-56EFAAF5ED3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144"/>
                    <a:ext cx="240888" cy="97039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51" name="Straight Connector 950">
                    <a:extLst>
                      <a:ext uri="{FF2B5EF4-FFF2-40B4-BE49-F238E27FC236}">
                        <a16:creationId xmlns:a16="http://schemas.microsoft.com/office/drawing/2014/main" id="{63B2769E-5BF0-4C43-BDCD-E08BBCA40A60}"/>
                      </a:ext>
                    </a:extLst>
                  </p:cNvPr>
                  <p:cNvCxnSpPr>
                    <a:endCxn id="946" idx="2"/>
                  </p:cNvCxnSpPr>
                  <p:nvPr/>
                </p:nvCxnSpPr>
                <p:spPr bwMode="auto">
                  <a:xfrm flipH="1" flipV="1">
                    <a:off x="1871277" y="1737243"/>
                    <a:ext cx="3169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952" name="Straight Connector 951">
                    <a:extLst>
                      <a:ext uri="{FF2B5EF4-FFF2-40B4-BE49-F238E27FC236}">
                        <a16:creationId xmlns:a16="http://schemas.microsoft.com/office/drawing/2014/main" id="{D9643885-03AC-8C44-B9B3-97EEFAB93F73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4877"/>
                    <a:ext cx="3171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924" name="Group 347">
                  <a:extLst>
                    <a:ext uri="{FF2B5EF4-FFF2-40B4-BE49-F238E27FC236}">
                      <a16:creationId xmlns:a16="http://schemas.microsoft.com/office/drawing/2014/main" id="{59383640-B92E-3B49-9F91-B00C1816C4B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166757" y="6114152"/>
                  <a:ext cx="588970" cy="242608"/>
                  <a:chOff x="1871277" y="1576300"/>
                  <a:chExt cx="1128371" cy="437861"/>
                </a:xfrm>
              </p:grpSpPr>
              <p:sp>
                <p:nvSpPr>
                  <p:cNvPr id="935" name="Oval 934">
                    <a:extLst>
                      <a:ext uri="{FF2B5EF4-FFF2-40B4-BE49-F238E27FC236}">
                        <a16:creationId xmlns:a16="http://schemas.microsoft.com/office/drawing/2014/main" id="{5018BF36-5D40-234D-B43E-166D4365DFC7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4641"/>
                    <a:ext cx="1125202" cy="31952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6" name="Rectangle 935">
                    <a:extLst>
                      <a:ext uri="{FF2B5EF4-FFF2-40B4-BE49-F238E27FC236}">
                        <a16:creationId xmlns:a16="http://schemas.microsoft.com/office/drawing/2014/main" id="{F3CF2F53-1F91-DA4A-B9DD-A5E958F02DF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39611"/>
                    <a:ext cx="1128371" cy="11597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7" name="Oval 936">
                    <a:extLst>
                      <a:ext uri="{FF2B5EF4-FFF2-40B4-BE49-F238E27FC236}">
                        <a16:creationId xmlns:a16="http://schemas.microsoft.com/office/drawing/2014/main" id="{DE201E6A-02EE-B14D-8F1B-DC21CC87BE80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19520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8" name="Freeform 937">
                    <a:extLst>
                      <a:ext uri="{FF2B5EF4-FFF2-40B4-BE49-F238E27FC236}">
                        <a16:creationId xmlns:a16="http://schemas.microsoft.com/office/drawing/2014/main" id="{FB05CF2E-83B0-2640-93AB-853D8763B11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340"/>
                    <a:ext cx="548339" cy="160943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9" name="Freeform 938">
                    <a:extLst>
                      <a:ext uri="{FF2B5EF4-FFF2-40B4-BE49-F238E27FC236}">
                        <a16:creationId xmlns:a16="http://schemas.microsoft.com/office/drawing/2014/main" id="{E2067AB0-285F-1D49-84B3-34E74A8258A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103"/>
                    <a:ext cx="662444" cy="111241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0" name="Freeform 939">
                    <a:extLst>
                      <a:ext uri="{FF2B5EF4-FFF2-40B4-BE49-F238E27FC236}">
                        <a16:creationId xmlns:a16="http://schemas.microsoft.com/office/drawing/2014/main" id="{E1588A39-233E-9A43-89F2-A2C023D3DD5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7776"/>
                    <a:ext cx="244057" cy="97040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1" name="Freeform 940">
                    <a:extLst>
                      <a:ext uri="{FF2B5EF4-FFF2-40B4-BE49-F238E27FC236}">
                        <a16:creationId xmlns:a16="http://schemas.microsoft.com/office/drawing/2014/main" id="{7E4670CD-E442-5648-B94B-92AF3B89475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144"/>
                    <a:ext cx="240888" cy="97039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42" name="Straight Connector 941">
                    <a:extLst>
                      <a:ext uri="{FF2B5EF4-FFF2-40B4-BE49-F238E27FC236}">
                        <a16:creationId xmlns:a16="http://schemas.microsoft.com/office/drawing/2014/main" id="{759AD6F2-B641-0B45-9023-2F9E18420F9E}"/>
                      </a:ext>
                    </a:extLst>
                  </p:cNvPr>
                  <p:cNvCxnSpPr>
                    <a:endCxn id="937" idx="2"/>
                  </p:cNvCxnSpPr>
                  <p:nvPr/>
                </p:nvCxnSpPr>
                <p:spPr bwMode="auto">
                  <a:xfrm flipH="1" flipV="1">
                    <a:off x="1871277" y="1737243"/>
                    <a:ext cx="3169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943" name="Straight Connector 942">
                    <a:extLst>
                      <a:ext uri="{FF2B5EF4-FFF2-40B4-BE49-F238E27FC236}">
                        <a16:creationId xmlns:a16="http://schemas.microsoft.com/office/drawing/2014/main" id="{BD308E44-0EFE-944D-83E1-D1B7C02C2983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4877"/>
                    <a:ext cx="3171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925" name="Group 347">
                  <a:extLst>
                    <a:ext uri="{FF2B5EF4-FFF2-40B4-BE49-F238E27FC236}">
                      <a16:creationId xmlns:a16="http://schemas.microsoft.com/office/drawing/2014/main" id="{885312C2-0E07-194B-BEF1-237808F2C1B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704088" y="6206732"/>
                  <a:ext cx="588970" cy="242608"/>
                  <a:chOff x="1871277" y="1576300"/>
                  <a:chExt cx="1128371" cy="437861"/>
                </a:xfrm>
              </p:grpSpPr>
              <p:sp>
                <p:nvSpPr>
                  <p:cNvPr id="926" name="Oval 925">
                    <a:extLst>
                      <a:ext uri="{FF2B5EF4-FFF2-40B4-BE49-F238E27FC236}">
                        <a16:creationId xmlns:a16="http://schemas.microsoft.com/office/drawing/2014/main" id="{DB1F6E96-DE25-304B-B7D0-FD1D59509C9D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4641"/>
                    <a:ext cx="1125202" cy="31952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7" name="Rectangle 926">
                    <a:extLst>
                      <a:ext uri="{FF2B5EF4-FFF2-40B4-BE49-F238E27FC236}">
                        <a16:creationId xmlns:a16="http://schemas.microsoft.com/office/drawing/2014/main" id="{C6F722AF-47B6-754C-8E9E-EFEB45831A8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39611"/>
                    <a:ext cx="1128371" cy="11597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8" name="Oval 927">
                    <a:extLst>
                      <a:ext uri="{FF2B5EF4-FFF2-40B4-BE49-F238E27FC236}">
                        <a16:creationId xmlns:a16="http://schemas.microsoft.com/office/drawing/2014/main" id="{B7EFF65E-E3E4-7743-90E8-6E0DED7FF48C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19520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9" name="Freeform 928">
                    <a:extLst>
                      <a:ext uri="{FF2B5EF4-FFF2-40B4-BE49-F238E27FC236}">
                        <a16:creationId xmlns:a16="http://schemas.microsoft.com/office/drawing/2014/main" id="{A6419AFD-CC26-B146-A541-B565AEA3805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340"/>
                    <a:ext cx="548339" cy="160943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0" name="Freeform 929">
                    <a:extLst>
                      <a:ext uri="{FF2B5EF4-FFF2-40B4-BE49-F238E27FC236}">
                        <a16:creationId xmlns:a16="http://schemas.microsoft.com/office/drawing/2014/main" id="{0147F8D3-CAD7-8542-B967-4F72DDDE3A5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103"/>
                    <a:ext cx="662444" cy="111241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1" name="Freeform 930">
                    <a:extLst>
                      <a:ext uri="{FF2B5EF4-FFF2-40B4-BE49-F238E27FC236}">
                        <a16:creationId xmlns:a16="http://schemas.microsoft.com/office/drawing/2014/main" id="{AAF1E1A5-D576-1A4A-9BFD-6C323830CFC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7776"/>
                    <a:ext cx="244057" cy="97040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2" name="Freeform 931">
                    <a:extLst>
                      <a:ext uri="{FF2B5EF4-FFF2-40B4-BE49-F238E27FC236}">
                        <a16:creationId xmlns:a16="http://schemas.microsoft.com/office/drawing/2014/main" id="{00B23D7F-A468-7B41-B882-C74692A46B5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144"/>
                    <a:ext cx="240888" cy="97039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33" name="Straight Connector 932">
                    <a:extLst>
                      <a:ext uri="{FF2B5EF4-FFF2-40B4-BE49-F238E27FC236}">
                        <a16:creationId xmlns:a16="http://schemas.microsoft.com/office/drawing/2014/main" id="{A710DADF-5A66-4E4D-9212-3DB6E5790B57}"/>
                      </a:ext>
                    </a:extLst>
                  </p:cNvPr>
                  <p:cNvCxnSpPr>
                    <a:endCxn id="928" idx="2"/>
                  </p:cNvCxnSpPr>
                  <p:nvPr/>
                </p:nvCxnSpPr>
                <p:spPr bwMode="auto">
                  <a:xfrm flipH="1" flipV="1">
                    <a:off x="1871277" y="1737243"/>
                    <a:ext cx="3169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934" name="Straight Connector 933">
                    <a:extLst>
                      <a:ext uri="{FF2B5EF4-FFF2-40B4-BE49-F238E27FC236}">
                        <a16:creationId xmlns:a16="http://schemas.microsoft.com/office/drawing/2014/main" id="{59A3775F-4767-2F47-9662-6CCEC729A7A8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4877"/>
                    <a:ext cx="3171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</p:grpSp>
          <p:grpSp>
            <p:nvGrpSpPr>
              <p:cNvPr id="857" name="Group 856">
                <a:extLst>
                  <a:ext uri="{FF2B5EF4-FFF2-40B4-BE49-F238E27FC236}">
                    <a16:creationId xmlns:a16="http://schemas.microsoft.com/office/drawing/2014/main" id="{54A52462-5258-B74E-939D-5568EFF6BF9A}"/>
                  </a:ext>
                </a:extLst>
              </p:cNvPr>
              <p:cNvGrpSpPr/>
              <p:nvPr/>
            </p:nvGrpSpPr>
            <p:grpSpPr>
              <a:xfrm>
                <a:off x="4990227" y="3046752"/>
                <a:ext cx="3116606" cy="1053561"/>
                <a:chOff x="4990227" y="2877416"/>
                <a:chExt cx="3116606" cy="1053561"/>
              </a:xfrm>
            </p:grpSpPr>
            <p:sp>
              <p:nvSpPr>
                <p:cNvPr id="876" name="Rectangle 875">
                  <a:extLst>
                    <a:ext uri="{FF2B5EF4-FFF2-40B4-BE49-F238E27FC236}">
                      <a16:creationId xmlns:a16="http://schemas.microsoft.com/office/drawing/2014/main" id="{A13ADE3B-72C2-1D43-B7E3-53ACC236F401}"/>
                    </a:ext>
                  </a:extLst>
                </p:cNvPr>
                <p:cNvSpPr/>
                <p:nvPr/>
              </p:nvSpPr>
              <p:spPr bwMode="auto">
                <a:xfrm>
                  <a:off x="5418665" y="2913389"/>
                  <a:ext cx="2688168" cy="1017588"/>
                </a:xfrm>
                <a:prstGeom prst="rect">
                  <a:avLst/>
                </a:prstGeom>
                <a:solidFill>
                  <a:srgbClr val="2D2DB9">
                    <a:lumMod val="20000"/>
                    <a:lumOff val="80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877" name="Freeform 876">
                  <a:extLst>
                    <a:ext uri="{FF2B5EF4-FFF2-40B4-BE49-F238E27FC236}">
                      <a16:creationId xmlns:a16="http://schemas.microsoft.com/office/drawing/2014/main" id="{8479C132-9D4A-964F-A8E8-7EB2EAA9863B}"/>
                    </a:ext>
                  </a:extLst>
                </p:cNvPr>
                <p:cNvSpPr/>
                <p:nvPr/>
              </p:nvSpPr>
              <p:spPr bwMode="auto">
                <a:xfrm>
                  <a:off x="5218221" y="2877416"/>
                  <a:ext cx="213773" cy="1028160"/>
                </a:xfrm>
                <a:custGeom>
                  <a:avLst/>
                  <a:gdLst>
                    <a:gd name="connsiteX0" fmla="*/ 0 w 312616"/>
                    <a:gd name="connsiteY0" fmla="*/ 644770 h 1367693"/>
                    <a:gd name="connsiteX1" fmla="*/ 312616 w 312616"/>
                    <a:gd name="connsiteY1" fmla="*/ 0 h 1367693"/>
                    <a:gd name="connsiteX2" fmla="*/ 312616 w 312616"/>
                    <a:gd name="connsiteY2" fmla="*/ 1016000 h 1367693"/>
                    <a:gd name="connsiteX3" fmla="*/ 117231 w 312616"/>
                    <a:gd name="connsiteY3" fmla="*/ 1367693 h 1367693"/>
                    <a:gd name="connsiteX4" fmla="*/ 0 w 312616"/>
                    <a:gd name="connsiteY4" fmla="*/ 644770 h 1367693"/>
                    <a:gd name="connsiteX0" fmla="*/ 0 w 199855"/>
                    <a:gd name="connsiteY0" fmla="*/ 733787 h 1367693"/>
                    <a:gd name="connsiteX1" fmla="*/ 199855 w 199855"/>
                    <a:gd name="connsiteY1" fmla="*/ 0 h 1367693"/>
                    <a:gd name="connsiteX2" fmla="*/ 199855 w 199855"/>
                    <a:gd name="connsiteY2" fmla="*/ 1016000 h 1367693"/>
                    <a:gd name="connsiteX3" fmla="*/ 4470 w 199855"/>
                    <a:gd name="connsiteY3" fmla="*/ 1367693 h 1367693"/>
                    <a:gd name="connsiteX4" fmla="*/ 0 w 199855"/>
                    <a:gd name="connsiteY4" fmla="*/ 733787 h 1367693"/>
                    <a:gd name="connsiteX0" fmla="*/ 25203 w 225058"/>
                    <a:gd name="connsiteY0" fmla="*/ 733787 h 1361758"/>
                    <a:gd name="connsiteX1" fmla="*/ 225058 w 225058"/>
                    <a:gd name="connsiteY1" fmla="*/ 0 h 1361758"/>
                    <a:gd name="connsiteX2" fmla="*/ 225058 w 225058"/>
                    <a:gd name="connsiteY2" fmla="*/ 1016000 h 1361758"/>
                    <a:gd name="connsiteX3" fmla="*/ 0 w 225058"/>
                    <a:gd name="connsiteY3" fmla="*/ 1361758 h 1361758"/>
                    <a:gd name="connsiteX4" fmla="*/ 25203 w 225058"/>
                    <a:gd name="connsiteY4" fmla="*/ 733787 h 1361758"/>
                    <a:gd name="connsiteX0" fmla="*/ 25203 w 230992"/>
                    <a:gd name="connsiteY0" fmla="*/ 787197 h 1415168"/>
                    <a:gd name="connsiteX1" fmla="*/ 230992 w 230992"/>
                    <a:gd name="connsiteY1" fmla="*/ 0 h 1415168"/>
                    <a:gd name="connsiteX2" fmla="*/ 225058 w 230992"/>
                    <a:gd name="connsiteY2" fmla="*/ 1069410 h 1415168"/>
                    <a:gd name="connsiteX3" fmla="*/ 0 w 230992"/>
                    <a:gd name="connsiteY3" fmla="*/ 1415168 h 1415168"/>
                    <a:gd name="connsiteX4" fmla="*/ 25203 w 230992"/>
                    <a:gd name="connsiteY4" fmla="*/ 787197 h 1415168"/>
                    <a:gd name="connsiteX0" fmla="*/ 0 w 205789"/>
                    <a:gd name="connsiteY0" fmla="*/ 787197 h 1427037"/>
                    <a:gd name="connsiteX1" fmla="*/ 205789 w 205789"/>
                    <a:gd name="connsiteY1" fmla="*/ 0 h 1427037"/>
                    <a:gd name="connsiteX2" fmla="*/ 199855 w 205789"/>
                    <a:gd name="connsiteY2" fmla="*/ 1069410 h 1427037"/>
                    <a:gd name="connsiteX3" fmla="*/ 4471 w 205789"/>
                    <a:gd name="connsiteY3" fmla="*/ 1427037 h 1427037"/>
                    <a:gd name="connsiteX4" fmla="*/ 0 w 205789"/>
                    <a:gd name="connsiteY4" fmla="*/ 787197 h 1427037"/>
                    <a:gd name="connsiteX0" fmla="*/ 0 w 199855"/>
                    <a:gd name="connsiteY0" fmla="*/ 745656 h 1385496"/>
                    <a:gd name="connsiteX1" fmla="*/ 193920 w 199855"/>
                    <a:gd name="connsiteY1" fmla="*/ 0 h 1385496"/>
                    <a:gd name="connsiteX2" fmla="*/ 199855 w 199855"/>
                    <a:gd name="connsiteY2" fmla="*/ 1027869 h 1385496"/>
                    <a:gd name="connsiteX3" fmla="*/ 4471 w 199855"/>
                    <a:gd name="connsiteY3" fmla="*/ 1385496 h 1385496"/>
                    <a:gd name="connsiteX4" fmla="*/ 0 w 199855"/>
                    <a:gd name="connsiteY4" fmla="*/ 745656 h 1385496"/>
                    <a:gd name="connsiteX0" fmla="*/ 20385 w 220240"/>
                    <a:gd name="connsiteY0" fmla="*/ 745656 h 1058154"/>
                    <a:gd name="connsiteX1" fmla="*/ 214305 w 220240"/>
                    <a:gd name="connsiteY1" fmla="*/ 0 h 1058154"/>
                    <a:gd name="connsiteX2" fmla="*/ 220240 w 220240"/>
                    <a:gd name="connsiteY2" fmla="*/ 1027869 h 1058154"/>
                    <a:gd name="connsiteX3" fmla="*/ 68 w 220240"/>
                    <a:gd name="connsiteY3" fmla="*/ 986902 h 1058154"/>
                    <a:gd name="connsiteX4" fmla="*/ 20385 w 220240"/>
                    <a:gd name="connsiteY4" fmla="*/ 745656 h 1058154"/>
                    <a:gd name="connsiteX0" fmla="*/ 20385 w 220240"/>
                    <a:gd name="connsiteY0" fmla="*/ 745656 h 1068836"/>
                    <a:gd name="connsiteX1" fmla="*/ 214305 w 220240"/>
                    <a:gd name="connsiteY1" fmla="*/ 0 h 1068836"/>
                    <a:gd name="connsiteX2" fmla="*/ 220240 w 220240"/>
                    <a:gd name="connsiteY2" fmla="*/ 1027869 h 1068836"/>
                    <a:gd name="connsiteX3" fmla="*/ 68 w 220240"/>
                    <a:gd name="connsiteY3" fmla="*/ 986902 h 1068836"/>
                    <a:gd name="connsiteX4" fmla="*/ 20385 w 220240"/>
                    <a:gd name="connsiteY4" fmla="*/ 745656 h 1068836"/>
                    <a:gd name="connsiteX0" fmla="*/ 15446 w 215301"/>
                    <a:gd name="connsiteY0" fmla="*/ 745656 h 1057581"/>
                    <a:gd name="connsiteX1" fmla="*/ 209366 w 215301"/>
                    <a:gd name="connsiteY1" fmla="*/ 0 h 1057581"/>
                    <a:gd name="connsiteX2" fmla="*/ 215301 w 215301"/>
                    <a:gd name="connsiteY2" fmla="*/ 1027869 h 1057581"/>
                    <a:gd name="connsiteX3" fmla="*/ 87 w 215301"/>
                    <a:gd name="connsiteY3" fmla="*/ 888484 h 1057581"/>
                    <a:gd name="connsiteX4" fmla="*/ 15446 w 215301"/>
                    <a:gd name="connsiteY4" fmla="*/ 745656 h 1057581"/>
                    <a:gd name="connsiteX0" fmla="*/ 15446 w 215301"/>
                    <a:gd name="connsiteY0" fmla="*/ 745656 h 1063397"/>
                    <a:gd name="connsiteX1" fmla="*/ 209366 w 215301"/>
                    <a:gd name="connsiteY1" fmla="*/ 0 h 1063397"/>
                    <a:gd name="connsiteX2" fmla="*/ 215301 w 215301"/>
                    <a:gd name="connsiteY2" fmla="*/ 1027869 h 1063397"/>
                    <a:gd name="connsiteX3" fmla="*/ 87 w 215301"/>
                    <a:gd name="connsiteY3" fmla="*/ 888484 h 1063397"/>
                    <a:gd name="connsiteX4" fmla="*/ 15446 w 215301"/>
                    <a:gd name="connsiteY4" fmla="*/ 745656 h 1063397"/>
                    <a:gd name="connsiteX0" fmla="*/ 15446 w 215301"/>
                    <a:gd name="connsiteY0" fmla="*/ 745656 h 1027869"/>
                    <a:gd name="connsiteX1" fmla="*/ 209366 w 215301"/>
                    <a:gd name="connsiteY1" fmla="*/ 0 h 1027869"/>
                    <a:gd name="connsiteX2" fmla="*/ 215301 w 215301"/>
                    <a:gd name="connsiteY2" fmla="*/ 1027869 h 1027869"/>
                    <a:gd name="connsiteX3" fmla="*/ 87 w 215301"/>
                    <a:gd name="connsiteY3" fmla="*/ 888484 h 1027869"/>
                    <a:gd name="connsiteX4" fmla="*/ 15446 w 215301"/>
                    <a:gd name="connsiteY4" fmla="*/ 745656 h 1027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301" h="1027869">
                      <a:moveTo>
                        <a:pt x="15446" y="745656"/>
                      </a:moveTo>
                      <a:lnTo>
                        <a:pt x="209366" y="0"/>
                      </a:lnTo>
                      <a:cubicBezTo>
                        <a:pt x="211344" y="342623"/>
                        <a:pt x="213323" y="685246"/>
                        <a:pt x="215301" y="1027869"/>
                      </a:cubicBezTo>
                      <a:cubicBezTo>
                        <a:pt x="115469" y="960083"/>
                        <a:pt x="99918" y="931665"/>
                        <a:pt x="87" y="888484"/>
                      </a:cubicBezTo>
                      <a:cubicBezTo>
                        <a:pt x="-1403" y="675204"/>
                        <a:pt x="16936" y="958936"/>
                        <a:pt x="15446" y="745656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FFFF">
                        <a:lumMod val="95000"/>
                      </a:srgbClr>
                    </a:gs>
                    <a:gs pos="100000">
                      <a:srgbClr val="2D2DB9">
                        <a:lumMod val="20000"/>
                        <a:lumOff val="80000"/>
                      </a:srgbClr>
                    </a:gs>
                  </a:gsLst>
                  <a:lin ang="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grpSp>
              <p:nvGrpSpPr>
                <p:cNvPr id="878" name="Group 950">
                  <a:extLst>
                    <a:ext uri="{FF2B5EF4-FFF2-40B4-BE49-F238E27FC236}">
                      <a16:creationId xmlns:a16="http://schemas.microsoft.com/office/drawing/2014/main" id="{6265B51A-C625-0E46-B1CD-1B0CC4EAE2D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90227" y="3351862"/>
                  <a:ext cx="251561" cy="564103"/>
                  <a:chOff x="4140" y="429"/>
                  <a:chExt cx="1425" cy="2396"/>
                </a:xfrm>
              </p:grpSpPr>
              <p:sp>
                <p:nvSpPr>
                  <p:cNvPr id="880" name="Freeform 951">
                    <a:extLst>
                      <a:ext uri="{FF2B5EF4-FFF2-40B4-BE49-F238E27FC236}">
                        <a16:creationId xmlns:a16="http://schemas.microsoft.com/office/drawing/2014/main" id="{A5BA354F-B231-C647-9049-264E94760E6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1" name="Rectangle 952">
                    <a:extLst>
                      <a:ext uri="{FF2B5EF4-FFF2-40B4-BE49-F238E27FC236}">
                        <a16:creationId xmlns:a16="http://schemas.microsoft.com/office/drawing/2014/main" id="{4CD802A5-F6DB-4B4A-9C9B-E57940A6AE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2" name="Freeform 953">
                    <a:extLst>
                      <a:ext uri="{FF2B5EF4-FFF2-40B4-BE49-F238E27FC236}">
                        <a16:creationId xmlns:a16="http://schemas.microsoft.com/office/drawing/2014/main" id="{79259F7C-2EC8-F74E-9E7F-4095E5E5CF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3" name="Freeform 954">
                    <a:extLst>
                      <a:ext uri="{FF2B5EF4-FFF2-40B4-BE49-F238E27FC236}">
                        <a16:creationId xmlns:a16="http://schemas.microsoft.com/office/drawing/2014/main" id="{451FA157-6D0F-9145-8122-26E1DA1A236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4" name="Rectangle 955">
                    <a:extLst>
                      <a:ext uri="{FF2B5EF4-FFF2-40B4-BE49-F238E27FC236}">
                        <a16:creationId xmlns:a16="http://schemas.microsoft.com/office/drawing/2014/main" id="{C2607605-6DA4-EE4D-8DD3-849C75A056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885" name="Group 956">
                    <a:extLst>
                      <a:ext uri="{FF2B5EF4-FFF2-40B4-BE49-F238E27FC236}">
                        <a16:creationId xmlns:a16="http://schemas.microsoft.com/office/drawing/2014/main" id="{9869AF7B-AAFD-8D4B-8E7F-90CCD375562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910" name="AutoShape 957">
                      <a:extLst>
                        <a:ext uri="{FF2B5EF4-FFF2-40B4-BE49-F238E27FC236}">
                          <a16:creationId xmlns:a16="http://schemas.microsoft.com/office/drawing/2014/main" id="{C9AB02AE-DBB7-4942-87E6-03EAC872AF5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11" name="AutoShape 958">
                      <a:extLst>
                        <a:ext uri="{FF2B5EF4-FFF2-40B4-BE49-F238E27FC236}">
                          <a16:creationId xmlns:a16="http://schemas.microsoft.com/office/drawing/2014/main" id="{A1397CEF-8A99-9C43-984B-80BD60AFF6D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886" name="Rectangle 959">
                    <a:extLst>
                      <a:ext uri="{FF2B5EF4-FFF2-40B4-BE49-F238E27FC236}">
                        <a16:creationId xmlns:a16="http://schemas.microsoft.com/office/drawing/2014/main" id="{E8594A77-9042-2641-ABFC-F29E8FF40D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887" name="Group 960">
                    <a:extLst>
                      <a:ext uri="{FF2B5EF4-FFF2-40B4-BE49-F238E27FC236}">
                        <a16:creationId xmlns:a16="http://schemas.microsoft.com/office/drawing/2014/main" id="{1262AD39-4096-D741-A742-CED9CF146D7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908" name="AutoShape 961">
                      <a:extLst>
                        <a:ext uri="{FF2B5EF4-FFF2-40B4-BE49-F238E27FC236}">
                          <a16:creationId xmlns:a16="http://schemas.microsoft.com/office/drawing/2014/main" id="{59E4897D-95E8-2A4B-9BA9-0B7172ED7B8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09" name="AutoShape 962">
                      <a:extLst>
                        <a:ext uri="{FF2B5EF4-FFF2-40B4-BE49-F238E27FC236}">
                          <a16:creationId xmlns:a16="http://schemas.microsoft.com/office/drawing/2014/main" id="{2382242C-86DC-C04B-94D5-2B4545FC2AD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888" name="Rectangle 963">
                    <a:extLst>
                      <a:ext uri="{FF2B5EF4-FFF2-40B4-BE49-F238E27FC236}">
                        <a16:creationId xmlns:a16="http://schemas.microsoft.com/office/drawing/2014/main" id="{CBBEA7CF-B701-8748-AA95-11773F0862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9" name="Rectangle 964">
                    <a:extLst>
                      <a:ext uri="{FF2B5EF4-FFF2-40B4-BE49-F238E27FC236}">
                        <a16:creationId xmlns:a16="http://schemas.microsoft.com/office/drawing/2014/main" id="{2840794F-AC07-854C-A963-38CAEB8594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890" name="Group 965">
                    <a:extLst>
                      <a:ext uri="{FF2B5EF4-FFF2-40B4-BE49-F238E27FC236}">
                        <a16:creationId xmlns:a16="http://schemas.microsoft.com/office/drawing/2014/main" id="{00D85896-AE73-FC4F-A921-B401C2ABE62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906" name="AutoShape 966">
                      <a:extLst>
                        <a:ext uri="{FF2B5EF4-FFF2-40B4-BE49-F238E27FC236}">
                          <a16:creationId xmlns:a16="http://schemas.microsoft.com/office/drawing/2014/main" id="{924B40FA-21E3-834D-911F-D56CADE5ECA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07" name="AutoShape 967">
                      <a:extLst>
                        <a:ext uri="{FF2B5EF4-FFF2-40B4-BE49-F238E27FC236}">
                          <a16:creationId xmlns:a16="http://schemas.microsoft.com/office/drawing/2014/main" id="{47F8F0C4-6D37-9543-9F00-43D5F28FB2C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891" name="Freeform 968">
                    <a:extLst>
                      <a:ext uri="{FF2B5EF4-FFF2-40B4-BE49-F238E27FC236}">
                        <a16:creationId xmlns:a16="http://schemas.microsoft.com/office/drawing/2014/main" id="{1DAD0535-0585-3A48-B18F-8CFD540ADB7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892" name="Group 969">
                    <a:extLst>
                      <a:ext uri="{FF2B5EF4-FFF2-40B4-BE49-F238E27FC236}">
                        <a16:creationId xmlns:a16="http://schemas.microsoft.com/office/drawing/2014/main" id="{66D816ED-1F9A-D04E-95EE-62CBF7E44ED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904" name="AutoShape 970">
                      <a:extLst>
                        <a:ext uri="{FF2B5EF4-FFF2-40B4-BE49-F238E27FC236}">
                          <a16:creationId xmlns:a16="http://schemas.microsoft.com/office/drawing/2014/main" id="{8C0B4415-0AC2-3945-92F3-A694CD6600D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05" name="AutoShape 971">
                      <a:extLst>
                        <a:ext uri="{FF2B5EF4-FFF2-40B4-BE49-F238E27FC236}">
                          <a16:creationId xmlns:a16="http://schemas.microsoft.com/office/drawing/2014/main" id="{0B3FE1DC-EC1B-BE41-BD3D-DA207D617D5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893" name="Rectangle 972">
                    <a:extLst>
                      <a:ext uri="{FF2B5EF4-FFF2-40B4-BE49-F238E27FC236}">
                        <a16:creationId xmlns:a16="http://schemas.microsoft.com/office/drawing/2014/main" id="{D76687F0-DEBC-0F4A-B4AF-5C24DB379F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4" name="Freeform 973">
                    <a:extLst>
                      <a:ext uri="{FF2B5EF4-FFF2-40B4-BE49-F238E27FC236}">
                        <a16:creationId xmlns:a16="http://schemas.microsoft.com/office/drawing/2014/main" id="{9E9FD877-5F4F-754A-87E4-3CF2A2B8681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5" name="Freeform 974">
                    <a:extLst>
                      <a:ext uri="{FF2B5EF4-FFF2-40B4-BE49-F238E27FC236}">
                        <a16:creationId xmlns:a16="http://schemas.microsoft.com/office/drawing/2014/main" id="{42A0B2EC-7CC7-B240-8E62-08161F3699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6" name="Oval 975">
                    <a:extLst>
                      <a:ext uri="{FF2B5EF4-FFF2-40B4-BE49-F238E27FC236}">
                        <a16:creationId xmlns:a16="http://schemas.microsoft.com/office/drawing/2014/main" id="{924FB68E-8166-014C-89D3-D4305C34F3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7" name="Freeform 976">
                    <a:extLst>
                      <a:ext uri="{FF2B5EF4-FFF2-40B4-BE49-F238E27FC236}">
                        <a16:creationId xmlns:a16="http://schemas.microsoft.com/office/drawing/2014/main" id="{97FE5EBC-22BA-6044-8980-CAE0308120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8" name="AutoShape 977">
                    <a:extLst>
                      <a:ext uri="{FF2B5EF4-FFF2-40B4-BE49-F238E27FC236}">
                        <a16:creationId xmlns:a16="http://schemas.microsoft.com/office/drawing/2014/main" id="{A5F87333-9B58-984B-975F-83AEC14824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9" name="AutoShape 978">
                    <a:extLst>
                      <a:ext uri="{FF2B5EF4-FFF2-40B4-BE49-F238E27FC236}">
                        <a16:creationId xmlns:a16="http://schemas.microsoft.com/office/drawing/2014/main" id="{A819AAE6-0355-8D4F-8137-BD2B7A2B727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00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00" name="Oval 979">
                    <a:extLst>
                      <a:ext uri="{FF2B5EF4-FFF2-40B4-BE49-F238E27FC236}">
                        <a16:creationId xmlns:a16="http://schemas.microsoft.com/office/drawing/2014/main" id="{7425A734-37C7-AE46-A20A-FA4A597671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01" name="Oval 980">
                    <a:extLst>
                      <a:ext uri="{FF2B5EF4-FFF2-40B4-BE49-F238E27FC236}">
                        <a16:creationId xmlns:a16="http://schemas.microsoft.com/office/drawing/2014/main" id="{820B07E3-33AF-1341-B1D5-46C41ACB74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02" name="Oval 981">
                    <a:extLst>
                      <a:ext uri="{FF2B5EF4-FFF2-40B4-BE49-F238E27FC236}">
                        <a16:creationId xmlns:a16="http://schemas.microsoft.com/office/drawing/2014/main" id="{44036096-87EC-A746-8FE7-7773B3B32B1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03" name="Rectangle 982">
                    <a:extLst>
                      <a:ext uri="{FF2B5EF4-FFF2-40B4-BE49-F238E27FC236}">
                        <a16:creationId xmlns:a16="http://schemas.microsoft.com/office/drawing/2014/main" id="{4C8AA049-B48E-C24E-91A9-8455F58271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879" name="TextBox 878">
                  <a:extLst>
                    <a:ext uri="{FF2B5EF4-FFF2-40B4-BE49-F238E27FC236}">
                      <a16:creationId xmlns:a16="http://schemas.microsoft.com/office/drawing/2014/main" id="{BD391945-30B0-AF4B-9B16-8435026C785B}"/>
                    </a:ext>
                  </a:extLst>
                </p:cNvPr>
                <p:cNvSpPr txBox="1"/>
                <p:nvPr/>
              </p:nvSpPr>
              <p:spPr>
                <a:xfrm>
                  <a:off x="5377031" y="3090332"/>
                  <a:ext cx="2659202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SDN Controller</a:t>
                  </a:r>
                </a:p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(network operating system)</a:t>
                  </a:r>
                </a:p>
              </p:txBody>
            </p:sp>
          </p:grpSp>
          <p:sp>
            <p:nvSpPr>
              <p:cNvPr id="858" name="TextBox 857">
                <a:extLst>
                  <a:ext uri="{FF2B5EF4-FFF2-40B4-BE49-F238E27FC236}">
                    <a16:creationId xmlns:a16="http://schemas.microsoft.com/office/drawing/2014/main" id="{460A62D4-F61E-134D-905E-F48547E04AB7}"/>
                  </a:ext>
                </a:extLst>
              </p:cNvPr>
              <p:cNvSpPr txBox="1"/>
              <p:nvPr/>
            </p:nvSpPr>
            <p:spPr>
              <a:xfrm>
                <a:off x="6837708" y="1058305"/>
                <a:ext cx="595035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…</a:t>
                </a:r>
              </a:p>
            </p:txBody>
          </p:sp>
          <p:grpSp>
            <p:nvGrpSpPr>
              <p:cNvPr id="859" name="Group 858">
                <a:extLst>
                  <a:ext uri="{FF2B5EF4-FFF2-40B4-BE49-F238E27FC236}">
                    <a16:creationId xmlns:a16="http://schemas.microsoft.com/office/drawing/2014/main" id="{C04C3E74-140C-174C-86ED-F87FDFEFCDEE}"/>
                  </a:ext>
                </a:extLst>
              </p:cNvPr>
              <p:cNvGrpSpPr/>
              <p:nvPr/>
            </p:nvGrpSpPr>
            <p:grpSpPr>
              <a:xfrm>
                <a:off x="5165914" y="1277466"/>
                <a:ext cx="1023471" cy="590176"/>
                <a:chOff x="4721412" y="1277470"/>
                <a:chExt cx="1023471" cy="590176"/>
              </a:xfrm>
            </p:grpSpPr>
            <p:sp>
              <p:nvSpPr>
                <p:cNvPr id="874" name="Oval 873">
                  <a:extLst>
                    <a:ext uri="{FF2B5EF4-FFF2-40B4-BE49-F238E27FC236}">
                      <a16:creationId xmlns:a16="http://schemas.microsoft.com/office/drawing/2014/main" id="{4ECE1B24-7462-554F-B043-548B485E42D6}"/>
                    </a:ext>
                  </a:extLst>
                </p:cNvPr>
                <p:cNvSpPr/>
                <p:nvPr/>
              </p:nvSpPr>
              <p:spPr bwMode="auto">
                <a:xfrm>
                  <a:off x="4721412" y="1277470"/>
                  <a:ext cx="1023471" cy="590176"/>
                </a:xfrm>
                <a:prstGeom prst="ellipse">
                  <a:avLst/>
                </a:prstGeom>
                <a:solidFill>
                  <a:srgbClr val="008000">
                    <a:alpha val="70000"/>
                  </a:srgbClr>
                </a:solidFill>
                <a:ln w="9525" cap="flat" cmpd="sng" algn="ctr">
                  <a:solidFill>
                    <a:srgbClr val="0080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875" name="TextBox 874">
                  <a:extLst>
                    <a:ext uri="{FF2B5EF4-FFF2-40B4-BE49-F238E27FC236}">
                      <a16:creationId xmlns:a16="http://schemas.microsoft.com/office/drawing/2014/main" id="{8832E712-F1F9-5E47-90F8-8A9C1FCF21E9}"/>
                    </a:ext>
                  </a:extLst>
                </p:cNvPr>
                <p:cNvSpPr txBox="1"/>
                <p:nvPr/>
              </p:nvSpPr>
              <p:spPr>
                <a:xfrm>
                  <a:off x="4792385" y="1374585"/>
                  <a:ext cx="8904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routing</a:t>
                  </a:r>
                </a:p>
              </p:txBody>
            </p:sp>
          </p:grpSp>
          <p:grpSp>
            <p:nvGrpSpPr>
              <p:cNvPr id="860" name="Group 859">
                <a:extLst>
                  <a:ext uri="{FF2B5EF4-FFF2-40B4-BE49-F238E27FC236}">
                    <a16:creationId xmlns:a16="http://schemas.microsoft.com/office/drawing/2014/main" id="{94FF35AA-DC45-2445-BD7D-65CD25F3EB23}"/>
                  </a:ext>
                </a:extLst>
              </p:cNvPr>
              <p:cNvGrpSpPr/>
              <p:nvPr/>
            </p:nvGrpSpPr>
            <p:grpSpPr>
              <a:xfrm>
                <a:off x="6000628" y="1798416"/>
                <a:ext cx="1023471" cy="590176"/>
                <a:chOff x="6106459" y="1967753"/>
                <a:chExt cx="1023471" cy="590176"/>
              </a:xfrm>
            </p:grpSpPr>
            <p:sp>
              <p:nvSpPr>
                <p:cNvPr id="872" name="Oval 871">
                  <a:extLst>
                    <a:ext uri="{FF2B5EF4-FFF2-40B4-BE49-F238E27FC236}">
                      <a16:creationId xmlns:a16="http://schemas.microsoft.com/office/drawing/2014/main" id="{3821BD45-E196-1B47-B58A-8DE288ED4A33}"/>
                    </a:ext>
                  </a:extLst>
                </p:cNvPr>
                <p:cNvSpPr/>
                <p:nvPr/>
              </p:nvSpPr>
              <p:spPr bwMode="auto">
                <a:xfrm>
                  <a:off x="6106459" y="1967753"/>
                  <a:ext cx="1023471" cy="590176"/>
                </a:xfrm>
                <a:prstGeom prst="ellipse">
                  <a:avLst/>
                </a:prstGeom>
                <a:solidFill>
                  <a:srgbClr val="008000">
                    <a:alpha val="70000"/>
                  </a:srgbClr>
                </a:solidFill>
                <a:ln w="9525" cap="flat" cmpd="sng" algn="ctr">
                  <a:solidFill>
                    <a:srgbClr val="0080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873" name="TextBox 872">
                  <a:extLst>
                    <a:ext uri="{FF2B5EF4-FFF2-40B4-BE49-F238E27FC236}">
                      <a16:creationId xmlns:a16="http://schemas.microsoft.com/office/drawing/2014/main" id="{09503A04-2C2E-F941-9ED5-3A37B498CDA9}"/>
                    </a:ext>
                  </a:extLst>
                </p:cNvPr>
                <p:cNvSpPr txBox="1"/>
                <p:nvPr/>
              </p:nvSpPr>
              <p:spPr>
                <a:xfrm>
                  <a:off x="6177429" y="1997637"/>
                  <a:ext cx="903087" cy="5447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access </a:t>
                  </a:r>
                </a:p>
                <a:p>
                  <a:pPr marL="0" marR="0" lvl="0" indent="0" algn="ctr" defTabSz="91440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control</a:t>
                  </a:r>
                </a:p>
              </p:txBody>
            </p:sp>
          </p:grpSp>
          <p:grpSp>
            <p:nvGrpSpPr>
              <p:cNvPr id="861" name="Group 860">
                <a:extLst>
                  <a:ext uri="{FF2B5EF4-FFF2-40B4-BE49-F238E27FC236}">
                    <a16:creationId xmlns:a16="http://schemas.microsoft.com/office/drawing/2014/main" id="{F4CEBF5F-0D71-6B41-996D-0354922EB612}"/>
                  </a:ext>
                </a:extLst>
              </p:cNvPr>
              <p:cNvGrpSpPr/>
              <p:nvPr/>
            </p:nvGrpSpPr>
            <p:grpSpPr>
              <a:xfrm>
                <a:off x="7230837" y="1756871"/>
                <a:ext cx="1023471" cy="590176"/>
                <a:chOff x="6938682" y="977153"/>
                <a:chExt cx="1023471" cy="590176"/>
              </a:xfrm>
            </p:grpSpPr>
            <p:sp>
              <p:nvSpPr>
                <p:cNvPr id="870" name="Oval 869">
                  <a:extLst>
                    <a:ext uri="{FF2B5EF4-FFF2-40B4-BE49-F238E27FC236}">
                      <a16:creationId xmlns:a16="http://schemas.microsoft.com/office/drawing/2014/main" id="{2D855133-90E2-7042-AF1B-8352C3CC5BF7}"/>
                    </a:ext>
                  </a:extLst>
                </p:cNvPr>
                <p:cNvSpPr/>
                <p:nvPr/>
              </p:nvSpPr>
              <p:spPr bwMode="auto">
                <a:xfrm>
                  <a:off x="6938682" y="977153"/>
                  <a:ext cx="1023471" cy="590176"/>
                </a:xfrm>
                <a:prstGeom prst="ellipse">
                  <a:avLst/>
                </a:prstGeom>
                <a:solidFill>
                  <a:srgbClr val="008000">
                    <a:alpha val="70000"/>
                  </a:srgbClr>
                </a:solidFill>
                <a:ln w="9525" cap="flat" cmpd="sng" algn="ctr">
                  <a:solidFill>
                    <a:srgbClr val="0080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871" name="TextBox 870">
                  <a:extLst>
                    <a:ext uri="{FF2B5EF4-FFF2-40B4-BE49-F238E27FC236}">
                      <a16:creationId xmlns:a16="http://schemas.microsoft.com/office/drawing/2014/main" id="{3D7D80F7-46BE-EC48-B7D7-3C763154D621}"/>
                    </a:ext>
                  </a:extLst>
                </p:cNvPr>
                <p:cNvSpPr txBox="1"/>
                <p:nvPr/>
              </p:nvSpPr>
              <p:spPr>
                <a:xfrm>
                  <a:off x="6964568" y="1007037"/>
                  <a:ext cx="993256" cy="5447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load</a:t>
                  </a:r>
                </a:p>
                <a:p>
                  <a:pPr marL="0" marR="0" lvl="0" indent="0" algn="ctr" defTabSz="91440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balance</a:t>
                  </a:r>
                </a:p>
              </p:txBody>
            </p:sp>
          </p:grpSp>
          <p:cxnSp>
            <p:nvCxnSpPr>
              <p:cNvPr id="862" name="Straight Arrow Connector 861">
                <a:extLst>
                  <a:ext uri="{FF2B5EF4-FFF2-40B4-BE49-F238E27FC236}">
                    <a16:creationId xmlns:a16="http://schemas.microsoft.com/office/drawing/2014/main" id="{7BDC462A-14A0-764C-A672-5D241FEED1DE}"/>
                  </a:ext>
                </a:extLst>
              </p:cNvPr>
              <p:cNvCxnSpPr/>
              <p:nvPr/>
            </p:nvCxnSpPr>
            <p:spPr bwMode="auto">
              <a:xfrm flipV="1">
                <a:off x="8627245" y="1217948"/>
                <a:ext cx="0" cy="1248832"/>
              </a:xfrm>
              <a:prstGeom prst="straightConnector1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63" name="Straight Arrow Connector 862">
                <a:extLst>
                  <a:ext uri="{FF2B5EF4-FFF2-40B4-BE49-F238E27FC236}">
                    <a16:creationId xmlns:a16="http://schemas.microsoft.com/office/drawing/2014/main" id="{456B3B86-566B-B74B-A02C-E7472619477F}"/>
                  </a:ext>
                </a:extLst>
              </p:cNvPr>
              <p:cNvCxnSpPr/>
              <p:nvPr/>
            </p:nvCxnSpPr>
            <p:spPr bwMode="auto">
              <a:xfrm>
                <a:off x="8652645" y="2966181"/>
                <a:ext cx="0" cy="1524424"/>
              </a:xfrm>
              <a:prstGeom prst="straightConnector1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64" name="Straight Arrow Connector 863">
                <a:extLst>
                  <a:ext uri="{FF2B5EF4-FFF2-40B4-BE49-F238E27FC236}">
                    <a16:creationId xmlns:a16="http://schemas.microsoft.com/office/drawing/2014/main" id="{8EE09DB2-3F15-2A46-A79B-D24A8CF3014A}"/>
                  </a:ext>
                </a:extLst>
              </p:cNvPr>
              <p:cNvCxnSpPr/>
              <p:nvPr/>
            </p:nvCxnSpPr>
            <p:spPr bwMode="auto">
              <a:xfrm>
                <a:off x="8661016" y="5381629"/>
                <a:ext cx="0" cy="414864"/>
              </a:xfrm>
              <a:prstGeom prst="straightConnector1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65" name="Straight Arrow Connector 864">
                <a:extLst>
                  <a:ext uri="{FF2B5EF4-FFF2-40B4-BE49-F238E27FC236}">
                    <a16:creationId xmlns:a16="http://schemas.microsoft.com/office/drawing/2014/main" id="{602E5161-3933-E44A-A9CD-F172C848B87B}"/>
                  </a:ext>
                </a:extLst>
              </p:cNvPr>
              <p:cNvCxnSpPr/>
              <p:nvPr/>
            </p:nvCxnSpPr>
            <p:spPr bwMode="auto">
              <a:xfrm flipV="1">
                <a:off x="8653320" y="4546025"/>
                <a:ext cx="0" cy="414864"/>
              </a:xfrm>
              <a:prstGeom prst="straightConnector1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66" name="TextBox 399">
                <a:extLst>
                  <a:ext uri="{FF2B5EF4-FFF2-40B4-BE49-F238E27FC236}">
                    <a16:creationId xmlns:a16="http://schemas.microsoft.com/office/drawing/2014/main" id="{7DE1AEF7-BBBD-CE47-95BE-236511149F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50715" y="4235599"/>
                <a:ext cx="1635889" cy="2845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southbound API</a:t>
                </a:r>
              </a:p>
            </p:txBody>
          </p:sp>
          <p:sp>
            <p:nvSpPr>
              <p:cNvPr id="867" name="TextBox 399">
                <a:extLst>
                  <a:ext uri="{FF2B5EF4-FFF2-40B4-BE49-F238E27FC236}">
                    <a16:creationId xmlns:a16="http://schemas.microsoft.com/office/drawing/2014/main" id="{033F372B-9E56-9B43-9893-2EBEDF8873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46778" y="2717781"/>
                <a:ext cx="1635889" cy="2845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northbound API</a:t>
                </a:r>
              </a:p>
            </p:txBody>
          </p:sp>
          <p:sp>
            <p:nvSpPr>
              <p:cNvPr id="868" name="TextBox 399">
                <a:extLst>
                  <a:ext uri="{FF2B5EF4-FFF2-40B4-BE49-F238E27FC236}">
                    <a16:creationId xmlns:a16="http://schemas.microsoft.com/office/drawing/2014/main" id="{16B44057-72D3-5E46-935C-9EED28D7FD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07651" y="5795718"/>
                <a:ext cx="2302688" cy="2845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SDN-controlled switches</a:t>
                </a:r>
              </a:p>
            </p:txBody>
          </p:sp>
          <p:sp>
            <p:nvSpPr>
              <p:cNvPr id="869" name="TextBox 399">
                <a:extLst>
                  <a:ext uri="{FF2B5EF4-FFF2-40B4-BE49-F238E27FC236}">
                    <a16:creationId xmlns:a16="http://schemas.microsoft.com/office/drawing/2014/main" id="{862C44EB-1706-6C4E-AFA2-ACADCAC1D4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07907" y="910464"/>
                <a:ext cx="2381659" cy="2845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network-control applications</a:t>
                </a:r>
              </a:p>
            </p:txBody>
          </p:sp>
        </p:grpSp>
        <p:sp>
          <p:nvSpPr>
            <p:cNvPr id="971" name="Rectangle 970">
              <a:extLst>
                <a:ext uri="{FF2B5EF4-FFF2-40B4-BE49-F238E27FC236}">
                  <a16:creationId xmlns:a16="http://schemas.microsoft.com/office/drawing/2014/main" id="{CF79C9C5-C35F-9D4D-A4B3-C17F7845845A}"/>
                </a:ext>
              </a:extLst>
            </p:cNvPr>
            <p:cNvSpPr/>
            <p:nvPr/>
          </p:nvSpPr>
          <p:spPr bwMode="auto">
            <a:xfrm>
              <a:off x="6602169" y="1209232"/>
              <a:ext cx="4134334" cy="1797015"/>
            </a:xfrm>
            <a:prstGeom prst="rect">
              <a:avLst/>
            </a:prstGeom>
            <a:solidFill>
              <a:srgbClr val="FFFFFF">
                <a:alpha val="77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C8ACC79C-3DA0-964D-9E40-DA4E67217D81}"/>
                </a:ext>
              </a:extLst>
            </p:cNvPr>
            <p:cNvSpPr/>
            <p:nvPr/>
          </p:nvSpPr>
          <p:spPr bwMode="auto">
            <a:xfrm>
              <a:off x="6929934" y="5060985"/>
              <a:ext cx="3767293" cy="1527705"/>
            </a:xfrm>
            <a:prstGeom prst="rect">
              <a:avLst/>
            </a:prstGeom>
            <a:solidFill>
              <a:srgbClr val="FFFFFF">
                <a:alpha val="77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02960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4139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Software defined networking (SDN)</a:t>
            </a:r>
          </a:p>
        </p:txBody>
      </p:sp>
      <p:sp>
        <p:nvSpPr>
          <p:cNvPr id="850" name="Content Placeholder 6">
            <a:extLst>
              <a:ext uri="{FF2B5EF4-FFF2-40B4-BE49-F238E27FC236}">
                <a16:creationId xmlns:a16="http://schemas.microsoft.com/office/drawing/2014/main" id="{BCBBA01E-E6B7-6244-BCD8-8FA9A6E5AB79}"/>
              </a:ext>
            </a:extLst>
          </p:cNvPr>
          <p:cNvSpPr txBox="1">
            <a:spLocks/>
          </p:cNvSpPr>
          <p:nvPr/>
        </p:nvSpPr>
        <p:spPr bwMode="auto">
          <a:xfrm>
            <a:off x="829582" y="1026483"/>
            <a:ext cx="5010411" cy="3614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buNone/>
            </a:pPr>
            <a:r>
              <a:rPr lang="en-US" sz="3200" dirty="0">
                <a:solidFill>
                  <a:srgbClr val="0000A8"/>
                </a:solidFill>
              </a:rPr>
              <a:t>Network-control apps:</a:t>
            </a:r>
          </a:p>
          <a:p>
            <a:pPr>
              <a:lnSpc>
                <a:spcPct val="100000"/>
              </a:lnSpc>
            </a:pPr>
            <a:r>
              <a:rPr lang="en-US" dirty="0"/>
              <a:t>“brains” of control:  implement control functions using lower-level services, API provided by SDN controller</a:t>
            </a:r>
          </a:p>
          <a:p>
            <a:pPr>
              <a:lnSpc>
                <a:spcPct val="100000"/>
              </a:lnSpc>
            </a:pPr>
            <a:r>
              <a:rPr lang="en-US" i="1" dirty="0">
                <a:solidFill>
                  <a:srgbClr val="000000"/>
                </a:solidFill>
              </a:rPr>
              <a:t>unbundled: </a:t>
            </a:r>
            <a:r>
              <a:rPr lang="en-US" dirty="0"/>
              <a:t>can be provided by 3</a:t>
            </a:r>
            <a:r>
              <a:rPr lang="en-US" baseline="30000" dirty="0"/>
              <a:t>rd</a:t>
            </a:r>
            <a:r>
              <a:rPr lang="en-US" dirty="0"/>
              <a:t> party: distinct from routing vendor, or SDN controller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</a:endParaRPr>
          </a:p>
        </p:txBody>
      </p:sp>
      <p:grpSp>
        <p:nvGrpSpPr>
          <p:cNvPr id="2" name="Group 1" descr="SDN: network control applications">
            <a:extLst>
              <a:ext uri="{FF2B5EF4-FFF2-40B4-BE49-F238E27FC236}">
                <a16:creationId xmlns:a16="http://schemas.microsoft.com/office/drawing/2014/main" id="{34E9E365-27AD-9777-CB12-B0C352363E85}"/>
              </a:ext>
            </a:extLst>
          </p:cNvPr>
          <p:cNvGrpSpPr/>
          <p:nvPr/>
        </p:nvGrpSpPr>
        <p:grpSpPr>
          <a:xfrm>
            <a:off x="6727429" y="1476134"/>
            <a:ext cx="4134334" cy="5169840"/>
            <a:chOff x="6727429" y="1476134"/>
            <a:chExt cx="4134334" cy="5169840"/>
          </a:xfrm>
        </p:grpSpPr>
        <p:grpSp>
          <p:nvGrpSpPr>
            <p:cNvPr id="851" name="Group 850">
              <a:extLst>
                <a:ext uri="{FF2B5EF4-FFF2-40B4-BE49-F238E27FC236}">
                  <a16:creationId xmlns:a16="http://schemas.microsoft.com/office/drawing/2014/main" id="{CE55C0D3-06CC-DF41-88F6-A273370E03E8}"/>
                </a:ext>
              </a:extLst>
            </p:cNvPr>
            <p:cNvGrpSpPr/>
            <p:nvPr/>
          </p:nvGrpSpPr>
          <p:grpSpPr>
            <a:xfrm>
              <a:off x="6806501" y="1476134"/>
              <a:ext cx="3846765" cy="5169840"/>
              <a:chOff x="4990227" y="910464"/>
              <a:chExt cx="3846765" cy="5169840"/>
            </a:xfrm>
          </p:grpSpPr>
          <p:sp>
            <p:nvSpPr>
              <p:cNvPr id="852" name="TextBox 399">
                <a:extLst>
                  <a:ext uri="{FF2B5EF4-FFF2-40B4-BE49-F238E27FC236}">
                    <a16:creationId xmlns:a16="http://schemas.microsoft.com/office/drawing/2014/main" id="{5EA34F1E-D60F-4E46-99D4-53221197BE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18490" y="4936685"/>
                <a:ext cx="286930" cy="4714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data</a:t>
                </a:r>
              </a:p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plane</a:t>
                </a:r>
              </a:p>
            </p:txBody>
          </p:sp>
          <p:sp>
            <p:nvSpPr>
              <p:cNvPr id="853" name="TextBox 400">
                <a:extLst>
                  <a:ext uri="{FF2B5EF4-FFF2-40B4-BE49-F238E27FC236}">
                    <a16:creationId xmlns:a16="http://schemas.microsoft.com/office/drawing/2014/main" id="{DE759E4F-F356-5946-9CC4-A4E5C9A1D6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94972" y="2474327"/>
                <a:ext cx="342020" cy="4714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control</a:t>
                </a:r>
              </a:p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plane</a:t>
                </a:r>
              </a:p>
            </p:txBody>
          </p:sp>
          <p:cxnSp>
            <p:nvCxnSpPr>
              <p:cNvPr id="854" name="Straight Connector 853">
                <a:extLst>
                  <a:ext uri="{FF2B5EF4-FFF2-40B4-BE49-F238E27FC236}">
                    <a16:creationId xmlns:a16="http://schemas.microsoft.com/office/drawing/2014/main" id="{1A2102D6-7949-1844-8DED-B73B0057D3CF}"/>
                  </a:ext>
                </a:extLst>
              </p:cNvPr>
              <p:cNvCxnSpPr/>
              <p:nvPr/>
            </p:nvCxnSpPr>
            <p:spPr bwMode="auto">
              <a:xfrm flipV="1">
                <a:off x="5272718" y="4529666"/>
                <a:ext cx="2791783" cy="14329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dash"/>
              </a:ln>
              <a:effectLst/>
            </p:spPr>
          </p:cxnSp>
          <p:cxnSp>
            <p:nvCxnSpPr>
              <p:cNvPr id="855" name="Straight Connector 854">
                <a:extLst>
                  <a:ext uri="{FF2B5EF4-FFF2-40B4-BE49-F238E27FC236}">
                    <a16:creationId xmlns:a16="http://schemas.microsoft.com/office/drawing/2014/main" id="{41F5119B-91DF-204A-A96B-FEEB6C0969E0}"/>
                  </a:ext>
                </a:extLst>
              </p:cNvPr>
              <p:cNvCxnSpPr/>
              <p:nvPr/>
            </p:nvCxnSpPr>
            <p:spPr bwMode="auto">
              <a:xfrm flipV="1">
                <a:off x="5192283" y="2709335"/>
                <a:ext cx="3041550" cy="18563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dash"/>
              </a:ln>
              <a:effectLst/>
            </p:spPr>
          </p:cxnSp>
          <p:grpSp>
            <p:nvGrpSpPr>
              <p:cNvPr id="856" name="Group 855">
                <a:extLst>
                  <a:ext uri="{FF2B5EF4-FFF2-40B4-BE49-F238E27FC236}">
                    <a16:creationId xmlns:a16="http://schemas.microsoft.com/office/drawing/2014/main" id="{4A072938-7333-B54B-8E85-AA4AB0118ED1}"/>
                  </a:ext>
                </a:extLst>
              </p:cNvPr>
              <p:cNvGrpSpPr/>
              <p:nvPr/>
            </p:nvGrpSpPr>
            <p:grpSpPr>
              <a:xfrm>
                <a:off x="5164667" y="4826000"/>
                <a:ext cx="2979208" cy="973667"/>
                <a:chOff x="2592388" y="5601756"/>
                <a:chExt cx="4027487" cy="939800"/>
              </a:xfrm>
            </p:grpSpPr>
            <p:sp>
              <p:nvSpPr>
                <p:cNvPr id="912" name="Freeform 2">
                  <a:extLst>
                    <a:ext uri="{FF2B5EF4-FFF2-40B4-BE49-F238E27FC236}">
                      <a16:creationId xmlns:a16="http://schemas.microsoft.com/office/drawing/2014/main" id="{71DEC372-158B-D843-AAA9-4449502790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92388" y="5601756"/>
                  <a:ext cx="4027487" cy="939800"/>
                </a:xfrm>
                <a:custGeom>
                  <a:avLst/>
                  <a:gdLst>
                    <a:gd name="T0" fmla="*/ 648763 w 10001"/>
                    <a:gd name="T1" fmla="*/ 34777612 h 10125"/>
                    <a:gd name="T2" fmla="*/ 115976403 w 10001"/>
                    <a:gd name="T3" fmla="*/ 13733703 h 10125"/>
                    <a:gd name="T4" fmla="*/ 507700960 w 10001"/>
                    <a:gd name="T5" fmla="*/ 8662125 h 10125"/>
                    <a:gd name="T6" fmla="*/ 810212713 w 10001"/>
                    <a:gd name="T7" fmla="*/ 0 h 10125"/>
                    <a:gd name="T8" fmla="*/ 1090015738 w 10001"/>
                    <a:gd name="T9" fmla="*/ 8687929 h 10125"/>
                    <a:gd name="T10" fmla="*/ 1310938763 w 10001"/>
                    <a:gd name="T11" fmla="*/ 4279362 h 10125"/>
                    <a:gd name="T12" fmla="*/ 1620263134 w 10001"/>
                    <a:gd name="T13" fmla="*/ 25736690 h 10125"/>
                    <a:gd name="T14" fmla="*/ 1394798364 w 10001"/>
                    <a:gd name="T15" fmla="*/ 58525268 h 10125"/>
                    <a:gd name="T16" fmla="*/ 1134622140 w 10001"/>
                    <a:gd name="T17" fmla="*/ 80266624 h 10125"/>
                    <a:gd name="T18" fmla="*/ 860820276 w 10001"/>
                    <a:gd name="T19" fmla="*/ 76142271 h 10125"/>
                    <a:gd name="T20" fmla="*/ 708996782 w 10001"/>
                    <a:gd name="T21" fmla="*/ 85346835 h 10125"/>
                    <a:gd name="T22" fmla="*/ 509322667 w 10001"/>
                    <a:gd name="T23" fmla="*/ 86268164 h 10125"/>
                    <a:gd name="T24" fmla="*/ 353443899 w 10001"/>
                    <a:gd name="T25" fmla="*/ 67979516 h 10125"/>
                    <a:gd name="T26" fmla="*/ 192536914 w 10001"/>
                    <a:gd name="T27" fmla="*/ 64535347 h 10125"/>
                    <a:gd name="T28" fmla="*/ 648763 w 10001"/>
                    <a:gd name="T29" fmla="*/ 34777612 h 1012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0001" h="10125">
                      <a:moveTo>
                        <a:pt x="4" y="4039"/>
                      </a:moveTo>
                      <a:cubicBezTo>
                        <a:pt x="-29" y="2271"/>
                        <a:pt x="194" y="2100"/>
                        <a:pt x="715" y="1595"/>
                      </a:cubicBezTo>
                      <a:cubicBezTo>
                        <a:pt x="1236" y="1089"/>
                        <a:pt x="2417" y="1272"/>
                        <a:pt x="3130" y="1006"/>
                      </a:cubicBezTo>
                      <a:cubicBezTo>
                        <a:pt x="3843" y="740"/>
                        <a:pt x="4397" y="0"/>
                        <a:pt x="4995" y="0"/>
                      </a:cubicBezTo>
                      <a:cubicBezTo>
                        <a:pt x="5593" y="1"/>
                        <a:pt x="6206" y="926"/>
                        <a:pt x="6720" y="1009"/>
                      </a:cubicBezTo>
                      <a:cubicBezTo>
                        <a:pt x="7234" y="1092"/>
                        <a:pt x="7536" y="241"/>
                        <a:pt x="8082" y="497"/>
                      </a:cubicBezTo>
                      <a:cubicBezTo>
                        <a:pt x="8628" y="756"/>
                        <a:pt x="9854" y="442"/>
                        <a:pt x="9989" y="2989"/>
                      </a:cubicBezTo>
                      <a:cubicBezTo>
                        <a:pt x="10124" y="5536"/>
                        <a:pt x="9098" y="5742"/>
                        <a:pt x="8599" y="6797"/>
                      </a:cubicBezTo>
                      <a:cubicBezTo>
                        <a:pt x="8100" y="7852"/>
                        <a:pt x="7544" y="8981"/>
                        <a:pt x="6995" y="9322"/>
                      </a:cubicBezTo>
                      <a:cubicBezTo>
                        <a:pt x="6446" y="9663"/>
                        <a:pt x="5793" y="8957"/>
                        <a:pt x="5307" y="8843"/>
                      </a:cubicBezTo>
                      <a:cubicBezTo>
                        <a:pt x="4819" y="8726"/>
                        <a:pt x="4628" y="10048"/>
                        <a:pt x="4371" y="9912"/>
                      </a:cubicBezTo>
                      <a:cubicBezTo>
                        <a:pt x="4114" y="9775"/>
                        <a:pt x="3505" y="10355"/>
                        <a:pt x="3140" y="10019"/>
                      </a:cubicBezTo>
                      <a:cubicBezTo>
                        <a:pt x="2774" y="9683"/>
                        <a:pt x="2820" y="8138"/>
                        <a:pt x="2179" y="7895"/>
                      </a:cubicBezTo>
                      <a:cubicBezTo>
                        <a:pt x="1586" y="6800"/>
                        <a:pt x="1549" y="8137"/>
                        <a:pt x="1187" y="7495"/>
                      </a:cubicBezTo>
                      <a:cubicBezTo>
                        <a:pt x="825" y="6852"/>
                        <a:pt x="-7" y="6157"/>
                        <a:pt x="4" y="4039"/>
                      </a:cubicBezTo>
                      <a:close/>
                    </a:path>
                  </a:pathLst>
                </a:custGeom>
                <a:solidFill>
                  <a:srgbClr val="66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cxnSp>
              <p:nvCxnSpPr>
                <p:cNvPr id="913" name="Straight Connector 912">
                  <a:extLst>
                    <a:ext uri="{FF2B5EF4-FFF2-40B4-BE49-F238E27FC236}">
                      <a16:creationId xmlns:a16="http://schemas.microsoft.com/office/drawing/2014/main" id="{B0A5E970-BE5B-924E-8E27-2F517326B70B}"/>
                    </a:ext>
                  </a:extLst>
                </p:cNvPr>
                <p:cNvCxnSpPr/>
                <p:nvPr/>
              </p:nvCxnSpPr>
              <p:spPr>
                <a:xfrm flipV="1">
                  <a:off x="3262941" y="5752569"/>
                  <a:ext cx="1316038" cy="131762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14" name="Straight Connector 913">
                  <a:extLst>
                    <a:ext uri="{FF2B5EF4-FFF2-40B4-BE49-F238E27FC236}">
                      <a16:creationId xmlns:a16="http://schemas.microsoft.com/office/drawing/2014/main" id="{4BCA3B8C-279D-E840-87D5-1E0642D09387}"/>
                    </a:ext>
                  </a:extLst>
                </p:cNvPr>
                <p:cNvCxnSpPr/>
                <p:nvPr/>
              </p:nvCxnSpPr>
              <p:spPr>
                <a:xfrm>
                  <a:off x="3151816" y="5939894"/>
                  <a:ext cx="2259013" cy="29845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15" name="Straight Connector 914">
                  <a:extLst>
                    <a:ext uri="{FF2B5EF4-FFF2-40B4-BE49-F238E27FC236}">
                      <a16:creationId xmlns:a16="http://schemas.microsoft.com/office/drawing/2014/main" id="{CD10DAC3-DC6D-E045-A194-1C410416865B}"/>
                    </a:ext>
                  </a:extLst>
                </p:cNvPr>
                <p:cNvCxnSpPr/>
                <p:nvPr/>
              </p:nvCxnSpPr>
              <p:spPr>
                <a:xfrm>
                  <a:off x="3164516" y="6044669"/>
                  <a:ext cx="714375" cy="276225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16" name="Straight Connector 915">
                  <a:extLst>
                    <a:ext uri="{FF2B5EF4-FFF2-40B4-BE49-F238E27FC236}">
                      <a16:creationId xmlns:a16="http://schemas.microsoft.com/office/drawing/2014/main" id="{E2A8FB26-91FF-3E4C-8347-A2AE524A00A4}"/>
                    </a:ext>
                  </a:extLst>
                </p:cNvPr>
                <p:cNvCxnSpPr/>
                <p:nvPr/>
              </p:nvCxnSpPr>
              <p:spPr>
                <a:xfrm flipV="1">
                  <a:off x="4182104" y="6238344"/>
                  <a:ext cx="1247775" cy="8255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17" name="Straight Connector 916">
                  <a:extLst>
                    <a:ext uri="{FF2B5EF4-FFF2-40B4-BE49-F238E27FC236}">
                      <a16:creationId xmlns:a16="http://schemas.microsoft.com/office/drawing/2014/main" id="{FC84CD0A-6A0B-954A-A0C2-9433ED84E08F}"/>
                    </a:ext>
                  </a:extLst>
                </p:cNvPr>
                <p:cNvCxnSpPr/>
                <p:nvPr/>
              </p:nvCxnSpPr>
              <p:spPr>
                <a:xfrm>
                  <a:off x="4842504" y="5785906"/>
                  <a:ext cx="1057275" cy="123825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18" name="Straight Connector 917">
                  <a:extLst>
                    <a:ext uri="{FF2B5EF4-FFF2-40B4-BE49-F238E27FC236}">
                      <a16:creationId xmlns:a16="http://schemas.microsoft.com/office/drawing/2014/main" id="{F20F73DF-CC1A-414D-AA37-5C7FA5314FCC}"/>
                    </a:ext>
                  </a:extLst>
                </p:cNvPr>
                <p:cNvCxnSpPr/>
                <p:nvPr/>
              </p:nvCxnSpPr>
              <p:spPr>
                <a:xfrm flipV="1">
                  <a:off x="4126541" y="5939894"/>
                  <a:ext cx="1790700" cy="29845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19" name="Straight Connector 918">
                  <a:extLst>
                    <a:ext uri="{FF2B5EF4-FFF2-40B4-BE49-F238E27FC236}">
                      <a16:creationId xmlns:a16="http://schemas.microsoft.com/office/drawing/2014/main" id="{AC31F3CF-B52D-E042-B7DB-4F44E715F9A8}"/>
                    </a:ext>
                  </a:extLst>
                </p:cNvPr>
                <p:cNvCxnSpPr/>
                <p:nvPr/>
              </p:nvCxnSpPr>
              <p:spPr>
                <a:xfrm flipV="1">
                  <a:off x="5453691" y="5968469"/>
                  <a:ext cx="588963" cy="269875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20" name="Straight Connector 919">
                  <a:extLst>
                    <a:ext uri="{FF2B5EF4-FFF2-40B4-BE49-F238E27FC236}">
                      <a16:creationId xmlns:a16="http://schemas.microsoft.com/office/drawing/2014/main" id="{48C7DC80-D2A7-B248-9A8F-1B651F5CEB39}"/>
                    </a:ext>
                  </a:extLst>
                </p:cNvPr>
                <p:cNvCxnSpPr/>
                <p:nvPr/>
              </p:nvCxnSpPr>
              <p:spPr>
                <a:xfrm>
                  <a:off x="4596441" y="5752569"/>
                  <a:ext cx="814388" cy="401637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grpSp>
              <p:nvGrpSpPr>
                <p:cNvPr id="921" name="Group 347">
                  <a:extLst>
                    <a:ext uri="{FF2B5EF4-FFF2-40B4-BE49-F238E27FC236}">
                      <a16:creationId xmlns:a16="http://schemas.microsoft.com/office/drawing/2014/main" id="{A2DC2A2D-4327-FB49-8F37-6B6A7EBE1D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856401" y="5796097"/>
                  <a:ext cx="588970" cy="242608"/>
                  <a:chOff x="1871277" y="1576300"/>
                  <a:chExt cx="1128371" cy="437861"/>
                </a:xfrm>
              </p:grpSpPr>
              <p:sp>
                <p:nvSpPr>
                  <p:cNvPr id="962" name="Oval 961">
                    <a:extLst>
                      <a:ext uri="{FF2B5EF4-FFF2-40B4-BE49-F238E27FC236}">
                        <a16:creationId xmlns:a16="http://schemas.microsoft.com/office/drawing/2014/main" id="{9B6F5CD8-4D1E-1A4F-9507-95200A73998A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4641"/>
                    <a:ext cx="1125202" cy="31952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3" name="Rectangle 962">
                    <a:extLst>
                      <a:ext uri="{FF2B5EF4-FFF2-40B4-BE49-F238E27FC236}">
                        <a16:creationId xmlns:a16="http://schemas.microsoft.com/office/drawing/2014/main" id="{C28B8F5B-8431-1A46-AAE4-9B0ED530F25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39611"/>
                    <a:ext cx="1128371" cy="11597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4" name="Oval 963">
                    <a:extLst>
                      <a:ext uri="{FF2B5EF4-FFF2-40B4-BE49-F238E27FC236}">
                        <a16:creationId xmlns:a16="http://schemas.microsoft.com/office/drawing/2014/main" id="{F1F79620-841F-DD4E-87FC-51E7153EC005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19520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5" name="Freeform 964">
                    <a:extLst>
                      <a:ext uri="{FF2B5EF4-FFF2-40B4-BE49-F238E27FC236}">
                        <a16:creationId xmlns:a16="http://schemas.microsoft.com/office/drawing/2014/main" id="{E98A7BEC-9D56-6B49-8125-0F5CDE1FC0B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340"/>
                    <a:ext cx="548339" cy="160943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6" name="Freeform 965">
                    <a:extLst>
                      <a:ext uri="{FF2B5EF4-FFF2-40B4-BE49-F238E27FC236}">
                        <a16:creationId xmlns:a16="http://schemas.microsoft.com/office/drawing/2014/main" id="{6905DB74-EB71-3644-AC3F-2EDDA70861A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103"/>
                    <a:ext cx="662444" cy="111241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7" name="Freeform 966">
                    <a:extLst>
                      <a:ext uri="{FF2B5EF4-FFF2-40B4-BE49-F238E27FC236}">
                        <a16:creationId xmlns:a16="http://schemas.microsoft.com/office/drawing/2014/main" id="{62D3DDB5-3EA7-214C-8C31-BA38971C9A7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7776"/>
                    <a:ext cx="244057" cy="97040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8" name="Freeform 967">
                    <a:extLst>
                      <a:ext uri="{FF2B5EF4-FFF2-40B4-BE49-F238E27FC236}">
                        <a16:creationId xmlns:a16="http://schemas.microsoft.com/office/drawing/2014/main" id="{B71B4E2A-E351-6C49-9DFD-6BB4843D451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144"/>
                    <a:ext cx="240888" cy="97039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69" name="Straight Connector 968">
                    <a:extLst>
                      <a:ext uri="{FF2B5EF4-FFF2-40B4-BE49-F238E27FC236}">
                        <a16:creationId xmlns:a16="http://schemas.microsoft.com/office/drawing/2014/main" id="{7146C111-B5B3-8141-95C1-2CADFE9B32BF}"/>
                      </a:ext>
                    </a:extLst>
                  </p:cNvPr>
                  <p:cNvCxnSpPr>
                    <a:endCxn id="964" idx="2"/>
                  </p:cNvCxnSpPr>
                  <p:nvPr/>
                </p:nvCxnSpPr>
                <p:spPr bwMode="auto">
                  <a:xfrm flipH="1" flipV="1">
                    <a:off x="1871277" y="1737243"/>
                    <a:ext cx="3169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970" name="Straight Connector 969">
                    <a:extLst>
                      <a:ext uri="{FF2B5EF4-FFF2-40B4-BE49-F238E27FC236}">
                        <a16:creationId xmlns:a16="http://schemas.microsoft.com/office/drawing/2014/main" id="{DFA6A355-A08F-F241-92FA-D0E6992CE4F5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4877"/>
                    <a:ext cx="3171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922" name="Group 347">
                  <a:extLst>
                    <a:ext uri="{FF2B5EF4-FFF2-40B4-BE49-F238E27FC236}">
                      <a16:creationId xmlns:a16="http://schemas.microsoft.com/office/drawing/2014/main" id="{46EDC75E-59E6-4645-85A7-E2C58E54518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75328" y="5654000"/>
                  <a:ext cx="588970" cy="242608"/>
                  <a:chOff x="1871277" y="1576300"/>
                  <a:chExt cx="1128371" cy="437861"/>
                </a:xfrm>
              </p:grpSpPr>
              <p:sp>
                <p:nvSpPr>
                  <p:cNvPr id="953" name="Oval 952">
                    <a:extLst>
                      <a:ext uri="{FF2B5EF4-FFF2-40B4-BE49-F238E27FC236}">
                        <a16:creationId xmlns:a16="http://schemas.microsoft.com/office/drawing/2014/main" id="{9DACA189-A149-9949-BCF3-95B569BB6477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4641"/>
                    <a:ext cx="1125202" cy="31952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4" name="Rectangle 953">
                    <a:extLst>
                      <a:ext uri="{FF2B5EF4-FFF2-40B4-BE49-F238E27FC236}">
                        <a16:creationId xmlns:a16="http://schemas.microsoft.com/office/drawing/2014/main" id="{08EC0937-ACA9-3840-8439-8223BB84898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39611"/>
                    <a:ext cx="1128371" cy="11597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5" name="Oval 954">
                    <a:extLst>
                      <a:ext uri="{FF2B5EF4-FFF2-40B4-BE49-F238E27FC236}">
                        <a16:creationId xmlns:a16="http://schemas.microsoft.com/office/drawing/2014/main" id="{E17B98F5-9CEF-6F4F-BBA9-BB8DE0D91B36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19520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6" name="Freeform 955">
                    <a:extLst>
                      <a:ext uri="{FF2B5EF4-FFF2-40B4-BE49-F238E27FC236}">
                        <a16:creationId xmlns:a16="http://schemas.microsoft.com/office/drawing/2014/main" id="{61234B09-DC44-7342-A70C-06AC8A581E2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340"/>
                    <a:ext cx="548339" cy="160943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7" name="Freeform 956">
                    <a:extLst>
                      <a:ext uri="{FF2B5EF4-FFF2-40B4-BE49-F238E27FC236}">
                        <a16:creationId xmlns:a16="http://schemas.microsoft.com/office/drawing/2014/main" id="{03AF34FD-E240-F04C-9158-920D2921325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103"/>
                    <a:ext cx="662444" cy="111241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8" name="Freeform 957">
                    <a:extLst>
                      <a:ext uri="{FF2B5EF4-FFF2-40B4-BE49-F238E27FC236}">
                        <a16:creationId xmlns:a16="http://schemas.microsoft.com/office/drawing/2014/main" id="{526E50F3-60FD-0E45-BC3A-3C6066FB7D8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7776"/>
                    <a:ext cx="244057" cy="97040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9" name="Freeform 958">
                    <a:extLst>
                      <a:ext uri="{FF2B5EF4-FFF2-40B4-BE49-F238E27FC236}">
                        <a16:creationId xmlns:a16="http://schemas.microsoft.com/office/drawing/2014/main" id="{FEE1E3A7-C090-734C-9180-457004D9D03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144"/>
                    <a:ext cx="240888" cy="97039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60" name="Straight Connector 959">
                    <a:extLst>
                      <a:ext uri="{FF2B5EF4-FFF2-40B4-BE49-F238E27FC236}">
                        <a16:creationId xmlns:a16="http://schemas.microsoft.com/office/drawing/2014/main" id="{99A3F99A-570C-8A42-9492-3585D770DA95}"/>
                      </a:ext>
                    </a:extLst>
                  </p:cNvPr>
                  <p:cNvCxnSpPr>
                    <a:endCxn id="955" idx="2"/>
                  </p:cNvCxnSpPr>
                  <p:nvPr/>
                </p:nvCxnSpPr>
                <p:spPr bwMode="auto">
                  <a:xfrm flipH="1" flipV="1">
                    <a:off x="1871277" y="1737243"/>
                    <a:ext cx="3169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961" name="Straight Connector 960">
                    <a:extLst>
                      <a:ext uri="{FF2B5EF4-FFF2-40B4-BE49-F238E27FC236}">
                        <a16:creationId xmlns:a16="http://schemas.microsoft.com/office/drawing/2014/main" id="{5F18512F-CA24-4444-95DF-016FA49178DB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4877"/>
                    <a:ext cx="3171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923" name="Group 347">
                  <a:extLst>
                    <a:ext uri="{FF2B5EF4-FFF2-40B4-BE49-F238E27FC236}">
                      <a16:creationId xmlns:a16="http://schemas.microsoft.com/office/drawing/2014/main" id="{4B02C431-99D3-6D48-8159-7B4877B83AD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48241" y="5847813"/>
                  <a:ext cx="588970" cy="242608"/>
                  <a:chOff x="1871277" y="1576300"/>
                  <a:chExt cx="1128371" cy="437861"/>
                </a:xfrm>
              </p:grpSpPr>
              <p:sp>
                <p:nvSpPr>
                  <p:cNvPr id="944" name="Oval 943">
                    <a:extLst>
                      <a:ext uri="{FF2B5EF4-FFF2-40B4-BE49-F238E27FC236}">
                        <a16:creationId xmlns:a16="http://schemas.microsoft.com/office/drawing/2014/main" id="{0FF0DF6F-D87B-2346-B35F-0DD610115E22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4641"/>
                    <a:ext cx="1125202" cy="31952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5" name="Rectangle 944">
                    <a:extLst>
                      <a:ext uri="{FF2B5EF4-FFF2-40B4-BE49-F238E27FC236}">
                        <a16:creationId xmlns:a16="http://schemas.microsoft.com/office/drawing/2014/main" id="{0A88A3D0-6A43-9C4F-B2B8-C62A5B97547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39611"/>
                    <a:ext cx="1128371" cy="11597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6" name="Oval 945">
                    <a:extLst>
                      <a:ext uri="{FF2B5EF4-FFF2-40B4-BE49-F238E27FC236}">
                        <a16:creationId xmlns:a16="http://schemas.microsoft.com/office/drawing/2014/main" id="{A97EE425-A6D3-754D-B745-A46539A9BCE9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19520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7" name="Freeform 946">
                    <a:extLst>
                      <a:ext uri="{FF2B5EF4-FFF2-40B4-BE49-F238E27FC236}">
                        <a16:creationId xmlns:a16="http://schemas.microsoft.com/office/drawing/2014/main" id="{D4B205B1-4191-B84B-8CA4-DD171806AD2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340"/>
                    <a:ext cx="548339" cy="160943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8" name="Freeform 947">
                    <a:extLst>
                      <a:ext uri="{FF2B5EF4-FFF2-40B4-BE49-F238E27FC236}">
                        <a16:creationId xmlns:a16="http://schemas.microsoft.com/office/drawing/2014/main" id="{1BBBF1EF-3ED2-5848-B3F0-7F8463BE28C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103"/>
                    <a:ext cx="662444" cy="111241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9" name="Freeform 948">
                    <a:extLst>
                      <a:ext uri="{FF2B5EF4-FFF2-40B4-BE49-F238E27FC236}">
                        <a16:creationId xmlns:a16="http://schemas.microsoft.com/office/drawing/2014/main" id="{AE727D85-0B80-AB43-A858-E12A22DEF74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7776"/>
                    <a:ext cx="244057" cy="97040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0" name="Freeform 949">
                    <a:extLst>
                      <a:ext uri="{FF2B5EF4-FFF2-40B4-BE49-F238E27FC236}">
                        <a16:creationId xmlns:a16="http://schemas.microsoft.com/office/drawing/2014/main" id="{E087DF11-E1FC-A24A-A90A-56EFAAF5ED3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144"/>
                    <a:ext cx="240888" cy="97039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51" name="Straight Connector 950">
                    <a:extLst>
                      <a:ext uri="{FF2B5EF4-FFF2-40B4-BE49-F238E27FC236}">
                        <a16:creationId xmlns:a16="http://schemas.microsoft.com/office/drawing/2014/main" id="{63B2769E-5BF0-4C43-BDCD-E08BBCA40A60}"/>
                      </a:ext>
                    </a:extLst>
                  </p:cNvPr>
                  <p:cNvCxnSpPr>
                    <a:endCxn id="946" idx="2"/>
                  </p:cNvCxnSpPr>
                  <p:nvPr/>
                </p:nvCxnSpPr>
                <p:spPr bwMode="auto">
                  <a:xfrm flipH="1" flipV="1">
                    <a:off x="1871277" y="1737243"/>
                    <a:ext cx="3169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952" name="Straight Connector 951">
                    <a:extLst>
                      <a:ext uri="{FF2B5EF4-FFF2-40B4-BE49-F238E27FC236}">
                        <a16:creationId xmlns:a16="http://schemas.microsoft.com/office/drawing/2014/main" id="{D9643885-03AC-8C44-B9B3-97EEFAB93F73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4877"/>
                    <a:ext cx="3171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924" name="Group 347">
                  <a:extLst>
                    <a:ext uri="{FF2B5EF4-FFF2-40B4-BE49-F238E27FC236}">
                      <a16:creationId xmlns:a16="http://schemas.microsoft.com/office/drawing/2014/main" id="{59383640-B92E-3B49-9F91-B00C1816C4B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166757" y="6114152"/>
                  <a:ext cx="588970" cy="242608"/>
                  <a:chOff x="1871277" y="1576300"/>
                  <a:chExt cx="1128371" cy="437861"/>
                </a:xfrm>
              </p:grpSpPr>
              <p:sp>
                <p:nvSpPr>
                  <p:cNvPr id="935" name="Oval 934">
                    <a:extLst>
                      <a:ext uri="{FF2B5EF4-FFF2-40B4-BE49-F238E27FC236}">
                        <a16:creationId xmlns:a16="http://schemas.microsoft.com/office/drawing/2014/main" id="{5018BF36-5D40-234D-B43E-166D4365DFC7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4641"/>
                    <a:ext cx="1125202" cy="31952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6" name="Rectangle 935">
                    <a:extLst>
                      <a:ext uri="{FF2B5EF4-FFF2-40B4-BE49-F238E27FC236}">
                        <a16:creationId xmlns:a16="http://schemas.microsoft.com/office/drawing/2014/main" id="{F3CF2F53-1F91-DA4A-B9DD-A5E958F02DF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39611"/>
                    <a:ext cx="1128371" cy="11597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7" name="Oval 936">
                    <a:extLst>
                      <a:ext uri="{FF2B5EF4-FFF2-40B4-BE49-F238E27FC236}">
                        <a16:creationId xmlns:a16="http://schemas.microsoft.com/office/drawing/2014/main" id="{DE201E6A-02EE-B14D-8F1B-DC21CC87BE80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19520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8" name="Freeform 937">
                    <a:extLst>
                      <a:ext uri="{FF2B5EF4-FFF2-40B4-BE49-F238E27FC236}">
                        <a16:creationId xmlns:a16="http://schemas.microsoft.com/office/drawing/2014/main" id="{FB05CF2E-83B0-2640-93AB-853D8763B11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340"/>
                    <a:ext cx="548339" cy="160943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9" name="Freeform 938">
                    <a:extLst>
                      <a:ext uri="{FF2B5EF4-FFF2-40B4-BE49-F238E27FC236}">
                        <a16:creationId xmlns:a16="http://schemas.microsoft.com/office/drawing/2014/main" id="{E2067AB0-285F-1D49-84B3-34E74A8258A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103"/>
                    <a:ext cx="662444" cy="111241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0" name="Freeform 939">
                    <a:extLst>
                      <a:ext uri="{FF2B5EF4-FFF2-40B4-BE49-F238E27FC236}">
                        <a16:creationId xmlns:a16="http://schemas.microsoft.com/office/drawing/2014/main" id="{E1588A39-233E-9A43-89F2-A2C023D3DD5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7776"/>
                    <a:ext cx="244057" cy="97040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1" name="Freeform 940">
                    <a:extLst>
                      <a:ext uri="{FF2B5EF4-FFF2-40B4-BE49-F238E27FC236}">
                        <a16:creationId xmlns:a16="http://schemas.microsoft.com/office/drawing/2014/main" id="{7E4670CD-E442-5648-B94B-92AF3B89475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144"/>
                    <a:ext cx="240888" cy="97039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42" name="Straight Connector 941">
                    <a:extLst>
                      <a:ext uri="{FF2B5EF4-FFF2-40B4-BE49-F238E27FC236}">
                        <a16:creationId xmlns:a16="http://schemas.microsoft.com/office/drawing/2014/main" id="{759AD6F2-B641-0B45-9023-2F9E18420F9E}"/>
                      </a:ext>
                    </a:extLst>
                  </p:cNvPr>
                  <p:cNvCxnSpPr>
                    <a:endCxn id="937" idx="2"/>
                  </p:cNvCxnSpPr>
                  <p:nvPr/>
                </p:nvCxnSpPr>
                <p:spPr bwMode="auto">
                  <a:xfrm flipH="1" flipV="1">
                    <a:off x="1871277" y="1737243"/>
                    <a:ext cx="3169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943" name="Straight Connector 942">
                    <a:extLst>
                      <a:ext uri="{FF2B5EF4-FFF2-40B4-BE49-F238E27FC236}">
                        <a16:creationId xmlns:a16="http://schemas.microsoft.com/office/drawing/2014/main" id="{BD308E44-0EFE-944D-83E1-D1B7C02C2983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4877"/>
                    <a:ext cx="3171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925" name="Group 347">
                  <a:extLst>
                    <a:ext uri="{FF2B5EF4-FFF2-40B4-BE49-F238E27FC236}">
                      <a16:creationId xmlns:a16="http://schemas.microsoft.com/office/drawing/2014/main" id="{885312C2-0E07-194B-BEF1-237808F2C1B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704088" y="6206732"/>
                  <a:ext cx="588970" cy="242608"/>
                  <a:chOff x="1871277" y="1576300"/>
                  <a:chExt cx="1128371" cy="437861"/>
                </a:xfrm>
              </p:grpSpPr>
              <p:sp>
                <p:nvSpPr>
                  <p:cNvPr id="926" name="Oval 925">
                    <a:extLst>
                      <a:ext uri="{FF2B5EF4-FFF2-40B4-BE49-F238E27FC236}">
                        <a16:creationId xmlns:a16="http://schemas.microsoft.com/office/drawing/2014/main" id="{DB1F6E96-DE25-304B-B7D0-FD1D59509C9D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4641"/>
                    <a:ext cx="1125202" cy="31952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7" name="Rectangle 926">
                    <a:extLst>
                      <a:ext uri="{FF2B5EF4-FFF2-40B4-BE49-F238E27FC236}">
                        <a16:creationId xmlns:a16="http://schemas.microsoft.com/office/drawing/2014/main" id="{C6F722AF-47B6-754C-8E9E-EFEB45831A8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39611"/>
                    <a:ext cx="1128371" cy="115973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8" name="Oval 927">
                    <a:extLst>
                      <a:ext uri="{FF2B5EF4-FFF2-40B4-BE49-F238E27FC236}">
                        <a16:creationId xmlns:a16="http://schemas.microsoft.com/office/drawing/2014/main" id="{B7EFF65E-E3E4-7743-90E8-6E0DED7FF48C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19520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9" name="Freeform 928">
                    <a:extLst>
                      <a:ext uri="{FF2B5EF4-FFF2-40B4-BE49-F238E27FC236}">
                        <a16:creationId xmlns:a16="http://schemas.microsoft.com/office/drawing/2014/main" id="{A6419AFD-CC26-B146-A541-B565AEA3805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340"/>
                    <a:ext cx="548339" cy="160943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0" name="Freeform 929">
                    <a:extLst>
                      <a:ext uri="{FF2B5EF4-FFF2-40B4-BE49-F238E27FC236}">
                        <a16:creationId xmlns:a16="http://schemas.microsoft.com/office/drawing/2014/main" id="{0147F8D3-CAD7-8542-B967-4F72DDDE3A5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103"/>
                    <a:ext cx="662444" cy="111241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1" name="Freeform 930">
                    <a:extLst>
                      <a:ext uri="{FF2B5EF4-FFF2-40B4-BE49-F238E27FC236}">
                        <a16:creationId xmlns:a16="http://schemas.microsoft.com/office/drawing/2014/main" id="{AAF1E1A5-D576-1A4A-9BFD-6C323830CFC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7776"/>
                    <a:ext cx="244057" cy="97040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2" name="Freeform 931">
                    <a:extLst>
                      <a:ext uri="{FF2B5EF4-FFF2-40B4-BE49-F238E27FC236}">
                        <a16:creationId xmlns:a16="http://schemas.microsoft.com/office/drawing/2014/main" id="{00B23D7F-A468-7B41-B882-C74692A46B5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144"/>
                    <a:ext cx="240888" cy="97039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33" name="Straight Connector 932">
                    <a:extLst>
                      <a:ext uri="{FF2B5EF4-FFF2-40B4-BE49-F238E27FC236}">
                        <a16:creationId xmlns:a16="http://schemas.microsoft.com/office/drawing/2014/main" id="{A710DADF-5A66-4E4D-9212-3DB6E5790B57}"/>
                      </a:ext>
                    </a:extLst>
                  </p:cNvPr>
                  <p:cNvCxnSpPr>
                    <a:endCxn id="928" idx="2"/>
                  </p:cNvCxnSpPr>
                  <p:nvPr/>
                </p:nvCxnSpPr>
                <p:spPr bwMode="auto">
                  <a:xfrm flipH="1" flipV="1">
                    <a:off x="1871277" y="1737243"/>
                    <a:ext cx="3169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934" name="Straight Connector 933">
                    <a:extLst>
                      <a:ext uri="{FF2B5EF4-FFF2-40B4-BE49-F238E27FC236}">
                        <a16:creationId xmlns:a16="http://schemas.microsoft.com/office/drawing/2014/main" id="{59A3775F-4767-2F47-9662-6CCEC729A7A8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4877"/>
                    <a:ext cx="3171" cy="12307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</p:grpSp>
          <p:grpSp>
            <p:nvGrpSpPr>
              <p:cNvPr id="857" name="Group 856">
                <a:extLst>
                  <a:ext uri="{FF2B5EF4-FFF2-40B4-BE49-F238E27FC236}">
                    <a16:creationId xmlns:a16="http://schemas.microsoft.com/office/drawing/2014/main" id="{54A52462-5258-B74E-939D-5568EFF6BF9A}"/>
                  </a:ext>
                </a:extLst>
              </p:cNvPr>
              <p:cNvGrpSpPr/>
              <p:nvPr/>
            </p:nvGrpSpPr>
            <p:grpSpPr>
              <a:xfrm>
                <a:off x="4990227" y="3046752"/>
                <a:ext cx="3116606" cy="1053561"/>
                <a:chOff x="4990227" y="2877416"/>
                <a:chExt cx="3116606" cy="1053561"/>
              </a:xfrm>
            </p:grpSpPr>
            <p:sp>
              <p:nvSpPr>
                <p:cNvPr id="876" name="Rectangle 875">
                  <a:extLst>
                    <a:ext uri="{FF2B5EF4-FFF2-40B4-BE49-F238E27FC236}">
                      <a16:creationId xmlns:a16="http://schemas.microsoft.com/office/drawing/2014/main" id="{A13ADE3B-72C2-1D43-B7E3-53ACC236F401}"/>
                    </a:ext>
                  </a:extLst>
                </p:cNvPr>
                <p:cNvSpPr/>
                <p:nvPr/>
              </p:nvSpPr>
              <p:spPr bwMode="auto">
                <a:xfrm>
                  <a:off x="5418665" y="2913389"/>
                  <a:ext cx="2688168" cy="1017588"/>
                </a:xfrm>
                <a:prstGeom prst="rect">
                  <a:avLst/>
                </a:prstGeom>
                <a:solidFill>
                  <a:srgbClr val="2D2DB9">
                    <a:lumMod val="20000"/>
                    <a:lumOff val="80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877" name="Freeform 876">
                  <a:extLst>
                    <a:ext uri="{FF2B5EF4-FFF2-40B4-BE49-F238E27FC236}">
                      <a16:creationId xmlns:a16="http://schemas.microsoft.com/office/drawing/2014/main" id="{8479C132-9D4A-964F-A8E8-7EB2EAA9863B}"/>
                    </a:ext>
                  </a:extLst>
                </p:cNvPr>
                <p:cNvSpPr/>
                <p:nvPr/>
              </p:nvSpPr>
              <p:spPr bwMode="auto">
                <a:xfrm>
                  <a:off x="5218221" y="2877416"/>
                  <a:ext cx="213773" cy="1028160"/>
                </a:xfrm>
                <a:custGeom>
                  <a:avLst/>
                  <a:gdLst>
                    <a:gd name="connsiteX0" fmla="*/ 0 w 312616"/>
                    <a:gd name="connsiteY0" fmla="*/ 644770 h 1367693"/>
                    <a:gd name="connsiteX1" fmla="*/ 312616 w 312616"/>
                    <a:gd name="connsiteY1" fmla="*/ 0 h 1367693"/>
                    <a:gd name="connsiteX2" fmla="*/ 312616 w 312616"/>
                    <a:gd name="connsiteY2" fmla="*/ 1016000 h 1367693"/>
                    <a:gd name="connsiteX3" fmla="*/ 117231 w 312616"/>
                    <a:gd name="connsiteY3" fmla="*/ 1367693 h 1367693"/>
                    <a:gd name="connsiteX4" fmla="*/ 0 w 312616"/>
                    <a:gd name="connsiteY4" fmla="*/ 644770 h 1367693"/>
                    <a:gd name="connsiteX0" fmla="*/ 0 w 199855"/>
                    <a:gd name="connsiteY0" fmla="*/ 733787 h 1367693"/>
                    <a:gd name="connsiteX1" fmla="*/ 199855 w 199855"/>
                    <a:gd name="connsiteY1" fmla="*/ 0 h 1367693"/>
                    <a:gd name="connsiteX2" fmla="*/ 199855 w 199855"/>
                    <a:gd name="connsiteY2" fmla="*/ 1016000 h 1367693"/>
                    <a:gd name="connsiteX3" fmla="*/ 4470 w 199855"/>
                    <a:gd name="connsiteY3" fmla="*/ 1367693 h 1367693"/>
                    <a:gd name="connsiteX4" fmla="*/ 0 w 199855"/>
                    <a:gd name="connsiteY4" fmla="*/ 733787 h 1367693"/>
                    <a:gd name="connsiteX0" fmla="*/ 25203 w 225058"/>
                    <a:gd name="connsiteY0" fmla="*/ 733787 h 1361758"/>
                    <a:gd name="connsiteX1" fmla="*/ 225058 w 225058"/>
                    <a:gd name="connsiteY1" fmla="*/ 0 h 1361758"/>
                    <a:gd name="connsiteX2" fmla="*/ 225058 w 225058"/>
                    <a:gd name="connsiteY2" fmla="*/ 1016000 h 1361758"/>
                    <a:gd name="connsiteX3" fmla="*/ 0 w 225058"/>
                    <a:gd name="connsiteY3" fmla="*/ 1361758 h 1361758"/>
                    <a:gd name="connsiteX4" fmla="*/ 25203 w 225058"/>
                    <a:gd name="connsiteY4" fmla="*/ 733787 h 1361758"/>
                    <a:gd name="connsiteX0" fmla="*/ 25203 w 230992"/>
                    <a:gd name="connsiteY0" fmla="*/ 787197 h 1415168"/>
                    <a:gd name="connsiteX1" fmla="*/ 230992 w 230992"/>
                    <a:gd name="connsiteY1" fmla="*/ 0 h 1415168"/>
                    <a:gd name="connsiteX2" fmla="*/ 225058 w 230992"/>
                    <a:gd name="connsiteY2" fmla="*/ 1069410 h 1415168"/>
                    <a:gd name="connsiteX3" fmla="*/ 0 w 230992"/>
                    <a:gd name="connsiteY3" fmla="*/ 1415168 h 1415168"/>
                    <a:gd name="connsiteX4" fmla="*/ 25203 w 230992"/>
                    <a:gd name="connsiteY4" fmla="*/ 787197 h 1415168"/>
                    <a:gd name="connsiteX0" fmla="*/ 0 w 205789"/>
                    <a:gd name="connsiteY0" fmla="*/ 787197 h 1427037"/>
                    <a:gd name="connsiteX1" fmla="*/ 205789 w 205789"/>
                    <a:gd name="connsiteY1" fmla="*/ 0 h 1427037"/>
                    <a:gd name="connsiteX2" fmla="*/ 199855 w 205789"/>
                    <a:gd name="connsiteY2" fmla="*/ 1069410 h 1427037"/>
                    <a:gd name="connsiteX3" fmla="*/ 4471 w 205789"/>
                    <a:gd name="connsiteY3" fmla="*/ 1427037 h 1427037"/>
                    <a:gd name="connsiteX4" fmla="*/ 0 w 205789"/>
                    <a:gd name="connsiteY4" fmla="*/ 787197 h 1427037"/>
                    <a:gd name="connsiteX0" fmla="*/ 0 w 199855"/>
                    <a:gd name="connsiteY0" fmla="*/ 745656 h 1385496"/>
                    <a:gd name="connsiteX1" fmla="*/ 193920 w 199855"/>
                    <a:gd name="connsiteY1" fmla="*/ 0 h 1385496"/>
                    <a:gd name="connsiteX2" fmla="*/ 199855 w 199855"/>
                    <a:gd name="connsiteY2" fmla="*/ 1027869 h 1385496"/>
                    <a:gd name="connsiteX3" fmla="*/ 4471 w 199855"/>
                    <a:gd name="connsiteY3" fmla="*/ 1385496 h 1385496"/>
                    <a:gd name="connsiteX4" fmla="*/ 0 w 199855"/>
                    <a:gd name="connsiteY4" fmla="*/ 745656 h 1385496"/>
                    <a:gd name="connsiteX0" fmla="*/ 20385 w 220240"/>
                    <a:gd name="connsiteY0" fmla="*/ 745656 h 1058154"/>
                    <a:gd name="connsiteX1" fmla="*/ 214305 w 220240"/>
                    <a:gd name="connsiteY1" fmla="*/ 0 h 1058154"/>
                    <a:gd name="connsiteX2" fmla="*/ 220240 w 220240"/>
                    <a:gd name="connsiteY2" fmla="*/ 1027869 h 1058154"/>
                    <a:gd name="connsiteX3" fmla="*/ 68 w 220240"/>
                    <a:gd name="connsiteY3" fmla="*/ 986902 h 1058154"/>
                    <a:gd name="connsiteX4" fmla="*/ 20385 w 220240"/>
                    <a:gd name="connsiteY4" fmla="*/ 745656 h 1058154"/>
                    <a:gd name="connsiteX0" fmla="*/ 20385 w 220240"/>
                    <a:gd name="connsiteY0" fmla="*/ 745656 h 1068836"/>
                    <a:gd name="connsiteX1" fmla="*/ 214305 w 220240"/>
                    <a:gd name="connsiteY1" fmla="*/ 0 h 1068836"/>
                    <a:gd name="connsiteX2" fmla="*/ 220240 w 220240"/>
                    <a:gd name="connsiteY2" fmla="*/ 1027869 h 1068836"/>
                    <a:gd name="connsiteX3" fmla="*/ 68 w 220240"/>
                    <a:gd name="connsiteY3" fmla="*/ 986902 h 1068836"/>
                    <a:gd name="connsiteX4" fmla="*/ 20385 w 220240"/>
                    <a:gd name="connsiteY4" fmla="*/ 745656 h 1068836"/>
                    <a:gd name="connsiteX0" fmla="*/ 15446 w 215301"/>
                    <a:gd name="connsiteY0" fmla="*/ 745656 h 1057581"/>
                    <a:gd name="connsiteX1" fmla="*/ 209366 w 215301"/>
                    <a:gd name="connsiteY1" fmla="*/ 0 h 1057581"/>
                    <a:gd name="connsiteX2" fmla="*/ 215301 w 215301"/>
                    <a:gd name="connsiteY2" fmla="*/ 1027869 h 1057581"/>
                    <a:gd name="connsiteX3" fmla="*/ 87 w 215301"/>
                    <a:gd name="connsiteY3" fmla="*/ 888484 h 1057581"/>
                    <a:gd name="connsiteX4" fmla="*/ 15446 w 215301"/>
                    <a:gd name="connsiteY4" fmla="*/ 745656 h 1057581"/>
                    <a:gd name="connsiteX0" fmla="*/ 15446 w 215301"/>
                    <a:gd name="connsiteY0" fmla="*/ 745656 h 1063397"/>
                    <a:gd name="connsiteX1" fmla="*/ 209366 w 215301"/>
                    <a:gd name="connsiteY1" fmla="*/ 0 h 1063397"/>
                    <a:gd name="connsiteX2" fmla="*/ 215301 w 215301"/>
                    <a:gd name="connsiteY2" fmla="*/ 1027869 h 1063397"/>
                    <a:gd name="connsiteX3" fmla="*/ 87 w 215301"/>
                    <a:gd name="connsiteY3" fmla="*/ 888484 h 1063397"/>
                    <a:gd name="connsiteX4" fmla="*/ 15446 w 215301"/>
                    <a:gd name="connsiteY4" fmla="*/ 745656 h 1063397"/>
                    <a:gd name="connsiteX0" fmla="*/ 15446 w 215301"/>
                    <a:gd name="connsiteY0" fmla="*/ 745656 h 1027869"/>
                    <a:gd name="connsiteX1" fmla="*/ 209366 w 215301"/>
                    <a:gd name="connsiteY1" fmla="*/ 0 h 1027869"/>
                    <a:gd name="connsiteX2" fmla="*/ 215301 w 215301"/>
                    <a:gd name="connsiteY2" fmla="*/ 1027869 h 1027869"/>
                    <a:gd name="connsiteX3" fmla="*/ 87 w 215301"/>
                    <a:gd name="connsiteY3" fmla="*/ 888484 h 1027869"/>
                    <a:gd name="connsiteX4" fmla="*/ 15446 w 215301"/>
                    <a:gd name="connsiteY4" fmla="*/ 745656 h 1027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5301" h="1027869">
                      <a:moveTo>
                        <a:pt x="15446" y="745656"/>
                      </a:moveTo>
                      <a:lnTo>
                        <a:pt x="209366" y="0"/>
                      </a:lnTo>
                      <a:cubicBezTo>
                        <a:pt x="211344" y="342623"/>
                        <a:pt x="213323" y="685246"/>
                        <a:pt x="215301" y="1027869"/>
                      </a:cubicBezTo>
                      <a:cubicBezTo>
                        <a:pt x="115469" y="960083"/>
                        <a:pt x="99918" y="931665"/>
                        <a:pt x="87" y="888484"/>
                      </a:cubicBezTo>
                      <a:cubicBezTo>
                        <a:pt x="-1403" y="675204"/>
                        <a:pt x="16936" y="958936"/>
                        <a:pt x="15446" y="745656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FFFF">
                        <a:lumMod val="95000"/>
                      </a:srgbClr>
                    </a:gs>
                    <a:gs pos="100000">
                      <a:srgbClr val="2D2DB9">
                        <a:lumMod val="20000"/>
                        <a:lumOff val="80000"/>
                      </a:srgbClr>
                    </a:gs>
                  </a:gsLst>
                  <a:lin ang="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grpSp>
              <p:nvGrpSpPr>
                <p:cNvPr id="878" name="Group 950">
                  <a:extLst>
                    <a:ext uri="{FF2B5EF4-FFF2-40B4-BE49-F238E27FC236}">
                      <a16:creationId xmlns:a16="http://schemas.microsoft.com/office/drawing/2014/main" id="{6265B51A-C625-0E46-B1CD-1B0CC4EAE2D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90227" y="3351862"/>
                  <a:ext cx="251561" cy="564103"/>
                  <a:chOff x="4140" y="429"/>
                  <a:chExt cx="1425" cy="2396"/>
                </a:xfrm>
              </p:grpSpPr>
              <p:sp>
                <p:nvSpPr>
                  <p:cNvPr id="880" name="Freeform 951">
                    <a:extLst>
                      <a:ext uri="{FF2B5EF4-FFF2-40B4-BE49-F238E27FC236}">
                        <a16:creationId xmlns:a16="http://schemas.microsoft.com/office/drawing/2014/main" id="{A5BA354F-B231-C647-9049-264E94760E6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1" name="Rectangle 952">
                    <a:extLst>
                      <a:ext uri="{FF2B5EF4-FFF2-40B4-BE49-F238E27FC236}">
                        <a16:creationId xmlns:a16="http://schemas.microsoft.com/office/drawing/2014/main" id="{4CD802A5-F6DB-4B4A-9C9B-E57940A6AE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2" name="Freeform 953">
                    <a:extLst>
                      <a:ext uri="{FF2B5EF4-FFF2-40B4-BE49-F238E27FC236}">
                        <a16:creationId xmlns:a16="http://schemas.microsoft.com/office/drawing/2014/main" id="{79259F7C-2EC8-F74E-9E7F-4095E5E5CF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3" name="Freeform 954">
                    <a:extLst>
                      <a:ext uri="{FF2B5EF4-FFF2-40B4-BE49-F238E27FC236}">
                        <a16:creationId xmlns:a16="http://schemas.microsoft.com/office/drawing/2014/main" id="{451FA157-6D0F-9145-8122-26E1DA1A236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4" name="Rectangle 955">
                    <a:extLst>
                      <a:ext uri="{FF2B5EF4-FFF2-40B4-BE49-F238E27FC236}">
                        <a16:creationId xmlns:a16="http://schemas.microsoft.com/office/drawing/2014/main" id="{C2607605-6DA4-EE4D-8DD3-849C75A056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885" name="Group 956">
                    <a:extLst>
                      <a:ext uri="{FF2B5EF4-FFF2-40B4-BE49-F238E27FC236}">
                        <a16:creationId xmlns:a16="http://schemas.microsoft.com/office/drawing/2014/main" id="{9869AF7B-AAFD-8D4B-8E7F-90CCD375562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910" name="AutoShape 957">
                      <a:extLst>
                        <a:ext uri="{FF2B5EF4-FFF2-40B4-BE49-F238E27FC236}">
                          <a16:creationId xmlns:a16="http://schemas.microsoft.com/office/drawing/2014/main" id="{C9AB02AE-DBB7-4942-87E6-03EAC872AF5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11" name="AutoShape 958">
                      <a:extLst>
                        <a:ext uri="{FF2B5EF4-FFF2-40B4-BE49-F238E27FC236}">
                          <a16:creationId xmlns:a16="http://schemas.microsoft.com/office/drawing/2014/main" id="{A1397CEF-8A99-9C43-984B-80BD60AFF6D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886" name="Rectangle 959">
                    <a:extLst>
                      <a:ext uri="{FF2B5EF4-FFF2-40B4-BE49-F238E27FC236}">
                        <a16:creationId xmlns:a16="http://schemas.microsoft.com/office/drawing/2014/main" id="{E8594A77-9042-2641-ABFC-F29E8FF40D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887" name="Group 960">
                    <a:extLst>
                      <a:ext uri="{FF2B5EF4-FFF2-40B4-BE49-F238E27FC236}">
                        <a16:creationId xmlns:a16="http://schemas.microsoft.com/office/drawing/2014/main" id="{1262AD39-4096-D741-A742-CED9CF146D7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908" name="AutoShape 961">
                      <a:extLst>
                        <a:ext uri="{FF2B5EF4-FFF2-40B4-BE49-F238E27FC236}">
                          <a16:creationId xmlns:a16="http://schemas.microsoft.com/office/drawing/2014/main" id="{59E4897D-95E8-2A4B-9BA9-0B7172ED7B8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09" name="AutoShape 962">
                      <a:extLst>
                        <a:ext uri="{FF2B5EF4-FFF2-40B4-BE49-F238E27FC236}">
                          <a16:creationId xmlns:a16="http://schemas.microsoft.com/office/drawing/2014/main" id="{2382242C-86DC-C04B-94D5-2B4545FC2AD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888" name="Rectangle 963">
                    <a:extLst>
                      <a:ext uri="{FF2B5EF4-FFF2-40B4-BE49-F238E27FC236}">
                        <a16:creationId xmlns:a16="http://schemas.microsoft.com/office/drawing/2014/main" id="{CBBEA7CF-B701-8748-AA95-11773F0862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89" name="Rectangle 964">
                    <a:extLst>
                      <a:ext uri="{FF2B5EF4-FFF2-40B4-BE49-F238E27FC236}">
                        <a16:creationId xmlns:a16="http://schemas.microsoft.com/office/drawing/2014/main" id="{2840794F-AC07-854C-A963-38CAEB8594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890" name="Group 965">
                    <a:extLst>
                      <a:ext uri="{FF2B5EF4-FFF2-40B4-BE49-F238E27FC236}">
                        <a16:creationId xmlns:a16="http://schemas.microsoft.com/office/drawing/2014/main" id="{00D85896-AE73-FC4F-A921-B401C2ABE62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906" name="AutoShape 966">
                      <a:extLst>
                        <a:ext uri="{FF2B5EF4-FFF2-40B4-BE49-F238E27FC236}">
                          <a16:creationId xmlns:a16="http://schemas.microsoft.com/office/drawing/2014/main" id="{924B40FA-21E3-834D-911F-D56CADE5ECA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07" name="AutoShape 967">
                      <a:extLst>
                        <a:ext uri="{FF2B5EF4-FFF2-40B4-BE49-F238E27FC236}">
                          <a16:creationId xmlns:a16="http://schemas.microsoft.com/office/drawing/2014/main" id="{47F8F0C4-6D37-9543-9F00-43D5F28FB2C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891" name="Freeform 968">
                    <a:extLst>
                      <a:ext uri="{FF2B5EF4-FFF2-40B4-BE49-F238E27FC236}">
                        <a16:creationId xmlns:a16="http://schemas.microsoft.com/office/drawing/2014/main" id="{1DAD0535-0585-3A48-B18F-8CFD540ADB7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892" name="Group 969">
                    <a:extLst>
                      <a:ext uri="{FF2B5EF4-FFF2-40B4-BE49-F238E27FC236}">
                        <a16:creationId xmlns:a16="http://schemas.microsoft.com/office/drawing/2014/main" id="{66D816ED-1F9A-D04E-95EE-62CBF7E44ED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904" name="AutoShape 970">
                      <a:extLst>
                        <a:ext uri="{FF2B5EF4-FFF2-40B4-BE49-F238E27FC236}">
                          <a16:creationId xmlns:a16="http://schemas.microsoft.com/office/drawing/2014/main" id="{8C0B4415-0AC2-3945-92F3-A694CD6600D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905" name="AutoShape 971">
                      <a:extLst>
                        <a:ext uri="{FF2B5EF4-FFF2-40B4-BE49-F238E27FC236}">
                          <a16:creationId xmlns:a16="http://schemas.microsoft.com/office/drawing/2014/main" id="{0B3FE1DC-EC1B-BE41-BD3D-DA207D617D5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893" name="Rectangle 972">
                    <a:extLst>
                      <a:ext uri="{FF2B5EF4-FFF2-40B4-BE49-F238E27FC236}">
                        <a16:creationId xmlns:a16="http://schemas.microsoft.com/office/drawing/2014/main" id="{D76687F0-DEBC-0F4A-B4AF-5C24DB379F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4" name="Freeform 973">
                    <a:extLst>
                      <a:ext uri="{FF2B5EF4-FFF2-40B4-BE49-F238E27FC236}">
                        <a16:creationId xmlns:a16="http://schemas.microsoft.com/office/drawing/2014/main" id="{9E9FD877-5F4F-754A-87E4-3CF2A2B8681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5" name="Freeform 974">
                    <a:extLst>
                      <a:ext uri="{FF2B5EF4-FFF2-40B4-BE49-F238E27FC236}">
                        <a16:creationId xmlns:a16="http://schemas.microsoft.com/office/drawing/2014/main" id="{42A0B2EC-7CC7-B240-8E62-08161F3699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6" name="Oval 975">
                    <a:extLst>
                      <a:ext uri="{FF2B5EF4-FFF2-40B4-BE49-F238E27FC236}">
                        <a16:creationId xmlns:a16="http://schemas.microsoft.com/office/drawing/2014/main" id="{924FB68E-8166-014C-89D3-D4305C34F3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7" name="Freeform 976">
                    <a:extLst>
                      <a:ext uri="{FF2B5EF4-FFF2-40B4-BE49-F238E27FC236}">
                        <a16:creationId xmlns:a16="http://schemas.microsoft.com/office/drawing/2014/main" id="{97FE5EBC-22BA-6044-8980-CAE0308120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8" name="AutoShape 977">
                    <a:extLst>
                      <a:ext uri="{FF2B5EF4-FFF2-40B4-BE49-F238E27FC236}">
                        <a16:creationId xmlns:a16="http://schemas.microsoft.com/office/drawing/2014/main" id="{A5F87333-9B58-984B-975F-83AEC14824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899" name="AutoShape 978">
                    <a:extLst>
                      <a:ext uri="{FF2B5EF4-FFF2-40B4-BE49-F238E27FC236}">
                        <a16:creationId xmlns:a16="http://schemas.microsoft.com/office/drawing/2014/main" id="{A819AAE6-0355-8D4F-8137-BD2B7A2B727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00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00" name="Oval 979">
                    <a:extLst>
                      <a:ext uri="{FF2B5EF4-FFF2-40B4-BE49-F238E27FC236}">
                        <a16:creationId xmlns:a16="http://schemas.microsoft.com/office/drawing/2014/main" id="{7425A734-37C7-AE46-A20A-FA4A597671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01" name="Oval 980">
                    <a:extLst>
                      <a:ext uri="{FF2B5EF4-FFF2-40B4-BE49-F238E27FC236}">
                        <a16:creationId xmlns:a16="http://schemas.microsoft.com/office/drawing/2014/main" id="{820B07E3-33AF-1341-B1D5-46C41ACB74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02" name="Oval 981">
                    <a:extLst>
                      <a:ext uri="{FF2B5EF4-FFF2-40B4-BE49-F238E27FC236}">
                        <a16:creationId xmlns:a16="http://schemas.microsoft.com/office/drawing/2014/main" id="{44036096-87EC-A746-8FE7-7773B3B32B1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03" name="Rectangle 982">
                    <a:extLst>
                      <a:ext uri="{FF2B5EF4-FFF2-40B4-BE49-F238E27FC236}">
                        <a16:creationId xmlns:a16="http://schemas.microsoft.com/office/drawing/2014/main" id="{4C8AA049-B48E-C24E-91A9-8455F58271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879" name="TextBox 878">
                  <a:extLst>
                    <a:ext uri="{FF2B5EF4-FFF2-40B4-BE49-F238E27FC236}">
                      <a16:creationId xmlns:a16="http://schemas.microsoft.com/office/drawing/2014/main" id="{BD391945-30B0-AF4B-9B16-8435026C785B}"/>
                    </a:ext>
                  </a:extLst>
                </p:cNvPr>
                <p:cNvSpPr txBox="1"/>
                <p:nvPr/>
              </p:nvSpPr>
              <p:spPr>
                <a:xfrm>
                  <a:off x="5377031" y="3090332"/>
                  <a:ext cx="2659202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SDN Controller</a:t>
                  </a:r>
                </a:p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(network operating system)</a:t>
                  </a:r>
                </a:p>
              </p:txBody>
            </p:sp>
          </p:grpSp>
          <p:sp>
            <p:nvSpPr>
              <p:cNvPr id="858" name="TextBox 857">
                <a:extLst>
                  <a:ext uri="{FF2B5EF4-FFF2-40B4-BE49-F238E27FC236}">
                    <a16:creationId xmlns:a16="http://schemas.microsoft.com/office/drawing/2014/main" id="{460A62D4-F61E-134D-905E-F48547E04AB7}"/>
                  </a:ext>
                </a:extLst>
              </p:cNvPr>
              <p:cNvSpPr txBox="1"/>
              <p:nvPr/>
            </p:nvSpPr>
            <p:spPr>
              <a:xfrm>
                <a:off x="6837708" y="1058305"/>
                <a:ext cx="595035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…</a:t>
                </a:r>
              </a:p>
            </p:txBody>
          </p:sp>
          <p:grpSp>
            <p:nvGrpSpPr>
              <p:cNvPr id="859" name="Group 858">
                <a:extLst>
                  <a:ext uri="{FF2B5EF4-FFF2-40B4-BE49-F238E27FC236}">
                    <a16:creationId xmlns:a16="http://schemas.microsoft.com/office/drawing/2014/main" id="{C04C3E74-140C-174C-86ED-F87FDFEFCDEE}"/>
                  </a:ext>
                </a:extLst>
              </p:cNvPr>
              <p:cNvGrpSpPr/>
              <p:nvPr/>
            </p:nvGrpSpPr>
            <p:grpSpPr>
              <a:xfrm>
                <a:off x="5165914" y="1277466"/>
                <a:ext cx="1023471" cy="590176"/>
                <a:chOff x="4721412" y="1277470"/>
                <a:chExt cx="1023471" cy="590176"/>
              </a:xfrm>
            </p:grpSpPr>
            <p:sp>
              <p:nvSpPr>
                <p:cNvPr id="874" name="Oval 873">
                  <a:extLst>
                    <a:ext uri="{FF2B5EF4-FFF2-40B4-BE49-F238E27FC236}">
                      <a16:creationId xmlns:a16="http://schemas.microsoft.com/office/drawing/2014/main" id="{4ECE1B24-7462-554F-B043-548B485E42D6}"/>
                    </a:ext>
                  </a:extLst>
                </p:cNvPr>
                <p:cNvSpPr/>
                <p:nvPr/>
              </p:nvSpPr>
              <p:spPr bwMode="auto">
                <a:xfrm>
                  <a:off x="4721412" y="1277470"/>
                  <a:ext cx="1023471" cy="590176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  <a:alpha val="70000"/>
                  </a:schemeClr>
                </a:solidFill>
                <a:ln w="9525" cap="flat" cmpd="sng" algn="ctr">
                  <a:solidFill>
                    <a:srgbClr val="0080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875" name="TextBox 874">
                  <a:extLst>
                    <a:ext uri="{FF2B5EF4-FFF2-40B4-BE49-F238E27FC236}">
                      <a16:creationId xmlns:a16="http://schemas.microsoft.com/office/drawing/2014/main" id="{8832E712-F1F9-5E47-90F8-8A9C1FCF21E9}"/>
                    </a:ext>
                  </a:extLst>
                </p:cNvPr>
                <p:cNvSpPr txBox="1"/>
                <p:nvPr/>
              </p:nvSpPr>
              <p:spPr>
                <a:xfrm>
                  <a:off x="4792385" y="1374585"/>
                  <a:ext cx="8904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routing</a:t>
                  </a:r>
                </a:p>
              </p:txBody>
            </p:sp>
          </p:grpSp>
          <p:grpSp>
            <p:nvGrpSpPr>
              <p:cNvPr id="860" name="Group 859">
                <a:extLst>
                  <a:ext uri="{FF2B5EF4-FFF2-40B4-BE49-F238E27FC236}">
                    <a16:creationId xmlns:a16="http://schemas.microsoft.com/office/drawing/2014/main" id="{94FF35AA-DC45-2445-BD7D-65CD25F3EB23}"/>
                  </a:ext>
                </a:extLst>
              </p:cNvPr>
              <p:cNvGrpSpPr/>
              <p:nvPr/>
            </p:nvGrpSpPr>
            <p:grpSpPr>
              <a:xfrm>
                <a:off x="6000628" y="1798416"/>
                <a:ext cx="1023471" cy="590176"/>
                <a:chOff x="6106459" y="1967753"/>
                <a:chExt cx="1023471" cy="590176"/>
              </a:xfrm>
            </p:grpSpPr>
            <p:sp>
              <p:nvSpPr>
                <p:cNvPr id="872" name="Oval 871">
                  <a:extLst>
                    <a:ext uri="{FF2B5EF4-FFF2-40B4-BE49-F238E27FC236}">
                      <a16:creationId xmlns:a16="http://schemas.microsoft.com/office/drawing/2014/main" id="{3821BD45-E196-1B47-B58A-8DE288ED4A33}"/>
                    </a:ext>
                  </a:extLst>
                </p:cNvPr>
                <p:cNvSpPr/>
                <p:nvPr/>
              </p:nvSpPr>
              <p:spPr bwMode="auto">
                <a:xfrm>
                  <a:off x="6106459" y="1967753"/>
                  <a:ext cx="1023471" cy="590176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  <a:alpha val="70000"/>
                  </a:schemeClr>
                </a:solidFill>
                <a:ln w="9525" cap="flat" cmpd="sng" algn="ctr">
                  <a:solidFill>
                    <a:srgbClr val="0080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873" name="TextBox 872">
                  <a:extLst>
                    <a:ext uri="{FF2B5EF4-FFF2-40B4-BE49-F238E27FC236}">
                      <a16:creationId xmlns:a16="http://schemas.microsoft.com/office/drawing/2014/main" id="{09503A04-2C2E-F941-9ED5-3A37B498CDA9}"/>
                    </a:ext>
                  </a:extLst>
                </p:cNvPr>
                <p:cNvSpPr txBox="1"/>
                <p:nvPr/>
              </p:nvSpPr>
              <p:spPr>
                <a:xfrm>
                  <a:off x="6177429" y="1997637"/>
                  <a:ext cx="903087" cy="5447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access </a:t>
                  </a:r>
                </a:p>
                <a:p>
                  <a:pPr marL="0" marR="0" lvl="0" indent="0" algn="ctr" defTabSz="91440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control</a:t>
                  </a:r>
                </a:p>
              </p:txBody>
            </p:sp>
          </p:grpSp>
          <p:grpSp>
            <p:nvGrpSpPr>
              <p:cNvPr id="861" name="Group 860">
                <a:extLst>
                  <a:ext uri="{FF2B5EF4-FFF2-40B4-BE49-F238E27FC236}">
                    <a16:creationId xmlns:a16="http://schemas.microsoft.com/office/drawing/2014/main" id="{F4CEBF5F-0D71-6B41-996D-0354922EB612}"/>
                  </a:ext>
                </a:extLst>
              </p:cNvPr>
              <p:cNvGrpSpPr/>
              <p:nvPr/>
            </p:nvGrpSpPr>
            <p:grpSpPr>
              <a:xfrm>
                <a:off x="7230837" y="1756871"/>
                <a:ext cx="1023471" cy="590176"/>
                <a:chOff x="6938682" y="977153"/>
                <a:chExt cx="1023471" cy="590176"/>
              </a:xfrm>
            </p:grpSpPr>
            <p:sp>
              <p:nvSpPr>
                <p:cNvPr id="870" name="Oval 869">
                  <a:extLst>
                    <a:ext uri="{FF2B5EF4-FFF2-40B4-BE49-F238E27FC236}">
                      <a16:creationId xmlns:a16="http://schemas.microsoft.com/office/drawing/2014/main" id="{2D855133-90E2-7042-AF1B-8352C3CC5BF7}"/>
                    </a:ext>
                  </a:extLst>
                </p:cNvPr>
                <p:cNvSpPr/>
                <p:nvPr/>
              </p:nvSpPr>
              <p:spPr bwMode="auto">
                <a:xfrm>
                  <a:off x="6938682" y="977153"/>
                  <a:ext cx="1023471" cy="590176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  <a:alpha val="70000"/>
                  </a:schemeClr>
                </a:solidFill>
                <a:ln w="9525" cap="flat" cmpd="sng" algn="ctr">
                  <a:solidFill>
                    <a:srgbClr val="0080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871" name="TextBox 870">
                  <a:extLst>
                    <a:ext uri="{FF2B5EF4-FFF2-40B4-BE49-F238E27FC236}">
                      <a16:creationId xmlns:a16="http://schemas.microsoft.com/office/drawing/2014/main" id="{3D7D80F7-46BE-EC48-B7D7-3C763154D621}"/>
                    </a:ext>
                  </a:extLst>
                </p:cNvPr>
                <p:cNvSpPr txBox="1"/>
                <p:nvPr/>
              </p:nvSpPr>
              <p:spPr>
                <a:xfrm>
                  <a:off x="6964568" y="1007037"/>
                  <a:ext cx="993256" cy="5447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load</a:t>
                  </a:r>
                </a:p>
                <a:p>
                  <a:pPr marL="0" marR="0" lvl="0" indent="0" algn="ctr" defTabSz="914400" eaLnBrk="0" fontAlgn="base" latinLnBrk="0" hangingPunct="0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balance</a:t>
                  </a:r>
                </a:p>
              </p:txBody>
            </p:sp>
          </p:grpSp>
          <p:cxnSp>
            <p:nvCxnSpPr>
              <p:cNvPr id="862" name="Straight Arrow Connector 861">
                <a:extLst>
                  <a:ext uri="{FF2B5EF4-FFF2-40B4-BE49-F238E27FC236}">
                    <a16:creationId xmlns:a16="http://schemas.microsoft.com/office/drawing/2014/main" id="{7BDC462A-14A0-764C-A672-5D241FEED1DE}"/>
                  </a:ext>
                </a:extLst>
              </p:cNvPr>
              <p:cNvCxnSpPr/>
              <p:nvPr/>
            </p:nvCxnSpPr>
            <p:spPr bwMode="auto">
              <a:xfrm flipV="1">
                <a:off x="8627245" y="1217948"/>
                <a:ext cx="0" cy="1248832"/>
              </a:xfrm>
              <a:prstGeom prst="straightConnector1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63" name="Straight Arrow Connector 862">
                <a:extLst>
                  <a:ext uri="{FF2B5EF4-FFF2-40B4-BE49-F238E27FC236}">
                    <a16:creationId xmlns:a16="http://schemas.microsoft.com/office/drawing/2014/main" id="{456B3B86-566B-B74B-A02C-E7472619477F}"/>
                  </a:ext>
                </a:extLst>
              </p:cNvPr>
              <p:cNvCxnSpPr/>
              <p:nvPr/>
            </p:nvCxnSpPr>
            <p:spPr bwMode="auto">
              <a:xfrm>
                <a:off x="8652645" y="2966181"/>
                <a:ext cx="0" cy="1524424"/>
              </a:xfrm>
              <a:prstGeom prst="straightConnector1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64" name="Straight Arrow Connector 863">
                <a:extLst>
                  <a:ext uri="{FF2B5EF4-FFF2-40B4-BE49-F238E27FC236}">
                    <a16:creationId xmlns:a16="http://schemas.microsoft.com/office/drawing/2014/main" id="{8EE09DB2-3F15-2A46-A79B-D24A8CF3014A}"/>
                  </a:ext>
                </a:extLst>
              </p:cNvPr>
              <p:cNvCxnSpPr/>
              <p:nvPr/>
            </p:nvCxnSpPr>
            <p:spPr bwMode="auto">
              <a:xfrm>
                <a:off x="8661016" y="5381629"/>
                <a:ext cx="0" cy="414864"/>
              </a:xfrm>
              <a:prstGeom prst="straightConnector1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65" name="Straight Arrow Connector 864">
                <a:extLst>
                  <a:ext uri="{FF2B5EF4-FFF2-40B4-BE49-F238E27FC236}">
                    <a16:creationId xmlns:a16="http://schemas.microsoft.com/office/drawing/2014/main" id="{602E5161-3933-E44A-A9CD-F172C848B87B}"/>
                  </a:ext>
                </a:extLst>
              </p:cNvPr>
              <p:cNvCxnSpPr/>
              <p:nvPr/>
            </p:nvCxnSpPr>
            <p:spPr bwMode="auto">
              <a:xfrm flipV="1">
                <a:off x="8653320" y="4546025"/>
                <a:ext cx="0" cy="414864"/>
              </a:xfrm>
              <a:prstGeom prst="straightConnector1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66" name="TextBox 399">
                <a:extLst>
                  <a:ext uri="{FF2B5EF4-FFF2-40B4-BE49-F238E27FC236}">
                    <a16:creationId xmlns:a16="http://schemas.microsoft.com/office/drawing/2014/main" id="{7DE1AEF7-BBBD-CE47-95BE-236511149F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50715" y="4235599"/>
                <a:ext cx="1635889" cy="2845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southbound API</a:t>
                </a:r>
              </a:p>
            </p:txBody>
          </p:sp>
          <p:sp>
            <p:nvSpPr>
              <p:cNvPr id="867" name="TextBox 399">
                <a:extLst>
                  <a:ext uri="{FF2B5EF4-FFF2-40B4-BE49-F238E27FC236}">
                    <a16:creationId xmlns:a16="http://schemas.microsoft.com/office/drawing/2014/main" id="{033F372B-9E56-9B43-9893-2EBEDF8873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46778" y="2717781"/>
                <a:ext cx="1635889" cy="2845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northbound API</a:t>
                </a:r>
              </a:p>
            </p:txBody>
          </p:sp>
          <p:sp>
            <p:nvSpPr>
              <p:cNvPr id="868" name="TextBox 399">
                <a:extLst>
                  <a:ext uri="{FF2B5EF4-FFF2-40B4-BE49-F238E27FC236}">
                    <a16:creationId xmlns:a16="http://schemas.microsoft.com/office/drawing/2014/main" id="{16B44057-72D3-5E46-935C-9EED28D7FD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07651" y="5795718"/>
                <a:ext cx="2302688" cy="2845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SDN-controlled switches</a:t>
                </a:r>
              </a:p>
            </p:txBody>
          </p:sp>
          <p:sp>
            <p:nvSpPr>
              <p:cNvPr id="869" name="TextBox 399">
                <a:extLst>
                  <a:ext uri="{FF2B5EF4-FFF2-40B4-BE49-F238E27FC236}">
                    <a16:creationId xmlns:a16="http://schemas.microsoft.com/office/drawing/2014/main" id="{862C44EB-1706-6C4E-AFA2-ACADCAC1D4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07907" y="910464"/>
                <a:ext cx="2381659" cy="2845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network-control applications</a:t>
                </a:r>
              </a:p>
            </p:txBody>
          </p:sp>
        </p:grpSp>
        <p:sp>
          <p:nvSpPr>
            <p:cNvPr id="971" name="Rectangle 970">
              <a:extLst>
                <a:ext uri="{FF2B5EF4-FFF2-40B4-BE49-F238E27FC236}">
                  <a16:creationId xmlns:a16="http://schemas.microsoft.com/office/drawing/2014/main" id="{CF79C9C5-C35F-9D4D-A4B3-C17F7845845A}"/>
                </a:ext>
              </a:extLst>
            </p:cNvPr>
            <p:cNvSpPr/>
            <p:nvPr/>
          </p:nvSpPr>
          <p:spPr bwMode="auto">
            <a:xfrm>
              <a:off x="6727429" y="3557392"/>
              <a:ext cx="4134334" cy="1167008"/>
            </a:xfrm>
            <a:prstGeom prst="rect">
              <a:avLst/>
            </a:prstGeom>
            <a:solidFill>
              <a:srgbClr val="FFFFFF">
                <a:alpha val="77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C8ACC79C-3DA0-964D-9E40-DA4E67217D81}"/>
                </a:ext>
              </a:extLst>
            </p:cNvPr>
            <p:cNvSpPr/>
            <p:nvPr/>
          </p:nvSpPr>
          <p:spPr bwMode="auto">
            <a:xfrm>
              <a:off x="6929934" y="5060985"/>
              <a:ext cx="3767293" cy="1527705"/>
            </a:xfrm>
            <a:prstGeom prst="rect">
              <a:avLst/>
            </a:prstGeom>
            <a:solidFill>
              <a:srgbClr val="FFFFFF">
                <a:alpha val="77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48191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D4AE3-61B7-8FDC-C7B7-0156E4CBD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C14E9-5DF8-B286-3A9B-27D0852FF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ICMP</a:t>
            </a:r>
          </a:p>
        </p:txBody>
      </p:sp>
    </p:spTree>
    <p:extLst>
      <p:ext uri="{BB962C8B-B14F-4D97-AF65-F5344CB8AC3E}">
        <p14:creationId xmlns:p14="http://schemas.microsoft.com/office/powerpoint/2010/main" val="42424149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C6394-EBF8-D4CF-67D6-C4DD33671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BEAC67-8378-AA3D-BFF7-133467D48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ICMP: internet control message protocol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8CD538A-ACE3-DFC7-0944-8E13D1B2D6C9}"/>
              </a:ext>
            </a:extLst>
          </p:cNvPr>
          <p:cNvSpPr txBox="1">
            <a:spLocks noChangeArrowheads="1"/>
          </p:cNvSpPr>
          <p:nvPr/>
        </p:nvSpPr>
        <p:spPr>
          <a:xfrm>
            <a:off x="981643" y="1479757"/>
            <a:ext cx="5644621" cy="4948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95275"/>
            <a:r>
              <a:rPr lang="en-US" dirty="0"/>
              <a:t>used by hosts and routers to communicate network-level information</a:t>
            </a:r>
          </a:p>
          <a:p>
            <a:pPr lvl="1"/>
            <a:r>
              <a:rPr lang="en-US" dirty="0"/>
              <a:t>error reporting: unreachable host, network, port, protocol</a:t>
            </a:r>
          </a:p>
          <a:p>
            <a:pPr lvl="1"/>
            <a:r>
              <a:rPr lang="en-US" dirty="0"/>
              <a:t>echo request/reply (used by ping</a:t>
            </a:r>
            <a:r>
              <a:rPr lang="en-US" sz="2000" dirty="0"/>
              <a:t>)</a:t>
            </a:r>
          </a:p>
          <a:p>
            <a:pPr indent="-295275"/>
            <a:r>
              <a:rPr lang="en-US" dirty="0"/>
              <a:t>network-layer </a:t>
            </a:r>
            <a:r>
              <a:rPr lang="en-US" altLang="ja-JP" dirty="0"/>
              <a:t>“above” IP:</a:t>
            </a:r>
          </a:p>
          <a:p>
            <a:pPr lvl="1"/>
            <a:r>
              <a:rPr lang="en-US" dirty="0"/>
              <a:t>ICMP messages carried in IP datagrams</a:t>
            </a:r>
          </a:p>
        </p:txBody>
      </p:sp>
    </p:spTree>
    <p:extLst>
      <p:ext uri="{BB962C8B-B14F-4D97-AF65-F5344CB8AC3E}">
        <p14:creationId xmlns:p14="http://schemas.microsoft.com/office/powerpoint/2010/main" val="6905129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FE0E7E-9E1E-584C-8DA4-C41F028D5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ICMP: internet control message protocol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FAB9C2F-4523-854D-98E9-120D41AA7083}"/>
              </a:ext>
            </a:extLst>
          </p:cNvPr>
          <p:cNvSpPr txBox="1">
            <a:spLocks noChangeArrowheads="1"/>
          </p:cNvSpPr>
          <p:nvPr/>
        </p:nvSpPr>
        <p:spPr>
          <a:xfrm>
            <a:off x="981643" y="1479757"/>
            <a:ext cx="5644621" cy="4948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95275"/>
            <a:r>
              <a:rPr lang="en-US" dirty="0"/>
              <a:t>used by hosts and routers to communicate network-level information</a:t>
            </a:r>
          </a:p>
          <a:p>
            <a:pPr lvl="1"/>
            <a:r>
              <a:rPr lang="en-US" dirty="0"/>
              <a:t>error reporting: unreachable host, network, port, protocol</a:t>
            </a:r>
          </a:p>
          <a:p>
            <a:pPr lvl="1"/>
            <a:r>
              <a:rPr lang="en-US" dirty="0"/>
              <a:t>echo request/reply (used by ping</a:t>
            </a:r>
            <a:r>
              <a:rPr lang="en-US" sz="2000" dirty="0"/>
              <a:t>)</a:t>
            </a:r>
          </a:p>
          <a:p>
            <a:pPr indent="-295275"/>
            <a:r>
              <a:rPr lang="en-US" dirty="0"/>
              <a:t>network-layer </a:t>
            </a:r>
            <a:r>
              <a:rPr lang="en-US" altLang="ja-JP" dirty="0"/>
              <a:t>“above” IP:</a:t>
            </a:r>
          </a:p>
          <a:p>
            <a:pPr lvl="1"/>
            <a:r>
              <a:rPr lang="en-US" dirty="0"/>
              <a:t>ICMP messages carried in IP datagrams</a:t>
            </a:r>
          </a:p>
          <a:p>
            <a:pPr indent="-295275"/>
            <a:r>
              <a:rPr lang="en-US" i="1" dirty="0">
                <a:solidFill>
                  <a:srgbClr val="000099"/>
                </a:solidFill>
              </a:rPr>
              <a:t>ICMP message:</a:t>
            </a:r>
            <a:r>
              <a:rPr lang="en-US" i="1" dirty="0"/>
              <a:t> </a:t>
            </a:r>
            <a:r>
              <a:rPr lang="en-US" dirty="0"/>
              <a:t>type, code plus first 8 bytes of IP datagram causing error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0084B1BA-03EA-054C-9CF7-0CDEC6826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7193" y="1763438"/>
            <a:ext cx="4260850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u="sng" dirty="0"/>
              <a:t>Type</a:t>
            </a:r>
            <a:r>
              <a:rPr lang="en-US" sz="1800" dirty="0"/>
              <a:t>  </a:t>
            </a:r>
            <a:r>
              <a:rPr lang="en-US" sz="1800" u="sng" dirty="0"/>
              <a:t>Code</a:t>
            </a:r>
            <a:r>
              <a:rPr lang="en-US" sz="1800" dirty="0"/>
              <a:t>  </a:t>
            </a:r>
            <a:r>
              <a:rPr lang="en-US" sz="1800" u="sng" dirty="0"/>
              <a:t>description</a:t>
            </a:r>
            <a:endParaRPr lang="en-US" sz="1800" dirty="0"/>
          </a:p>
          <a:p>
            <a:r>
              <a:rPr lang="en-US" sz="1800" dirty="0"/>
              <a:t>0        0         echo reply (ping)</a:t>
            </a:r>
          </a:p>
          <a:p>
            <a:r>
              <a:rPr lang="en-US" sz="1800" dirty="0"/>
              <a:t>3        0         dest. network unreachable</a:t>
            </a:r>
          </a:p>
          <a:p>
            <a:r>
              <a:rPr lang="en-US" sz="1800" dirty="0"/>
              <a:t>3        1         dest host unreachable</a:t>
            </a:r>
          </a:p>
          <a:p>
            <a:r>
              <a:rPr lang="en-US" sz="1800" dirty="0"/>
              <a:t>3        2         dest protocol unreachable</a:t>
            </a:r>
          </a:p>
          <a:p>
            <a:r>
              <a:rPr lang="en-US" sz="1800" dirty="0"/>
              <a:t>3        3         dest port unreachable</a:t>
            </a:r>
          </a:p>
          <a:p>
            <a:r>
              <a:rPr lang="en-US" sz="1800" dirty="0"/>
              <a:t>3        6         dest network unknown</a:t>
            </a:r>
          </a:p>
          <a:p>
            <a:r>
              <a:rPr lang="en-US" sz="1800" dirty="0"/>
              <a:t>3        7         dest host unknown</a:t>
            </a:r>
          </a:p>
          <a:p>
            <a:r>
              <a:rPr lang="en-US" sz="1800" dirty="0"/>
              <a:t>4        0         source quench (congestion</a:t>
            </a:r>
          </a:p>
          <a:p>
            <a:r>
              <a:rPr lang="en-US" sz="1800" dirty="0"/>
              <a:t>                     control - not used)</a:t>
            </a:r>
          </a:p>
          <a:p>
            <a:r>
              <a:rPr lang="en-US" sz="1800" dirty="0"/>
              <a:t>8        0         echo request (ping)</a:t>
            </a:r>
          </a:p>
          <a:p>
            <a:r>
              <a:rPr lang="en-US" sz="1800" dirty="0"/>
              <a:t>9        0         route advertisement</a:t>
            </a:r>
          </a:p>
          <a:p>
            <a:r>
              <a:rPr lang="en-US" sz="1800" dirty="0"/>
              <a:t>10      0         router discovery</a:t>
            </a:r>
          </a:p>
          <a:p>
            <a:r>
              <a:rPr lang="en-US" sz="1800" dirty="0"/>
              <a:t>11      0         TTL expired</a:t>
            </a:r>
          </a:p>
          <a:p>
            <a:r>
              <a:rPr lang="en-US" sz="1800" dirty="0"/>
              <a:t>12      0         bad IP header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466818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FE0E7E-9E1E-584C-8DA4-C41F028D5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Traceroute and ICMP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E4A0D75-A87E-3A47-8964-F0C38348E63C}"/>
              </a:ext>
            </a:extLst>
          </p:cNvPr>
          <p:cNvSpPr txBox="1">
            <a:spLocks noChangeArrowheads="1"/>
          </p:cNvSpPr>
          <p:nvPr/>
        </p:nvSpPr>
        <p:spPr>
          <a:xfrm>
            <a:off x="984900" y="5695721"/>
            <a:ext cx="9998917" cy="550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5275" indent="-295275">
              <a:spcBef>
                <a:spcPts val="400"/>
              </a:spcBef>
              <a:defRPr/>
            </a:pPr>
            <a:r>
              <a:rPr lang="en-US" dirty="0"/>
              <a:t>when ICMP message arrives at source: record RTTs</a:t>
            </a:r>
          </a:p>
          <a:p>
            <a:pPr marL="523875" lvl="1" indent="-180975">
              <a:defRPr/>
            </a:pPr>
            <a:endParaRPr lang="en-US" dirty="0"/>
          </a:p>
        </p:txBody>
      </p:sp>
      <p:sp>
        <p:nvSpPr>
          <p:cNvPr id="78" name="Rectangle 3">
            <a:extLst>
              <a:ext uri="{FF2B5EF4-FFF2-40B4-BE49-F238E27FC236}">
                <a16:creationId xmlns:a16="http://schemas.microsoft.com/office/drawing/2014/main" id="{86ABF170-63AE-784F-965E-87238AB122D3}"/>
              </a:ext>
            </a:extLst>
          </p:cNvPr>
          <p:cNvSpPr txBox="1">
            <a:spLocks noChangeArrowheads="1"/>
          </p:cNvSpPr>
          <p:nvPr/>
        </p:nvSpPr>
        <p:spPr>
          <a:xfrm>
            <a:off x="938996" y="2521027"/>
            <a:ext cx="6396401" cy="32407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indent="-282575">
              <a:defRPr/>
            </a:pPr>
            <a:r>
              <a:rPr lang="en-US" dirty="0"/>
              <a:t>source sends sets of UDP segments to destination</a:t>
            </a:r>
          </a:p>
          <a:p>
            <a:pPr marL="565150" lvl="1" indent="-222250">
              <a:defRPr/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 set has TTL =1, 2</a:t>
            </a:r>
            <a:r>
              <a:rPr lang="en-US" baseline="30000" dirty="0"/>
              <a:t>nd</a:t>
            </a:r>
            <a:r>
              <a:rPr lang="en-US" dirty="0"/>
              <a:t>  set has TTL=2, etc.</a:t>
            </a:r>
          </a:p>
          <a:p>
            <a:pPr marL="282575" indent="-282575">
              <a:defRPr/>
            </a:pPr>
            <a:r>
              <a:rPr lang="en-US" dirty="0"/>
              <a:t>datagram in </a:t>
            </a:r>
            <a:r>
              <a:rPr lang="en-US" i="1" dirty="0"/>
              <a:t>n</a:t>
            </a:r>
            <a:r>
              <a:rPr lang="en-US" dirty="0"/>
              <a:t>th set arrives to nth router:</a:t>
            </a:r>
          </a:p>
          <a:p>
            <a:pPr marL="523875" lvl="1" indent="-180975">
              <a:defRPr/>
            </a:pPr>
            <a:r>
              <a:rPr lang="en-US" dirty="0"/>
              <a:t>router discards datagram and sends source ICMP message (type 11, code 0)</a:t>
            </a:r>
          </a:p>
          <a:p>
            <a:pPr marL="523875" lvl="1" indent="-180975">
              <a:defRPr/>
            </a:pPr>
            <a:r>
              <a:rPr lang="en-US" dirty="0"/>
              <a:t>ICMP message possibly includes name of router &amp; IP address</a:t>
            </a:r>
          </a:p>
          <a:p>
            <a:pPr marL="523875" lvl="1" indent="-180975">
              <a:defRPr/>
            </a:pPr>
            <a:endParaRPr lang="en-US" dirty="0"/>
          </a:p>
        </p:txBody>
      </p:sp>
      <p:grpSp>
        <p:nvGrpSpPr>
          <p:cNvPr id="2" name="Group 1" descr="Traceroute: two hosts separated by five routers.">
            <a:extLst>
              <a:ext uri="{FF2B5EF4-FFF2-40B4-BE49-F238E27FC236}">
                <a16:creationId xmlns:a16="http://schemas.microsoft.com/office/drawing/2014/main" id="{6AEE5C7E-7717-CD53-A456-0F04DA01C9B2}"/>
              </a:ext>
            </a:extLst>
          </p:cNvPr>
          <p:cNvGrpSpPr/>
          <p:nvPr/>
        </p:nvGrpSpPr>
        <p:grpSpPr>
          <a:xfrm>
            <a:off x="1754718" y="1400808"/>
            <a:ext cx="6802438" cy="854075"/>
            <a:chOff x="1754718" y="1400808"/>
            <a:chExt cx="6802438" cy="854075"/>
          </a:xfrm>
        </p:grpSpPr>
        <p:sp>
          <p:nvSpPr>
            <p:cNvPr id="10" name="Line 38">
              <a:extLst>
                <a:ext uri="{FF2B5EF4-FFF2-40B4-BE49-F238E27FC236}">
                  <a16:creationId xmlns:a16="http://schemas.microsoft.com/office/drawing/2014/main" id="{AC6D9F55-2634-3E47-8DAC-F9B6C7AB8E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3068" y="1745295"/>
              <a:ext cx="288925" cy="2651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" name="Line 105">
              <a:extLst>
                <a:ext uri="{FF2B5EF4-FFF2-40B4-BE49-F238E27FC236}">
                  <a16:creationId xmlns:a16="http://schemas.microsoft.com/office/drawing/2014/main" id="{63045DF4-4308-5F42-9EFE-B4355F710F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6818" y="1796095"/>
              <a:ext cx="458788" cy="2079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" name="Line 106">
              <a:extLst>
                <a:ext uri="{FF2B5EF4-FFF2-40B4-BE49-F238E27FC236}">
                  <a16:creationId xmlns:a16="http://schemas.microsoft.com/office/drawing/2014/main" id="{BBB17065-A510-114A-8621-EE1EA35417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856" y="1780220"/>
              <a:ext cx="485775" cy="2079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E4D00AFC-0ED6-A64F-9541-51DAA9871165}"/>
                </a:ext>
              </a:extLst>
            </p:cNvPr>
            <p:cNvGrpSpPr/>
            <p:nvPr/>
          </p:nvGrpSpPr>
          <p:grpSpPr>
            <a:xfrm>
              <a:off x="2687515" y="1862419"/>
              <a:ext cx="649995" cy="330505"/>
              <a:chOff x="7493876" y="2774731"/>
              <a:chExt cx="1481958" cy="894622"/>
            </a:xfrm>
          </p:grpSpPr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C93E02DF-CF0A-644B-AB8D-34591D468444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3C6363F8-760E-CD43-9C20-7F297BBFA41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5B499BB5-5460-0F44-8DA1-58EE15E17F9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5" name="Freeform 114">
                  <a:extLst>
                    <a:ext uri="{FF2B5EF4-FFF2-40B4-BE49-F238E27FC236}">
                      <a16:creationId xmlns:a16="http://schemas.microsoft.com/office/drawing/2014/main" id="{A1B123EB-792C-1943-9428-27089B1302B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Freeform 115">
                  <a:extLst>
                    <a:ext uri="{FF2B5EF4-FFF2-40B4-BE49-F238E27FC236}">
                      <a16:creationId xmlns:a16="http://schemas.microsoft.com/office/drawing/2014/main" id="{EFA5F314-D129-134E-989C-1CC396D3EE2C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Freeform 116">
                  <a:extLst>
                    <a:ext uri="{FF2B5EF4-FFF2-40B4-BE49-F238E27FC236}">
                      <a16:creationId xmlns:a16="http://schemas.microsoft.com/office/drawing/2014/main" id="{A7E62618-55BE-E34D-9B94-9EE77B3B4BAD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Freeform 117">
                  <a:extLst>
                    <a:ext uri="{FF2B5EF4-FFF2-40B4-BE49-F238E27FC236}">
                      <a16:creationId xmlns:a16="http://schemas.microsoft.com/office/drawing/2014/main" id="{733A7749-5FD2-8940-8960-CEC5428B6D9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3" name="Line 108">
              <a:extLst>
                <a:ext uri="{FF2B5EF4-FFF2-40B4-BE49-F238E27FC236}">
                  <a16:creationId xmlns:a16="http://schemas.microsoft.com/office/drawing/2014/main" id="{05A1B007-E11B-6440-851C-A21C76D35D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3731" y="1511933"/>
              <a:ext cx="34925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" name="Line 291">
              <a:extLst>
                <a:ext uri="{FF2B5EF4-FFF2-40B4-BE49-F238E27FC236}">
                  <a16:creationId xmlns:a16="http://schemas.microsoft.com/office/drawing/2014/main" id="{ED7DFDB5-79C1-BA48-ACC4-FB16560BA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981" y="1911983"/>
              <a:ext cx="228600" cy="3111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7FC7DDB9-40D0-BA4F-8140-D2ED6764D1A8}"/>
                </a:ext>
              </a:extLst>
            </p:cNvPr>
            <p:cNvGrpSpPr/>
            <p:nvPr/>
          </p:nvGrpSpPr>
          <p:grpSpPr>
            <a:xfrm>
              <a:off x="3636127" y="1646571"/>
              <a:ext cx="649995" cy="330505"/>
              <a:chOff x="7493876" y="2774731"/>
              <a:chExt cx="1481958" cy="894622"/>
            </a:xfrm>
          </p:grpSpPr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1B210B08-92DC-EB44-8B60-4ADC7FE57C2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E751B67E-ABA3-F244-911F-412E43C6FA3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6C00EE59-3588-C548-B87B-9A62D4AFC08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7" name="Freeform 106">
                  <a:extLst>
                    <a:ext uri="{FF2B5EF4-FFF2-40B4-BE49-F238E27FC236}">
                      <a16:creationId xmlns:a16="http://schemas.microsoft.com/office/drawing/2014/main" id="{D1BA194A-69B1-9E4B-84DD-6478D478946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Freeform 107">
                  <a:extLst>
                    <a:ext uri="{FF2B5EF4-FFF2-40B4-BE49-F238E27FC236}">
                      <a16:creationId xmlns:a16="http://schemas.microsoft.com/office/drawing/2014/main" id="{64C7D0B6-9A61-9441-A7FB-6A38EEA37D3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Freeform 108">
                  <a:extLst>
                    <a:ext uri="{FF2B5EF4-FFF2-40B4-BE49-F238E27FC236}">
                      <a16:creationId xmlns:a16="http://schemas.microsoft.com/office/drawing/2014/main" id="{2214EE46-9163-0E4F-A2C7-89CDCA14B984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Freeform 109">
                  <a:extLst>
                    <a:ext uri="{FF2B5EF4-FFF2-40B4-BE49-F238E27FC236}">
                      <a16:creationId xmlns:a16="http://schemas.microsoft.com/office/drawing/2014/main" id="{7A203D1E-032C-DA4B-848D-E56E4CAC18DC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4" name="Line 113">
              <a:extLst>
                <a:ext uri="{FF2B5EF4-FFF2-40B4-BE49-F238E27FC236}">
                  <a16:creationId xmlns:a16="http://schemas.microsoft.com/office/drawing/2014/main" id="{6AA7237F-648F-4346-B607-726E294103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28168" y="1840545"/>
              <a:ext cx="620713" cy="1444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5" name="Line 260">
              <a:extLst>
                <a:ext uri="{FF2B5EF4-FFF2-40B4-BE49-F238E27FC236}">
                  <a16:creationId xmlns:a16="http://schemas.microsoft.com/office/drawing/2014/main" id="{744B8E5D-9D96-0244-B652-88F64CE868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7356" y="1805620"/>
              <a:ext cx="485775" cy="2079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6" name="Line 261">
              <a:extLst>
                <a:ext uri="{FF2B5EF4-FFF2-40B4-BE49-F238E27FC236}">
                  <a16:creationId xmlns:a16="http://schemas.microsoft.com/office/drawing/2014/main" id="{77482319-1FC4-4B47-96AD-F4C1CC872F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85568" y="1751645"/>
              <a:ext cx="557213" cy="2778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" name="Line 292">
              <a:extLst>
                <a:ext uri="{FF2B5EF4-FFF2-40B4-BE49-F238E27FC236}">
                  <a16:creationId xmlns:a16="http://schemas.microsoft.com/office/drawing/2014/main" id="{643CE68A-9EE2-E24E-B8B0-464EC44392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6031" y="1499233"/>
              <a:ext cx="228600" cy="3111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9" name="Line 294">
              <a:extLst>
                <a:ext uri="{FF2B5EF4-FFF2-40B4-BE49-F238E27FC236}">
                  <a16:creationId xmlns:a16="http://schemas.microsoft.com/office/drawing/2014/main" id="{81BD4982-AB8A-154C-9D1A-9C5E9110BE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23331" y="2102483"/>
              <a:ext cx="34925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0" name="Line 295">
              <a:extLst>
                <a:ext uri="{FF2B5EF4-FFF2-40B4-BE49-F238E27FC236}">
                  <a16:creationId xmlns:a16="http://schemas.microsoft.com/office/drawing/2014/main" id="{C89A6845-FCBD-B049-A189-B66175CF34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8931" y="1607183"/>
              <a:ext cx="6350" cy="260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24" name="Group 21">
              <a:extLst>
                <a:ext uri="{FF2B5EF4-FFF2-40B4-BE49-F238E27FC236}">
                  <a16:creationId xmlns:a16="http://schemas.microsoft.com/office/drawing/2014/main" id="{D74A4262-78EB-B642-AB4F-774FDB1D17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4718" y="1400808"/>
              <a:ext cx="820738" cy="688975"/>
              <a:chOff x="-44" y="1473"/>
              <a:chExt cx="981" cy="1105"/>
            </a:xfrm>
          </p:grpSpPr>
          <p:pic>
            <p:nvPicPr>
              <p:cNvPr id="25" name="Picture 22" descr="desktop_computer_stylized_medium">
                <a:extLst>
                  <a:ext uri="{FF2B5EF4-FFF2-40B4-BE49-F238E27FC236}">
                    <a16:creationId xmlns:a16="http://schemas.microsoft.com/office/drawing/2014/main" id="{55ABCD17-9EE5-D343-A594-6F0FF05DBDE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" name="Freeform 23">
                <a:extLst>
                  <a:ext uri="{FF2B5EF4-FFF2-40B4-BE49-F238E27FC236}">
                    <a16:creationId xmlns:a16="http://schemas.microsoft.com/office/drawing/2014/main" id="{96A2D126-FB58-5147-86C4-11A4B90D4A9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176 w 356"/>
                  <a:gd name="T3" fmla="*/ 248 h 368"/>
                  <a:gd name="T4" fmla="*/ 4954 w 356"/>
                  <a:gd name="T5" fmla="*/ 5173 h 368"/>
                  <a:gd name="T6" fmla="*/ 1092 w 356"/>
                  <a:gd name="T7" fmla="*/ 646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27" name="Group 24">
              <a:extLst>
                <a:ext uri="{FF2B5EF4-FFF2-40B4-BE49-F238E27FC236}">
                  <a16:creationId xmlns:a16="http://schemas.microsoft.com/office/drawing/2014/main" id="{D8B33579-02B9-AD43-B8C1-2B8FD0FD38F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803093" y="1438908"/>
              <a:ext cx="754063" cy="669925"/>
              <a:chOff x="-44" y="1473"/>
              <a:chExt cx="981" cy="1105"/>
            </a:xfrm>
          </p:grpSpPr>
          <p:pic>
            <p:nvPicPr>
              <p:cNvPr id="28" name="Picture 25" descr="desktop_computer_stylized_medium">
                <a:extLst>
                  <a:ext uri="{FF2B5EF4-FFF2-40B4-BE49-F238E27FC236}">
                    <a16:creationId xmlns:a16="http://schemas.microsoft.com/office/drawing/2014/main" id="{7DA2A0EF-0067-1746-8025-EF24977946D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" name="Freeform 26">
                <a:extLst>
                  <a:ext uri="{FF2B5EF4-FFF2-40B4-BE49-F238E27FC236}">
                    <a16:creationId xmlns:a16="http://schemas.microsoft.com/office/drawing/2014/main" id="{C271C74D-4191-B540-9745-1D7B1BB1AAE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176 w 356"/>
                  <a:gd name="T3" fmla="*/ 248 h 368"/>
                  <a:gd name="T4" fmla="*/ 4954 w 356"/>
                  <a:gd name="T5" fmla="*/ 5173 h 368"/>
                  <a:gd name="T6" fmla="*/ 1092 w 356"/>
                  <a:gd name="T7" fmla="*/ 646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809EF1D-FCE1-C04E-A44A-D719D1B04BFF}"/>
                </a:ext>
              </a:extLst>
            </p:cNvPr>
            <p:cNvGrpSpPr/>
            <p:nvPr/>
          </p:nvGrpSpPr>
          <p:grpSpPr>
            <a:xfrm>
              <a:off x="6775374" y="1828801"/>
              <a:ext cx="649995" cy="330505"/>
              <a:chOff x="7493876" y="2774731"/>
              <a:chExt cx="1481958" cy="894622"/>
            </a:xfrm>
          </p:grpSpPr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B0E05895-B00F-E243-B257-39ECF185C4E4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9AD02441-9BB9-334C-8E42-B3A82A1E37F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766526EB-EB3E-424B-B843-FC27B333E91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83" name="Freeform 82">
                  <a:extLst>
                    <a:ext uri="{FF2B5EF4-FFF2-40B4-BE49-F238E27FC236}">
                      <a16:creationId xmlns:a16="http://schemas.microsoft.com/office/drawing/2014/main" id="{597E61E0-655B-2B4E-BBB5-8F09F6A7326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Freeform 83">
                  <a:extLst>
                    <a:ext uri="{FF2B5EF4-FFF2-40B4-BE49-F238E27FC236}">
                      <a16:creationId xmlns:a16="http://schemas.microsoft.com/office/drawing/2014/main" id="{97D4045B-365E-1C4B-B89C-895F103F8CA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Freeform 84">
                  <a:extLst>
                    <a:ext uri="{FF2B5EF4-FFF2-40B4-BE49-F238E27FC236}">
                      <a16:creationId xmlns:a16="http://schemas.microsoft.com/office/drawing/2014/main" id="{289722AD-9577-D241-83B8-D7CA27439D2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Freeform 85">
                  <a:extLst>
                    <a:ext uri="{FF2B5EF4-FFF2-40B4-BE49-F238E27FC236}">
                      <a16:creationId xmlns:a16="http://schemas.microsoft.com/office/drawing/2014/main" id="{AE58B9C1-746D-EE47-909C-568D25CAAD12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53A25456-859E-194F-8A01-129A16321B59}"/>
                </a:ext>
              </a:extLst>
            </p:cNvPr>
            <p:cNvGrpSpPr/>
            <p:nvPr/>
          </p:nvGrpSpPr>
          <p:grpSpPr>
            <a:xfrm>
              <a:off x="5748969" y="1683745"/>
              <a:ext cx="649995" cy="330505"/>
              <a:chOff x="7493876" y="2774731"/>
              <a:chExt cx="1481958" cy="894622"/>
            </a:xfrm>
          </p:grpSpPr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35349B4C-4224-4143-81BE-502CDD0AC4F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CD1AD51-62A8-7247-A11A-31F7A6ECD94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4284C1C3-1A3F-6E40-9AC5-D861BDF7ADC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1" name="Freeform 90">
                  <a:extLst>
                    <a:ext uri="{FF2B5EF4-FFF2-40B4-BE49-F238E27FC236}">
                      <a16:creationId xmlns:a16="http://schemas.microsoft.com/office/drawing/2014/main" id="{2AE3D44B-6096-834A-B79D-856409400D58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Freeform 91">
                  <a:extLst>
                    <a:ext uri="{FF2B5EF4-FFF2-40B4-BE49-F238E27FC236}">
                      <a16:creationId xmlns:a16="http://schemas.microsoft.com/office/drawing/2014/main" id="{D49FE2A6-7505-FE4B-910D-6B90585D998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Freeform 92">
                  <a:extLst>
                    <a:ext uri="{FF2B5EF4-FFF2-40B4-BE49-F238E27FC236}">
                      <a16:creationId xmlns:a16="http://schemas.microsoft.com/office/drawing/2014/main" id="{F0FFCCCF-F339-A949-B73C-8AC3CF5856C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Freeform 93">
                  <a:extLst>
                    <a:ext uri="{FF2B5EF4-FFF2-40B4-BE49-F238E27FC236}">
                      <a16:creationId xmlns:a16="http://schemas.microsoft.com/office/drawing/2014/main" id="{D8D639F3-1A24-E741-B2C9-1DA7E2332E2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CAA9E0A8-71B5-B74B-A6BF-19704732A56E}"/>
                </a:ext>
              </a:extLst>
            </p:cNvPr>
            <p:cNvGrpSpPr/>
            <p:nvPr/>
          </p:nvGrpSpPr>
          <p:grpSpPr>
            <a:xfrm>
              <a:off x="4623412" y="1847161"/>
              <a:ext cx="649995" cy="330505"/>
              <a:chOff x="7493876" y="2774731"/>
              <a:chExt cx="1481958" cy="894622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5D3DCA5C-54B0-8547-9024-DAEB329BD0E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3FA9F0CC-BBDD-B549-88C1-0A57D00AAFA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ADD9367E-174E-EF41-8C49-1F86E80F3AD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9" name="Freeform 98">
                  <a:extLst>
                    <a:ext uri="{FF2B5EF4-FFF2-40B4-BE49-F238E27FC236}">
                      <a16:creationId xmlns:a16="http://schemas.microsoft.com/office/drawing/2014/main" id="{869EC998-0625-9943-9C8D-56B8EAC53C92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Freeform 99">
                  <a:extLst>
                    <a:ext uri="{FF2B5EF4-FFF2-40B4-BE49-F238E27FC236}">
                      <a16:creationId xmlns:a16="http://schemas.microsoft.com/office/drawing/2014/main" id="{D0DA9B10-5917-FF40-9BEA-65D8BB74E348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Freeform 100">
                  <a:extLst>
                    <a:ext uri="{FF2B5EF4-FFF2-40B4-BE49-F238E27FC236}">
                      <a16:creationId xmlns:a16="http://schemas.microsoft.com/office/drawing/2014/main" id="{288CD489-7393-2241-A37C-F185FE43751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Freeform 101">
                  <a:extLst>
                    <a:ext uri="{FF2B5EF4-FFF2-40B4-BE49-F238E27FC236}">
                      <a16:creationId xmlns:a16="http://schemas.microsoft.com/office/drawing/2014/main" id="{AB4FD59C-D4B2-9D44-A7A1-304C914D242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7056021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FCE0E-50B5-570C-17E3-7E2B62499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F63B9A-C520-5A64-6D8A-92AE1F1F2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Traceroute and ICMP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84BAB60-74EE-0E97-3BFE-9082BD517A04}"/>
              </a:ext>
            </a:extLst>
          </p:cNvPr>
          <p:cNvSpPr txBox="1">
            <a:spLocks noChangeArrowheads="1"/>
          </p:cNvSpPr>
          <p:nvPr/>
        </p:nvSpPr>
        <p:spPr>
          <a:xfrm>
            <a:off x="984900" y="5695721"/>
            <a:ext cx="9998917" cy="550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5275" indent="-295275">
              <a:spcBef>
                <a:spcPts val="400"/>
              </a:spcBef>
              <a:defRPr/>
            </a:pPr>
            <a:r>
              <a:rPr lang="en-US" dirty="0"/>
              <a:t>when ICMP message arrives at source: record RTTs</a:t>
            </a:r>
          </a:p>
          <a:p>
            <a:pPr marL="523875" lvl="1" indent="-180975">
              <a:defRPr/>
            </a:pPr>
            <a:endParaRPr lang="en-US" dirty="0"/>
          </a:p>
        </p:txBody>
      </p:sp>
      <p:sp>
        <p:nvSpPr>
          <p:cNvPr id="78" name="Rectangle 3">
            <a:extLst>
              <a:ext uri="{FF2B5EF4-FFF2-40B4-BE49-F238E27FC236}">
                <a16:creationId xmlns:a16="http://schemas.microsoft.com/office/drawing/2014/main" id="{E6953C7A-4DD1-1C9A-1D68-03BF12F50A0F}"/>
              </a:ext>
            </a:extLst>
          </p:cNvPr>
          <p:cNvSpPr txBox="1">
            <a:spLocks noChangeArrowheads="1"/>
          </p:cNvSpPr>
          <p:nvPr/>
        </p:nvSpPr>
        <p:spPr>
          <a:xfrm>
            <a:off x="938996" y="2521027"/>
            <a:ext cx="6396401" cy="32407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indent="-282575">
              <a:defRPr/>
            </a:pPr>
            <a:r>
              <a:rPr lang="en-US" dirty="0"/>
              <a:t>source sends sets of UDP segments to destination</a:t>
            </a:r>
          </a:p>
          <a:p>
            <a:pPr marL="565150" lvl="1" indent="-222250">
              <a:defRPr/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 set has TTL =1, 2</a:t>
            </a:r>
            <a:r>
              <a:rPr lang="en-US" baseline="30000" dirty="0"/>
              <a:t>nd</a:t>
            </a:r>
            <a:r>
              <a:rPr lang="en-US" dirty="0"/>
              <a:t>  set has TTL=2, etc.</a:t>
            </a:r>
          </a:p>
          <a:p>
            <a:pPr marL="282575" indent="-282575">
              <a:defRPr/>
            </a:pPr>
            <a:r>
              <a:rPr lang="en-US" dirty="0"/>
              <a:t>datagram in </a:t>
            </a:r>
            <a:r>
              <a:rPr lang="en-US" i="1" dirty="0"/>
              <a:t>n</a:t>
            </a:r>
            <a:r>
              <a:rPr lang="en-US" dirty="0"/>
              <a:t>th set arrives to nth router:</a:t>
            </a:r>
          </a:p>
          <a:p>
            <a:pPr marL="523875" lvl="1" indent="-180975">
              <a:defRPr/>
            </a:pPr>
            <a:r>
              <a:rPr lang="en-US" dirty="0"/>
              <a:t>router discards datagram and sends source ICMP message (type 11, code 0)</a:t>
            </a:r>
          </a:p>
          <a:p>
            <a:pPr marL="523875" lvl="1" indent="-180975">
              <a:defRPr/>
            </a:pPr>
            <a:r>
              <a:rPr lang="en-US" dirty="0"/>
              <a:t>ICMP message possibly includes name of router &amp; IP address</a:t>
            </a:r>
          </a:p>
          <a:p>
            <a:pPr marL="523875" lvl="1" indent="-180975">
              <a:defRPr/>
            </a:pPr>
            <a:endParaRPr lang="en-US" dirty="0"/>
          </a:p>
        </p:txBody>
      </p:sp>
      <p:grpSp>
        <p:nvGrpSpPr>
          <p:cNvPr id="5" name="Group 4" descr="Traceroute example: 3 probes to closest router">
            <a:extLst>
              <a:ext uri="{FF2B5EF4-FFF2-40B4-BE49-F238E27FC236}">
                <a16:creationId xmlns:a16="http://schemas.microsoft.com/office/drawing/2014/main" id="{B690E09D-B545-772E-F010-261B12A480E5}"/>
              </a:ext>
            </a:extLst>
          </p:cNvPr>
          <p:cNvGrpSpPr/>
          <p:nvPr/>
        </p:nvGrpSpPr>
        <p:grpSpPr>
          <a:xfrm>
            <a:off x="1754718" y="1400808"/>
            <a:ext cx="6802438" cy="854075"/>
            <a:chOff x="1754718" y="1400808"/>
            <a:chExt cx="6802438" cy="854075"/>
          </a:xfrm>
        </p:grpSpPr>
        <p:sp>
          <p:nvSpPr>
            <p:cNvPr id="10" name="Line 38">
              <a:extLst>
                <a:ext uri="{FF2B5EF4-FFF2-40B4-BE49-F238E27FC236}">
                  <a16:creationId xmlns:a16="http://schemas.microsoft.com/office/drawing/2014/main" id="{0ADF7626-97FF-8CAB-A8B2-74583242DF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3068" y="1745295"/>
              <a:ext cx="288925" cy="2651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" name="Line 105">
              <a:extLst>
                <a:ext uri="{FF2B5EF4-FFF2-40B4-BE49-F238E27FC236}">
                  <a16:creationId xmlns:a16="http://schemas.microsoft.com/office/drawing/2014/main" id="{D90D0226-12BF-7D4E-AC5D-103A0B45AE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6818" y="1796095"/>
              <a:ext cx="458788" cy="2079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" name="Line 106">
              <a:extLst>
                <a:ext uri="{FF2B5EF4-FFF2-40B4-BE49-F238E27FC236}">
                  <a16:creationId xmlns:a16="http://schemas.microsoft.com/office/drawing/2014/main" id="{4AA82FD3-F77C-FEFB-BDA5-03BF5B9F5F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856" y="1780220"/>
              <a:ext cx="485775" cy="2079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E0C0F45E-352B-64D9-B1C8-9025926E3848}"/>
                </a:ext>
              </a:extLst>
            </p:cNvPr>
            <p:cNvGrpSpPr/>
            <p:nvPr/>
          </p:nvGrpSpPr>
          <p:grpSpPr>
            <a:xfrm>
              <a:off x="2687515" y="1862419"/>
              <a:ext cx="649995" cy="330505"/>
              <a:chOff x="7493876" y="2774731"/>
              <a:chExt cx="1481958" cy="894622"/>
            </a:xfrm>
          </p:grpSpPr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E84E0DFB-1B06-92BE-A683-3A826A7D36C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BAAAF88C-6B1D-8322-2392-998E58F65A5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9ACD4801-E7E4-3CA0-21B8-B9E036FEDF6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5" name="Freeform 114">
                  <a:extLst>
                    <a:ext uri="{FF2B5EF4-FFF2-40B4-BE49-F238E27FC236}">
                      <a16:creationId xmlns:a16="http://schemas.microsoft.com/office/drawing/2014/main" id="{FA1BCE12-63A1-5CA4-2699-D42FF9A0399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Freeform 115">
                  <a:extLst>
                    <a:ext uri="{FF2B5EF4-FFF2-40B4-BE49-F238E27FC236}">
                      <a16:creationId xmlns:a16="http://schemas.microsoft.com/office/drawing/2014/main" id="{82FF254F-38BA-BE81-379A-5323125DD99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Freeform 116">
                  <a:extLst>
                    <a:ext uri="{FF2B5EF4-FFF2-40B4-BE49-F238E27FC236}">
                      <a16:creationId xmlns:a16="http://schemas.microsoft.com/office/drawing/2014/main" id="{1072510A-ECF9-EE89-CFDC-AA2DB6EE7AA9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Freeform 117">
                  <a:extLst>
                    <a:ext uri="{FF2B5EF4-FFF2-40B4-BE49-F238E27FC236}">
                      <a16:creationId xmlns:a16="http://schemas.microsoft.com/office/drawing/2014/main" id="{17BACC62-9D2F-01A7-3083-4224A041BB2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3" name="Line 108">
              <a:extLst>
                <a:ext uri="{FF2B5EF4-FFF2-40B4-BE49-F238E27FC236}">
                  <a16:creationId xmlns:a16="http://schemas.microsoft.com/office/drawing/2014/main" id="{BBD0CEA9-A18E-A63E-909F-6C4F7E8054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3731" y="1511933"/>
              <a:ext cx="34925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" name="Line 291">
              <a:extLst>
                <a:ext uri="{FF2B5EF4-FFF2-40B4-BE49-F238E27FC236}">
                  <a16:creationId xmlns:a16="http://schemas.microsoft.com/office/drawing/2014/main" id="{F6E247A0-DFC6-6CC9-945E-DF8C75A6F6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981" y="1911983"/>
              <a:ext cx="228600" cy="3111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64A032CF-72EF-840C-F280-8081DB8F38EA}"/>
                </a:ext>
              </a:extLst>
            </p:cNvPr>
            <p:cNvGrpSpPr/>
            <p:nvPr/>
          </p:nvGrpSpPr>
          <p:grpSpPr>
            <a:xfrm>
              <a:off x="3636127" y="1646571"/>
              <a:ext cx="649995" cy="330505"/>
              <a:chOff x="7493876" y="2774731"/>
              <a:chExt cx="1481958" cy="894622"/>
            </a:xfrm>
          </p:grpSpPr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A1917DB0-F41F-9B01-3BBB-E33B03AACB3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531E9414-B0F5-7771-3D50-0E5E5DF615C0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98017912-7A40-EDB3-7DFE-A46583713E6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7" name="Freeform 106">
                  <a:extLst>
                    <a:ext uri="{FF2B5EF4-FFF2-40B4-BE49-F238E27FC236}">
                      <a16:creationId xmlns:a16="http://schemas.microsoft.com/office/drawing/2014/main" id="{09E96867-E29C-8FB8-640A-10A3BEF124C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Freeform 107">
                  <a:extLst>
                    <a:ext uri="{FF2B5EF4-FFF2-40B4-BE49-F238E27FC236}">
                      <a16:creationId xmlns:a16="http://schemas.microsoft.com/office/drawing/2014/main" id="{BAD7A46F-BE58-2FF1-DBC0-DC7AA7A0AF7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Freeform 108">
                  <a:extLst>
                    <a:ext uri="{FF2B5EF4-FFF2-40B4-BE49-F238E27FC236}">
                      <a16:creationId xmlns:a16="http://schemas.microsoft.com/office/drawing/2014/main" id="{3D675D49-D789-27FA-7E0C-E189E0477C29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Freeform 109">
                  <a:extLst>
                    <a:ext uri="{FF2B5EF4-FFF2-40B4-BE49-F238E27FC236}">
                      <a16:creationId xmlns:a16="http://schemas.microsoft.com/office/drawing/2014/main" id="{027AB341-7D31-9AFD-34A8-4086B9244DE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4" name="Line 113">
              <a:extLst>
                <a:ext uri="{FF2B5EF4-FFF2-40B4-BE49-F238E27FC236}">
                  <a16:creationId xmlns:a16="http://schemas.microsoft.com/office/drawing/2014/main" id="{BA5F5D08-31CB-E570-6196-632244625D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28168" y="1840545"/>
              <a:ext cx="620713" cy="1444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5" name="Line 260">
              <a:extLst>
                <a:ext uri="{FF2B5EF4-FFF2-40B4-BE49-F238E27FC236}">
                  <a16:creationId xmlns:a16="http://schemas.microsoft.com/office/drawing/2014/main" id="{17B90885-2EB2-2B8B-16C4-09130844C8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7356" y="1805620"/>
              <a:ext cx="485775" cy="2079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6" name="Line 261">
              <a:extLst>
                <a:ext uri="{FF2B5EF4-FFF2-40B4-BE49-F238E27FC236}">
                  <a16:creationId xmlns:a16="http://schemas.microsoft.com/office/drawing/2014/main" id="{855F2435-02C9-0D98-1287-0B692E438C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85568" y="1751645"/>
              <a:ext cx="557213" cy="2778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" name="Line 292">
              <a:extLst>
                <a:ext uri="{FF2B5EF4-FFF2-40B4-BE49-F238E27FC236}">
                  <a16:creationId xmlns:a16="http://schemas.microsoft.com/office/drawing/2014/main" id="{BB18EF40-CE43-49E7-326F-83A91E18E0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6031" y="1499233"/>
              <a:ext cx="228600" cy="3111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9" name="Line 294">
              <a:extLst>
                <a:ext uri="{FF2B5EF4-FFF2-40B4-BE49-F238E27FC236}">
                  <a16:creationId xmlns:a16="http://schemas.microsoft.com/office/drawing/2014/main" id="{1AE5418D-7A22-CF0D-A54B-7C69CEBC09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23331" y="2102483"/>
              <a:ext cx="34925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0" name="Line 295">
              <a:extLst>
                <a:ext uri="{FF2B5EF4-FFF2-40B4-BE49-F238E27FC236}">
                  <a16:creationId xmlns:a16="http://schemas.microsoft.com/office/drawing/2014/main" id="{5CAD8370-1F8D-E06A-3B2A-01B4099113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8931" y="1607183"/>
              <a:ext cx="6350" cy="260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24" name="Group 21">
              <a:extLst>
                <a:ext uri="{FF2B5EF4-FFF2-40B4-BE49-F238E27FC236}">
                  <a16:creationId xmlns:a16="http://schemas.microsoft.com/office/drawing/2014/main" id="{1E55F66B-4E56-B690-5B77-937D433369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4718" y="1400808"/>
              <a:ext cx="820738" cy="688975"/>
              <a:chOff x="-44" y="1473"/>
              <a:chExt cx="981" cy="1105"/>
            </a:xfrm>
          </p:grpSpPr>
          <p:pic>
            <p:nvPicPr>
              <p:cNvPr id="25" name="Picture 22" descr="desktop_computer_stylized_medium">
                <a:extLst>
                  <a:ext uri="{FF2B5EF4-FFF2-40B4-BE49-F238E27FC236}">
                    <a16:creationId xmlns:a16="http://schemas.microsoft.com/office/drawing/2014/main" id="{86EE65E3-0A61-4AB2-7A4A-CF5A56ADE2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" name="Freeform 23">
                <a:extLst>
                  <a:ext uri="{FF2B5EF4-FFF2-40B4-BE49-F238E27FC236}">
                    <a16:creationId xmlns:a16="http://schemas.microsoft.com/office/drawing/2014/main" id="{EC2C9012-1A2C-B3DF-D286-6F136654B19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176 w 356"/>
                  <a:gd name="T3" fmla="*/ 248 h 368"/>
                  <a:gd name="T4" fmla="*/ 4954 w 356"/>
                  <a:gd name="T5" fmla="*/ 5173 h 368"/>
                  <a:gd name="T6" fmla="*/ 1092 w 356"/>
                  <a:gd name="T7" fmla="*/ 646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27" name="Group 24">
              <a:extLst>
                <a:ext uri="{FF2B5EF4-FFF2-40B4-BE49-F238E27FC236}">
                  <a16:creationId xmlns:a16="http://schemas.microsoft.com/office/drawing/2014/main" id="{5562E89C-F9F8-18DA-5E3A-F618A59AD6F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803093" y="1438908"/>
              <a:ext cx="754063" cy="669925"/>
              <a:chOff x="-44" y="1473"/>
              <a:chExt cx="981" cy="1105"/>
            </a:xfrm>
          </p:grpSpPr>
          <p:pic>
            <p:nvPicPr>
              <p:cNvPr id="28" name="Picture 25" descr="desktop_computer_stylized_medium">
                <a:extLst>
                  <a:ext uri="{FF2B5EF4-FFF2-40B4-BE49-F238E27FC236}">
                    <a16:creationId xmlns:a16="http://schemas.microsoft.com/office/drawing/2014/main" id="{A12B4EA0-BFA5-BC37-6F63-C3C869CA03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" name="Freeform 26">
                <a:extLst>
                  <a:ext uri="{FF2B5EF4-FFF2-40B4-BE49-F238E27FC236}">
                    <a16:creationId xmlns:a16="http://schemas.microsoft.com/office/drawing/2014/main" id="{DF504817-8946-068E-9DC2-E279BCE74C1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176 w 356"/>
                  <a:gd name="T3" fmla="*/ 248 h 368"/>
                  <a:gd name="T4" fmla="*/ 4954 w 356"/>
                  <a:gd name="T5" fmla="*/ 5173 h 368"/>
                  <a:gd name="T6" fmla="*/ 1092 w 356"/>
                  <a:gd name="T7" fmla="*/ 646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66D4CBA1-918C-A16E-3A42-66D4A637C4C8}"/>
                </a:ext>
              </a:extLst>
            </p:cNvPr>
            <p:cNvGrpSpPr/>
            <p:nvPr/>
          </p:nvGrpSpPr>
          <p:grpSpPr>
            <a:xfrm>
              <a:off x="6775374" y="1828801"/>
              <a:ext cx="649995" cy="330505"/>
              <a:chOff x="7493876" y="2774731"/>
              <a:chExt cx="1481958" cy="894622"/>
            </a:xfrm>
          </p:grpSpPr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5A73E465-0E6E-D5A5-2584-E5042514DBB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F8F5CD3E-70A3-7F26-EC42-C0FC8CC5751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6B7921A2-D04A-387A-D669-9D5FDDC8D8A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83" name="Freeform 82">
                  <a:extLst>
                    <a:ext uri="{FF2B5EF4-FFF2-40B4-BE49-F238E27FC236}">
                      <a16:creationId xmlns:a16="http://schemas.microsoft.com/office/drawing/2014/main" id="{3621A444-6423-7DFC-8BAB-6905C19F588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Freeform 83">
                  <a:extLst>
                    <a:ext uri="{FF2B5EF4-FFF2-40B4-BE49-F238E27FC236}">
                      <a16:creationId xmlns:a16="http://schemas.microsoft.com/office/drawing/2014/main" id="{F05C188E-16D0-9166-43BB-EBDCA6FE584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Freeform 84">
                  <a:extLst>
                    <a:ext uri="{FF2B5EF4-FFF2-40B4-BE49-F238E27FC236}">
                      <a16:creationId xmlns:a16="http://schemas.microsoft.com/office/drawing/2014/main" id="{AF289A88-A3D1-3636-1C9F-607959E1086D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Freeform 85">
                  <a:extLst>
                    <a:ext uri="{FF2B5EF4-FFF2-40B4-BE49-F238E27FC236}">
                      <a16:creationId xmlns:a16="http://schemas.microsoft.com/office/drawing/2014/main" id="{7EA43751-F691-CE00-507B-3652D27504F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6872970E-6A2D-1842-9E69-FD661B22218D}"/>
                </a:ext>
              </a:extLst>
            </p:cNvPr>
            <p:cNvGrpSpPr/>
            <p:nvPr/>
          </p:nvGrpSpPr>
          <p:grpSpPr>
            <a:xfrm>
              <a:off x="5748969" y="1683745"/>
              <a:ext cx="649995" cy="330505"/>
              <a:chOff x="7493876" y="2774731"/>
              <a:chExt cx="1481958" cy="894622"/>
            </a:xfrm>
          </p:grpSpPr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7A10E481-98BE-6B21-CF74-C3421667599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3AECFB67-9C46-1162-0EF2-26D5E862007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7D10A93A-ECF0-20C6-DC7B-D43DA03E62B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1" name="Freeform 90">
                  <a:extLst>
                    <a:ext uri="{FF2B5EF4-FFF2-40B4-BE49-F238E27FC236}">
                      <a16:creationId xmlns:a16="http://schemas.microsoft.com/office/drawing/2014/main" id="{BAD22532-5C66-9F36-9042-F53EB3E52B8F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Freeform 91">
                  <a:extLst>
                    <a:ext uri="{FF2B5EF4-FFF2-40B4-BE49-F238E27FC236}">
                      <a16:creationId xmlns:a16="http://schemas.microsoft.com/office/drawing/2014/main" id="{B174F4A3-A30F-DC8D-2927-23C92BD58498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Freeform 92">
                  <a:extLst>
                    <a:ext uri="{FF2B5EF4-FFF2-40B4-BE49-F238E27FC236}">
                      <a16:creationId xmlns:a16="http://schemas.microsoft.com/office/drawing/2014/main" id="{24A27332-7DB1-A8EA-781C-C2D67B6AD0B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Freeform 93">
                  <a:extLst>
                    <a:ext uri="{FF2B5EF4-FFF2-40B4-BE49-F238E27FC236}">
                      <a16:creationId xmlns:a16="http://schemas.microsoft.com/office/drawing/2014/main" id="{7791926F-32F0-375D-88C1-FDEC4DD40AA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FD064B44-A15E-FA56-557D-4BDE75B31A3D}"/>
                </a:ext>
              </a:extLst>
            </p:cNvPr>
            <p:cNvGrpSpPr/>
            <p:nvPr/>
          </p:nvGrpSpPr>
          <p:grpSpPr>
            <a:xfrm>
              <a:off x="4623412" y="1847161"/>
              <a:ext cx="649995" cy="330505"/>
              <a:chOff x="7493876" y="2774731"/>
              <a:chExt cx="1481958" cy="894622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D8F5D484-6B71-5F49-C081-67339EDD573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D68C7491-E787-162C-E373-2A4AED7997F0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B92208D2-30D6-AFC6-7E50-B400DD68EC24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9" name="Freeform 98">
                  <a:extLst>
                    <a:ext uri="{FF2B5EF4-FFF2-40B4-BE49-F238E27FC236}">
                      <a16:creationId xmlns:a16="http://schemas.microsoft.com/office/drawing/2014/main" id="{7321DBAF-B0AB-D05B-888B-4FAB71533FD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Freeform 99">
                  <a:extLst>
                    <a:ext uri="{FF2B5EF4-FFF2-40B4-BE49-F238E27FC236}">
                      <a16:creationId xmlns:a16="http://schemas.microsoft.com/office/drawing/2014/main" id="{84C268DA-780B-A0CB-C820-DD7F801FA7F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Freeform 100">
                  <a:extLst>
                    <a:ext uri="{FF2B5EF4-FFF2-40B4-BE49-F238E27FC236}">
                      <a16:creationId xmlns:a16="http://schemas.microsoft.com/office/drawing/2014/main" id="{26AF5487-CCD0-0C37-8A4C-3491A83A21B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Freeform 101">
                  <a:extLst>
                    <a:ext uri="{FF2B5EF4-FFF2-40B4-BE49-F238E27FC236}">
                      <a16:creationId xmlns:a16="http://schemas.microsoft.com/office/drawing/2014/main" id="{E41B737A-5C87-0D58-AB96-40F0F86D2BEF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" name="Text Box 300">
              <a:extLst>
                <a:ext uri="{FF2B5EF4-FFF2-40B4-BE49-F238E27FC236}">
                  <a16:creationId xmlns:a16="http://schemas.microsoft.com/office/drawing/2014/main" id="{93FE3D93-D7C4-D1AC-7472-75F964448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4668" y="1464308"/>
              <a:ext cx="1073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solidFill>
                    <a:srgbClr val="CC0000"/>
                  </a:solidFill>
                </a:rPr>
                <a:t>3 probes</a:t>
              </a:r>
            </a:p>
          </p:txBody>
        </p:sp>
        <p:sp>
          <p:nvSpPr>
            <p:cNvPr id="4" name="Freeform 299">
              <a:extLst>
                <a:ext uri="{FF2B5EF4-FFF2-40B4-BE49-F238E27FC236}">
                  <a16:creationId xmlns:a16="http://schemas.microsoft.com/office/drawing/2014/main" id="{A79D17A3-44E3-A34B-DEE1-71DC31D32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6243" y="1721483"/>
              <a:ext cx="419100" cy="419100"/>
            </a:xfrm>
            <a:custGeom>
              <a:avLst/>
              <a:gdLst>
                <a:gd name="T0" fmla="*/ 2147483647 w 264"/>
                <a:gd name="T1" fmla="*/ 0 h 264"/>
                <a:gd name="T2" fmla="*/ 2147483647 w 264"/>
                <a:gd name="T3" fmla="*/ 2147483647 h 264"/>
                <a:gd name="T4" fmla="*/ 0 w 264"/>
                <a:gd name="T5" fmla="*/ 2147483647 h 264"/>
                <a:gd name="T6" fmla="*/ 0 60000 65536"/>
                <a:gd name="T7" fmla="*/ 0 60000 65536"/>
                <a:gd name="T8" fmla="*/ 0 60000 65536"/>
                <a:gd name="T9" fmla="*/ 0 w 264"/>
                <a:gd name="T10" fmla="*/ 0 h 264"/>
                <a:gd name="T11" fmla="*/ 264 w 264"/>
                <a:gd name="T12" fmla="*/ 264 h 2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4" h="264">
                  <a:moveTo>
                    <a:pt x="60" y="0"/>
                  </a:moveTo>
                  <a:cubicBezTo>
                    <a:pt x="86" y="31"/>
                    <a:pt x="264" y="176"/>
                    <a:pt x="228" y="220"/>
                  </a:cubicBezTo>
                  <a:cubicBezTo>
                    <a:pt x="192" y="264"/>
                    <a:pt x="60" y="109"/>
                    <a:pt x="0" y="88"/>
                  </a:cubicBez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11488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37B49-3BAE-DE25-CBFA-EDFFB2C2F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180790-1FAE-C4E3-C8C7-800582A2C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Traceroute and ICMP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D2A872D-295D-D40E-D4AF-5CBA03355AFF}"/>
              </a:ext>
            </a:extLst>
          </p:cNvPr>
          <p:cNvSpPr txBox="1">
            <a:spLocks noChangeArrowheads="1"/>
          </p:cNvSpPr>
          <p:nvPr/>
        </p:nvSpPr>
        <p:spPr>
          <a:xfrm>
            <a:off x="984900" y="5695721"/>
            <a:ext cx="9998917" cy="550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5275" indent="-295275">
              <a:spcBef>
                <a:spcPts val="400"/>
              </a:spcBef>
              <a:defRPr/>
            </a:pPr>
            <a:r>
              <a:rPr lang="en-US" dirty="0"/>
              <a:t>when ICMP message arrives at source: record RTTs</a:t>
            </a:r>
          </a:p>
          <a:p>
            <a:pPr marL="523875" lvl="1" indent="-180975">
              <a:defRPr/>
            </a:pPr>
            <a:endParaRPr lang="en-US" dirty="0"/>
          </a:p>
        </p:txBody>
      </p:sp>
      <p:sp>
        <p:nvSpPr>
          <p:cNvPr id="78" name="Rectangle 3">
            <a:extLst>
              <a:ext uri="{FF2B5EF4-FFF2-40B4-BE49-F238E27FC236}">
                <a16:creationId xmlns:a16="http://schemas.microsoft.com/office/drawing/2014/main" id="{5749AA28-2C3B-A0C3-A22A-40615FD25265}"/>
              </a:ext>
            </a:extLst>
          </p:cNvPr>
          <p:cNvSpPr txBox="1">
            <a:spLocks noChangeArrowheads="1"/>
          </p:cNvSpPr>
          <p:nvPr/>
        </p:nvSpPr>
        <p:spPr>
          <a:xfrm>
            <a:off x="938996" y="2521027"/>
            <a:ext cx="6396401" cy="32407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indent="-282575">
              <a:defRPr/>
            </a:pPr>
            <a:r>
              <a:rPr lang="en-US" dirty="0"/>
              <a:t>source sends sets of UDP segments to destination</a:t>
            </a:r>
          </a:p>
          <a:p>
            <a:pPr marL="565150" lvl="1" indent="-222250">
              <a:defRPr/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 set has TTL =1, 2</a:t>
            </a:r>
            <a:r>
              <a:rPr lang="en-US" baseline="30000" dirty="0"/>
              <a:t>nd</a:t>
            </a:r>
            <a:r>
              <a:rPr lang="en-US" dirty="0"/>
              <a:t>  set has TTL=2, etc.</a:t>
            </a:r>
          </a:p>
          <a:p>
            <a:pPr marL="282575" indent="-282575">
              <a:defRPr/>
            </a:pPr>
            <a:r>
              <a:rPr lang="en-US" dirty="0"/>
              <a:t>datagram in </a:t>
            </a:r>
            <a:r>
              <a:rPr lang="en-US" i="1" dirty="0"/>
              <a:t>n</a:t>
            </a:r>
            <a:r>
              <a:rPr lang="en-US" dirty="0"/>
              <a:t>th set arrives to nth router:</a:t>
            </a:r>
          </a:p>
          <a:p>
            <a:pPr marL="523875" lvl="1" indent="-180975">
              <a:defRPr/>
            </a:pPr>
            <a:r>
              <a:rPr lang="en-US" dirty="0"/>
              <a:t>router discards datagram and sends source ICMP message (type 11, code 0)</a:t>
            </a:r>
          </a:p>
          <a:p>
            <a:pPr marL="523875" lvl="1" indent="-180975">
              <a:defRPr/>
            </a:pPr>
            <a:r>
              <a:rPr lang="en-US" dirty="0"/>
              <a:t>ICMP message possibly includes name of router &amp; IP address</a:t>
            </a:r>
          </a:p>
          <a:p>
            <a:pPr marL="523875" lvl="1" indent="-180975">
              <a:defRPr/>
            </a:pPr>
            <a:endParaRPr lang="en-US" dirty="0"/>
          </a:p>
        </p:txBody>
      </p:sp>
      <p:grpSp>
        <p:nvGrpSpPr>
          <p:cNvPr id="5" name="Group 4" descr="Traceroute example: 3 probes to the second router in the path">
            <a:extLst>
              <a:ext uri="{FF2B5EF4-FFF2-40B4-BE49-F238E27FC236}">
                <a16:creationId xmlns:a16="http://schemas.microsoft.com/office/drawing/2014/main" id="{980E4236-EC04-A180-9698-D67D6F8B9606}"/>
              </a:ext>
            </a:extLst>
          </p:cNvPr>
          <p:cNvGrpSpPr/>
          <p:nvPr/>
        </p:nvGrpSpPr>
        <p:grpSpPr>
          <a:xfrm>
            <a:off x="1754718" y="1400808"/>
            <a:ext cx="6802438" cy="990600"/>
            <a:chOff x="1754718" y="1400808"/>
            <a:chExt cx="6802438" cy="990600"/>
          </a:xfrm>
        </p:grpSpPr>
        <p:sp>
          <p:nvSpPr>
            <p:cNvPr id="10" name="Line 38">
              <a:extLst>
                <a:ext uri="{FF2B5EF4-FFF2-40B4-BE49-F238E27FC236}">
                  <a16:creationId xmlns:a16="http://schemas.microsoft.com/office/drawing/2014/main" id="{572BA48D-AF62-533C-AF65-CDF61F78EB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3068" y="1745295"/>
              <a:ext cx="288925" cy="2651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" name="Line 105">
              <a:extLst>
                <a:ext uri="{FF2B5EF4-FFF2-40B4-BE49-F238E27FC236}">
                  <a16:creationId xmlns:a16="http://schemas.microsoft.com/office/drawing/2014/main" id="{F71AB839-6440-7228-6800-5F49A45011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6818" y="1796095"/>
              <a:ext cx="458788" cy="2079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" name="Line 106">
              <a:extLst>
                <a:ext uri="{FF2B5EF4-FFF2-40B4-BE49-F238E27FC236}">
                  <a16:creationId xmlns:a16="http://schemas.microsoft.com/office/drawing/2014/main" id="{DF07C18A-6B27-4760-655D-A7957C94A1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856" y="1780220"/>
              <a:ext cx="485775" cy="2079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8D376F5F-215E-C428-7B52-6F4B4E65E17F}"/>
                </a:ext>
              </a:extLst>
            </p:cNvPr>
            <p:cNvGrpSpPr/>
            <p:nvPr/>
          </p:nvGrpSpPr>
          <p:grpSpPr>
            <a:xfrm>
              <a:off x="2687515" y="1862419"/>
              <a:ext cx="649995" cy="330505"/>
              <a:chOff x="7493876" y="2774731"/>
              <a:chExt cx="1481958" cy="894622"/>
            </a:xfrm>
          </p:grpSpPr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395ED607-5559-5CEB-5C4D-8E66294749B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E219F04B-44BF-560B-705F-EFC597851897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86EAE183-ABF7-DE92-7B4E-C7E930BC302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5" name="Freeform 114">
                  <a:extLst>
                    <a:ext uri="{FF2B5EF4-FFF2-40B4-BE49-F238E27FC236}">
                      <a16:creationId xmlns:a16="http://schemas.microsoft.com/office/drawing/2014/main" id="{B94E89E0-B7B3-0304-74F4-9D5CA02B213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Freeform 115">
                  <a:extLst>
                    <a:ext uri="{FF2B5EF4-FFF2-40B4-BE49-F238E27FC236}">
                      <a16:creationId xmlns:a16="http://schemas.microsoft.com/office/drawing/2014/main" id="{9C5CE53E-770E-AFD0-7BF4-D426A41DCEA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Freeform 116">
                  <a:extLst>
                    <a:ext uri="{FF2B5EF4-FFF2-40B4-BE49-F238E27FC236}">
                      <a16:creationId xmlns:a16="http://schemas.microsoft.com/office/drawing/2014/main" id="{9B1FC175-10CA-7A82-2829-4F39D03C3BF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Freeform 117">
                  <a:extLst>
                    <a:ext uri="{FF2B5EF4-FFF2-40B4-BE49-F238E27FC236}">
                      <a16:creationId xmlns:a16="http://schemas.microsoft.com/office/drawing/2014/main" id="{597F7C87-9638-C1CD-AAD9-9C68D9D5978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3" name="Line 108">
              <a:extLst>
                <a:ext uri="{FF2B5EF4-FFF2-40B4-BE49-F238E27FC236}">
                  <a16:creationId xmlns:a16="http://schemas.microsoft.com/office/drawing/2014/main" id="{1B7B07AC-FB49-2C53-F7D8-4EBAFA92C2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3731" y="1511933"/>
              <a:ext cx="34925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" name="Line 291">
              <a:extLst>
                <a:ext uri="{FF2B5EF4-FFF2-40B4-BE49-F238E27FC236}">
                  <a16:creationId xmlns:a16="http://schemas.microsoft.com/office/drawing/2014/main" id="{D599C599-52C3-5DF0-7171-13B915E257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981" y="1911983"/>
              <a:ext cx="228600" cy="3111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A3B4639A-9C93-FC42-9ADF-9E5C7FF25DFA}"/>
                </a:ext>
              </a:extLst>
            </p:cNvPr>
            <p:cNvGrpSpPr/>
            <p:nvPr/>
          </p:nvGrpSpPr>
          <p:grpSpPr>
            <a:xfrm>
              <a:off x="3636127" y="1646571"/>
              <a:ext cx="649995" cy="330505"/>
              <a:chOff x="7493876" y="2774731"/>
              <a:chExt cx="1481958" cy="894622"/>
            </a:xfrm>
          </p:grpSpPr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C95BF674-F3D6-08AA-2001-B59A0BC25F7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166343A0-B507-AF5D-7F98-223ACADC5A9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DEFD2627-0670-989E-B322-5DE38A3D92F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7" name="Freeform 106">
                  <a:extLst>
                    <a:ext uri="{FF2B5EF4-FFF2-40B4-BE49-F238E27FC236}">
                      <a16:creationId xmlns:a16="http://schemas.microsoft.com/office/drawing/2014/main" id="{CEEB2806-BC42-0BDC-1721-963FA2731DDA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Freeform 107">
                  <a:extLst>
                    <a:ext uri="{FF2B5EF4-FFF2-40B4-BE49-F238E27FC236}">
                      <a16:creationId xmlns:a16="http://schemas.microsoft.com/office/drawing/2014/main" id="{BA970E75-AB0E-5DA0-3726-047C50F1B28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Freeform 108">
                  <a:extLst>
                    <a:ext uri="{FF2B5EF4-FFF2-40B4-BE49-F238E27FC236}">
                      <a16:creationId xmlns:a16="http://schemas.microsoft.com/office/drawing/2014/main" id="{9D7FC705-07CB-554E-E65A-040A78622F4D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Freeform 109">
                  <a:extLst>
                    <a:ext uri="{FF2B5EF4-FFF2-40B4-BE49-F238E27FC236}">
                      <a16:creationId xmlns:a16="http://schemas.microsoft.com/office/drawing/2014/main" id="{7DC43F82-DCC1-73D7-941C-82605687916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4" name="Line 113">
              <a:extLst>
                <a:ext uri="{FF2B5EF4-FFF2-40B4-BE49-F238E27FC236}">
                  <a16:creationId xmlns:a16="http://schemas.microsoft.com/office/drawing/2014/main" id="{583E8BF1-8F0E-4DC6-9110-F412D59737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28168" y="1840545"/>
              <a:ext cx="620713" cy="1444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5" name="Line 260">
              <a:extLst>
                <a:ext uri="{FF2B5EF4-FFF2-40B4-BE49-F238E27FC236}">
                  <a16:creationId xmlns:a16="http://schemas.microsoft.com/office/drawing/2014/main" id="{FF7218C8-4723-0B26-A793-E3864BF178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7356" y="1805620"/>
              <a:ext cx="485775" cy="2079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6" name="Line 261">
              <a:extLst>
                <a:ext uri="{FF2B5EF4-FFF2-40B4-BE49-F238E27FC236}">
                  <a16:creationId xmlns:a16="http://schemas.microsoft.com/office/drawing/2014/main" id="{BA1581F1-07E6-555C-4AFC-592504C4E5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85568" y="1751645"/>
              <a:ext cx="557213" cy="2778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" name="Line 292">
              <a:extLst>
                <a:ext uri="{FF2B5EF4-FFF2-40B4-BE49-F238E27FC236}">
                  <a16:creationId xmlns:a16="http://schemas.microsoft.com/office/drawing/2014/main" id="{09966A64-AF13-6C5F-BA96-41542F3C1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6031" y="1499233"/>
              <a:ext cx="228600" cy="3111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9" name="Line 294">
              <a:extLst>
                <a:ext uri="{FF2B5EF4-FFF2-40B4-BE49-F238E27FC236}">
                  <a16:creationId xmlns:a16="http://schemas.microsoft.com/office/drawing/2014/main" id="{7770DA00-8362-8DF1-6F74-B0002507C5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23331" y="2102483"/>
              <a:ext cx="34925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0" name="Line 295">
              <a:extLst>
                <a:ext uri="{FF2B5EF4-FFF2-40B4-BE49-F238E27FC236}">
                  <a16:creationId xmlns:a16="http://schemas.microsoft.com/office/drawing/2014/main" id="{799A00D3-7697-FE47-F1C1-61C8ED9BE3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8931" y="1607183"/>
              <a:ext cx="6350" cy="260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24" name="Group 21">
              <a:extLst>
                <a:ext uri="{FF2B5EF4-FFF2-40B4-BE49-F238E27FC236}">
                  <a16:creationId xmlns:a16="http://schemas.microsoft.com/office/drawing/2014/main" id="{9E36FAD0-553E-F93C-C4CE-ABDE591511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4718" y="1400808"/>
              <a:ext cx="820738" cy="688975"/>
              <a:chOff x="-44" y="1473"/>
              <a:chExt cx="981" cy="1105"/>
            </a:xfrm>
          </p:grpSpPr>
          <p:pic>
            <p:nvPicPr>
              <p:cNvPr id="25" name="Picture 22" descr="desktop_computer_stylized_medium">
                <a:extLst>
                  <a:ext uri="{FF2B5EF4-FFF2-40B4-BE49-F238E27FC236}">
                    <a16:creationId xmlns:a16="http://schemas.microsoft.com/office/drawing/2014/main" id="{064BB3AB-AED8-A4E6-F260-15AC1268CE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" name="Freeform 23">
                <a:extLst>
                  <a:ext uri="{FF2B5EF4-FFF2-40B4-BE49-F238E27FC236}">
                    <a16:creationId xmlns:a16="http://schemas.microsoft.com/office/drawing/2014/main" id="{8B77CCE8-AA26-F2EB-387E-3C55EF3D8B4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176 w 356"/>
                  <a:gd name="T3" fmla="*/ 248 h 368"/>
                  <a:gd name="T4" fmla="*/ 4954 w 356"/>
                  <a:gd name="T5" fmla="*/ 5173 h 368"/>
                  <a:gd name="T6" fmla="*/ 1092 w 356"/>
                  <a:gd name="T7" fmla="*/ 646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27" name="Group 24">
              <a:extLst>
                <a:ext uri="{FF2B5EF4-FFF2-40B4-BE49-F238E27FC236}">
                  <a16:creationId xmlns:a16="http://schemas.microsoft.com/office/drawing/2014/main" id="{667BD14B-5BD4-98E9-1C97-A1A0EC2A150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803093" y="1438908"/>
              <a:ext cx="754063" cy="669925"/>
              <a:chOff x="-44" y="1473"/>
              <a:chExt cx="981" cy="1105"/>
            </a:xfrm>
          </p:grpSpPr>
          <p:pic>
            <p:nvPicPr>
              <p:cNvPr id="28" name="Picture 25" descr="desktop_computer_stylized_medium">
                <a:extLst>
                  <a:ext uri="{FF2B5EF4-FFF2-40B4-BE49-F238E27FC236}">
                    <a16:creationId xmlns:a16="http://schemas.microsoft.com/office/drawing/2014/main" id="{B89DAB03-A846-0B07-B8B6-BB570EDB93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" name="Freeform 26">
                <a:extLst>
                  <a:ext uri="{FF2B5EF4-FFF2-40B4-BE49-F238E27FC236}">
                    <a16:creationId xmlns:a16="http://schemas.microsoft.com/office/drawing/2014/main" id="{563700EF-7CEF-28DB-6451-4071DF20EF2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176 w 356"/>
                  <a:gd name="T3" fmla="*/ 248 h 368"/>
                  <a:gd name="T4" fmla="*/ 4954 w 356"/>
                  <a:gd name="T5" fmla="*/ 5173 h 368"/>
                  <a:gd name="T6" fmla="*/ 1092 w 356"/>
                  <a:gd name="T7" fmla="*/ 646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511E5FBE-DB64-8F68-BD00-253617320A99}"/>
                </a:ext>
              </a:extLst>
            </p:cNvPr>
            <p:cNvGrpSpPr/>
            <p:nvPr/>
          </p:nvGrpSpPr>
          <p:grpSpPr>
            <a:xfrm>
              <a:off x="6775374" y="1828801"/>
              <a:ext cx="649995" cy="330505"/>
              <a:chOff x="7493876" y="2774731"/>
              <a:chExt cx="1481958" cy="894622"/>
            </a:xfrm>
          </p:grpSpPr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529576D7-A201-B211-CFEB-0BB380065BA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90FEF061-EEAA-5662-A81F-239C0D5DC47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EE4629C0-8598-C45B-C6F8-4ADBA7F4819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83" name="Freeform 82">
                  <a:extLst>
                    <a:ext uri="{FF2B5EF4-FFF2-40B4-BE49-F238E27FC236}">
                      <a16:creationId xmlns:a16="http://schemas.microsoft.com/office/drawing/2014/main" id="{E338166A-1FEF-F20B-D5C5-049DDD32437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Freeform 83">
                  <a:extLst>
                    <a:ext uri="{FF2B5EF4-FFF2-40B4-BE49-F238E27FC236}">
                      <a16:creationId xmlns:a16="http://schemas.microsoft.com/office/drawing/2014/main" id="{0F186170-836F-3FE8-895C-14D104DE9A2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Freeform 84">
                  <a:extLst>
                    <a:ext uri="{FF2B5EF4-FFF2-40B4-BE49-F238E27FC236}">
                      <a16:creationId xmlns:a16="http://schemas.microsoft.com/office/drawing/2014/main" id="{C5A18A0A-F37C-6D91-EA95-B84342684184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Freeform 85">
                  <a:extLst>
                    <a:ext uri="{FF2B5EF4-FFF2-40B4-BE49-F238E27FC236}">
                      <a16:creationId xmlns:a16="http://schemas.microsoft.com/office/drawing/2014/main" id="{E13C7FC2-D614-761E-DEB6-12BA3EA83EBC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B7BB28B1-D938-F6C9-D6F2-829096A59FEA}"/>
                </a:ext>
              </a:extLst>
            </p:cNvPr>
            <p:cNvGrpSpPr/>
            <p:nvPr/>
          </p:nvGrpSpPr>
          <p:grpSpPr>
            <a:xfrm>
              <a:off x="5748969" y="1683745"/>
              <a:ext cx="649995" cy="330505"/>
              <a:chOff x="7493876" y="2774731"/>
              <a:chExt cx="1481958" cy="894622"/>
            </a:xfrm>
          </p:grpSpPr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C25AB397-96BD-DB15-2403-D8B2CFBC728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B521122B-2A6C-F3CF-7848-90BA23E7A2D3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6F2FF4B3-8DBC-0F6C-0E30-8AFF9598E4F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1" name="Freeform 90">
                  <a:extLst>
                    <a:ext uri="{FF2B5EF4-FFF2-40B4-BE49-F238E27FC236}">
                      <a16:creationId xmlns:a16="http://schemas.microsoft.com/office/drawing/2014/main" id="{0EB05137-5067-FC89-181E-863F1F4D5E5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Freeform 91">
                  <a:extLst>
                    <a:ext uri="{FF2B5EF4-FFF2-40B4-BE49-F238E27FC236}">
                      <a16:creationId xmlns:a16="http://schemas.microsoft.com/office/drawing/2014/main" id="{C4D9353B-A00E-2D77-E203-717D3FFECF3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Freeform 92">
                  <a:extLst>
                    <a:ext uri="{FF2B5EF4-FFF2-40B4-BE49-F238E27FC236}">
                      <a16:creationId xmlns:a16="http://schemas.microsoft.com/office/drawing/2014/main" id="{76CA15D8-DCB0-8E46-D405-90DBC21325DC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Freeform 93">
                  <a:extLst>
                    <a:ext uri="{FF2B5EF4-FFF2-40B4-BE49-F238E27FC236}">
                      <a16:creationId xmlns:a16="http://schemas.microsoft.com/office/drawing/2014/main" id="{3C2346FE-1CCB-0343-A587-D4F4B252756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692951B7-B035-76C7-5A7F-DC41C0D59AD1}"/>
                </a:ext>
              </a:extLst>
            </p:cNvPr>
            <p:cNvGrpSpPr/>
            <p:nvPr/>
          </p:nvGrpSpPr>
          <p:grpSpPr>
            <a:xfrm>
              <a:off x="4623412" y="1847161"/>
              <a:ext cx="649995" cy="330505"/>
              <a:chOff x="7493876" y="2774731"/>
              <a:chExt cx="1481958" cy="894622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7CD25523-892B-F0DC-D226-8E173EACEC8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A4E8BE96-2D4F-53BC-33D0-C76A91046C5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A7D88FCC-B55F-9898-0BF5-6B74DC98AF0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9" name="Freeform 98">
                  <a:extLst>
                    <a:ext uri="{FF2B5EF4-FFF2-40B4-BE49-F238E27FC236}">
                      <a16:creationId xmlns:a16="http://schemas.microsoft.com/office/drawing/2014/main" id="{DE31216A-E6AF-4A13-24AD-A02326891E6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Freeform 99">
                  <a:extLst>
                    <a:ext uri="{FF2B5EF4-FFF2-40B4-BE49-F238E27FC236}">
                      <a16:creationId xmlns:a16="http://schemas.microsoft.com/office/drawing/2014/main" id="{EE51CC3E-C1EE-929A-C42F-DEC3864136D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Freeform 100">
                  <a:extLst>
                    <a:ext uri="{FF2B5EF4-FFF2-40B4-BE49-F238E27FC236}">
                      <a16:creationId xmlns:a16="http://schemas.microsoft.com/office/drawing/2014/main" id="{2BB16EC0-AD24-CEAC-6EFF-6052549F0EE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Freeform 101">
                  <a:extLst>
                    <a:ext uri="{FF2B5EF4-FFF2-40B4-BE49-F238E27FC236}">
                      <a16:creationId xmlns:a16="http://schemas.microsoft.com/office/drawing/2014/main" id="{60B44F22-C839-5E76-96B0-8C796C11A53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" name="Text Box 302">
              <a:extLst>
                <a:ext uri="{FF2B5EF4-FFF2-40B4-BE49-F238E27FC236}">
                  <a16:creationId xmlns:a16="http://schemas.microsoft.com/office/drawing/2014/main" id="{3E1497A2-5D9C-C28D-29F2-95B609FF06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9031" y="2024695"/>
              <a:ext cx="1073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solidFill>
                    <a:srgbClr val="CC0000"/>
                  </a:solidFill>
                </a:rPr>
                <a:t>3 probes</a:t>
              </a:r>
            </a:p>
          </p:txBody>
        </p:sp>
        <p:sp>
          <p:nvSpPr>
            <p:cNvPr id="4" name="Freeform 301">
              <a:extLst>
                <a:ext uri="{FF2B5EF4-FFF2-40B4-BE49-F238E27FC236}">
                  <a16:creationId xmlns:a16="http://schemas.microsoft.com/office/drawing/2014/main" id="{82EBDA85-AEBA-0696-F2DE-C3A76CA0DD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893" y="1635758"/>
              <a:ext cx="1346200" cy="474662"/>
            </a:xfrm>
            <a:custGeom>
              <a:avLst/>
              <a:gdLst>
                <a:gd name="T0" fmla="*/ 2147483647 w 848"/>
                <a:gd name="T1" fmla="*/ 2147483647 h 299"/>
                <a:gd name="T2" fmla="*/ 2147483647 w 848"/>
                <a:gd name="T3" fmla="*/ 2147483647 h 299"/>
                <a:gd name="T4" fmla="*/ 2147483647 w 848"/>
                <a:gd name="T5" fmla="*/ 2147483647 h 299"/>
                <a:gd name="T6" fmla="*/ 2147483647 w 848"/>
                <a:gd name="T7" fmla="*/ 2147483647 h 299"/>
                <a:gd name="T8" fmla="*/ 0 w 848"/>
                <a:gd name="T9" fmla="*/ 2147483647 h 2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8"/>
                <a:gd name="T16" fmla="*/ 0 h 299"/>
                <a:gd name="T17" fmla="*/ 848 w 848"/>
                <a:gd name="T18" fmla="*/ 299 h 29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8" h="299">
                  <a:moveTo>
                    <a:pt x="76" y="76"/>
                  </a:moveTo>
                  <a:cubicBezTo>
                    <a:pt x="137" y="57"/>
                    <a:pt x="200" y="216"/>
                    <a:pt x="324" y="216"/>
                  </a:cubicBezTo>
                  <a:cubicBezTo>
                    <a:pt x="448" y="216"/>
                    <a:pt x="792" y="0"/>
                    <a:pt x="820" y="76"/>
                  </a:cubicBezTo>
                  <a:cubicBezTo>
                    <a:pt x="848" y="152"/>
                    <a:pt x="469" y="245"/>
                    <a:pt x="340" y="296"/>
                  </a:cubicBezTo>
                  <a:cubicBezTo>
                    <a:pt x="203" y="299"/>
                    <a:pt x="62" y="78"/>
                    <a:pt x="0" y="96"/>
                  </a:cubicBez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314856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843A0-0F2D-60FC-C632-60520EFFD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FA264F-23E9-C7CD-4EEA-42D065D5A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Traceroute and ICMP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6311169-3240-829C-209B-388C43DE4EE7}"/>
              </a:ext>
            </a:extLst>
          </p:cNvPr>
          <p:cNvSpPr txBox="1">
            <a:spLocks noChangeArrowheads="1"/>
          </p:cNvSpPr>
          <p:nvPr/>
        </p:nvSpPr>
        <p:spPr>
          <a:xfrm>
            <a:off x="984900" y="5695721"/>
            <a:ext cx="9998917" cy="550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5275" indent="-295275">
              <a:spcBef>
                <a:spcPts val="400"/>
              </a:spcBef>
              <a:defRPr/>
            </a:pPr>
            <a:r>
              <a:rPr lang="en-US" dirty="0"/>
              <a:t>when ICMP message arrives at source: record RTTs</a:t>
            </a:r>
          </a:p>
          <a:p>
            <a:pPr marL="523875" lvl="1" indent="-180975">
              <a:defRPr/>
            </a:pPr>
            <a:endParaRPr lang="en-US" dirty="0"/>
          </a:p>
        </p:txBody>
      </p:sp>
      <p:sp>
        <p:nvSpPr>
          <p:cNvPr id="78" name="Rectangle 3">
            <a:extLst>
              <a:ext uri="{FF2B5EF4-FFF2-40B4-BE49-F238E27FC236}">
                <a16:creationId xmlns:a16="http://schemas.microsoft.com/office/drawing/2014/main" id="{D7220520-C948-63FD-D8A9-E79CDA55E1F3}"/>
              </a:ext>
            </a:extLst>
          </p:cNvPr>
          <p:cNvSpPr txBox="1">
            <a:spLocks noChangeArrowheads="1"/>
          </p:cNvSpPr>
          <p:nvPr/>
        </p:nvSpPr>
        <p:spPr>
          <a:xfrm>
            <a:off x="938996" y="2521027"/>
            <a:ext cx="6396401" cy="32407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indent="-282575">
              <a:defRPr/>
            </a:pPr>
            <a:r>
              <a:rPr lang="en-US" dirty="0"/>
              <a:t>source sends sets of UDP segments to destination</a:t>
            </a:r>
          </a:p>
          <a:p>
            <a:pPr marL="565150" lvl="1" indent="-222250">
              <a:defRPr/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 set has TTL =1, 2</a:t>
            </a:r>
            <a:r>
              <a:rPr lang="en-US" baseline="30000" dirty="0"/>
              <a:t>nd</a:t>
            </a:r>
            <a:r>
              <a:rPr lang="en-US" dirty="0"/>
              <a:t>  set has TTL=2, etc.</a:t>
            </a:r>
          </a:p>
          <a:p>
            <a:pPr marL="282575" indent="-282575">
              <a:defRPr/>
            </a:pPr>
            <a:r>
              <a:rPr lang="en-US" dirty="0"/>
              <a:t>datagram in </a:t>
            </a:r>
            <a:r>
              <a:rPr lang="en-US" i="1" dirty="0"/>
              <a:t>n</a:t>
            </a:r>
            <a:r>
              <a:rPr lang="en-US" dirty="0"/>
              <a:t>th set arrives to nth router:</a:t>
            </a:r>
          </a:p>
          <a:p>
            <a:pPr marL="523875" lvl="1" indent="-180975">
              <a:defRPr/>
            </a:pPr>
            <a:r>
              <a:rPr lang="en-US" dirty="0"/>
              <a:t>router discards datagram and sends source ICMP message (type 11, code 0)</a:t>
            </a:r>
          </a:p>
          <a:p>
            <a:pPr marL="523875" lvl="1" indent="-180975">
              <a:defRPr/>
            </a:pPr>
            <a:r>
              <a:rPr lang="en-US" dirty="0"/>
              <a:t>ICMP message possibly includes name of router &amp; IP address</a:t>
            </a:r>
          </a:p>
          <a:p>
            <a:pPr marL="523875" lvl="1" indent="-180975">
              <a:defRPr/>
            </a:pPr>
            <a:endParaRPr lang="en-US" dirty="0"/>
          </a:p>
        </p:txBody>
      </p:sp>
      <p:grpSp>
        <p:nvGrpSpPr>
          <p:cNvPr id="2" name="Group 1" descr="Traceroute example: 3 probles to the third router on the path">
            <a:extLst>
              <a:ext uri="{FF2B5EF4-FFF2-40B4-BE49-F238E27FC236}">
                <a16:creationId xmlns:a16="http://schemas.microsoft.com/office/drawing/2014/main" id="{AB839C49-29EF-A3F6-24A2-E052306E1690}"/>
              </a:ext>
            </a:extLst>
          </p:cNvPr>
          <p:cNvGrpSpPr/>
          <p:nvPr/>
        </p:nvGrpSpPr>
        <p:grpSpPr>
          <a:xfrm>
            <a:off x="1754718" y="1400808"/>
            <a:ext cx="6802438" cy="854075"/>
            <a:chOff x="1754718" y="1400808"/>
            <a:chExt cx="6802438" cy="854075"/>
          </a:xfrm>
        </p:grpSpPr>
        <p:sp>
          <p:nvSpPr>
            <p:cNvPr id="10" name="Line 38">
              <a:extLst>
                <a:ext uri="{FF2B5EF4-FFF2-40B4-BE49-F238E27FC236}">
                  <a16:creationId xmlns:a16="http://schemas.microsoft.com/office/drawing/2014/main" id="{3D140457-492E-6B61-639E-4E7BE7A543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3068" y="1745295"/>
              <a:ext cx="288925" cy="2651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" name="Line 105">
              <a:extLst>
                <a:ext uri="{FF2B5EF4-FFF2-40B4-BE49-F238E27FC236}">
                  <a16:creationId xmlns:a16="http://schemas.microsoft.com/office/drawing/2014/main" id="{4F14BDFF-5ADF-75E6-8857-C5FB73EE6D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6818" y="1796095"/>
              <a:ext cx="458788" cy="2079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" name="Line 106">
              <a:extLst>
                <a:ext uri="{FF2B5EF4-FFF2-40B4-BE49-F238E27FC236}">
                  <a16:creationId xmlns:a16="http://schemas.microsoft.com/office/drawing/2014/main" id="{F1F77EFE-04F3-57EF-026E-9B1BC04585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856" y="1780220"/>
              <a:ext cx="485775" cy="2079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2B59CD4A-4623-7307-C91F-FD02151BC680}"/>
                </a:ext>
              </a:extLst>
            </p:cNvPr>
            <p:cNvGrpSpPr/>
            <p:nvPr/>
          </p:nvGrpSpPr>
          <p:grpSpPr>
            <a:xfrm>
              <a:off x="2687515" y="1862419"/>
              <a:ext cx="649995" cy="330505"/>
              <a:chOff x="7493876" y="2774731"/>
              <a:chExt cx="1481958" cy="894622"/>
            </a:xfrm>
          </p:grpSpPr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09F70B80-5ECD-788F-860A-21D1E342344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50F88249-8FE1-7E87-FE7D-3125216C8DD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78E36786-8D27-2618-65A4-38E921729FB0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5" name="Freeform 114">
                  <a:extLst>
                    <a:ext uri="{FF2B5EF4-FFF2-40B4-BE49-F238E27FC236}">
                      <a16:creationId xmlns:a16="http://schemas.microsoft.com/office/drawing/2014/main" id="{8905843E-EBEE-D81D-54FA-48EF573FD8FF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Freeform 115">
                  <a:extLst>
                    <a:ext uri="{FF2B5EF4-FFF2-40B4-BE49-F238E27FC236}">
                      <a16:creationId xmlns:a16="http://schemas.microsoft.com/office/drawing/2014/main" id="{D3A5C8B2-050E-BA00-5EFF-87ED7017131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Freeform 116">
                  <a:extLst>
                    <a:ext uri="{FF2B5EF4-FFF2-40B4-BE49-F238E27FC236}">
                      <a16:creationId xmlns:a16="http://schemas.microsoft.com/office/drawing/2014/main" id="{C9699AAC-1851-2F86-707B-B2655DCCA4C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Freeform 117">
                  <a:extLst>
                    <a:ext uri="{FF2B5EF4-FFF2-40B4-BE49-F238E27FC236}">
                      <a16:creationId xmlns:a16="http://schemas.microsoft.com/office/drawing/2014/main" id="{088CC4A4-92C8-04E6-FF31-C353C74786C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3" name="Line 108">
              <a:extLst>
                <a:ext uri="{FF2B5EF4-FFF2-40B4-BE49-F238E27FC236}">
                  <a16:creationId xmlns:a16="http://schemas.microsoft.com/office/drawing/2014/main" id="{E8FFD99F-E4B4-8D08-A394-9315CA47AD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3731" y="1511933"/>
              <a:ext cx="34925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" name="Line 291">
              <a:extLst>
                <a:ext uri="{FF2B5EF4-FFF2-40B4-BE49-F238E27FC236}">
                  <a16:creationId xmlns:a16="http://schemas.microsoft.com/office/drawing/2014/main" id="{9CC2F064-D46F-2E8A-E445-E76C450D23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981" y="1911983"/>
              <a:ext cx="228600" cy="3111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0864B35F-98A2-D948-61B0-D41AE8C26F14}"/>
                </a:ext>
              </a:extLst>
            </p:cNvPr>
            <p:cNvGrpSpPr/>
            <p:nvPr/>
          </p:nvGrpSpPr>
          <p:grpSpPr>
            <a:xfrm>
              <a:off x="3636127" y="1646571"/>
              <a:ext cx="649995" cy="330505"/>
              <a:chOff x="7493876" y="2774731"/>
              <a:chExt cx="1481958" cy="894622"/>
            </a:xfrm>
          </p:grpSpPr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F9470FB4-D5E1-95C3-71BA-0415429397D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04D64E06-13E5-D1AF-A8DC-17D9B27EBEC0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20CCDC79-669B-1CA1-E80E-79BB595F81C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7" name="Freeform 106">
                  <a:extLst>
                    <a:ext uri="{FF2B5EF4-FFF2-40B4-BE49-F238E27FC236}">
                      <a16:creationId xmlns:a16="http://schemas.microsoft.com/office/drawing/2014/main" id="{794EA464-308F-8900-74EA-615A46EB9BD8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Freeform 107">
                  <a:extLst>
                    <a:ext uri="{FF2B5EF4-FFF2-40B4-BE49-F238E27FC236}">
                      <a16:creationId xmlns:a16="http://schemas.microsoft.com/office/drawing/2014/main" id="{09A79698-3BF8-986B-AAA5-2DC9BB3BA1B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Freeform 108">
                  <a:extLst>
                    <a:ext uri="{FF2B5EF4-FFF2-40B4-BE49-F238E27FC236}">
                      <a16:creationId xmlns:a16="http://schemas.microsoft.com/office/drawing/2014/main" id="{F47ED875-E94E-4787-1940-5C290B2BBCF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Freeform 109">
                  <a:extLst>
                    <a:ext uri="{FF2B5EF4-FFF2-40B4-BE49-F238E27FC236}">
                      <a16:creationId xmlns:a16="http://schemas.microsoft.com/office/drawing/2014/main" id="{5553D07A-9DC8-79FD-0BA2-D2F1C95EBAD1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4" name="Line 113">
              <a:extLst>
                <a:ext uri="{FF2B5EF4-FFF2-40B4-BE49-F238E27FC236}">
                  <a16:creationId xmlns:a16="http://schemas.microsoft.com/office/drawing/2014/main" id="{E8D5E5C9-73D0-20D1-6B79-18D871F5FF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28168" y="1840545"/>
              <a:ext cx="620713" cy="1444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5" name="Line 260">
              <a:extLst>
                <a:ext uri="{FF2B5EF4-FFF2-40B4-BE49-F238E27FC236}">
                  <a16:creationId xmlns:a16="http://schemas.microsoft.com/office/drawing/2014/main" id="{08CF212F-60A3-27FC-A8C0-FE9291BEF1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7356" y="1805620"/>
              <a:ext cx="485775" cy="2079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6" name="Line 261">
              <a:extLst>
                <a:ext uri="{FF2B5EF4-FFF2-40B4-BE49-F238E27FC236}">
                  <a16:creationId xmlns:a16="http://schemas.microsoft.com/office/drawing/2014/main" id="{87EFFF2D-8006-DAC4-57BB-E2ACD3E642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85568" y="1751645"/>
              <a:ext cx="557213" cy="2778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" name="Line 292">
              <a:extLst>
                <a:ext uri="{FF2B5EF4-FFF2-40B4-BE49-F238E27FC236}">
                  <a16:creationId xmlns:a16="http://schemas.microsoft.com/office/drawing/2014/main" id="{72ABAC10-1F44-3D85-CC01-833425D426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6031" y="1499233"/>
              <a:ext cx="228600" cy="3111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9" name="Line 294">
              <a:extLst>
                <a:ext uri="{FF2B5EF4-FFF2-40B4-BE49-F238E27FC236}">
                  <a16:creationId xmlns:a16="http://schemas.microsoft.com/office/drawing/2014/main" id="{BCECA0F1-DBB5-2B54-5DCE-9892FD526B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23331" y="2102483"/>
              <a:ext cx="34925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0" name="Line 295">
              <a:extLst>
                <a:ext uri="{FF2B5EF4-FFF2-40B4-BE49-F238E27FC236}">
                  <a16:creationId xmlns:a16="http://schemas.microsoft.com/office/drawing/2014/main" id="{A5693594-EC6C-EDDE-2A7B-D652254404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8931" y="1607183"/>
              <a:ext cx="6350" cy="260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24" name="Group 21">
              <a:extLst>
                <a:ext uri="{FF2B5EF4-FFF2-40B4-BE49-F238E27FC236}">
                  <a16:creationId xmlns:a16="http://schemas.microsoft.com/office/drawing/2014/main" id="{F4A58BE0-9AFD-8457-60C6-0A12E8D69A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4718" y="1400808"/>
              <a:ext cx="820738" cy="688975"/>
              <a:chOff x="-44" y="1473"/>
              <a:chExt cx="981" cy="1105"/>
            </a:xfrm>
          </p:grpSpPr>
          <p:pic>
            <p:nvPicPr>
              <p:cNvPr id="25" name="Picture 22" descr="desktop_computer_stylized_medium">
                <a:extLst>
                  <a:ext uri="{FF2B5EF4-FFF2-40B4-BE49-F238E27FC236}">
                    <a16:creationId xmlns:a16="http://schemas.microsoft.com/office/drawing/2014/main" id="{D89A0730-FAAC-C0F1-BB3F-4FED8887F8A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" name="Freeform 23">
                <a:extLst>
                  <a:ext uri="{FF2B5EF4-FFF2-40B4-BE49-F238E27FC236}">
                    <a16:creationId xmlns:a16="http://schemas.microsoft.com/office/drawing/2014/main" id="{43EAC79A-6EE6-3C18-7C76-DB71D950E86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176 w 356"/>
                  <a:gd name="T3" fmla="*/ 248 h 368"/>
                  <a:gd name="T4" fmla="*/ 4954 w 356"/>
                  <a:gd name="T5" fmla="*/ 5173 h 368"/>
                  <a:gd name="T6" fmla="*/ 1092 w 356"/>
                  <a:gd name="T7" fmla="*/ 646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27" name="Group 24">
              <a:extLst>
                <a:ext uri="{FF2B5EF4-FFF2-40B4-BE49-F238E27FC236}">
                  <a16:creationId xmlns:a16="http://schemas.microsoft.com/office/drawing/2014/main" id="{FCAF802D-C67D-1C60-B24D-ED7F07F918F2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803093" y="1438908"/>
              <a:ext cx="754063" cy="669925"/>
              <a:chOff x="-44" y="1473"/>
              <a:chExt cx="981" cy="1105"/>
            </a:xfrm>
          </p:grpSpPr>
          <p:pic>
            <p:nvPicPr>
              <p:cNvPr id="28" name="Picture 25" descr="desktop_computer_stylized_medium">
                <a:extLst>
                  <a:ext uri="{FF2B5EF4-FFF2-40B4-BE49-F238E27FC236}">
                    <a16:creationId xmlns:a16="http://schemas.microsoft.com/office/drawing/2014/main" id="{67580146-5ACA-2DCB-AE64-8A6A678F734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" name="Freeform 26">
                <a:extLst>
                  <a:ext uri="{FF2B5EF4-FFF2-40B4-BE49-F238E27FC236}">
                    <a16:creationId xmlns:a16="http://schemas.microsoft.com/office/drawing/2014/main" id="{C375FBA1-137A-C58F-3A3D-859732E266D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176 w 356"/>
                  <a:gd name="T3" fmla="*/ 248 h 368"/>
                  <a:gd name="T4" fmla="*/ 4954 w 356"/>
                  <a:gd name="T5" fmla="*/ 5173 h 368"/>
                  <a:gd name="T6" fmla="*/ 1092 w 356"/>
                  <a:gd name="T7" fmla="*/ 646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248FBB9-DCE8-FF78-A165-65A7F31F3057}"/>
                </a:ext>
              </a:extLst>
            </p:cNvPr>
            <p:cNvGrpSpPr/>
            <p:nvPr/>
          </p:nvGrpSpPr>
          <p:grpSpPr>
            <a:xfrm>
              <a:off x="6775374" y="1828801"/>
              <a:ext cx="649995" cy="330505"/>
              <a:chOff x="7493876" y="2774731"/>
              <a:chExt cx="1481958" cy="894622"/>
            </a:xfrm>
          </p:grpSpPr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EF6300E0-C4C6-30F1-CCBA-EC09D0E98B04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F2CECA01-E2E5-D48D-92A5-A67A654132F8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38B2E3C6-C01B-832D-EC61-A996B4D5EDC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83" name="Freeform 82">
                  <a:extLst>
                    <a:ext uri="{FF2B5EF4-FFF2-40B4-BE49-F238E27FC236}">
                      <a16:creationId xmlns:a16="http://schemas.microsoft.com/office/drawing/2014/main" id="{CADB2DF8-B6AC-6A9F-2AD8-0B138C72E28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Freeform 83">
                  <a:extLst>
                    <a:ext uri="{FF2B5EF4-FFF2-40B4-BE49-F238E27FC236}">
                      <a16:creationId xmlns:a16="http://schemas.microsoft.com/office/drawing/2014/main" id="{D349840C-017A-FB31-76BD-7C9FE886571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Freeform 84">
                  <a:extLst>
                    <a:ext uri="{FF2B5EF4-FFF2-40B4-BE49-F238E27FC236}">
                      <a16:creationId xmlns:a16="http://schemas.microsoft.com/office/drawing/2014/main" id="{6EED8439-579B-B25C-3CA7-568A9A1DE0A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Freeform 85">
                  <a:extLst>
                    <a:ext uri="{FF2B5EF4-FFF2-40B4-BE49-F238E27FC236}">
                      <a16:creationId xmlns:a16="http://schemas.microsoft.com/office/drawing/2014/main" id="{C07C31A6-765E-B037-1576-BD37375766D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A870B4D0-245A-62E5-FF5F-EEB44598D101}"/>
                </a:ext>
              </a:extLst>
            </p:cNvPr>
            <p:cNvGrpSpPr/>
            <p:nvPr/>
          </p:nvGrpSpPr>
          <p:grpSpPr>
            <a:xfrm>
              <a:off x="5748969" y="1683745"/>
              <a:ext cx="649995" cy="330505"/>
              <a:chOff x="7493876" y="2774731"/>
              <a:chExt cx="1481958" cy="894622"/>
            </a:xfrm>
          </p:grpSpPr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9864C8FD-6665-B64B-B4BE-85C0F42CC88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463CC1DF-B6F3-0FFD-68D1-B678BAD54C0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F6604EBE-C832-B90E-8E38-2EF777CF34D0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1" name="Freeform 90">
                  <a:extLst>
                    <a:ext uri="{FF2B5EF4-FFF2-40B4-BE49-F238E27FC236}">
                      <a16:creationId xmlns:a16="http://schemas.microsoft.com/office/drawing/2014/main" id="{9CF3515C-FFBF-D4BF-0851-521A5D4EF5A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Freeform 91">
                  <a:extLst>
                    <a:ext uri="{FF2B5EF4-FFF2-40B4-BE49-F238E27FC236}">
                      <a16:creationId xmlns:a16="http://schemas.microsoft.com/office/drawing/2014/main" id="{C2BE7145-1AA7-41B7-01F6-A955A95397A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Freeform 92">
                  <a:extLst>
                    <a:ext uri="{FF2B5EF4-FFF2-40B4-BE49-F238E27FC236}">
                      <a16:creationId xmlns:a16="http://schemas.microsoft.com/office/drawing/2014/main" id="{4FE45D3B-E351-2CB9-D326-6EE7424D3FE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Freeform 93">
                  <a:extLst>
                    <a:ext uri="{FF2B5EF4-FFF2-40B4-BE49-F238E27FC236}">
                      <a16:creationId xmlns:a16="http://schemas.microsoft.com/office/drawing/2014/main" id="{134E03DC-BA67-2D14-39FF-B5C4980BE45F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A1489442-EB79-8AE6-248E-774FB127EAAF}"/>
                </a:ext>
              </a:extLst>
            </p:cNvPr>
            <p:cNvGrpSpPr/>
            <p:nvPr/>
          </p:nvGrpSpPr>
          <p:grpSpPr>
            <a:xfrm>
              <a:off x="4623412" y="1847161"/>
              <a:ext cx="649995" cy="330505"/>
              <a:chOff x="7493876" y="2774731"/>
              <a:chExt cx="1481958" cy="894622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761A8B8A-7131-744A-8902-3BDF2341EC24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97CAD231-2A90-22BA-3240-11E9679B260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F1AA3E0F-7CEC-FE5A-A028-E8642A53DB20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9" name="Freeform 98">
                  <a:extLst>
                    <a:ext uri="{FF2B5EF4-FFF2-40B4-BE49-F238E27FC236}">
                      <a16:creationId xmlns:a16="http://schemas.microsoft.com/office/drawing/2014/main" id="{D9B7C8B6-B1A6-695E-3C37-2E2CCEC504AD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Freeform 99">
                  <a:extLst>
                    <a:ext uri="{FF2B5EF4-FFF2-40B4-BE49-F238E27FC236}">
                      <a16:creationId xmlns:a16="http://schemas.microsoft.com/office/drawing/2014/main" id="{2A4BD303-7656-31FA-67AA-81AF3ECD659C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Freeform 100">
                  <a:extLst>
                    <a:ext uri="{FF2B5EF4-FFF2-40B4-BE49-F238E27FC236}">
                      <a16:creationId xmlns:a16="http://schemas.microsoft.com/office/drawing/2014/main" id="{AB32C6AF-5CBF-9A95-7742-BC968DFA397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Freeform 101">
                  <a:extLst>
                    <a:ext uri="{FF2B5EF4-FFF2-40B4-BE49-F238E27FC236}">
                      <a16:creationId xmlns:a16="http://schemas.microsoft.com/office/drawing/2014/main" id="{8C81B127-BD49-9C34-47B4-1DC4DC5409E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6" name="Freeform 303">
              <a:extLst>
                <a:ext uri="{FF2B5EF4-FFF2-40B4-BE49-F238E27FC236}">
                  <a16:creationId xmlns:a16="http://schemas.microsoft.com/office/drawing/2014/main" id="{3C428387-22C0-9ADA-23F1-6EE784E53B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4493" y="1684970"/>
              <a:ext cx="2247900" cy="403225"/>
            </a:xfrm>
            <a:custGeom>
              <a:avLst/>
              <a:gdLst>
                <a:gd name="T0" fmla="*/ 2147483647 w 1416"/>
                <a:gd name="T1" fmla="*/ 2147483647 h 254"/>
                <a:gd name="T2" fmla="*/ 2147483647 w 1416"/>
                <a:gd name="T3" fmla="*/ 2147483647 h 254"/>
                <a:gd name="T4" fmla="*/ 2147483647 w 1416"/>
                <a:gd name="T5" fmla="*/ 2147483647 h 254"/>
                <a:gd name="T6" fmla="*/ 2147483647 w 1416"/>
                <a:gd name="T7" fmla="*/ 2147483647 h 254"/>
                <a:gd name="T8" fmla="*/ 2147483647 w 1416"/>
                <a:gd name="T9" fmla="*/ 2147483647 h 254"/>
                <a:gd name="T10" fmla="*/ 2147483647 w 1416"/>
                <a:gd name="T11" fmla="*/ 2147483647 h 254"/>
                <a:gd name="T12" fmla="*/ 0 w 1416"/>
                <a:gd name="T13" fmla="*/ 2147483647 h 2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16"/>
                <a:gd name="T22" fmla="*/ 0 h 254"/>
                <a:gd name="T23" fmla="*/ 1416 w 1416"/>
                <a:gd name="T24" fmla="*/ 254 h 25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16" h="254">
                  <a:moveTo>
                    <a:pt x="76" y="30"/>
                  </a:moveTo>
                  <a:cubicBezTo>
                    <a:pt x="137" y="11"/>
                    <a:pt x="200" y="170"/>
                    <a:pt x="324" y="170"/>
                  </a:cubicBezTo>
                  <a:cubicBezTo>
                    <a:pt x="461" y="165"/>
                    <a:pt x="717" y="0"/>
                    <a:pt x="896" y="2"/>
                  </a:cubicBezTo>
                  <a:cubicBezTo>
                    <a:pt x="1075" y="4"/>
                    <a:pt x="1416" y="122"/>
                    <a:pt x="1400" y="182"/>
                  </a:cubicBezTo>
                  <a:cubicBezTo>
                    <a:pt x="1384" y="242"/>
                    <a:pt x="1073" y="63"/>
                    <a:pt x="896" y="74"/>
                  </a:cubicBezTo>
                  <a:cubicBezTo>
                    <a:pt x="719" y="85"/>
                    <a:pt x="489" y="254"/>
                    <a:pt x="340" y="250"/>
                  </a:cubicBezTo>
                  <a:cubicBezTo>
                    <a:pt x="191" y="246"/>
                    <a:pt x="62" y="32"/>
                    <a:pt x="0" y="50"/>
                  </a:cubicBez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Text Box 304">
              <a:extLst>
                <a:ext uri="{FF2B5EF4-FFF2-40B4-BE49-F238E27FC236}">
                  <a16:creationId xmlns:a16="http://schemas.microsoft.com/office/drawing/2014/main" id="{1EED3B8F-D4E3-2D7D-AABA-D314294E30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968" y="1438908"/>
              <a:ext cx="1073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solidFill>
                    <a:srgbClr val="CC0000"/>
                  </a:solidFill>
                </a:rPr>
                <a:t>3 probes</a:t>
              </a:r>
            </a:p>
          </p:txBody>
        </p:sp>
      </p:grpSp>
      <p:sp>
        <p:nvSpPr>
          <p:cNvPr id="21" name="Rectangle 5">
            <a:extLst>
              <a:ext uri="{FF2B5EF4-FFF2-40B4-BE49-F238E27FC236}">
                <a16:creationId xmlns:a16="http://schemas.microsoft.com/office/drawing/2014/main" id="{AE9F5896-46D7-D5B1-F01B-BD06778A6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562" y="2730905"/>
            <a:ext cx="3810000" cy="2568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</a:pPr>
            <a:r>
              <a:rPr lang="en-US" sz="2800" dirty="0">
                <a:solidFill>
                  <a:srgbClr val="000099"/>
                </a:solidFill>
              </a:rPr>
              <a:t>stopping criteria: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/>
              <a:t>UDP segment eventually arrives at destination host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/>
              <a:t>destination returns ICMP </a:t>
            </a:r>
            <a:r>
              <a:rPr lang="ja-JP" altLang="en-US" sz="2400"/>
              <a:t>“</a:t>
            </a:r>
            <a:r>
              <a:rPr lang="en-US" altLang="ja-JP" sz="2400" dirty="0"/>
              <a:t>port unreachable</a:t>
            </a:r>
            <a:r>
              <a:rPr lang="ja-JP" altLang="en-US" sz="2400"/>
              <a:t>”</a:t>
            </a:r>
            <a:r>
              <a:rPr lang="en-US" altLang="ja-JP" sz="2400" dirty="0"/>
              <a:t> message (type 3, code 3)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/>
              <a:t>source stops</a:t>
            </a:r>
          </a:p>
        </p:txBody>
      </p:sp>
    </p:spTree>
    <p:extLst>
      <p:ext uri="{BB962C8B-B14F-4D97-AF65-F5344CB8AC3E}">
        <p14:creationId xmlns:p14="http://schemas.microsoft.com/office/powerpoint/2010/main" val="18269729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3E5F7-928E-7FA1-0056-1C0BD984B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65EA5-5F3F-FB2A-C8E0-D22E0D4B2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management</a:t>
            </a:r>
          </a:p>
        </p:txBody>
      </p:sp>
    </p:spTree>
    <p:extLst>
      <p:ext uri="{BB962C8B-B14F-4D97-AF65-F5344CB8AC3E}">
        <p14:creationId xmlns:p14="http://schemas.microsoft.com/office/powerpoint/2010/main" val="4280358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D8288-A30F-B346-89F2-6C4A6812F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075" y="1557773"/>
            <a:ext cx="10515600" cy="2230456"/>
          </a:xfrm>
        </p:spPr>
        <p:txBody>
          <a:bodyPr>
            <a:normAutofit fontScale="92500" lnSpcReduction="10000"/>
          </a:bodyPr>
          <a:lstStyle/>
          <a:p>
            <a:pPr indent="-284163">
              <a:defRPr/>
            </a:pPr>
            <a:r>
              <a:rPr lang="en-US" sz="3200" dirty="0">
                <a:solidFill>
                  <a:srgbClr val="0000A8"/>
                </a:solidFill>
              </a:rPr>
              <a:t>autonomous systems (aka “network”): </a:t>
            </a:r>
            <a:r>
              <a:rPr lang="en-US" sz="3200" dirty="0"/>
              <a:t>1000s of interacting hardware/software components</a:t>
            </a:r>
          </a:p>
          <a:p>
            <a:pPr indent="-284163">
              <a:defRPr/>
            </a:pPr>
            <a:r>
              <a:rPr lang="en-US" sz="3200" dirty="0"/>
              <a:t>other complex systems requiring monitoring, configuration, control:</a:t>
            </a:r>
          </a:p>
          <a:p>
            <a:pPr lvl="1">
              <a:defRPr/>
            </a:pPr>
            <a:r>
              <a:rPr lang="en-US" sz="3000" dirty="0"/>
              <a:t>jet airplane, nuclear power plant, others?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4829BE-EAEB-5749-867B-1EC3359A7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network management?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20A614A-762E-7F4E-AB21-A93FB6D5C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981694" y="4123789"/>
            <a:ext cx="8232775" cy="2093913"/>
            <a:chOff x="1981694" y="4123789"/>
            <a:chExt cx="8232775" cy="2093913"/>
          </a:xfrm>
        </p:grpSpPr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4AAF62B5-79AA-B240-A8E8-8798C98BC2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1207" y="4153952"/>
              <a:ext cx="6962775" cy="2000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2000" dirty="0">
                  <a:latin typeface="Arial"/>
                  <a:cs typeface="Arial"/>
                </a:rPr>
                <a:t>"</a:t>
              </a:r>
              <a:r>
                <a:rPr lang="en-US" sz="2000" dirty="0">
                  <a:solidFill>
                    <a:srgbClr val="000099"/>
                  </a:solidFill>
                  <a:latin typeface="Arial"/>
                  <a:cs typeface="Arial"/>
                </a:rPr>
                <a:t>Network management</a:t>
              </a:r>
              <a:r>
                <a:rPr lang="en-US" sz="2000" dirty="0">
                  <a:latin typeface="Arial"/>
                  <a:cs typeface="Arial"/>
                </a:rPr>
                <a:t> includes the deployment, integration </a:t>
              </a:r>
            </a:p>
            <a:p>
              <a:pPr algn="l">
                <a:defRPr/>
              </a:pPr>
              <a:r>
                <a:rPr lang="en-US" sz="2000" dirty="0">
                  <a:latin typeface="Arial"/>
                  <a:cs typeface="Arial"/>
                </a:rPr>
                <a:t>and coordination of the hardware, software, and human </a:t>
              </a:r>
            </a:p>
            <a:p>
              <a:pPr algn="l">
                <a:defRPr/>
              </a:pPr>
              <a:r>
                <a:rPr lang="en-US" sz="2000" dirty="0">
                  <a:latin typeface="Arial"/>
                  <a:cs typeface="Arial"/>
                </a:rPr>
                <a:t>elements to monitor, test, poll, configure, analyze, evaluate, </a:t>
              </a:r>
            </a:p>
            <a:p>
              <a:pPr algn="l">
                <a:defRPr/>
              </a:pPr>
              <a:r>
                <a:rPr lang="en-US" sz="2000" dirty="0">
                  <a:latin typeface="Arial"/>
                  <a:cs typeface="Arial"/>
                </a:rPr>
                <a:t>and control the network and element resources to meet the </a:t>
              </a:r>
            </a:p>
            <a:p>
              <a:pPr algn="l">
                <a:defRPr/>
              </a:pPr>
              <a:r>
                <a:rPr lang="en-US" sz="2000" dirty="0">
                  <a:latin typeface="Arial"/>
                  <a:cs typeface="Arial"/>
                </a:rPr>
                <a:t>real-time, operational performance, and Quality of Service </a:t>
              </a:r>
            </a:p>
            <a:p>
              <a:pPr algn="l">
                <a:defRPr/>
              </a:pPr>
              <a:r>
                <a:rPr lang="en-US" sz="2000" dirty="0">
                  <a:latin typeface="Arial"/>
                  <a:cs typeface="Arial"/>
                </a:rPr>
                <a:t>requirements at a reasonable cost."</a:t>
              </a:r>
              <a:r>
                <a:rPr lang="en-US" dirty="0"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C047F7E7-348B-A04F-BBBB-2D9AFE81A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957" y="4123789"/>
              <a:ext cx="7148512" cy="2093913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aphicFrame>
          <p:nvGraphicFramePr>
            <p:cNvPr id="9" name="Object 8">
              <a:extLst>
                <a:ext uri="{FF2B5EF4-FFF2-40B4-BE49-F238E27FC236}">
                  <a16:creationId xmlns:a16="http://schemas.microsoft.com/office/drawing/2014/main" id="{326F51F9-30EF-DB47-86E4-F731C95FAE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81694" y="4317464"/>
            <a:ext cx="1123950" cy="160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2" imgW="2870200" imgH="4089400" progId="MS_ClipArt_Gallery.2">
                    <p:embed/>
                  </p:oleObj>
                </mc:Choice>
                <mc:Fallback>
                  <p:oleObj name="Clip" r:id="rId2" imgW="2870200" imgH="4089400" progId="MS_ClipArt_Gallery.2">
                    <p:embed/>
                    <p:pic>
                      <p:nvPicPr>
                        <p:cNvPr id="9" name="Object 8">
                          <a:extLst>
                            <a:ext uri="{FF2B5EF4-FFF2-40B4-BE49-F238E27FC236}">
                              <a16:creationId xmlns:a16="http://schemas.microsoft.com/office/drawing/2014/main" id="{326F51F9-30EF-DB47-86E4-F731C95FAEC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1694" y="4317464"/>
                          <a:ext cx="1123950" cy="160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997536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829BE-EAEB-5749-867B-1EC3359A7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network management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851B6279-A7BE-4E47-8F0D-1E0B5B9927C3}"/>
              </a:ext>
            </a:extLst>
          </p:cNvPr>
          <p:cNvSpPr txBox="1"/>
          <p:nvPr/>
        </p:nvSpPr>
        <p:spPr>
          <a:xfrm>
            <a:off x="285926" y="1905917"/>
            <a:ext cx="2787267" cy="1809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Managing server: </a:t>
            </a:r>
            <a:r>
              <a:rPr lang="en-US" sz="2000" dirty="0"/>
              <a:t>application, typically with network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managers (humans) in the loop</a:t>
            </a:r>
          </a:p>
          <a:p>
            <a:endParaRPr lang="en-US" dirty="0"/>
          </a:p>
        </p:txBody>
      </p:sp>
      <p:grpSp>
        <p:nvGrpSpPr>
          <p:cNvPr id="3" name="Group 2" descr="Example of managed devices.">
            <a:extLst>
              <a:ext uri="{FF2B5EF4-FFF2-40B4-BE49-F238E27FC236}">
                <a16:creationId xmlns:a16="http://schemas.microsoft.com/office/drawing/2014/main" id="{BAE64993-9D72-C98A-F531-EA3EBD32C0B2}"/>
              </a:ext>
            </a:extLst>
          </p:cNvPr>
          <p:cNvGrpSpPr/>
          <p:nvPr/>
        </p:nvGrpSpPr>
        <p:grpSpPr>
          <a:xfrm>
            <a:off x="2739071" y="2122869"/>
            <a:ext cx="5578559" cy="4057421"/>
            <a:chOff x="2739071" y="2122869"/>
            <a:chExt cx="5578559" cy="4057421"/>
          </a:xfrm>
        </p:grpSpPr>
        <p:sp>
          <p:nvSpPr>
            <p:cNvPr id="122" name="Freeform 2">
              <a:extLst>
                <a:ext uri="{FF2B5EF4-FFF2-40B4-BE49-F238E27FC236}">
                  <a16:creationId xmlns:a16="http://schemas.microsoft.com/office/drawing/2014/main" id="{1D0FE147-08B7-0C4A-A099-FAD883AC5254}"/>
                </a:ext>
              </a:extLst>
            </p:cNvPr>
            <p:cNvSpPr>
              <a:spLocks/>
            </p:cNvSpPr>
            <p:nvPr/>
          </p:nvSpPr>
          <p:spPr bwMode="auto">
            <a:xfrm rot="16383367">
              <a:off x="3968383" y="2925460"/>
              <a:ext cx="4057421" cy="2452239"/>
            </a:xfrm>
            <a:custGeom>
              <a:avLst/>
              <a:gdLst>
                <a:gd name="T0" fmla="*/ 6 w 1794"/>
                <a:gd name="T1" fmla="*/ 483 h 933"/>
                <a:gd name="T2" fmla="*/ 108 w 1794"/>
                <a:gd name="T3" fmla="*/ 125 h 933"/>
                <a:gd name="T4" fmla="*/ 559 w 1794"/>
                <a:gd name="T5" fmla="*/ 100 h 933"/>
                <a:gd name="T6" fmla="*/ 1128 w 1794"/>
                <a:gd name="T7" fmla="*/ 29 h 933"/>
                <a:gd name="T8" fmla="*/ 1716 w 1794"/>
                <a:gd name="T9" fmla="*/ 275 h 933"/>
                <a:gd name="T10" fmla="*/ 1596 w 1794"/>
                <a:gd name="T11" fmla="*/ 827 h 933"/>
                <a:gd name="T12" fmla="*/ 1380 w 1794"/>
                <a:gd name="T13" fmla="*/ 911 h 933"/>
                <a:gd name="T14" fmla="*/ 840 w 1794"/>
                <a:gd name="T15" fmla="*/ 929 h 933"/>
                <a:gd name="T16" fmla="*/ 414 w 1794"/>
                <a:gd name="T17" fmla="*/ 911 h 933"/>
                <a:gd name="T18" fmla="*/ 143 w 1794"/>
                <a:gd name="T19" fmla="*/ 832 h 933"/>
                <a:gd name="T20" fmla="*/ 6 w 1794"/>
                <a:gd name="T21" fmla="*/ 483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23" name="Line 252">
              <a:extLst>
                <a:ext uri="{FF2B5EF4-FFF2-40B4-BE49-F238E27FC236}">
                  <a16:creationId xmlns:a16="http://schemas.microsoft.com/office/drawing/2014/main" id="{6913E897-BB93-9344-AF33-6C15AD34C2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36787" y="3158537"/>
              <a:ext cx="338138" cy="10429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124" name="Line 254">
              <a:extLst>
                <a:ext uri="{FF2B5EF4-FFF2-40B4-BE49-F238E27FC236}">
                  <a16:creationId xmlns:a16="http://schemas.microsoft.com/office/drawing/2014/main" id="{AED25EE3-AFF0-984B-92D0-62D8E298F4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67286" y="4112624"/>
              <a:ext cx="290202" cy="2514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126" name="Line 272">
              <a:extLst>
                <a:ext uri="{FF2B5EF4-FFF2-40B4-BE49-F238E27FC236}">
                  <a16:creationId xmlns:a16="http://schemas.microsoft.com/office/drawing/2014/main" id="{4D3DB148-5EA8-9047-A1B8-B0AFCF1AF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0150" y="4603162"/>
              <a:ext cx="373062" cy="5540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179" name="Line 272">
              <a:extLst>
                <a:ext uri="{FF2B5EF4-FFF2-40B4-BE49-F238E27FC236}">
                  <a16:creationId xmlns:a16="http://schemas.microsoft.com/office/drawing/2014/main" id="{CDCDCF97-149D-E14A-9653-EDBE25CA9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62112" y="3653837"/>
              <a:ext cx="371475" cy="5540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180" name="Line 272">
              <a:extLst>
                <a:ext uri="{FF2B5EF4-FFF2-40B4-BE49-F238E27FC236}">
                  <a16:creationId xmlns:a16="http://schemas.microsoft.com/office/drawing/2014/main" id="{217AC889-87F2-F64B-AAFE-21DBE539F9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76425" y="4592049"/>
              <a:ext cx="309562" cy="10239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grpSp>
          <p:nvGrpSpPr>
            <p:cNvPr id="355" name="Group 354">
              <a:extLst>
                <a:ext uri="{FF2B5EF4-FFF2-40B4-BE49-F238E27FC236}">
                  <a16:creationId xmlns:a16="http://schemas.microsoft.com/office/drawing/2014/main" id="{FB46EAEC-6740-674A-86AA-B160C7FB22B9}"/>
                </a:ext>
              </a:extLst>
            </p:cNvPr>
            <p:cNvGrpSpPr/>
            <p:nvPr/>
          </p:nvGrpSpPr>
          <p:grpSpPr>
            <a:xfrm>
              <a:off x="3982954" y="2808993"/>
              <a:ext cx="4334676" cy="3307930"/>
              <a:chOff x="3982954" y="2808993"/>
              <a:chExt cx="4334676" cy="3307930"/>
            </a:xfrm>
          </p:grpSpPr>
          <p:sp>
            <p:nvSpPr>
              <p:cNvPr id="127" name="Text Box 333">
                <a:extLst>
                  <a:ext uri="{FF2B5EF4-FFF2-40B4-BE49-F238E27FC236}">
                    <a16:creationId xmlns:a16="http://schemas.microsoft.com/office/drawing/2014/main" id="{9A14EC5D-753E-8649-8A83-064482FC36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2954" y="5809146"/>
                <a:ext cx="1497526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400" dirty="0">
                    <a:solidFill>
                      <a:srgbClr val="000000"/>
                    </a:solidFill>
                    <a:latin typeface="Arial"/>
                    <a:ea typeface="ＭＳ Ｐゴシック" charset="0"/>
                    <a:cs typeface="Arial"/>
                  </a:rPr>
                  <a:t>managed device</a:t>
                </a:r>
              </a:p>
            </p:txBody>
          </p:sp>
          <p:sp>
            <p:nvSpPr>
              <p:cNvPr id="128" name="Text Box 338">
                <a:extLst>
                  <a:ext uri="{FF2B5EF4-FFF2-40B4-BE49-F238E27FC236}">
                    <a16:creationId xmlns:a16="http://schemas.microsoft.com/office/drawing/2014/main" id="{5BC34EFD-2998-754E-A9F6-A147D52241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89237" y="5649324"/>
                <a:ext cx="1690387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ＭＳ Ｐゴシック" charset="0"/>
                    <a:cs typeface="Arial"/>
                  </a:rPr>
                  <a:t>managed device</a:t>
                </a:r>
              </a:p>
            </p:txBody>
          </p:sp>
          <p:sp>
            <p:nvSpPr>
              <p:cNvPr id="129" name="Text Box 339">
                <a:extLst>
                  <a:ext uri="{FF2B5EF4-FFF2-40B4-BE49-F238E27FC236}">
                    <a16:creationId xmlns:a16="http://schemas.microsoft.com/office/drawing/2014/main" id="{E732D711-7435-AA4C-8388-75049CC059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20104" y="2808993"/>
                <a:ext cx="1497526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400" dirty="0">
                    <a:solidFill>
                      <a:srgbClr val="000000"/>
                    </a:solidFill>
                    <a:latin typeface="Arial"/>
                    <a:ea typeface="ＭＳ Ｐゴシック" charset="0"/>
                    <a:cs typeface="Arial"/>
                  </a:rPr>
                  <a:t>managed device</a:t>
                </a:r>
              </a:p>
            </p:txBody>
          </p:sp>
          <p:sp>
            <p:nvSpPr>
              <p:cNvPr id="130" name="Text Box 340">
                <a:extLst>
                  <a:ext uri="{FF2B5EF4-FFF2-40B4-BE49-F238E27FC236}">
                    <a16:creationId xmlns:a16="http://schemas.microsoft.com/office/drawing/2014/main" id="{F2F6D17E-1DBB-5742-BECB-79F1D2129D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62275" y="4115799"/>
                <a:ext cx="1539652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000000"/>
                    </a:solidFill>
                    <a:ea typeface="ＭＳ Ｐゴシック" charset="0"/>
                    <a:cs typeface="Arial"/>
                  </a:rPr>
                  <a:t>managed device</a:t>
                </a:r>
              </a:p>
            </p:txBody>
          </p:sp>
          <p:sp>
            <p:nvSpPr>
              <p:cNvPr id="193" name="Text Box 338">
                <a:extLst>
                  <a:ext uri="{FF2B5EF4-FFF2-40B4-BE49-F238E27FC236}">
                    <a16:creationId xmlns:a16="http://schemas.microsoft.com/office/drawing/2014/main" id="{27C73C8D-E0AC-AA48-BE21-27CFAB10C4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74160" y="4518371"/>
                <a:ext cx="1539652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000000"/>
                    </a:solidFill>
                    <a:ea typeface="ＭＳ Ｐゴシック" charset="0"/>
                    <a:cs typeface="Arial"/>
                  </a:rPr>
                  <a:t>managed device</a:t>
                </a:r>
              </a:p>
            </p:txBody>
          </p:sp>
        </p:grpSp>
        <p:grpSp>
          <p:nvGrpSpPr>
            <p:cNvPr id="234" name="Group 906">
              <a:extLst>
                <a:ext uri="{FF2B5EF4-FFF2-40B4-BE49-F238E27FC236}">
                  <a16:creationId xmlns:a16="http://schemas.microsoft.com/office/drawing/2014/main" id="{173218FC-6399-844C-A5FC-70F0E86318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91628" y="2760942"/>
              <a:ext cx="469569" cy="865434"/>
              <a:chOff x="4140" y="429"/>
              <a:chExt cx="1425" cy="2396"/>
            </a:xfrm>
          </p:grpSpPr>
          <p:sp>
            <p:nvSpPr>
              <p:cNvPr id="235" name="Freeform 907">
                <a:extLst>
                  <a:ext uri="{FF2B5EF4-FFF2-40B4-BE49-F238E27FC236}">
                    <a16:creationId xmlns:a16="http://schemas.microsoft.com/office/drawing/2014/main" id="{9FAB3F81-75C7-914D-9B93-EE351B0446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6" name="Rectangle 908">
                <a:extLst>
                  <a:ext uri="{FF2B5EF4-FFF2-40B4-BE49-F238E27FC236}">
                    <a16:creationId xmlns:a16="http://schemas.microsoft.com/office/drawing/2014/main" id="{5C064874-D755-8E49-857C-0099FE4F0E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3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37" name="Freeform 909">
                <a:extLst>
                  <a:ext uri="{FF2B5EF4-FFF2-40B4-BE49-F238E27FC236}">
                    <a16:creationId xmlns:a16="http://schemas.microsoft.com/office/drawing/2014/main" id="{46F1CAEF-3FE8-B449-BAD5-69E0547FC4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8" name="Freeform 910">
                <a:extLst>
                  <a:ext uri="{FF2B5EF4-FFF2-40B4-BE49-F238E27FC236}">
                    <a16:creationId xmlns:a16="http://schemas.microsoft.com/office/drawing/2014/main" id="{49EBF7FD-8D54-E84D-9154-BDD670C757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9" name="Rectangle 911">
                <a:extLst>
                  <a:ext uri="{FF2B5EF4-FFF2-40B4-BE49-F238E27FC236}">
                    <a16:creationId xmlns:a16="http://schemas.microsoft.com/office/drawing/2014/main" id="{372EE2EF-BCD2-4443-ACF5-0C378C8109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2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40" name="Group 912">
                <a:extLst>
                  <a:ext uri="{FF2B5EF4-FFF2-40B4-BE49-F238E27FC236}">
                    <a16:creationId xmlns:a16="http://schemas.microsoft.com/office/drawing/2014/main" id="{FCF3338F-CB82-A64A-81EC-59955AAE94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65" name="AutoShape 913">
                  <a:extLst>
                    <a:ext uri="{FF2B5EF4-FFF2-40B4-BE49-F238E27FC236}">
                      <a16:creationId xmlns:a16="http://schemas.microsoft.com/office/drawing/2014/main" id="{88D60FCF-832E-1A44-B969-07D458E661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5"/>
                  <a:ext cx="724" cy="12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266" name="AutoShape 914">
                  <a:extLst>
                    <a:ext uri="{FF2B5EF4-FFF2-40B4-BE49-F238E27FC236}">
                      <a16:creationId xmlns:a16="http://schemas.microsoft.com/office/drawing/2014/main" id="{3CA233AF-C996-524D-95B6-D7E376A97A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4"/>
                  <a:ext cx="693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241" name="Rectangle 915">
                <a:extLst>
                  <a:ext uri="{FF2B5EF4-FFF2-40B4-BE49-F238E27FC236}">
                    <a16:creationId xmlns:a16="http://schemas.microsoft.com/office/drawing/2014/main" id="{EF67602A-37BC-AD49-8EC0-B575B3C81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020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42" name="Group 916">
                <a:extLst>
                  <a:ext uri="{FF2B5EF4-FFF2-40B4-BE49-F238E27FC236}">
                    <a16:creationId xmlns:a16="http://schemas.microsoft.com/office/drawing/2014/main" id="{958461CF-B0D9-5542-AA6D-7D6740C4CA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63" name="AutoShape 917">
                  <a:extLst>
                    <a:ext uri="{FF2B5EF4-FFF2-40B4-BE49-F238E27FC236}">
                      <a16:creationId xmlns:a16="http://schemas.microsoft.com/office/drawing/2014/main" id="{AB63DC5A-C1D7-9246-A6C0-B8AA8775A9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31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264" name="AutoShape 918">
                  <a:extLst>
                    <a:ext uri="{FF2B5EF4-FFF2-40B4-BE49-F238E27FC236}">
                      <a16:creationId xmlns:a16="http://schemas.microsoft.com/office/drawing/2014/main" id="{F1D4CACD-4644-B542-BADD-AF8AD946D5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1"/>
                  <a:ext cx="700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243" name="Rectangle 919">
                <a:extLst>
                  <a:ext uri="{FF2B5EF4-FFF2-40B4-BE49-F238E27FC236}">
                    <a16:creationId xmlns:a16="http://schemas.microsoft.com/office/drawing/2014/main" id="{5082B175-26EB-8D49-B96A-36D94547F9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1361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44" name="Rectangle 920">
                <a:extLst>
                  <a:ext uri="{FF2B5EF4-FFF2-40B4-BE49-F238E27FC236}">
                    <a16:creationId xmlns:a16="http://schemas.microsoft.com/office/drawing/2014/main" id="{9C770928-ADB0-984E-946B-B0AF9397C3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657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45" name="Group 921">
                <a:extLst>
                  <a:ext uri="{FF2B5EF4-FFF2-40B4-BE49-F238E27FC236}">
                    <a16:creationId xmlns:a16="http://schemas.microsoft.com/office/drawing/2014/main" id="{843272DA-1C7D-E24B-86DC-1D5DF8C901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61" name="AutoShape 922">
                  <a:extLst>
                    <a:ext uri="{FF2B5EF4-FFF2-40B4-BE49-F238E27FC236}">
                      <a16:creationId xmlns:a16="http://schemas.microsoft.com/office/drawing/2014/main" id="{4B46CF35-53B2-8044-BF5F-DEA6BC7AEE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262" name="AutoShape 923">
                  <a:extLst>
                    <a:ext uri="{FF2B5EF4-FFF2-40B4-BE49-F238E27FC236}">
                      <a16:creationId xmlns:a16="http://schemas.microsoft.com/office/drawing/2014/main" id="{74445663-700C-8C49-829C-DF9345F98D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699" cy="11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246" name="Freeform 924">
                <a:extLst>
                  <a:ext uri="{FF2B5EF4-FFF2-40B4-BE49-F238E27FC236}">
                    <a16:creationId xmlns:a16="http://schemas.microsoft.com/office/drawing/2014/main" id="{99865A8C-D62E-804A-8253-61698D4B5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247" name="Group 925">
                <a:extLst>
                  <a:ext uri="{FF2B5EF4-FFF2-40B4-BE49-F238E27FC236}">
                    <a16:creationId xmlns:a16="http://schemas.microsoft.com/office/drawing/2014/main" id="{2C2A25DD-D467-604E-853A-430D6DD933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59" name="AutoShape 926">
                  <a:extLst>
                    <a:ext uri="{FF2B5EF4-FFF2-40B4-BE49-F238E27FC236}">
                      <a16:creationId xmlns:a16="http://schemas.microsoft.com/office/drawing/2014/main" id="{262B4234-C129-C247-93B0-E630B6E0EE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9"/>
                  <a:ext cx="715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260" name="AutoShape 927">
                  <a:extLst>
                    <a:ext uri="{FF2B5EF4-FFF2-40B4-BE49-F238E27FC236}">
                      <a16:creationId xmlns:a16="http://schemas.microsoft.com/office/drawing/2014/main" id="{C3E86622-0056-564D-997D-8D2A67CF6A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2"/>
                  <a:ext cx="692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248" name="Rectangle 928">
                <a:extLst>
                  <a:ext uri="{FF2B5EF4-FFF2-40B4-BE49-F238E27FC236}">
                    <a16:creationId xmlns:a16="http://schemas.microsoft.com/office/drawing/2014/main" id="{DC63B649-481F-4247-8191-DCC7013567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68" cy="2291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49" name="Freeform 929">
                <a:extLst>
                  <a:ext uri="{FF2B5EF4-FFF2-40B4-BE49-F238E27FC236}">
                    <a16:creationId xmlns:a16="http://schemas.microsoft.com/office/drawing/2014/main" id="{65F170AB-F287-FE42-83E1-55CD525083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50" name="Freeform 930">
                <a:extLst>
                  <a:ext uri="{FF2B5EF4-FFF2-40B4-BE49-F238E27FC236}">
                    <a16:creationId xmlns:a16="http://schemas.microsoft.com/office/drawing/2014/main" id="{5E4EF1AA-2F52-1047-82A1-23273F8DEE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51" name="Oval 931">
                <a:extLst>
                  <a:ext uri="{FF2B5EF4-FFF2-40B4-BE49-F238E27FC236}">
                    <a16:creationId xmlns:a16="http://schemas.microsoft.com/office/drawing/2014/main" id="{2230452E-F139-3746-8866-D20332F081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08"/>
                <a:ext cx="49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52" name="Freeform 932">
                <a:extLst>
                  <a:ext uri="{FF2B5EF4-FFF2-40B4-BE49-F238E27FC236}">
                    <a16:creationId xmlns:a16="http://schemas.microsoft.com/office/drawing/2014/main" id="{AC0FF1B9-AE2B-204E-BD36-7B5B59D91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53" name="AutoShape 933">
                <a:extLst>
                  <a:ext uri="{FF2B5EF4-FFF2-40B4-BE49-F238E27FC236}">
                    <a16:creationId xmlns:a16="http://schemas.microsoft.com/office/drawing/2014/main" id="{6369C9A5-CBA7-4A4F-AC9C-23D6B3D487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1"/>
                <a:ext cx="1197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54" name="AutoShape 934">
                <a:extLst>
                  <a:ext uri="{FF2B5EF4-FFF2-40B4-BE49-F238E27FC236}">
                    <a16:creationId xmlns:a16="http://schemas.microsoft.com/office/drawing/2014/main" id="{A6318CFB-9064-AD4A-84CC-ABFCC22E6B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7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55" name="Oval 935">
                <a:extLst>
                  <a:ext uri="{FF2B5EF4-FFF2-40B4-BE49-F238E27FC236}">
                    <a16:creationId xmlns:a16="http://schemas.microsoft.com/office/drawing/2014/main" id="{9880FA92-2062-A44C-A810-CA2159CC8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85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56" name="Oval 936">
                <a:extLst>
                  <a:ext uri="{FF2B5EF4-FFF2-40B4-BE49-F238E27FC236}">
                    <a16:creationId xmlns:a16="http://schemas.microsoft.com/office/drawing/2014/main" id="{0157C707-BF68-B542-B859-848D7A4793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2385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57" name="Oval 937">
                <a:extLst>
                  <a:ext uri="{FF2B5EF4-FFF2-40B4-BE49-F238E27FC236}">
                    <a16:creationId xmlns:a16="http://schemas.microsoft.com/office/drawing/2014/main" id="{F294F69C-A1CC-5947-8010-B4B39AE87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79"/>
                <a:ext cx="154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58" name="Rectangle 938">
                <a:extLst>
                  <a:ext uri="{FF2B5EF4-FFF2-40B4-BE49-F238E27FC236}">
                    <a16:creationId xmlns:a16="http://schemas.microsoft.com/office/drawing/2014/main" id="{EAAA3B6E-2D50-9248-9BC9-C0BEC39AA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9" y="1834"/>
                <a:ext cx="86" cy="761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</p:grpSp>
        <p:grpSp>
          <p:nvGrpSpPr>
            <p:cNvPr id="140" name="Group 906">
              <a:extLst>
                <a:ext uri="{FF2B5EF4-FFF2-40B4-BE49-F238E27FC236}">
                  <a16:creationId xmlns:a16="http://schemas.microsoft.com/office/drawing/2014/main" id="{F5F36708-6858-2345-B74F-F940F6D34A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4625" y="5150849"/>
              <a:ext cx="366712" cy="579438"/>
              <a:chOff x="4140" y="429"/>
              <a:chExt cx="1425" cy="2396"/>
            </a:xfrm>
          </p:grpSpPr>
          <p:sp>
            <p:nvSpPr>
              <p:cNvPr id="141" name="Freeform 907">
                <a:extLst>
                  <a:ext uri="{FF2B5EF4-FFF2-40B4-BE49-F238E27FC236}">
                    <a16:creationId xmlns:a16="http://schemas.microsoft.com/office/drawing/2014/main" id="{8AB058CC-22A9-094F-A296-F257630C33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2" name="Rectangle 908">
                <a:extLst>
                  <a:ext uri="{FF2B5EF4-FFF2-40B4-BE49-F238E27FC236}">
                    <a16:creationId xmlns:a16="http://schemas.microsoft.com/office/drawing/2014/main" id="{B2E19B36-017A-174D-83CE-76FFFDC913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3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43" name="Freeform 909">
                <a:extLst>
                  <a:ext uri="{FF2B5EF4-FFF2-40B4-BE49-F238E27FC236}">
                    <a16:creationId xmlns:a16="http://schemas.microsoft.com/office/drawing/2014/main" id="{C3D02D38-7B2B-694C-81F7-D30210551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4" name="Freeform 910">
                <a:extLst>
                  <a:ext uri="{FF2B5EF4-FFF2-40B4-BE49-F238E27FC236}">
                    <a16:creationId xmlns:a16="http://schemas.microsoft.com/office/drawing/2014/main" id="{8E4D3BA4-D4ED-4D4C-B80B-E3FDF146E5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5" name="Rectangle 911">
                <a:extLst>
                  <a:ext uri="{FF2B5EF4-FFF2-40B4-BE49-F238E27FC236}">
                    <a16:creationId xmlns:a16="http://schemas.microsoft.com/office/drawing/2014/main" id="{6439C382-7998-8A46-84B9-5C42602A0B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2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146" name="Group 912">
                <a:extLst>
                  <a:ext uri="{FF2B5EF4-FFF2-40B4-BE49-F238E27FC236}">
                    <a16:creationId xmlns:a16="http://schemas.microsoft.com/office/drawing/2014/main" id="{D391F7BB-D435-8B48-BD55-8ACD22723C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71" name="AutoShape 913">
                  <a:extLst>
                    <a:ext uri="{FF2B5EF4-FFF2-40B4-BE49-F238E27FC236}">
                      <a16:creationId xmlns:a16="http://schemas.microsoft.com/office/drawing/2014/main" id="{2CEFA40D-644E-2D44-A85F-B3EBEB1C3D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5"/>
                  <a:ext cx="724" cy="12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72" name="AutoShape 914">
                  <a:extLst>
                    <a:ext uri="{FF2B5EF4-FFF2-40B4-BE49-F238E27FC236}">
                      <a16:creationId xmlns:a16="http://schemas.microsoft.com/office/drawing/2014/main" id="{138D1CC5-3C53-E34B-B85C-710AB82FF7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4"/>
                  <a:ext cx="693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47" name="Rectangle 915">
                <a:extLst>
                  <a:ext uri="{FF2B5EF4-FFF2-40B4-BE49-F238E27FC236}">
                    <a16:creationId xmlns:a16="http://schemas.microsoft.com/office/drawing/2014/main" id="{75B5BC8D-A4D6-324A-B5BF-C1BD434C1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020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148" name="Group 916">
                <a:extLst>
                  <a:ext uri="{FF2B5EF4-FFF2-40B4-BE49-F238E27FC236}">
                    <a16:creationId xmlns:a16="http://schemas.microsoft.com/office/drawing/2014/main" id="{A57AF53C-81B6-1A49-9B07-6EB1C56919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69" name="AutoShape 917">
                  <a:extLst>
                    <a:ext uri="{FF2B5EF4-FFF2-40B4-BE49-F238E27FC236}">
                      <a16:creationId xmlns:a16="http://schemas.microsoft.com/office/drawing/2014/main" id="{5F1800E2-0820-8A4D-AAC7-45E488E911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31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70" name="AutoShape 918">
                  <a:extLst>
                    <a:ext uri="{FF2B5EF4-FFF2-40B4-BE49-F238E27FC236}">
                      <a16:creationId xmlns:a16="http://schemas.microsoft.com/office/drawing/2014/main" id="{1A520FE1-24BC-AD44-AEDD-EC6425DE12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1"/>
                  <a:ext cx="700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49" name="Rectangle 919">
                <a:extLst>
                  <a:ext uri="{FF2B5EF4-FFF2-40B4-BE49-F238E27FC236}">
                    <a16:creationId xmlns:a16="http://schemas.microsoft.com/office/drawing/2014/main" id="{CA89BF72-87DF-D24D-9AE1-CD4710EB99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1361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50" name="Rectangle 920">
                <a:extLst>
                  <a:ext uri="{FF2B5EF4-FFF2-40B4-BE49-F238E27FC236}">
                    <a16:creationId xmlns:a16="http://schemas.microsoft.com/office/drawing/2014/main" id="{085A8733-A497-554A-AB7B-D5A1AF64A2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657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151" name="Group 921">
                <a:extLst>
                  <a:ext uri="{FF2B5EF4-FFF2-40B4-BE49-F238E27FC236}">
                    <a16:creationId xmlns:a16="http://schemas.microsoft.com/office/drawing/2014/main" id="{1105FE4F-B615-EC4E-8ABB-ED368A8322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67" name="AutoShape 922">
                  <a:extLst>
                    <a:ext uri="{FF2B5EF4-FFF2-40B4-BE49-F238E27FC236}">
                      <a16:creationId xmlns:a16="http://schemas.microsoft.com/office/drawing/2014/main" id="{1E0537B8-885D-D745-A7D5-29374562BA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68" name="AutoShape 923">
                  <a:extLst>
                    <a:ext uri="{FF2B5EF4-FFF2-40B4-BE49-F238E27FC236}">
                      <a16:creationId xmlns:a16="http://schemas.microsoft.com/office/drawing/2014/main" id="{1936BEAB-A526-134C-AE61-81FAEC2ADF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699" cy="11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52" name="Freeform 924">
                <a:extLst>
                  <a:ext uri="{FF2B5EF4-FFF2-40B4-BE49-F238E27FC236}">
                    <a16:creationId xmlns:a16="http://schemas.microsoft.com/office/drawing/2014/main" id="{164C338E-555C-6E4B-92D9-2362A1BAF4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53" name="Group 925">
                <a:extLst>
                  <a:ext uri="{FF2B5EF4-FFF2-40B4-BE49-F238E27FC236}">
                    <a16:creationId xmlns:a16="http://schemas.microsoft.com/office/drawing/2014/main" id="{8AB75955-5444-B748-A07D-0C69AF6E35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65" name="AutoShape 926">
                  <a:extLst>
                    <a:ext uri="{FF2B5EF4-FFF2-40B4-BE49-F238E27FC236}">
                      <a16:creationId xmlns:a16="http://schemas.microsoft.com/office/drawing/2014/main" id="{68DCD5E8-676E-6B40-9716-3C861B5CE0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9"/>
                  <a:ext cx="715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66" name="AutoShape 927">
                  <a:extLst>
                    <a:ext uri="{FF2B5EF4-FFF2-40B4-BE49-F238E27FC236}">
                      <a16:creationId xmlns:a16="http://schemas.microsoft.com/office/drawing/2014/main" id="{5EFA084C-2B25-274A-A4C8-4D92B614A1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2"/>
                  <a:ext cx="692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54" name="Rectangle 928">
                <a:extLst>
                  <a:ext uri="{FF2B5EF4-FFF2-40B4-BE49-F238E27FC236}">
                    <a16:creationId xmlns:a16="http://schemas.microsoft.com/office/drawing/2014/main" id="{E96115C3-FB7C-5A42-BCAC-28721129F4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68" cy="2291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55" name="Freeform 929">
                <a:extLst>
                  <a:ext uri="{FF2B5EF4-FFF2-40B4-BE49-F238E27FC236}">
                    <a16:creationId xmlns:a16="http://schemas.microsoft.com/office/drawing/2014/main" id="{099B7B3F-764F-F444-820C-4E04327DEE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6" name="Freeform 930">
                <a:extLst>
                  <a:ext uri="{FF2B5EF4-FFF2-40B4-BE49-F238E27FC236}">
                    <a16:creationId xmlns:a16="http://schemas.microsoft.com/office/drawing/2014/main" id="{3AAE54F6-234E-6E49-B930-A478EEBBED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7" name="Oval 931">
                <a:extLst>
                  <a:ext uri="{FF2B5EF4-FFF2-40B4-BE49-F238E27FC236}">
                    <a16:creationId xmlns:a16="http://schemas.microsoft.com/office/drawing/2014/main" id="{D8DBC382-34E4-A94D-BD33-E73AAE2FF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08"/>
                <a:ext cx="49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58" name="Freeform 932">
                <a:extLst>
                  <a:ext uri="{FF2B5EF4-FFF2-40B4-BE49-F238E27FC236}">
                    <a16:creationId xmlns:a16="http://schemas.microsoft.com/office/drawing/2014/main" id="{02E37BA0-58BA-D340-BBCB-771B7F73BA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9" name="AutoShape 933">
                <a:extLst>
                  <a:ext uri="{FF2B5EF4-FFF2-40B4-BE49-F238E27FC236}">
                    <a16:creationId xmlns:a16="http://schemas.microsoft.com/office/drawing/2014/main" id="{7A11C832-52E2-B24F-B855-7BB84806A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1"/>
                <a:ext cx="1197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60" name="AutoShape 934">
                <a:extLst>
                  <a:ext uri="{FF2B5EF4-FFF2-40B4-BE49-F238E27FC236}">
                    <a16:creationId xmlns:a16="http://schemas.microsoft.com/office/drawing/2014/main" id="{DD7E797A-94DF-C14F-A293-ECD616BE3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7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61" name="Oval 935">
                <a:extLst>
                  <a:ext uri="{FF2B5EF4-FFF2-40B4-BE49-F238E27FC236}">
                    <a16:creationId xmlns:a16="http://schemas.microsoft.com/office/drawing/2014/main" id="{F8E0CD42-1375-4B44-A45E-3FF5137006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85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62" name="Oval 936">
                <a:extLst>
                  <a:ext uri="{FF2B5EF4-FFF2-40B4-BE49-F238E27FC236}">
                    <a16:creationId xmlns:a16="http://schemas.microsoft.com/office/drawing/2014/main" id="{B8C9B57C-1451-C147-8513-C69705F7D6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2385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63" name="Oval 937">
                <a:extLst>
                  <a:ext uri="{FF2B5EF4-FFF2-40B4-BE49-F238E27FC236}">
                    <a16:creationId xmlns:a16="http://schemas.microsoft.com/office/drawing/2014/main" id="{006E60AD-0FA7-A842-A62D-50F9E1041A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79"/>
                <a:ext cx="154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64" name="Rectangle 938">
                <a:extLst>
                  <a:ext uri="{FF2B5EF4-FFF2-40B4-BE49-F238E27FC236}">
                    <a16:creationId xmlns:a16="http://schemas.microsoft.com/office/drawing/2014/main" id="{92049753-196F-6840-ADF3-9EA380D9AC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9" y="1834"/>
                <a:ext cx="86" cy="761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</p:grpSp>
        <p:grpSp>
          <p:nvGrpSpPr>
            <p:cNvPr id="293" name="Group 292">
              <a:extLst>
                <a:ext uri="{FF2B5EF4-FFF2-40B4-BE49-F238E27FC236}">
                  <a16:creationId xmlns:a16="http://schemas.microsoft.com/office/drawing/2014/main" id="{62783107-F170-1847-82B9-DD434F3EF8D6}"/>
                </a:ext>
              </a:extLst>
            </p:cNvPr>
            <p:cNvGrpSpPr/>
            <p:nvPr/>
          </p:nvGrpSpPr>
          <p:grpSpPr>
            <a:xfrm>
              <a:off x="5273431" y="5539343"/>
              <a:ext cx="683116" cy="378456"/>
              <a:chOff x="7493876" y="2774731"/>
              <a:chExt cx="1481958" cy="894622"/>
            </a:xfrm>
          </p:grpSpPr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EF5F3E20-D4BC-C442-BACD-59C30DB1202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95" name="Oval 294">
                <a:extLst>
                  <a:ext uri="{FF2B5EF4-FFF2-40B4-BE49-F238E27FC236}">
                    <a16:creationId xmlns:a16="http://schemas.microsoft.com/office/drawing/2014/main" id="{986FC04E-A28E-1649-9FEE-CC9FA6FE1CC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A2C573AD-669C-5A41-AD35-FA2DDD7C369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97" name="Freeform 296">
                  <a:extLst>
                    <a:ext uri="{FF2B5EF4-FFF2-40B4-BE49-F238E27FC236}">
                      <a16:creationId xmlns:a16="http://schemas.microsoft.com/office/drawing/2014/main" id="{97FC19DE-1413-0C41-8566-1994B58AF4D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8" name="Freeform 297">
                  <a:extLst>
                    <a:ext uri="{FF2B5EF4-FFF2-40B4-BE49-F238E27FC236}">
                      <a16:creationId xmlns:a16="http://schemas.microsoft.com/office/drawing/2014/main" id="{5E359D18-9303-A740-A20F-6A15E34217F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9" name="Freeform 298">
                  <a:extLst>
                    <a:ext uri="{FF2B5EF4-FFF2-40B4-BE49-F238E27FC236}">
                      <a16:creationId xmlns:a16="http://schemas.microsoft.com/office/drawing/2014/main" id="{BCCF5A99-B8F1-0348-9EE3-FF3FDF9BE64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0" name="Freeform 299">
                  <a:extLst>
                    <a:ext uri="{FF2B5EF4-FFF2-40B4-BE49-F238E27FC236}">
                      <a16:creationId xmlns:a16="http://schemas.microsoft.com/office/drawing/2014/main" id="{39962976-4CE3-E24A-B309-E8A8187A4C2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8DCD6551-40AC-A340-B0BF-F6A9F6F0C2CC}"/>
                </a:ext>
              </a:extLst>
            </p:cNvPr>
            <p:cNvCxnSpPr/>
            <p:nvPr/>
          </p:nvCxnSpPr>
          <p:spPr>
            <a:xfrm>
              <a:off x="7193560" y="4043476"/>
              <a:ext cx="46313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A8B75330-359B-D541-885D-83BE95DAD881}"/>
                </a:ext>
              </a:extLst>
            </p:cNvPr>
            <p:cNvCxnSpPr/>
            <p:nvPr/>
          </p:nvCxnSpPr>
          <p:spPr>
            <a:xfrm>
              <a:off x="5792273" y="5919778"/>
              <a:ext cx="237507" cy="2375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6095E9E5-2C12-5B4E-8CB9-7BFD6AD96D37}"/>
                </a:ext>
              </a:extLst>
            </p:cNvPr>
            <p:cNvGrpSpPr/>
            <p:nvPr/>
          </p:nvGrpSpPr>
          <p:grpSpPr>
            <a:xfrm>
              <a:off x="5649769" y="4179021"/>
              <a:ext cx="736270" cy="422596"/>
              <a:chOff x="3668110" y="2448910"/>
              <a:chExt cx="3794234" cy="2165130"/>
            </a:xfrm>
          </p:grpSpPr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CCCE7B34-BEB2-1E4C-B631-21415428504C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id="{CE240A58-5F0B-AE45-83C2-A6A7A3DD4DB8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80" name="Group 279">
                <a:extLst>
                  <a:ext uri="{FF2B5EF4-FFF2-40B4-BE49-F238E27FC236}">
                    <a16:creationId xmlns:a16="http://schemas.microsoft.com/office/drawing/2014/main" id="{EC804A91-1A9E-A749-B21A-455168E07D2A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81" name="Freeform 280">
                  <a:extLst>
                    <a:ext uri="{FF2B5EF4-FFF2-40B4-BE49-F238E27FC236}">
                      <a16:creationId xmlns:a16="http://schemas.microsoft.com/office/drawing/2014/main" id="{F96FFB0B-8D7A-C74F-A855-9009B45B690F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2" name="Freeform 281">
                  <a:extLst>
                    <a:ext uri="{FF2B5EF4-FFF2-40B4-BE49-F238E27FC236}">
                      <a16:creationId xmlns:a16="http://schemas.microsoft.com/office/drawing/2014/main" id="{4D1DE23B-107E-3840-9167-B18936FE0D3A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3" name="Freeform 282">
                  <a:extLst>
                    <a:ext uri="{FF2B5EF4-FFF2-40B4-BE49-F238E27FC236}">
                      <a16:creationId xmlns:a16="http://schemas.microsoft.com/office/drawing/2014/main" id="{99DB9992-73B0-EF4D-91C8-5850FE6F125F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4" name="Freeform 283">
                  <a:extLst>
                    <a:ext uri="{FF2B5EF4-FFF2-40B4-BE49-F238E27FC236}">
                      <a16:creationId xmlns:a16="http://schemas.microsoft.com/office/drawing/2014/main" id="{78C73A8D-EC62-F54C-84BC-3601B6A93ABA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46" name="Group 345">
              <a:extLst>
                <a:ext uri="{FF2B5EF4-FFF2-40B4-BE49-F238E27FC236}">
                  <a16:creationId xmlns:a16="http://schemas.microsoft.com/office/drawing/2014/main" id="{18314FE2-2999-5142-B9B9-16F64EC14BFE}"/>
                </a:ext>
              </a:extLst>
            </p:cNvPr>
            <p:cNvGrpSpPr/>
            <p:nvPr/>
          </p:nvGrpSpPr>
          <p:grpSpPr>
            <a:xfrm>
              <a:off x="2739071" y="2226350"/>
              <a:ext cx="2436042" cy="1273223"/>
              <a:chOff x="2739071" y="2226350"/>
              <a:chExt cx="2436042" cy="1273223"/>
            </a:xfrm>
          </p:grpSpPr>
          <p:sp>
            <p:nvSpPr>
              <p:cNvPr id="338" name="Freeform 337">
                <a:extLst>
                  <a:ext uri="{FF2B5EF4-FFF2-40B4-BE49-F238E27FC236}">
                    <a16:creationId xmlns:a16="http://schemas.microsoft.com/office/drawing/2014/main" id="{CEDEFF11-1930-B643-BDC9-D891F36F7C27}"/>
                  </a:ext>
                </a:extLst>
              </p:cNvPr>
              <p:cNvSpPr/>
              <p:nvPr/>
            </p:nvSpPr>
            <p:spPr>
              <a:xfrm flipH="1">
                <a:off x="3389091" y="2670159"/>
                <a:ext cx="1786022" cy="829414"/>
              </a:xfrm>
              <a:custGeom>
                <a:avLst/>
                <a:gdLst>
                  <a:gd name="connsiteX0" fmla="*/ 0 w 1615044"/>
                  <a:gd name="connsiteY0" fmla="*/ 641268 h 890650"/>
                  <a:gd name="connsiteX1" fmla="*/ 285007 w 1615044"/>
                  <a:gd name="connsiteY1" fmla="*/ 0 h 890650"/>
                  <a:gd name="connsiteX2" fmla="*/ 1615044 w 1615044"/>
                  <a:gd name="connsiteY2" fmla="*/ 83128 h 890650"/>
                  <a:gd name="connsiteX3" fmla="*/ 166254 w 1615044"/>
                  <a:gd name="connsiteY3" fmla="*/ 890650 h 890650"/>
                  <a:gd name="connsiteX4" fmla="*/ 0 w 1615044"/>
                  <a:gd name="connsiteY4" fmla="*/ 641268 h 890650"/>
                  <a:gd name="connsiteX0" fmla="*/ 0 w 1615044"/>
                  <a:gd name="connsiteY0" fmla="*/ 641268 h 890650"/>
                  <a:gd name="connsiteX1" fmla="*/ 285007 w 1615044"/>
                  <a:gd name="connsiteY1" fmla="*/ 0 h 890650"/>
                  <a:gd name="connsiteX2" fmla="*/ 1615044 w 1615044"/>
                  <a:gd name="connsiteY2" fmla="*/ 83128 h 890650"/>
                  <a:gd name="connsiteX3" fmla="*/ 166254 w 1615044"/>
                  <a:gd name="connsiteY3" fmla="*/ 890650 h 890650"/>
                  <a:gd name="connsiteX4" fmla="*/ 0 w 1615044"/>
                  <a:gd name="connsiteY4" fmla="*/ 641268 h 890650"/>
                  <a:gd name="connsiteX0" fmla="*/ 0 w 1615044"/>
                  <a:gd name="connsiteY0" fmla="*/ 641268 h 890650"/>
                  <a:gd name="connsiteX1" fmla="*/ 285007 w 1615044"/>
                  <a:gd name="connsiteY1" fmla="*/ 0 h 890650"/>
                  <a:gd name="connsiteX2" fmla="*/ 1615044 w 1615044"/>
                  <a:gd name="connsiteY2" fmla="*/ 83128 h 890650"/>
                  <a:gd name="connsiteX3" fmla="*/ 166254 w 1615044"/>
                  <a:gd name="connsiteY3" fmla="*/ 890650 h 890650"/>
                  <a:gd name="connsiteX4" fmla="*/ 0 w 1615044"/>
                  <a:gd name="connsiteY4" fmla="*/ 641268 h 890650"/>
                  <a:gd name="connsiteX0" fmla="*/ 0 w 1615044"/>
                  <a:gd name="connsiteY0" fmla="*/ 641268 h 890650"/>
                  <a:gd name="connsiteX1" fmla="*/ 285007 w 1615044"/>
                  <a:gd name="connsiteY1" fmla="*/ 0 h 890650"/>
                  <a:gd name="connsiteX2" fmla="*/ 1615044 w 1615044"/>
                  <a:gd name="connsiteY2" fmla="*/ 83128 h 890650"/>
                  <a:gd name="connsiteX3" fmla="*/ 166254 w 1615044"/>
                  <a:gd name="connsiteY3" fmla="*/ 890650 h 890650"/>
                  <a:gd name="connsiteX4" fmla="*/ 0 w 1615044"/>
                  <a:gd name="connsiteY4" fmla="*/ 641268 h 890650"/>
                  <a:gd name="connsiteX0" fmla="*/ 0 w 1615044"/>
                  <a:gd name="connsiteY0" fmla="*/ 641268 h 890650"/>
                  <a:gd name="connsiteX1" fmla="*/ 285007 w 1615044"/>
                  <a:gd name="connsiteY1" fmla="*/ 0 h 890650"/>
                  <a:gd name="connsiteX2" fmla="*/ 1615044 w 1615044"/>
                  <a:gd name="connsiteY2" fmla="*/ 83128 h 890650"/>
                  <a:gd name="connsiteX3" fmla="*/ 166254 w 1615044"/>
                  <a:gd name="connsiteY3" fmla="*/ 890650 h 890650"/>
                  <a:gd name="connsiteX4" fmla="*/ 0 w 1615044"/>
                  <a:gd name="connsiteY4" fmla="*/ 641268 h 890650"/>
                  <a:gd name="connsiteX0" fmla="*/ 0 w 1615044"/>
                  <a:gd name="connsiteY0" fmla="*/ 463138 h 890650"/>
                  <a:gd name="connsiteX1" fmla="*/ 285007 w 1615044"/>
                  <a:gd name="connsiteY1" fmla="*/ 0 h 890650"/>
                  <a:gd name="connsiteX2" fmla="*/ 1615044 w 1615044"/>
                  <a:gd name="connsiteY2" fmla="*/ 83128 h 890650"/>
                  <a:gd name="connsiteX3" fmla="*/ 166254 w 1615044"/>
                  <a:gd name="connsiteY3" fmla="*/ 890650 h 890650"/>
                  <a:gd name="connsiteX4" fmla="*/ 0 w 1615044"/>
                  <a:gd name="connsiteY4" fmla="*/ 463138 h 890650"/>
                  <a:gd name="connsiteX0" fmla="*/ 0 w 1615044"/>
                  <a:gd name="connsiteY0" fmla="*/ 463138 h 890650"/>
                  <a:gd name="connsiteX1" fmla="*/ 285007 w 1615044"/>
                  <a:gd name="connsiteY1" fmla="*/ 0 h 890650"/>
                  <a:gd name="connsiteX2" fmla="*/ 1615044 w 1615044"/>
                  <a:gd name="connsiteY2" fmla="*/ 83128 h 890650"/>
                  <a:gd name="connsiteX3" fmla="*/ 166254 w 1615044"/>
                  <a:gd name="connsiteY3" fmla="*/ 890650 h 890650"/>
                  <a:gd name="connsiteX4" fmla="*/ 0 w 1615044"/>
                  <a:gd name="connsiteY4" fmla="*/ 463138 h 890650"/>
                  <a:gd name="connsiteX0" fmla="*/ 59377 w 1674421"/>
                  <a:gd name="connsiteY0" fmla="*/ 463138 h 700645"/>
                  <a:gd name="connsiteX1" fmla="*/ 344384 w 1674421"/>
                  <a:gd name="connsiteY1" fmla="*/ 0 h 700645"/>
                  <a:gd name="connsiteX2" fmla="*/ 1674421 w 1674421"/>
                  <a:gd name="connsiteY2" fmla="*/ 83128 h 700645"/>
                  <a:gd name="connsiteX3" fmla="*/ 0 w 1674421"/>
                  <a:gd name="connsiteY3" fmla="*/ 700645 h 700645"/>
                  <a:gd name="connsiteX4" fmla="*/ 59377 w 1674421"/>
                  <a:gd name="connsiteY4" fmla="*/ 463138 h 700645"/>
                  <a:gd name="connsiteX0" fmla="*/ 59377 w 1674421"/>
                  <a:gd name="connsiteY0" fmla="*/ 463138 h 700645"/>
                  <a:gd name="connsiteX1" fmla="*/ 344384 w 1674421"/>
                  <a:gd name="connsiteY1" fmla="*/ 0 h 700645"/>
                  <a:gd name="connsiteX2" fmla="*/ 1674421 w 1674421"/>
                  <a:gd name="connsiteY2" fmla="*/ 83128 h 700645"/>
                  <a:gd name="connsiteX3" fmla="*/ 0 w 1674421"/>
                  <a:gd name="connsiteY3" fmla="*/ 700645 h 700645"/>
                  <a:gd name="connsiteX4" fmla="*/ 59377 w 1674421"/>
                  <a:gd name="connsiteY4" fmla="*/ 463138 h 700645"/>
                  <a:gd name="connsiteX0" fmla="*/ 59377 w 1294411"/>
                  <a:gd name="connsiteY0" fmla="*/ 463138 h 700645"/>
                  <a:gd name="connsiteX1" fmla="*/ 344384 w 1294411"/>
                  <a:gd name="connsiteY1" fmla="*/ 0 h 700645"/>
                  <a:gd name="connsiteX2" fmla="*/ 1294411 w 1294411"/>
                  <a:gd name="connsiteY2" fmla="*/ 296884 h 700645"/>
                  <a:gd name="connsiteX3" fmla="*/ 0 w 1294411"/>
                  <a:gd name="connsiteY3" fmla="*/ 700645 h 700645"/>
                  <a:gd name="connsiteX4" fmla="*/ 59377 w 1294411"/>
                  <a:gd name="connsiteY4" fmla="*/ 463138 h 700645"/>
                  <a:gd name="connsiteX0" fmla="*/ 59377 w 1294411"/>
                  <a:gd name="connsiteY0" fmla="*/ 463138 h 700645"/>
                  <a:gd name="connsiteX1" fmla="*/ 344384 w 1294411"/>
                  <a:gd name="connsiteY1" fmla="*/ 0 h 700645"/>
                  <a:gd name="connsiteX2" fmla="*/ 1294411 w 1294411"/>
                  <a:gd name="connsiteY2" fmla="*/ 296884 h 700645"/>
                  <a:gd name="connsiteX3" fmla="*/ 0 w 1294411"/>
                  <a:gd name="connsiteY3" fmla="*/ 700645 h 700645"/>
                  <a:gd name="connsiteX4" fmla="*/ 59377 w 1294411"/>
                  <a:gd name="connsiteY4" fmla="*/ 463138 h 700645"/>
                  <a:gd name="connsiteX0" fmla="*/ 59377 w 1389414"/>
                  <a:gd name="connsiteY0" fmla="*/ 463138 h 700645"/>
                  <a:gd name="connsiteX1" fmla="*/ 344384 w 1389414"/>
                  <a:gd name="connsiteY1" fmla="*/ 0 h 700645"/>
                  <a:gd name="connsiteX2" fmla="*/ 1389414 w 1389414"/>
                  <a:gd name="connsiteY2" fmla="*/ 439388 h 700645"/>
                  <a:gd name="connsiteX3" fmla="*/ 0 w 1389414"/>
                  <a:gd name="connsiteY3" fmla="*/ 700645 h 700645"/>
                  <a:gd name="connsiteX4" fmla="*/ 59377 w 1389414"/>
                  <a:gd name="connsiteY4" fmla="*/ 463138 h 700645"/>
                  <a:gd name="connsiteX0" fmla="*/ 59377 w 1389414"/>
                  <a:gd name="connsiteY0" fmla="*/ 463138 h 700645"/>
                  <a:gd name="connsiteX1" fmla="*/ 344384 w 1389414"/>
                  <a:gd name="connsiteY1" fmla="*/ 0 h 700645"/>
                  <a:gd name="connsiteX2" fmla="*/ 1389414 w 1389414"/>
                  <a:gd name="connsiteY2" fmla="*/ 439388 h 700645"/>
                  <a:gd name="connsiteX3" fmla="*/ 0 w 1389414"/>
                  <a:gd name="connsiteY3" fmla="*/ 700645 h 700645"/>
                  <a:gd name="connsiteX4" fmla="*/ 59377 w 1389414"/>
                  <a:gd name="connsiteY4" fmla="*/ 463138 h 700645"/>
                  <a:gd name="connsiteX0" fmla="*/ 59377 w 1389414"/>
                  <a:gd name="connsiteY0" fmla="*/ 415637 h 653144"/>
                  <a:gd name="connsiteX1" fmla="*/ 605641 w 1389414"/>
                  <a:gd name="connsiteY1" fmla="*/ 0 h 653144"/>
                  <a:gd name="connsiteX2" fmla="*/ 1389414 w 1389414"/>
                  <a:gd name="connsiteY2" fmla="*/ 391887 h 653144"/>
                  <a:gd name="connsiteX3" fmla="*/ 0 w 1389414"/>
                  <a:gd name="connsiteY3" fmla="*/ 653144 h 653144"/>
                  <a:gd name="connsiteX4" fmla="*/ 59377 w 1389414"/>
                  <a:gd name="connsiteY4" fmla="*/ 415637 h 653144"/>
                  <a:gd name="connsiteX0" fmla="*/ 59377 w 1389414"/>
                  <a:gd name="connsiteY0" fmla="*/ 415637 h 653144"/>
                  <a:gd name="connsiteX1" fmla="*/ 605641 w 1389414"/>
                  <a:gd name="connsiteY1" fmla="*/ 0 h 653144"/>
                  <a:gd name="connsiteX2" fmla="*/ 1389414 w 1389414"/>
                  <a:gd name="connsiteY2" fmla="*/ 391887 h 653144"/>
                  <a:gd name="connsiteX3" fmla="*/ 0 w 1389414"/>
                  <a:gd name="connsiteY3" fmla="*/ 653144 h 653144"/>
                  <a:gd name="connsiteX4" fmla="*/ 59377 w 1389414"/>
                  <a:gd name="connsiteY4" fmla="*/ 415637 h 653144"/>
                  <a:gd name="connsiteX0" fmla="*/ 59377 w 1389414"/>
                  <a:gd name="connsiteY0" fmla="*/ 591907 h 829414"/>
                  <a:gd name="connsiteX1" fmla="*/ 429371 w 1389414"/>
                  <a:gd name="connsiteY1" fmla="*/ 0 h 829414"/>
                  <a:gd name="connsiteX2" fmla="*/ 1389414 w 1389414"/>
                  <a:gd name="connsiteY2" fmla="*/ 568157 h 829414"/>
                  <a:gd name="connsiteX3" fmla="*/ 0 w 1389414"/>
                  <a:gd name="connsiteY3" fmla="*/ 829414 h 829414"/>
                  <a:gd name="connsiteX4" fmla="*/ 59377 w 1389414"/>
                  <a:gd name="connsiteY4" fmla="*/ 591907 h 829414"/>
                  <a:gd name="connsiteX0" fmla="*/ 59377 w 1786022"/>
                  <a:gd name="connsiteY0" fmla="*/ 591907 h 829414"/>
                  <a:gd name="connsiteX1" fmla="*/ 429371 w 1786022"/>
                  <a:gd name="connsiteY1" fmla="*/ 0 h 829414"/>
                  <a:gd name="connsiteX2" fmla="*/ 1786022 w 1786022"/>
                  <a:gd name="connsiteY2" fmla="*/ 369854 h 829414"/>
                  <a:gd name="connsiteX3" fmla="*/ 0 w 1786022"/>
                  <a:gd name="connsiteY3" fmla="*/ 829414 h 829414"/>
                  <a:gd name="connsiteX4" fmla="*/ 59377 w 1786022"/>
                  <a:gd name="connsiteY4" fmla="*/ 591907 h 829414"/>
                  <a:gd name="connsiteX0" fmla="*/ 59377 w 1786022"/>
                  <a:gd name="connsiteY0" fmla="*/ 591907 h 829414"/>
                  <a:gd name="connsiteX1" fmla="*/ 429371 w 1786022"/>
                  <a:gd name="connsiteY1" fmla="*/ 0 h 829414"/>
                  <a:gd name="connsiteX2" fmla="*/ 1786022 w 1786022"/>
                  <a:gd name="connsiteY2" fmla="*/ 369854 h 829414"/>
                  <a:gd name="connsiteX3" fmla="*/ 0 w 1786022"/>
                  <a:gd name="connsiteY3" fmla="*/ 829414 h 829414"/>
                  <a:gd name="connsiteX4" fmla="*/ 59377 w 1786022"/>
                  <a:gd name="connsiteY4" fmla="*/ 591907 h 829414"/>
                  <a:gd name="connsiteX0" fmla="*/ 59377 w 1786022"/>
                  <a:gd name="connsiteY0" fmla="*/ 591907 h 829414"/>
                  <a:gd name="connsiteX1" fmla="*/ 429371 w 1786022"/>
                  <a:gd name="connsiteY1" fmla="*/ 0 h 829414"/>
                  <a:gd name="connsiteX2" fmla="*/ 1786022 w 1786022"/>
                  <a:gd name="connsiteY2" fmla="*/ 369854 h 829414"/>
                  <a:gd name="connsiteX3" fmla="*/ 0 w 1786022"/>
                  <a:gd name="connsiteY3" fmla="*/ 829414 h 829414"/>
                  <a:gd name="connsiteX4" fmla="*/ 59377 w 1786022"/>
                  <a:gd name="connsiteY4" fmla="*/ 591907 h 829414"/>
                  <a:gd name="connsiteX0" fmla="*/ 59377 w 1786022"/>
                  <a:gd name="connsiteY0" fmla="*/ 591907 h 829414"/>
                  <a:gd name="connsiteX1" fmla="*/ 429371 w 1786022"/>
                  <a:gd name="connsiteY1" fmla="*/ 0 h 829414"/>
                  <a:gd name="connsiteX2" fmla="*/ 1786022 w 1786022"/>
                  <a:gd name="connsiteY2" fmla="*/ 369854 h 829414"/>
                  <a:gd name="connsiteX3" fmla="*/ 0 w 1786022"/>
                  <a:gd name="connsiteY3" fmla="*/ 829414 h 829414"/>
                  <a:gd name="connsiteX4" fmla="*/ 59377 w 1786022"/>
                  <a:gd name="connsiteY4" fmla="*/ 591907 h 829414"/>
                  <a:gd name="connsiteX0" fmla="*/ 59377 w 1786022"/>
                  <a:gd name="connsiteY0" fmla="*/ 591907 h 829414"/>
                  <a:gd name="connsiteX1" fmla="*/ 429371 w 1786022"/>
                  <a:gd name="connsiteY1" fmla="*/ 0 h 829414"/>
                  <a:gd name="connsiteX2" fmla="*/ 1786022 w 1786022"/>
                  <a:gd name="connsiteY2" fmla="*/ 369854 h 829414"/>
                  <a:gd name="connsiteX3" fmla="*/ 0 w 1786022"/>
                  <a:gd name="connsiteY3" fmla="*/ 829414 h 829414"/>
                  <a:gd name="connsiteX4" fmla="*/ 59377 w 1786022"/>
                  <a:gd name="connsiteY4" fmla="*/ 591907 h 829414"/>
                  <a:gd name="connsiteX0" fmla="*/ 81411 w 1786022"/>
                  <a:gd name="connsiteY0" fmla="*/ 393603 h 829414"/>
                  <a:gd name="connsiteX1" fmla="*/ 429371 w 1786022"/>
                  <a:gd name="connsiteY1" fmla="*/ 0 h 829414"/>
                  <a:gd name="connsiteX2" fmla="*/ 1786022 w 1786022"/>
                  <a:gd name="connsiteY2" fmla="*/ 369854 h 829414"/>
                  <a:gd name="connsiteX3" fmla="*/ 0 w 1786022"/>
                  <a:gd name="connsiteY3" fmla="*/ 829414 h 829414"/>
                  <a:gd name="connsiteX4" fmla="*/ 81411 w 1786022"/>
                  <a:gd name="connsiteY4" fmla="*/ 393603 h 829414"/>
                  <a:gd name="connsiteX0" fmla="*/ 81411 w 1786022"/>
                  <a:gd name="connsiteY0" fmla="*/ 393603 h 829414"/>
                  <a:gd name="connsiteX1" fmla="*/ 429371 w 1786022"/>
                  <a:gd name="connsiteY1" fmla="*/ 0 h 829414"/>
                  <a:gd name="connsiteX2" fmla="*/ 1786022 w 1786022"/>
                  <a:gd name="connsiteY2" fmla="*/ 369854 h 829414"/>
                  <a:gd name="connsiteX3" fmla="*/ 0 w 1786022"/>
                  <a:gd name="connsiteY3" fmla="*/ 829414 h 829414"/>
                  <a:gd name="connsiteX4" fmla="*/ 81411 w 1786022"/>
                  <a:gd name="connsiteY4" fmla="*/ 393603 h 829414"/>
                  <a:gd name="connsiteX0" fmla="*/ 81411 w 1786022"/>
                  <a:gd name="connsiteY0" fmla="*/ 393603 h 829414"/>
                  <a:gd name="connsiteX1" fmla="*/ 429371 w 1786022"/>
                  <a:gd name="connsiteY1" fmla="*/ 0 h 829414"/>
                  <a:gd name="connsiteX2" fmla="*/ 1786022 w 1786022"/>
                  <a:gd name="connsiteY2" fmla="*/ 325786 h 829414"/>
                  <a:gd name="connsiteX3" fmla="*/ 0 w 1786022"/>
                  <a:gd name="connsiteY3" fmla="*/ 829414 h 829414"/>
                  <a:gd name="connsiteX4" fmla="*/ 81411 w 1786022"/>
                  <a:gd name="connsiteY4" fmla="*/ 393603 h 829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86022" h="829414">
                    <a:moveTo>
                      <a:pt x="81411" y="393603"/>
                    </a:moveTo>
                    <a:cubicBezTo>
                      <a:pt x="307042" y="310476"/>
                      <a:pt x="265550" y="210465"/>
                      <a:pt x="429371" y="0"/>
                    </a:cubicBezTo>
                    <a:cubicBezTo>
                      <a:pt x="716335" y="244471"/>
                      <a:pt x="915164" y="290636"/>
                      <a:pt x="1786022" y="325786"/>
                    </a:cubicBezTo>
                    <a:cubicBezTo>
                      <a:pt x="561099" y="527000"/>
                      <a:pt x="601683" y="583990"/>
                      <a:pt x="0" y="829414"/>
                    </a:cubicBezTo>
                    <a:lnTo>
                      <a:pt x="81411" y="393603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56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6" name="Oval 280">
                <a:extLst>
                  <a:ext uri="{FF2B5EF4-FFF2-40B4-BE49-F238E27FC236}">
                    <a16:creationId xmlns:a16="http://schemas.microsoft.com/office/drawing/2014/main" id="{53A1D106-421A-1B49-B553-2CBF9788D9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9071" y="2226350"/>
                <a:ext cx="2047875" cy="771802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37" name="Text Box 276">
                <a:extLst>
                  <a:ext uri="{FF2B5EF4-FFF2-40B4-BE49-F238E27FC236}">
                    <a16:creationId xmlns:a16="http://schemas.microsoft.com/office/drawing/2014/main" id="{B7A9E3BA-2BF5-CE43-8B30-86D6044354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1471" y="2312106"/>
                <a:ext cx="1781175" cy="5653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/>
                  </a:rPr>
                  <a:t>managing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/>
                  </a:rPr>
                  <a:t>server/controller</a:t>
                </a:r>
              </a:p>
            </p:txBody>
          </p:sp>
          <p:grpSp>
            <p:nvGrpSpPr>
              <p:cNvPr id="341" name="Group 340">
                <a:extLst>
                  <a:ext uri="{FF2B5EF4-FFF2-40B4-BE49-F238E27FC236}">
                    <a16:creationId xmlns:a16="http://schemas.microsoft.com/office/drawing/2014/main" id="{8A56D922-8607-8842-BA7E-E5BD077F86C3}"/>
                  </a:ext>
                </a:extLst>
              </p:cNvPr>
              <p:cNvGrpSpPr/>
              <p:nvPr/>
            </p:nvGrpSpPr>
            <p:grpSpPr>
              <a:xfrm>
                <a:off x="2936918" y="2788771"/>
                <a:ext cx="820613" cy="395103"/>
                <a:chOff x="7338951" y="1864426"/>
                <a:chExt cx="427511" cy="344384"/>
              </a:xfrm>
            </p:grpSpPr>
            <p:sp>
              <p:nvSpPr>
                <p:cNvPr id="342" name="Can 341">
                  <a:extLst>
                    <a:ext uri="{FF2B5EF4-FFF2-40B4-BE49-F238E27FC236}">
                      <a16:creationId xmlns:a16="http://schemas.microsoft.com/office/drawing/2014/main" id="{74EE4027-61E0-3D42-9FDE-09FA0ACD0582}"/>
                    </a:ext>
                  </a:extLst>
                </p:cNvPr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3" name="Text Box 305">
                  <a:extLst>
                    <a:ext uri="{FF2B5EF4-FFF2-40B4-BE49-F238E27FC236}">
                      <a16:creationId xmlns:a16="http://schemas.microsoft.com/office/drawing/2014/main" id="{F32717F6-5E52-0140-9736-59C98FBC2B2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04793" y="1927928"/>
                  <a:ext cx="281197" cy="2682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A8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rPr>
                    <a:t>data</a:t>
                  </a: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6C7BD6B1-0D37-394A-8FEE-E1CF482D0787}"/>
                </a:ext>
              </a:extLst>
            </p:cNvPr>
            <p:cNvGrpSpPr/>
            <p:nvPr/>
          </p:nvGrpSpPr>
          <p:grpSpPr>
            <a:xfrm>
              <a:off x="6498569" y="3831275"/>
              <a:ext cx="683116" cy="378456"/>
              <a:chOff x="7493876" y="2774731"/>
              <a:chExt cx="1481958" cy="894622"/>
            </a:xfrm>
          </p:grpSpPr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15AF3D12-A1F8-E345-AFFD-6154902F741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41C6D9AC-1050-844E-B28D-4F7C7CBA744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88" name="Group 287">
                <a:extLst>
                  <a:ext uri="{FF2B5EF4-FFF2-40B4-BE49-F238E27FC236}">
                    <a16:creationId xmlns:a16="http://schemas.microsoft.com/office/drawing/2014/main" id="{31C6E39C-0F89-344F-820D-D71E68DCBAD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89" name="Freeform 288">
                  <a:extLst>
                    <a:ext uri="{FF2B5EF4-FFF2-40B4-BE49-F238E27FC236}">
                      <a16:creationId xmlns:a16="http://schemas.microsoft.com/office/drawing/2014/main" id="{B6CED07E-98D7-694D-832D-3D9535C66A5A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0" name="Freeform 289">
                  <a:extLst>
                    <a:ext uri="{FF2B5EF4-FFF2-40B4-BE49-F238E27FC236}">
                      <a16:creationId xmlns:a16="http://schemas.microsoft.com/office/drawing/2014/main" id="{5E6F4760-9FD6-B149-95FE-47F730DA78B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1" name="Freeform 290">
                  <a:extLst>
                    <a:ext uri="{FF2B5EF4-FFF2-40B4-BE49-F238E27FC236}">
                      <a16:creationId xmlns:a16="http://schemas.microsoft.com/office/drawing/2014/main" id="{04098128-9D46-994D-A11B-766BA3DCDD6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2" name="Freeform 291">
                  <a:extLst>
                    <a:ext uri="{FF2B5EF4-FFF2-40B4-BE49-F238E27FC236}">
                      <a16:creationId xmlns:a16="http://schemas.microsoft.com/office/drawing/2014/main" id="{0519119D-A741-7245-9E62-0959CD1DB90C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3" name="Group 44">
              <a:extLst>
                <a:ext uri="{FF2B5EF4-FFF2-40B4-BE49-F238E27FC236}">
                  <a16:creationId xmlns:a16="http://schemas.microsoft.com/office/drawing/2014/main" id="{7784175B-3008-1947-BC32-53D444A93B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79637" y="2571162"/>
              <a:ext cx="903288" cy="727075"/>
              <a:chOff x="-44" y="1473"/>
              <a:chExt cx="981" cy="1105"/>
            </a:xfrm>
          </p:grpSpPr>
          <p:pic>
            <p:nvPicPr>
              <p:cNvPr id="174" name="Picture 45" descr="desktop_computer_stylized_medium">
                <a:extLst>
                  <a:ext uri="{FF2B5EF4-FFF2-40B4-BE49-F238E27FC236}">
                    <a16:creationId xmlns:a16="http://schemas.microsoft.com/office/drawing/2014/main" id="{4244FFAF-2F3E-B149-A967-52DC6A75D5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" name="Freeform 46">
                <a:extLst>
                  <a:ext uri="{FF2B5EF4-FFF2-40B4-BE49-F238E27FC236}">
                    <a16:creationId xmlns:a16="http://schemas.microsoft.com/office/drawing/2014/main" id="{253467A2-6E4A-E345-9120-C1C292DE791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942162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1680C-B0E2-247F-8327-6757B54B4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DB857-8BC1-6646-A893-703F6432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network management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0B7E3F80-6741-92D5-1DAA-1EBBEF0AEF6B}"/>
              </a:ext>
            </a:extLst>
          </p:cNvPr>
          <p:cNvSpPr txBox="1"/>
          <p:nvPr/>
        </p:nvSpPr>
        <p:spPr>
          <a:xfrm>
            <a:off x="285926" y="1905917"/>
            <a:ext cx="2787267" cy="1809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Managing server: </a:t>
            </a:r>
            <a:r>
              <a:rPr lang="en-US" sz="2000" dirty="0"/>
              <a:t>application, typically with network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managers (humans) in the loop</a:t>
            </a:r>
          </a:p>
          <a:p>
            <a:endParaRPr lang="en-US" dirty="0"/>
          </a:p>
        </p:txBody>
      </p:sp>
      <p:grpSp>
        <p:nvGrpSpPr>
          <p:cNvPr id="3" name="Group 2" descr="Example of managed devices.">
            <a:extLst>
              <a:ext uri="{FF2B5EF4-FFF2-40B4-BE49-F238E27FC236}">
                <a16:creationId xmlns:a16="http://schemas.microsoft.com/office/drawing/2014/main" id="{974E5334-C61B-702A-B7EC-39C8DB8E31AF}"/>
              </a:ext>
            </a:extLst>
          </p:cNvPr>
          <p:cNvGrpSpPr/>
          <p:nvPr/>
        </p:nvGrpSpPr>
        <p:grpSpPr>
          <a:xfrm>
            <a:off x="2739071" y="1917794"/>
            <a:ext cx="5719129" cy="4262496"/>
            <a:chOff x="2739071" y="1917794"/>
            <a:chExt cx="5719129" cy="4262496"/>
          </a:xfrm>
        </p:grpSpPr>
        <p:sp>
          <p:nvSpPr>
            <p:cNvPr id="122" name="Freeform 2">
              <a:extLst>
                <a:ext uri="{FF2B5EF4-FFF2-40B4-BE49-F238E27FC236}">
                  <a16:creationId xmlns:a16="http://schemas.microsoft.com/office/drawing/2014/main" id="{524DBDAA-6360-0AAA-6923-2CC6372EF79D}"/>
                </a:ext>
              </a:extLst>
            </p:cNvPr>
            <p:cNvSpPr>
              <a:spLocks/>
            </p:cNvSpPr>
            <p:nvPr/>
          </p:nvSpPr>
          <p:spPr bwMode="auto">
            <a:xfrm rot="16383367">
              <a:off x="3968383" y="2925460"/>
              <a:ext cx="4057421" cy="2452239"/>
            </a:xfrm>
            <a:custGeom>
              <a:avLst/>
              <a:gdLst>
                <a:gd name="T0" fmla="*/ 6 w 1794"/>
                <a:gd name="T1" fmla="*/ 483 h 933"/>
                <a:gd name="T2" fmla="*/ 108 w 1794"/>
                <a:gd name="T3" fmla="*/ 125 h 933"/>
                <a:gd name="T4" fmla="*/ 559 w 1794"/>
                <a:gd name="T5" fmla="*/ 100 h 933"/>
                <a:gd name="T6" fmla="*/ 1128 w 1794"/>
                <a:gd name="T7" fmla="*/ 29 h 933"/>
                <a:gd name="T8" fmla="*/ 1716 w 1794"/>
                <a:gd name="T9" fmla="*/ 275 h 933"/>
                <a:gd name="T10" fmla="*/ 1596 w 1794"/>
                <a:gd name="T11" fmla="*/ 827 h 933"/>
                <a:gd name="T12" fmla="*/ 1380 w 1794"/>
                <a:gd name="T13" fmla="*/ 911 h 933"/>
                <a:gd name="T14" fmla="*/ 840 w 1794"/>
                <a:gd name="T15" fmla="*/ 929 h 933"/>
                <a:gd name="T16" fmla="*/ 414 w 1794"/>
                <a:gd name="T17" fmla="*/ 911 h 933"/>
                <a:gd name="T18" fmla="*/ 143 w 1794"/>
                <a:gd name="T19" fmla="*/ 832 h 933"/>
                <a:gd name="T20" fmla="*/ 6 w 1794"/>
                <a:gd name="T21" fmla="*/ 483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23" name="Line 252">
              <a:extLst>
                <a:ext uri="{FF2B5EF4-FFF2-40B4-BE49-F238E27FC236}">
                  <a16:creationId xmlns:a16="http://schemas.microsoft.com/office/drawing/2014/main" id="{CCE7AA34-ADAC-5D01-F622-C893218F43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36787" y="3158537"/>
              <a:ext cx="338138" cy="10429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124" name="Line 254">
              <a:extLst>
                <a:ext uri="{FF2B5EF4-FFF2-40B4-BE49-F238E27FC236}">
                  <a16:creationId xmlns:a16="http://schemas.microsoft.com/office/drawing/2014/main" id="{A876C219-FC2C-2571-421D-23BE94B118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67286" y="4112624"/>
              <a:ext cx="290202" cy="2514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126" name="Line 272">
              <a:extLst>
                <a:ext uri="{FF2B5EF4-FFF2-40B4-BE49-F238E27FC236}">
                  <a16:creationId xmlns:a16="http://schemas.microsoft.com/office/drawing/2014/main" id="{B330A9B4-9A49-884D-08A6-BF46910FF0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0150" y="4603162"/>
              <a:ext cx="373062" cy="5540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179" name="Line 272">
              <a:extLst>
                <a:ext uri="{FF2B5EF4-FFF2-40B4-BE49-F238E27FC236}">
                  <a16:creationId xmlns:a16="http://schemas.microsoft.com/office/drawing/2014/main" id="{4280CB15-708E-DDA5-409D-63E59A0721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62112" y="3653837"/>
              <a:ext cx="371475" cy="5540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180" name="Line 272">
              <a:extLst>
                <a:ext uri="{FF2B5EF4-FFF2-40B4-BE49-F238E27FC236}">
                  <a16:creationId xmlns:a16="http://schemas.microsoft.com/office/drawing/2014/main" id="{40D40C75-A3E6-8995-0049-504D003C40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76425" y="4592049"/>
              <a:ext cx="309562" cy="10239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grpSp>
          <p:nvGrpSpPr>
            <p:cNvPr id="355" name="Group 354">
              <a:extLst>
                <a:ext uri="{FF2B5EF4-FFF2-40B4-BE49-F238E27FC236}">
                  <a16:creationId xmlns:a16="http://schemas.microsoft.com/office/drawing/2014/main" id="{F495320D-5A5A-3C05-B805-FAFE22D94029}"/>
                </a:ext>
              </a:extLst>
            </p:cNvPr>
            <p:cNvGrpSpPr/>
            <p:nvPr/>
          </p:nvGrpSpPr>
          <p:grpSpPr>
            <a:xfrm>
              <a:off x="3982954" y="2808993"/>
              <a:ext cx="4334676" cy="3307930"/>
              <a:chOff x="3982954" y="2808993"/>
              <a:chExt cx="4334676" cy="3307930"/>
            </a:xfrm>
          </p:grpSpPr>
          <p:sp>
            <p:nvSpPr>
              <p:cNvPr id="127" name="Text Box 333">
                <a:extLst>
                  <a:ext uri="{FF2B5EF4-FFF2-40B4-BE49-F238E27FC236}">
                    <a16:creationId xmlns:a16="http://schemas.microsoft.com/office/drawing/2014/main" id="{58139146-E8C7-FECA-7F30-662572CA88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2954" y="5809146"/>
                <a:ext cx="1497526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400" dirty="0">
                    <a:solidFill>
                      <a:srgbClr val="000000"/>
                    </a:solidFill>
                    <a:latin typeface="Arial"/>
                    <a:ea typeface="ＭＳ Ｐゴシック" charset="0"/>
                    <a:cs typeface="Arial"/>
                  </a:rPr>
                  <a:t>managed device</a:t>
                </a:r>
              </a:p>
            </p:txBody>
          </p:sp>
          <p:sp>
            <p:nvSpPr>
              <p:cNvPr id="128" name="Text Box 338">
                <a:extLst>
                  <a:ext uri="{FF2B5EF4-FFF2-40B4-BE49-F238E27FC236}">
                    <a16:creationId xmlns:a16="http://schemas.microsoft.com/office/drawing/2014/main" id="{A79DF533-2D0A-5431-201F-E40FF96D1C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89237" y="5649324"/>
                <a:ext cx="1690387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ＭＳ Ｐゴシック" charset="0"/>
                    <a:cs typeface="Arial"/>
                  </a:rPr>
                  <a:t>managed device</a:t>
                </a:r>
              </a:p>
            </p:txBody>
          </p:sp>
          <p:sp>
            <p:nvSpPr>
              <p:cNvPr id="129" name="Text Box 339">
                <a:extLst>
                  <a:ext uri="{FF2B5EF4-FFF2-40B4-BE49-F238E27FC236}">
                    <a16:creationId xmlns:a16="http://schemas.microsoft.com/office/drawing/2014/main" id="{3BC6495E-8213-92C7-E30F-396A80188C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20104" y="2808993"/>
                <a:ext cx="1497526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400" dirty="0">
                    <a:solidFill>
                      <a:srgbClr val="000000"/>
                    </a:solidFill>
                    <a:latin typeface="Arial"/>
                    <a:ea typeface="ＭＳ Ｐゴシック" charset="0"/>
                    <a:cs typeface="Arial"/>
                  </a:rPr>
                  <a:t>managed device</a:t>
                </a:r>
              </a:p>
            </p:txBody>
          </p:sp>
          <p:sp>
            <p:nvSpPr>
              <p:cNvPr id="130" name="Text Box 340">
                <a:extLst>
                  <a:ext uri="{FF2B5EF4-FFF2-40B4-BE49-F238E27FC236}">
                    <a16:creationId xmlns:a16="http://schemas.microsoft.com/office/drawing/2014/main" id="{AF61FB53-163C-0294-5FF6-ED71FA1537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62275" y="4115799"/>
                <a:ext cx="1539652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000000"/>
                    </a:solidFill>
                    <a:ea typeface="ＭＳ Ｐゴシック" charset="0"/>
                    <a:cs typeface="Arial"/>
                  </a:rPr>
                  <a:t>managed device</a:t>
                </a:r>
              </a:p>
            </p:txBody>
          </p:sp>
          <p:sp>
            <p:nvSpPr>
              <p:cNvPr id="193" name="Text Box 338">
                <a:extLst>
                  <a:ext uri="{FF2B5EF4-FFF2-40B4-BE49-F238E27FC236}">
                    <a16:creationId xmlns:a16="http://schemas.microsoft.com/office/drawing/2014/main" id="{F17AC38F-EE0E-BE5D-9FB9-8B550C8834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74160" y="4518371"/>
                <a:ext cx="1539652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000000"/>
                    </a:solidFill>
                    <a:ea typeface="ＭＳ Ｐゴシック" charset="0"/>
                    <a:cs typeface="Arial"/>
                  </a:rPr>
                  <a:t>managed device</a:t>
                </a:r>
              </a:p>
            </p:txBody>
          </p:sp>
        </p:grpSp>
        <p:grpSp>
          <p:nvGrpSpPr>
            <p:cNvPr id="234" name="Group 906">
              <a:extLst>
                <a:ext uri="{FF2B5EF4-FFF2-40B4-BE49-F238E27FC236}">
                  <a16:creationId xmlns:a16="http://schemas.microsoft.com/office/drawing/2014/main" id="{2670A87D-FC31-57CD-288F-B77958C822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91628" y="2760942"/>
              <a:ext cx="469569" cy="865434"/>
              <a:chOff x="4140" y="429"/>
              <a:chExt cx="1425" cy="2396"/>
            </a:xfrm>
          </p:grpSpPr>
          <p:sp>
            <p:nvSpPr>
              <p:cNvPr id="235" name="Freeform 907">
                <a:extLst>
                  <a:ext uri="{FF2B5EF4-FFF2-40B4-BE49-F238E27FC236}">
                    <a16:creationId xmlns:a16="http://schemas.microsoft.com/office/drawing/2014/main" id="{1425D641-98E4-4EC4-2C8B-BE2EE05B2F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6" name="Rectangle 908">
                <a:extLst>
                  <a:ext uri="{FF2B5EF4-FFF2-40B4-BE49-F238E27FC236}">
                    <a16:creationId xmlns:a16="http://schemas.microsoft.com/office/drawing/2014/main" id="{41D0033B-102E-4898-87BC-DBA8955368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3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37" name="Freeform 909">
                <a:extLst>
                  <a:ext uri="{FF2B5EF4-FFF2-40B4-BE49-F238E27FC236}">
                    <a16:creationId xmlns:a16="http://schemas.microsoft.com/office/drawing/2014/main" id="{A62FBFBA-36FC-21E6-69D9-0136C151D1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8" name="Freeform 910">
                <a:extLst>
                  <a:ext uri="{FF2B5EF4-FFF2-40B4-BE49-F238E27FC236}">
                    <a16:creationId xmlns:a16="http://schemas.microsoft.com/office/drawing/2014/main" id="{9D22F799-E30F-A420-BB57-677078760C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9" name="Rectangle 911">
                <a:extLst>
                  <a:ext uri="{FF2B5EF4-FFF2-40B4-BE49-F238E27FC236}">
                    <a16:creationId xmlns:a16="http://schemas.microsoft.com/office/drawing/2014/main" id="{33E09907-ADB8-7B3D-B740-F63DD4DBB9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2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40" name="Group 912">
                <a:extLst>
                  <a:ext uri="{FF2B5EF4-FFF2-40B4-BE49-F238E27FC236}">
                    <a16:creationId xmlns:a16="http://schemas.microsoft.com/office/drawing/2014/main" id="{81E2F9AC-6763-164F-8171-166635AC68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65" name="AutoShape 913">
                  <a:extLst>
                    <a:ext uri="{FF2B5EF4-FFF2-40B4-BE49-F238E27FC236}">
                      <a16:creationId xmlns:a16="http://schemas.microsoft.com/office/drawing/2014/main" id="{1B954AB3-5AF2-37CB-8CA8-73B1C045E1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5"/>
                  <a:ext cx="724" cy="12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266" name="AutoShape 914">
                  <a:extLst>
                    <a:ext uri="{FF2B5EF4-FFF2-40B4-BE49-F238E27FC236}">
                      <a16:creationId xmlns:a16="http://schemas.microsoft.com/office/drawing/2014/main" id="{E13F1D67-ABAD-64D7-E0F5-799D5826DF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4"/>
                  <a:ext cx="693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241" name="Rectangle 915">
                <a:extLst>
                  <a:ext uri="{FF2B5EF4-FFF2-40B4-BE49-F238E27FC236}">
                    <a16:creationId xmlns:a16="http://schemas.microsoft.com/office/drawing/2014/main" id="{FCBD2DB9-59C5-25A3-BC7A-12A05ACB8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020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42" name="Group 916">
                <a:extLst>
                  <a:ext uri="{FF2B5EF4-FFF2-40B4-BE49-F238E27FC236}">
                    <a16:creationId xmlns:a16="http://schemas.microsoft.com/office/drawing/2014/main" id="{2D8AAB73-26F5-28B6-3BAF-C78A1E9E4F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63" name="AutoShape 917">
                  <a:extLst>
                    <a:ext uri="{FF2B5EF4-FFF2-40B4-BE49-F238E27FC236}">
                      <a16:creationId xmlns:a16="http://schemas.microsoft.com/office/drawing/2014/main" id="{82889D8E-1110-AED2-3436-1FFFA8CF21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31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264" name="AutoShape 918">
                  <a:extLst>
                    <a:ext uri="{FF2B5EF4-FFF2-40B4-BE49-F238E27FC236}">
                      <a16:creationId xmlns:a16="http://schemas.microsoft.com/office/drawing/2014/main" id="{BC09EC86-D9AB-D260-EEE4-BA4BD35DA2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1"/>
                  <a:ext cx="700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243" name="Rectangle 919">
                <a:extLst>
                  <a:ext uri="{FF2B5EF4-FFF2-40B4-BE49-F238E27FC236}">
                    <a16:creationId xmlns:a16="http://schemas.microsoft.com/office/drawing/2014/main" id="{760CA5AB-5000-8AE8-D0A5-9F8F05CD92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1361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44" name="Rectangle 920">
                <a:extLst>
                  <a:ext uri="{FF2B5EF4-FFF2-40B4-BE49-F238E27FC236}">
                    <a16:creationId xmlns:a16="http://schemas.microsoft.com/office/drawing/2014/main" id="{8CE13A59-2FEC-01CD-4AFF-95D531CFFF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657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45" name="Group 921">
                <a:extLst>
                  <a:ext uri="{FF2B5EF4-FFF2-40B4-BE49-F238E27FC236}">
                    <a16:creationId xmlns:a16="http://schemas.microsoft.com/office/drawing/2014/main" id="{5EFA8149-5434-DA15-FD4C-BC20382502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61" name="AutoShape 922">
                  <a:extLst>
                    <a:ext uri="{FF2B5EF4-FFF2-40B4-BE49-F238E27FC236}">
                      <a16:creationId xmlns:a16="http://schemas.microsoft.com/office/drawing/2014/main" id="{C994B5B7-C467-7B35-A3BB-0B437281EB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262" name="AutoShape 923">
                  <a:extLst>
                    <a:ext uri="{FF2B5EF4-FFF2-40B4-BE49-F238E27FC236}">
                      <a16:creationId xmlns:a16="http://schemas.microsoft.com/office/drawing/2014/main" id="{8B6D9F73-8DAC-5770-D3BD-D793833DE0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699" cy="11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246" name="Freeform 924">
                <a:extLst>
                  <a:ext uri="{FF2B5EF4-FFF2-40B4-BE49-F238E27FC236}">
                    <a16:creationId xmlns:a16="http://schemas.microsoft.com/office/drawing/2014/main" id="{86C1EBE9-9837-9B9D-B0BB-9824D26030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247" name="Group 925">
                <a:extLst>
                  <a:ext uri="{FF2B5EF4-FFF2-40B4-BE49-F238E27FC236}">
                    <a16:creationId xmlns:a16="http://schemas.microsoft.com/office/drawing/2014/main" id="{CE03E880-A528-6C7D-34BF-5BACEF98A8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59" name="AutoShape 926">
                  <a:extLst>
                    <a:ext uri="{FF2B5EF4-FFF2-40B4-BE49-F238E27FC236}">
                      <a16:creationId xmlns:a16="http://schemas.microsoft.com/office/drawing/2014/main" id="{7779C1A1-13C7-32BE-461B-55D3374656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9"/>
                  <a:ext cx="715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260" name="AutoShape 927">
                  <a:extLst>
                    <a:ext uri="{FF2B5EF4-FFF2-40B4-BE49-F238E27FC236}">
                      <a16:creationId xmlns:a16="http://schemas.microsoft.com/office/drawing/2014/main" id="{9258D853-4410-448A-9EB6-27168F3BA0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2"/>
                  <a:ext cx="692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248" name="Rectangle 928">
                <a:extLst>
                  <a:ext uri="{FF2B5EF4-FFF2-40B4-BE49-F238E27FC236}">
                    <a16:creationId xmlns:a16="http://schemas.microsoft.com/office/drawing/2014/main" id="{78868BF1-472B-3E4B-FD11-354841A23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68" cy="2291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49" name="Freeform 929">
                <a:extLst>
                  <a:ext uri="{FF2B5EF4-FFF2-40B4-BE49-F238E27FC236}">
                    <a16:creationId xmlns:a16="http://schemas.microsoft.com/office/drawing/2014/main" id="{9058FA5A-5B52-DDC0-D6D6-8E54C963C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50" name="Freeform 930">
                <a:extLst>
                  <a:ext uri="{FF2B5EF4-FFF2-40B4-BE49-F238E27FC236}">
                    <a16:creationId xmlns:a16="http://schemas.microsoft.com/office/drawing/2014/main" id="{752BFD6C-C573-0F3C-EB57-FD2B60D71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51" name="Oval 931">
                <a:extLst>
                  <a:ext uri="{FF2B5EF4-FFF2-40B4-BE49-F238E27FC236}">
                    <a16:creationId xmlns:a16="http://schemas.microsoft.com/office/drawing/2014/main" id="{9E92188B-99F0-0F76-321F-E88DA50B64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08"/>
                <a:ext cx="49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52" name="Freeform 932">
                <a:extLst>
                  <a:ext uri="{FF2B5EF4-FFF2-40B4-BE49-F238E27FC236}">
                    <a16:creationId xmlns:a16="http://schemas.microsoft.com/office/drawing/2014/main" id="{F1B0D25B-BA64-2BC0-80C4-637D53871A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53" name="AutoShape 933">
                <a:extLst>
                  <a:ext uri="{FF2B5EF4-FFF2-40B4-BE49-F238E27FC236}">
                    <a16:creationId xmlns:a16="http://schemas.microsoft.com/office/drawing/2014/main" id="{A1926647-D6F2-7A01-608F-E56EAFE83B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1"/>
                <a:ext cx="1197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54" name="AutoShape 934">
                <a:extLst>
                  <a:ext uri="{FF2B5EF4-FFF2-40B4-BE49-F238E27FC236}">
                    <a16:creationId xmlns:a16="http://schemas.microsoft.com/office/drawing/2014/main" id="{9FBAB4BB-E273-F188-3766-8E90B1FCA1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7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55" name="Oval 935">
                <a:extLst>
                  <a:ext uri="{FF2B5EF4-FFF2-40B4-BE49-F238E27FC236}">
                    <a16:creationId xmlns:a16="http://schemas.microsoft.com/office/drawing/2014/main" id="{953F074F-9EAE-B290-7BEB-F2A0D43014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85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56" name="Oval 936">
                <a:extLst>
                  <a:ext uri="{FF2B5EF4-FFF2-40B4-BE49-F238E27FC236}">
                    <a16:creationId xmlns:a16="http://schemas.microsoft.com/office/drawing/2014/main" id="{E3FB4E15-13B1-2134-8500-1A663B584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2385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57" name="Oval 937">
                <a:extLst>
                  <a:ext uri="{FF2B5EF4-FFF2-40B4-BE49-F238E27FC236}">
                    <a16:creationId xmlns:a16="http://schemas.microsoft.com/office/drawing/2014/main" id="{318AD8A5-1539-2DE7-0EE3-243E923769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79"/>
                <a:ext cx="154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58" name="Rectangle 938">
                <a:extLst>
                  <a:ext uri="{FF2B5EF4-FFF2-40B4-BE49-F238E27FC236}">
                    <a16:creationId xmlns:a16="http://schemas.microsoft.com/office/drawing/2014/main" id="{6467EF41-0D92-F629-141A-BEB6555767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9" y="1834"/>
                <a:ext cx="86" cy="761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</p:grpSp>
        <p:grpSp>
          <p:nvGrpSpPr>
            <p:cNvPr id="140" name="Group 906">
              <a:extLst>
                <a:ext uri="{FF2B5EF4-FFF2-40B4-BE49-F238E27FC236}">
                  <a16:creationId xmlns:a16="http://schemas.microsoft.com/office/drawing/2014/main" id="{A093077F-7158-86A1-D680-22E372C598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4625" y="5150849"/>
              <a:ext cx="366712" cy="579438"/>
              <a:chOff x="4140" y="429"/>
              <a:chExt cx="1425" cy="2396"/>
            </a:xfrm>
          </p:grpSpPr>
          <p:sp>
            <p:nvSpPr>
              <p:cNvPr id="141" name="Freeform 907">
                <a:extLst>
                  <a:ext uri="{FF2B5EF4-FFF2-40B4-BE49-F238E27FC236}">
                    <a16:creationId xmlns:a16="http://schemas.microsoft.com/office/drawing/2014/main" id="{23F7A5E0-047D-2872-8848-3BB9A3697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2" name="Rectangle 908">
                <a:extLst>
                  <a:ext uri="{FF2B5EF4-FFF2-40B4-BE49-F238E27FC236}">
                    <a16:creationId xmlns:a16="http://schemas.microsoft.com/office/drawing/2014/main" id="{36768BC7-23D4-9EEF-F630-E957A5E12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3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43" name="Freeform 909">
                <a:extLst>
                  <a:ext uri="{FF2B5EF4-FFF2-40B4-BE49-F238E27FC236}">
                    <a16:creationId xmlns:a16="http://schemas.microsoft.com/office/drawing/2014/main" id="{19B2B224-2FB4-45BE-649C-38A947DB27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4" name="Freeform 910">
                <a:extLst>
                  <a:ext uri="{FF2B5EF4-FFF2-40B4-BE49-F238E27FC236}">
                    <a16:creationId xmlns:a16="http://schemas.microsoft.com/office/drawing/2014/main" id="{1F63B1AD-CACD-A053-4638-1E7FDF19D4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5" name="Rectangle 911">
                <a:extLst>
                  <a:ext uri="{FF2B5EF4-FFF2-40B4-BE49-F238E27FC236}">
                    <a16:creationId xmlns:a16="http://schemas.microsoft.com/office/drawing/2014/main" id="{E9B10F18-AE5E-AB73-206A-66AB9A7B5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2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146" name="Group 912">
                <a:extLst>
                  <a:ext uri="{FF2B5EF4-FFF2-40B4-BE49-F238E27FC236}">
                    <a16:creationId xmlns:a16="http://schemas.microsoft.com/office/drawing/2014/main" id="{AE4EC815-AA4C-FF58-75D5-1737EF09D2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71" name="AutoShape 913">
                  <a:extLst>
                    <a:ext uri="{FF2B5EF4-FFF2-40B4-BE49-F238E27FC236}">
                      <a16:creationId xmlns:a16="http://schemas.microsoft.com/office/drawing/2014/main" id="{C507E38B-18A7-D387-32AE-0986DBA7F6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5"/>
                  <a:ext cx="724" cy="12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72" name="AutoShape 914">
                  <a:extLst>
                    <a:ext uri="{FF2B5EF4-FFF2-40B4-BE49-F238E27FC236}">
                      <a16:creationId xmlns:a16="http://schemas.microsoft.com/office/drawing/2014/main" id="{369AE27F-54E0-28A0-8FFA-A056F7C5FB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4"/>
                  <a:ext cx="693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47" name="Rectangle 915">
                <a:extLst>
                  <a:ext uri="{FF2B5EF4-FFF2-40B4-BE49-F238E27FC236}">
                    <a16:creationId xmlns:a16="http://schemas.microsoft.com/office/drawing/2014/main" id="{F57CA03F-3747-D420-0F22-37EBE84AB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020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148" name="Group 916">
                <a:extLst>
                  <a:ext uri="{FF2B5EF4-FFF2-40B4-BE49-F238E27FC236}">
                    <a16:creationId xmlns:a16="http://schemas.microsoft.com/office/drawing/2014/main" id="{0BC1B6DF-CC65-F7BC-6EDA-1D9351B5A8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69" name="AutoShape 917">
                  <a:extLst>
                    <a:ext uri="{FF2B5EF4-FFF2-40B4-BE49-F238E27FC236}">
                      <a16:creationId xmlns:a16="http://schemas.microsoft.com/office/drawing/2014/main" id="{4CA222C8-45AE-64A4-CC22-DE0E37D221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31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70" name="AutoShape 918">
                  <a:extLst>
                    <a:ext uri="{FF2B5EF4-FFF2-40B4-BE49-F238E27FC236}">
                      <a16:creationId xmlns:a16="http://schemas.microsoft.com/office/drawing/2014/main" id="{22B31FD9-06BA-8CC8-8A65-A6666DFF4C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1"/>
                  <a:ext cx="700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49" name="Rectangle 919">
                <a:extLst>
                  <a:ext uri="{FF2B5EF4-FFF2-40B4-BE49-F238E27FC236}">
                    <a16:creationId xmlns:a16="http://schemas.microsoft.com/office/drawing/2014/main" id="{24F87247-594C-D44E-F97C-7ED552E2E4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1361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50" name="Rectangle 920">
                <a:extLst>
                  <a:ext uri="{FF2B5EF4-FFF2-40B4-BE49-F238E27FC236}">
                    <a16:creationId xmlns:a16="http://schemas.microsoft.com/office/drawing/2014/main" id="{FA80C038-ADDC-77F9-4273-3A6B93EC87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657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151" name="Group 921">
                <a:extLst>
                  <a:ext uri="{FF2B5EF4-FFF2-40B4-BE49-F238E27FC236}">
                    <a16:creationId xmlns:a16="http://schemas.microsoft.com/office/drawing/2014/main" id="{8B7B14C1-158D-31E6-86DD-E173992778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67" name="AutoShape 922">
                  <a:extLst>
                    <a:ext uri="{FF2B5EF4-FFF2-40B4-BE49-F238E27FC236}">
                      <a16:creationId xmlns:a16="http://schemas.microsoft.com/office/drawing/2014/main" id="{6F8F2584-D4F6-371D-C48D-28730F6AC0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68" name="AutoShape 923">
                  <a:extLst>
                    <a:ext uri="{FF2B5EF4-FFF2-40B4-BE49-F238E27FC236}">
                      <a16:creationId xmlns:a16="http://schemas.microsoft.com/office/drawing/2014/main" id="{9BB9C61F-FA83-D66D-CEF9-38CC987901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699" cy="11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52" name="Freeform 924">
                <a:extLst>
                  <a:ext uri="{FF2B5EF4-FFF2-40B4-BE49-F238E27FC236}">
                    <a16:creationId xmlns:a16="http://schemas.microsoft.com/office/drawing/2014/main" id="{47EC86B7-E033-46AE-64EE-A41AACC3D6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53" name="Group 925">
                <a:extLst>
                  <a:ext uri="{FF2B5EF4-FFF2-40B4-BE49-F238E27FC236}">
                    <a16:creationId xmlns:a16="http://schemas.microsoft.com/office/drawing/2014/main" id="{E9B65858-9939-AAEE-AAE5-F8E760BBD5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65" name="AutoShape 926">
                  <a:extLst>
                    <a:ext uri="{FF2B5EF4-FFF2-40B4-BE49-F238E27FC236}">
                      <a16:creationId xmlns:a16="http://schemas.microsoft.com/office/drawing/2014/main" id="{C5222A8F-E996-1A86-DB65-8744B58970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9"/>
                  <a:ext cx="715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66" name="AutoShape 927">
                  <a:extLst>
                    <a:ext uri="{FF2B5EF4-FFF2-40B4-BE49-F238E27FC236}">
                      <a16:creationId xmlns:a16="http://schemas.microsoft.com/office/drawing/2014/main" id="{5A18624E-548C-F015-018C-453C9B0234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2"/>
                  <a:ext cx="692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54" name="Rectangle 928">
                <a:extLst>
                  <a:ext uri="{FF2B5EF4-FFF2-40B4-BE49-F238E27FC236}">
                    <a16:creationId xmlns:a16="http://schemas.microsoft.com/office/drawing/2014/main" id="{3E8DDE1C-C5AE-BDE4-C9EA-2A5A176DB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68" cy="2291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55" name="Freeform 929">
                <a:extLst>
                  <a:ext uri="{FF2B5EF4-FFF2-40B4-BE49-F238E27FC236}">
                    <a16:creationId xmlns:a16="http://schemas.microsoft.com/office/drawing/2014/main" id="{6DFBEB00-52D2-80AF-7109-0FDC073DD5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6" name="Freeform 930">
                <a:extLst>
                  <a:ext uri="{FF2B5EF4-FFF2-40B4-BE49-F238E27FC236}">
                    <a16:creationId xmlns:a16="http://schemas.microsoft.com/office/drawing/2014/main" id="{9C09BBE1-052B-FE21-7D39-43504BAB7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7" name="Oval 931">
                <a:extLst>
                  <a:ext uri="{FF2B5EF4-FFF2-40B4-BE49-F238E27FC236}">
                    <a16:creationId xmlns:a16="http://schemas.microsoft.com/office/drawing/2014/main" id="{31791D19-4147-20BF-969B-00E8EB43FE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08"/>
                <a:ext cx="49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58" name="Freeform 932">
                <a:extLst>
                  <a:ext uri="{FF2B5EF4-FFF2-40B4-BE49-F238E27FC236}">
                    <a16:creationId xmlns:a16="http://schemas.microsoft.com/office/drawing/2014/main" id="{E36F9B7A-6135-1350-43B4-E9854F7D25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9" name="AutoShape 933">
                <a:extLst>
                  <a:ext uri="{FF2B5EF4-FFF2-40B4-BE49-F238E27FC236}">
                    <a16:creationId xmlns:a16="http://schemas.microsoft.com/office/drawing/2014/main" id="{CADF30A4-F34A-9CCC-F443-994F08EC12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1"/>
                <a:ext cx="1197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60" name="AutoShape 934">
                <a:extLst>
                  <a:ext uri="{FF2B5EF4-FFF2-40B4-BE49-F238E27FC236}">
                    <a16:creationId xmlns:a16="http://schemas.microsoft.com/office/drawing/2014/main" id="{20EEA57F-1D63-536D-2371-A541486740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7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61" name="Oval 935">
                <a:extLst>
                  <a:ext uri="{FF2B5EF4-FFF2-40B4-BE49-F238E27FC236}">
                    <a16:creationId xmlns:a16="http://schemas.microsoft.com/office/drawing/2014/main" id="{14BCCDF3-A67E-C17D-4395-9636F92E5F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85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62" name="Oval 936">
                <a:extLst>
                  <a:ext uri="{FF2B5EF4-FFF2-40B4-BE49-F238E27FC236}">
                    <a16:creationId xmlns:a16="http://schemas.microsoft.com/office/drawing/2014/main" id="{5CDBD805-A5DF-2304-887C-8422825D0C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2385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63" name="Oval 937">
                <a:extLst>
                  <a:ext uri="{FF2B5EF4-FFF2-40B4-BE49-F238E27FC236}">
                    <a16:creationId xmlns:a16="http://schemas.microsoft.com/office/drawing/2014/main" id="{1D356701-FBFD-A781-77B3-9A3D607CF6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79"/>
                <a:ext cx="154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64" name="Rectangle 938">
                <a:extLst>
                  <a:ext uri="{FF2B5EF4-FFF2-40B4-BE49-F238E27FC236}">
                    <a16:creationId xmlns:a16="http://schemas.microsoft.com/office/drawing/2014/main" id="{A346E104-92EF-ADB7-8344-40D77CDDF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9" y="1834"/>
                <a:ext cx="86" cy="761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</p:grpSp>
        <p:grpSp>
          <p:nvGrpSpPr>
            <p:cNvPr id="293" name="Group 292">
              <a:extLst>
                <a:ext uri="{FF2B5EF4-FFF2-40B4-BE49-F238E27FC236}">
                  <a16:creationId xmlns:a16="http://schemas.microsoft.com/office/drawing/2014/main" id="{8F59104A-9796-199E-63FF-EA88317A2916}"/>
                </a:ext>
              </a:extLst>
            </p:cNvPr>
            <p:cNvGrpSpPr/>
            <p:nvPr/>
          </p:nvGrpSpPr>
          <p:grpSpPr>
            <a:xfrm>
              <a:off x="5273431" y="5539343"/>
              <a:ext cx="683116" cy="378456"/>
              <a:chOff x="7493876" y="2774731"/>
              <a:chExt cx="1481958" cy="894622"/>
            </a:xfrm>
          </p:grpSpPr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517A8F7B-D492-60C9-CABA-11ADE1E5048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95" name="Oval 294">
                <a:extLst>
                  <a:ext uri="{FF2B5EF4-FFF2-40B4-BE49-F238E27FC236}">
                    <a16:creationId xmlns:a16="http://schemas.microsoft.com/office/drawing/2014/main" id="{3F37CD41-3D98-78AC-CAAB-B3E4798487C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4C4DED47-7A19-B28C-91DF-FD887EE0B59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97" name="Freeform 296">
                  <a:extLst>
                    <a:ext uri="{FF2B5EF4-FFF2-40B4-BE49-F238E27FC236}">
                      <a16:creationId xmlns:a16="http://schemas.microsoft.com/office/drawing/2014/main" id="{76837623-9C30-3277-963F-6F6FACB87D3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8" name="Freeform 297">
                  <a:extLst>
                    <a:ext uri="{FF2B5EF4-FFF2-40B4-BE49-F238E27FC236}">
                      <a16:creationId xmlns:a16="http://schemas.microsoft.com/office/drawing/2014/main" id="{7DB9063D-5CED-1112-AB98-E2E900D5AB0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9" name="Freeform 298">
                  <a:extLst>
                    <a:ext uri="{FF2B5EF4-FFF2-40B4-BE49-F238E27FC236}">
                      <a16:creationId xmlns:a16="http://schemas.microsoft.com/office/drawing/2014/main" id="{496C8644-F56A-6EF1-CDA1-1563D7044CFD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0" name="Freeform 299">
                  <a:extLst>
                    <a:ext uri="{FF2B5EF4-FFF2-40B4-BE49-F238E27FC236}">
                      <a16:creationId xmlns:a16="http://schemas.microsoft.com/office/drawing/2014/main" id="{FF9D0FD8-C444-A5E9-DE6B-8CC34D2FF3E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EC62DDF3-A205-1D2F-7B03-CA29B1AA0269}"/>
                </a:ext>
              </a:extLst>
            </p:cNvPr>
            <p:cNvCxnSpPr/>
            <p:nvPr/>
          </p:nvCxnSpPr>
          <p:spPr>
            <a:xfrm>
              <a:off x="7193560" y="4043476"/>
              <a:ext cx="46313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38ACB76F-2471-33AB-654D-7B495F0E0B69}"/>
                </a:ext>
              </a:extLst>
            </p:cNvPr>
            <p:cNvCxnSpPr/>
            <p:nvPr/>
          </p:nvCxnSpPr>
          <p:spPr>
            <a:xfrm>
              <a:off x="5792273" y="5919778"/>
              <a:ext cx="237507" cy="2375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A603ECDE-C465-AEC8-632D-47043FCDEB69}"/>
                </a:ext>
              </a:extLst>
            </p:cNvPr>
            <p:cNvGrpSpPr/>
            <p:nvPr/>
          </p:nvGrpSpPr>
          <p:grpSpPr>
            <a:xfrm>
              <a:off x="5649769" y="4179021"/>
              <a:ext cx="736270" cy="422596"/>
              <a:chOff x="3668110" y="2448910"/>
              <a:chExt cx="3794234" cy="2165130"/>
            </a:xfrm>
          </p:grpSpPr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36350D70-E7AB-410F-6B13-974627E70A48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id="{68E4C904-C3D0-F10C-9B1F-59BABBB6DD6F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80" name="Group 279">
                <a:extLst>
                  <a:ext uri="{FF2B5EF4-FFF2-40B4-BE49-F238E27FC236}">
                    <a16:creationId xmlns:a16="http://schemas.microsoft.com/office/drawing/2014/main" id="{0634F6A5-C6C9-5E34-FD59-71B5167937C4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81" name="Freeform 280">
                  <a:extLst>
                    <a:ext uri="{FF2B5EF4-FFF2-40B4-BE49-F238E27FC236}">
                      <a16:creationId xmlns:a16="http://schemas.microsoft.com/office/drawing/2014/main" id="{CAA18908-B1A5-2081-92FE-9E5F922EDDA6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2" name="Freeform 281">
                  <a:extLst>
                    <a:ext uri="{FF2B5EF4-FFF2-40B4-BE49-F238E27FC236}">
                      <a16:creationId xmlns:a16="http://schemas.microsoft.com/office/drawing/2014/main" id="{484B649B-E659-E622-FEB8-806AFCC8366C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3" name="Freeform 282">
                  <a:extLst>
                    <a:ext uri="{FF2B5EF4-FFF2-40B4-BE49-F238E27FC236}">
                      <a16:creationId xmlns:a16="http://schemas.microsoft.com/office/drawing/2014/main" id="{1F78B8D0-D3CE-C90C-D9EB-EE9F80679A70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4" name="Freeform 283">
                  <a:extLst>
                    <a:ext uri="{FF2B5EF4-FFF2-40B4-BE49-F238E27FC236}">
                      <a16:creationId xmlns:a16="http://schemas.microsoft.com/office/drawing/2014/main" id="{A1BEC1EF-EFBE-76B4-D0EF-C8899CBDEDDF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46" name="Group 345">
              <a:extLst>
                <a:ext uri="{FF2B5EF4-FFF2-40B4-BE49-F238E27FC236}">
                  <a16:creationId xmlns:a16="http://schemas.microsoft.com/office/drawing/2014/main" id="{20833E57-BCED-E7A3-11B9-178ABD898592}"/>
                </a:ext>
              </a:extLst>
            </p:cNvPr>
            <p:cNvGrpSpPr/>
            <p:nvPr/>
          </p:nvGrpSpPr>
          <p:grpSpPr>
            <a:xfrm>
              <a:off x="2739071" y="2226350"/>
              <a:ext cx="2436042" cy="1273223"/>
              <a:chOff x="2739071" y="2226350"/>
              <a:chExt cx="2436042" cy="1273223"/>
            </a:xfrm>
          </p:grpSpPr>
          <p:sp>
            <p:nvSpPr>
              <p:cNvPr id="338" name="Freeform 337">
                <a:extLst>
                  <a:ext uri="{FF2B5EF4-FFF2-40B4-BE49-F238E27FC236}">
                    <a16:creationId xmlns:a16="http://schemas.microsoft.com/office/drawing/2014/main" id="{FE5E7D67-99C7-1D55-BFD5-1BC2506BF657}"/>
                  </a:ext>
                </a:extLst>
              </p:cNvPr>
              <p:cNvSpPr/>
              <p:nvPr/>
            </p:nvSpPr>
            <p:spPr>
              <a:xfrm flipH="1">
                <a:off x="3389091" y="2670159"/>
                <a:ext cx="1786022" cy="829414"/>
              </a:xfrm>
              <a:custGeom>
                <a:avLst/>
                <a:gdLst>
                  <a:gd name="connsiteX0" fmla="*/ 0 w 1615044"/>
                  <a:gd name="connsiteY0" fmla="*/ 641268 h 890650"/>
                  <a:gd name="connsiteX1" fmla="*/ 285007 w 1615044"/>
                  <a:gd name="connsiteY1" fmla="*/ 0 h 890650"/>
                  <a:gd name="connsiteX2" fmla="*/ 1615044 w 1615044"/>
                  <a:gd name="connsiteY2" fmla="*/ 83128 h 890650"/>
                  <a:gd name="connsiteX3" fmla="*/ 166254 w 1615044"/>
                  <a:gd name="connsiteY3" fmla="*/ 890650 h 890650"/>
                  <a:gd name="connsiteX4" fmla="*/ 0 w 1615044"/>
                  <a:gd name="connsiteY4" fmla="*/ 641268 h 890650"/>
                  <a:gd name="connsiteX0" fmla="*/ 0 w 1615044"/>
                  <a:gd name="connsiteY0" fmla="*/ 641268 h 890650"/>
                  <a:gd name="connsiteX1" fmla="*/ 285007 w 1615044"/>
                  <a:gd name="connsiteY1" fmla="*/ 0 h 890650"/>
                  <a:gd name="connsiteX2" fmla="*/ 1615044 w 1615044"/>
                  <a:gd name="connsiteY2" fmla="*/ 83128 h 890650"/>
                  <a:gd name="connsiteX3" fmla="*/ 166254 w 1615044"/>
                  <a:gd name="connsiteY3" fmla="*/ 890650 h 890650"/>
                  <a:gd name="connsiteX4" fmla="*/ 0 w 1615044"/>
                  <a:gd name="connsiteY4" fmla="*/ 641268 h 890650"/>
                  <a:gd name="connsiteX0" fmla="*/ 0 w 1615044"/>
                  <a:gd name="connsiteY0" fmla="*/ 641268 h 890650"/>
                  <a:gd name="connsiteX1" fmla="*/ 285007 w 1615044"/>
                  <a:gd name="connsiteY1" fmla="*/ 0 h 890650"/>
                  <a:gd name="connsiteX2" fmla="*/ 1615044 w 1615044"/>
                  <a:gd name="connsiteY2" fmla="*/ 83128 h 890650"/>
                  <a:gd name="connsiteX3" fmla="*/ 166254 w 1615044"/>
                  <a:gd name="connsiteY3" fmla="*/ 890650 h 890650"/>
                  <a:gd name="connsiteX4" fmla="*/ 0 w 1615044"/>
                  <a:gd name="connsiteY4" fmla="*/ 641268 h 890650"/>
                  <a:gd name="connsiteX0" fmla="*/ 0 w 1615044"/>
                  <a:gd name="connsiteY0" fmla="*/ 641268 h 890650"/>
                  <a:gd name="connsiteX1" fmla="*/ 285007 w 1615044"/>
                  <a:gd name="connsiteY1" fmla="*/ 0 h 890650"/>
                  <a:gd name="connsiteX2" fmla="*/ 1615044 w 1615044"/>
                  <a:gd name="connsiteY2" fmla="*/ 83128 h 890650"/>
                  <a:gd name="connsiteX3" fmla="*/ 166254 w 1615044"/>
                  <a:gd name="connsiteY3" fmla="*/ 890650 h 890650"/>
                  <a:gd name="connsiteX4" fmla="*/ 0 w 1615044"/>
                  <a:gd name="connsiteY4" fmla="*/ 641268 h 890650"/>
                  <a:gd name="connsiteX0" fmla="*/ 0 w 1615044"/>
                  <a:gd name="connsiteY0" fmla="*/ 641268 h 890650"/>
                  <a:gd name="connsiteX1" fmla="*/ 285007 w 1615044"/>
                  <a:gd name="connsiteY1" fmla="*/ 0 h 890650"/>
                  <a:gd name="connsiteX2" fmla="*/ 1615044 w 1615044"/>
                  <a:gd name="connsiteY2" fmla="*/ 83128 h 890650"/>
                  <a:gd name="connsiteX3" fmla="*/ 166254 w 1615044"/>
                  <a:gd name="connsiteY3" fmla="*/ 890650 h 890650"/>
                  <a:gd name="connsiteX4" fmla="*/ 0 w 1615044"/>
                  <a:gd name="connsiteY4" fmla="*/ 641268 h 890650"/>
                  <a:gd name="connsiteX0" fmla="*/ 0 w 1615044"/>
                  <a:gd name="connsiteY0" fmla="*/ 463138 h 890650"/>
                  <a:gd name="connsiteX1" fmla="*/ 285007 w 1615044"/>
                  <a:gd name="connsiteY1" fmla="*/ 0 h 890650"/>
                  <a:gd name="connsiteX2" fmla="*/ 1615044 w 1615044"/>
                  <a:gd name="connsiteY2" fmla="*/ 83128 h 890650"/>
                  <a:gd name="connsiteX3" fmla="*/ 166254 w 1615044"/>
                  <a:gd name="connsiteY3" fmla="*/ 890650 h 890650"/>
                  <a:gd name="connsiteX4" fmla="*/ 0 w 1615044"/>
                  <a:gd name="connsiteY4" fmla="*/ 463138 h 890650"/>
                  <a:gd name="connsiteX0" fmla="*/ 0 w 1615044"/>
                  <a:gd name="connsiteY0" fmla="*/ 463138 h 890650"/>
                  <a:gd name="connsiteX1" fmla="*/ 285007 w 1615044"/>
                  <a:gd name="connsiteY1" fmla="*/ 0 h 890650"/>
                  <a:gd name="connsiteX2" fmla="*/ 1615044 w 1615044"/>
                  <a:gd name="connsiteY2" fmla="*/ 83128 h 890650"/>
                  <a:gd name="connsiteX3" fmla="*/ 166254 w 1615044"/>
                  <a:gd name="connsiteY3" fmla="*/ 890650 h 890650"/>
                  <a:gd name="connsiteX4" fmla="*/ 0 w 1615044"/>
                  <a:gd name="connsiteY4" fmla="*/ 463138 h 890650"/>
                  <a:gd name="connsiteX0" fmla="*/ 59377 w 1674421"/>
                  <a:gd name="connsiteY0" fmla="*/ 463138 h 700645"/>
                  <a:gd name="connsiteX1" fmla="*/ 344384 w 1674421"/>
                  <a:gd name="connsiteY1" fmla="*/ 0 h 700645"/>
                  <a:gd name="connsiteX2" fmla="*/ 1674421 w 1674421"/>
                  <a:gd name="connsiteY2" fmla="*/ 83128 h 700645"/>
                  <a:gd name="connsiteX3" fmla="*/ 0 w 1674421"/>
                  <a:gd name="connsiteY3" fmla="*/ 700645 h 700645"/>
                  <a:gd name="connsiteX4" fmla="*/ 59377 w 1674421"/>
                  <a:gd name="connsiteY4" fmla="*/ 463138 h 700645"/>
                  <a:gd name="connsiteX0" fmla="*/ 59377 w 1674421"/>
                  <a:gd name="connsiteY0" fmla="*/ 463138 h 700645"/>
                  <a:gd name="connsiteX1" fmla="*/ 344384 w 1674421"/>
                  <a:gd name="connsiteY1" fmla="*/ 0 h 700645"/>
                  <a:gd name="connsiteX2" fmla="*/ 1674421 w 1674421"/>
                  <a:gd name="connsiteY2" fmla="*/ 83128 h 700645"/>
                  <a:gd name="connsiteX3" fmla="*/ 0 w 1674421"/>
                  <a:gd name="connsiteY3" fmla="*/ 700645 h 700645"/>
                  <a:gd name="connsiteX4" fmla="*/ 59377 w 1674421"/>
                  <a:gd name="connsiteY4" fmla="*/ 463138 h 700645"/>
                  <a:gd name="connsiteX0" fmla="*/ 59377 w 1294411"/>
                  <a:gd name="connsiteY0" fmla="*/ 463138 h 700645"/>
                  <a:gd name="connsiteX1" fmla="*/ 344384 w 1294411"/>
                  <a:gd name="connsiteY1" fmla="*/ 0 h 700645"/>
                  <a:gd name="connsiteX2" fmla="*/ 1294411 w 1294411"/>
                  <a:gd name="connsiteY2" fmla="*/ 296884 h 700645"/>
                  <a:gd name="connsiteX3" fmla="*/ 0 w 1294411"/>
                  <a:gd name="connsiteY3" fmla="*/ 700645 h 700645"/>
                  <a:gd name="connsiteX4" fmla="*/ 59377 w 1294411"/>
                  <a:gd name="connsiteY4" fmla="*/ 463138 h 700645"/>
                  <a:gd name="connsiteX0" fmla="*/ 59377 w 1294411"/>
                  <a:gd name="connsiteY0" fmla="*/ 463138 h 700645"/>
                  <a:gd name="connsiteX1" fmla="*/ 344384 w 1294411"/>
                  <a:gd name="connsiteY1" fmla="*/ 0 h 700645"/>
                  <a:gd name="connsiteX2" fmla="*/ 1294411 w 1294411"/>
                  <a:gd name="connsiteY2" fmla="*/ 296884 h 700645"/>
                  <a:gd name="connsiteX3" fmla="*/ 0 w 1294411"/>
                  <a:gd name="connsiteY3" fmla="*/ 700645 h 700645"/>
                  <a:gd name="connsiteX4" fmla="*/ 59377 w 1294411"/>
                  <a:gd name="connsiteY4" fmla="*/ 463138 h 700645"/>
                  <a:gd name="connsiteX0" fmla="*/ 59377 w 1389414"/>
                  <a:gd name="connsiteY0" fmla="*/ 463138 h 700645"/>
                  <a:gd name="connsiteX1" fmla="*/ 344384 w 1389414"/>
                  <a:gd name="connsiteY1" fmla="*/ 0 h 700645"/>
                  <a:gd name="connsiteX2" fmla="*/ 1389414 w 1389414"/>
                  <a:gd name="connsiteY2" fmla="*/ 439388 h 700645"/>
                  <a:gd name="connsiteX3" fmla="*/ 0 w 1389414"/>
                  <a:gd name="connsiteY3" fmla="*/ 700645 h 700645"/>
                  <a:gd name="connsiteX4" fmla="*/ 59377 w 1389414"/>
                  <a:gd name="connsiteY4" fmla="*/ 463138 h 700645"/>
                  <a:gd name="connsiteX0" fmla="*/ 59377 w 1389414"/>
                  <a:gd name="connsiteY0" fmla="*/ 463138 h 700645"/>
                  <a:gd name="connsiteX1" fmla="*/ 344384 w 1389414"/>
                  <a:gd name="connsiteY1" fmla="*/ 0 h 700645"/>
                  <a:gd name="connsiteX2" fmla="*/ 1389414 w 1389414"/>
                  <a:gd name="connsiteY2" fmla="*/ 439388 h 700645"/>
                  <a:gd name="connsiteX3" fmla="*/ 0 w 1389414"/>
                  <a:gd name="connsiteY3" fmla="*/ 700645 h 700645"/>
                  <a:gd name="connsiteX4" fmla="*/ 59377 w 1389414"/>
                  <a:gd name="connsiteY4" fmla="*/ 463138 h 700645"/>
                  <a:gd name="connsiteX0" fmla="*/ 59377 w 1389414"/>
                  <a:gd name="connsiteY0" fmla="*/ 415637 h 653144"/>
                  <a:gd name="connsiteX1" fmla="*/ 605641 w 1389414"/>
                  <a:gd name="connsiteY1" fmla="*/ 0 h 653144"/>
                  <a:gd name="connsiteX2" fmla="*/ 1389414 w 1389414"/>
                  <a:gd name="connsiteY2" fmla="*/ 391887 h 653144"/>
                  <a:gd name="connsiteX3" fmla="*/ 0 w 1389414"/>
                  <a:gd name="connsiteY3" fmla="*/ 653144 h 653144"/>
                  <a:gd name="connsiteX4" fmla="*/ 59377 w 1389414"/>
                  <a:gd name="connsiteY4" fmla="*/ 415637 h 653144"/>
                  <a:gd name="connsiteX0" fmla="*/ 59377 w 1389414"/>
                  <a:gd name="connsiteY0" fmla="*/ 415637 h 653144"/>
                  <a:gd name="connsiteX1" fmla="*/ 605641 w 1389414"/>
                  <a:gd name="connsiteY1" fmla="*/ 0 h 653144"/>
                  <a:gd name="connsiteX2" fmla="*/ 1389414 w 1389414"/>
                  <a:gd name="connsiteY2" fmla="*/ 391887 h 653144"/>
                  <a:gd name="connsiteX3" fmla="*/ 0 w 1389414"/>
                  <a:gd name="connsiteY3" fmla="*/ 653144 h 653144"/>
                  <a:gd name="connsiteX4" fmla="*/ 59377 w 1389414"/>
                  <a:gd name="connsiteY4" fmla="*/ 415637 h 653144"/>
                  <a:gd name="connsiteX0" fmla="*/ 59377 w 1389414"/>
                  <a:gd name="connsiteY0" fmla="*/ 591907 h 829414"/>
                  <a:gd name="connsiteX1" fmla="*/ 429371 w 1389414"/>
                  <a:gd name="connsiteY1" fmla="*/ 0 h 829414"/>
                  <a:gd name="connsiteX2" fmla="*/ 1389414 w 1389414"/>
                  <a:gd name="connsiteY2" fmla="*/ 568157 h 829414"/>
                  <a:gd name="connsiteX3" fmla="*/ 0 w 1389414"/>
                  <a:gd name="connsiteY3" fmla="*/ 829414 h 829414"/>
                  <a:gd name="connsiteX4" fmla="*/ 59377 w 1389414"/>
                  <a:gd name="connsiteY4" fmla="*/ 591907 h 829414"/>
                  <a:gd name="connsiteX0" fmla="*/ 59377 w 1786022"/>
                  <a:gd name="connsiteY0" fmla="*/ 591907 h 829414"/>
                  <a:gd name="connsiteX1" fmla="*/ 429371 w 1786022"/>
                  <a:gd name="connsiteY1" fmla="*/ 0 h 829414"/>
                  <a:gd name="connsiteX2" fmla="*/ 1786022 w 1786022"/>
                  <a:gd name="connsiteY2" fmla="*/ 369854 h 829414"/>
                  <a:gd name="connsiteX3" fmla="*/ 0 w 1786022"/>
                  <a:gd name="connsiteY3" fmla="*/ 829414 h 829414"/>
                  <a:gd name="connsiteX4" fmla="*/ 59377 w 1786022"/>
                  <a:gd name="connsiteY4" fmla="*/ 591907 h 829414"/>
                  <a:gd name="connsiteX0" fmla="*/ 59377 w 1786022"/>
                  <a:gd name="connsiteY0" fmla="*/ 591907 h 829414"/>
                  <a:gd name="connsiteX1" fmla="*/ 429371 w 1786022"/>
                  <a:gd name="connsiteY1" fmla="*/ 0 h 829414"/>
                  <a:gd name="connsiteX2" fmla="*/ 1786022 w 1786022"/>
                  <a:gd name="connsiteY2" fmla="*/ 369854 h 829414"/>
                  <a:gd name="connsiteX3" fmla="*/ 0 w 1786022"/>
                  <a:gd name="connsiteY3" fmla="*/ 829414 h 829414"/>
                  <a:gd name="connsiteX4" fmla="*/ 59377 w 1786022"/>
                  <a:gd name="connsiteY4" fmla="*/ 591907 h 829414"/>
                  <a:gd name="connsiteX0" fmla="*/ 59377 w 1786022"/>
                  <a:gd name="connsiteY0" fmla="*/ 591907 h 829414"/>
                  <a:gd name="connsiteX1" fmla="*/ 429371 w 1786022"/>
                  <a:gd name="connsiteY1" fmla="*/ 0 h 829414"/>
                  <a:gd name="connsiteX2" fmla="*/ 1786022 w 1786022"/>
                  <a:gd name="connsiteY2" fmla="*/ 369854 h 829414"/>
                  <a:gd name="connsiteX3" fmla="*/ 0 w 1786022"/>
                  <a:gd name="connsiteY3" fmla="*/ 829414 h 829414"/>
                  <a:gd name="connsiteX4" fmla="*/ 59377 w 1786022"/>
                  <a:gd name="connsiteY4" fmla="*/ 591907 h 829414"/>
                  <a:gd name="connsiteX0" fmla="*/ 59377 w 1786022"/>
                  <a:gd name="connsiteY0" fmla="*/ 591907 h 829414"/>
                  <a:gd name="connsiteX1" fmla="*/ 429371 w 1786022"/>
                  <a:gd name="connsiteY1" fmla="*/ 0 h 829414"/>
                  <a:gd name="connsiteX2" fmla="*/ 1786022 w 1786022"/>
                  <a:gd name="connsiteY2" fmla="*/ 369854 h 829414"/>
                  <a:gd name="connsiteX3" fmla="*/ 0 w 1786022"/>
                  <a:gd name="connsiteY3" fmla="*/ 829414 h 829414"/>
                  <a:gd name="connsiteX4" fmla="*/ 59377 w 1786022"/>
                  <a:gd name="connsiteY4" fmla="*/ 591907 h 829414"/>
                  <a:gd name="connsiteX0" fmla="*/ 59377 w 1786022"/>
                  <a:gd name="connsiteY0" fmla="*/ 591907 h 829414"/>
                  <a:gd name="connsiteX1" fmla="*/ 429371 w 1786022"/>
                  <a:gd name="connsiteY1" fmla="*/ 0 h 829414"/>
                  <a:gd name="connsiteX2" fmla="*/ 1786022 w 1786022"/>
                  <a:gd name="connsiteY2" fmla="*/ 369854 h 829414"/>
                  <a:gd name="connsiteX3" fmla="*/ 0 w 1786022"/>
                  <a:gd name="connsiteY3" fmla="*/ 829414 h 829414"/>
                  <a:gd name="connsiteX4" fmla="*/ 59377 w 1786022"/>
                  <a:gd name="connsiteY4" fmla="*/ 591907 h 829414"/>
                  <a:gd name="connsiteX0" fmla="*/ 81411 w 1786022"/>
                  <a:gd name="connsiteY0" fmla="*/ 393603 h 829414"/>
                  <a:gd name="connsiteX1" fmla="*/ 429371 w 1786022"/>
                  <a:gd name="connsiteY1" fmla="*/ 0 h 829414"/>
                  <a:gd name="connsiteX2" fmla="*/ 1786022 w 1786022"/>
                  <a:gd name="connsiteY2" fmla="*/ 369854 h 829414"/>
                  <a:gd name="connsiteX3" fmla="*/ 0 w 1786022"/>
                  <a:gd name="connsiteY3" fmla="*/ 829414 h 829414"/>
                  <a:gd name="connsiteX4" fmla="*/ 81411 w 1786022"/>
                  <a:gd name="connsiteY4" fmla="*/ 393603 h 829414"/>
                  <a:gd name="connsiteX0" fmla="*/ 81411 w 1786022"/>
                  <a:gd name="connsiteY0" fmla="*/ 393603 h 829414"/>
                  <a:gd name="connsiteX1" fmla="*/ 429371 w 1786022"/>
                  <a:gd name="connsiteY1" fmla="*/ 0 h 829414"/>
                  <a:gd name="connsiteX2" fmla="*/ 1786022 w 1786022"/>
                  <a:gd name="connsiteY2" fmla="*/ 369854 h 829414"/>
                  <a:gd name="connsiteX3" fmla="*/ 0 w 1786022"/>
                  <a:gd name="connsiteY3" fmla="*/ 829414 h 829414"/>
                  <a:gd name="connsiteX4" fmla="*/ 81411 w 1786022"/>
                  <a:gd name="connsiteY4" fmla="*/ 393603 h 829414"/>
                  <a:gd name="connsiteX0" fmla="*/ 81411 w 1786022"/>
                  <a:gd name="connsiteY0" fmla="*/ 393603 h 829414"/>
                  <a:gd name="connsiteX1" fmla="*/ 429371 w 1786022"/>
                  <a:gd name="connsiteY1" fmla="*/ 0 h 829414"/>
                  <a:gd name="connsiteX2" fmla="*/ 1786022 w 1786022"/>
                  <a:gd name="connsiteY2" fmla="*/ 325786 h 829414"/>
                  <a:gd name="connsiteX3" fmla="*/ 0 w 1786022"/>
                  <a:gd name="connsiteY3" fmla="*/ 829414 h 829414"/>
                  <a:gd name="connsiteX4" fmla="*/ 81411 w 1786022"/>
                  <a:gd name="connsiteY4" fmla="*/ 393603 h 829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86022" h="829414">
                    <a:moveTo>
                      <a:pt x="81411" y="393603"/>
                    </a:moveTo>
                    <a:cubicBezTo>
                      <a:pt x="307042" y="310476"/>
                      <a:pt x="265550" y="210465"/>
                      <a:pt x="429371" y="0"/>
                    </a:cubicBezTo>
                    <a:cubicBezTo>
                      <a:pt x="716335" y="244471"/>
                      <a:pt x="915164" y="290636"/>
                      <a:pt x="1786022" y="325786"/>
                    </a:cubicBezTo>
                    <a:cubicBezTo>
                      <a:pt x="561099" y="527000"/>
                      <a:pt x="601683" y="583990"/>
                      <a:pt x="0" y="829414"/>
                    </a:cubicBezTo>
                    <a:lnTo>
                      <a:pt x="81411" y="393603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56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6" name="Oval 280">
                <a:extLst>
                  <a:ext uri="{FF2B5EF4-FFF2-40B4-BE49-F238E27FC236}">
                    <a16:creationId xmlns:a16="http://schemas.microsoft.com/office/drawing/2014/main" id="{6E477BF3-658D-75BC-9226-C1C80F9DFF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9071" y="2226350"/>
                <a:ext cx="2047875" cy="771802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37" name="Text Box 276">
                <a:extLst>
                  <a:ext uri="{FF2B5EF4-FFF2-40B4-BE49-F238E27FC236}">
                    <a16:creationId xmlns:a16="http://schemas.microsoft.com/office/drawing/2014/main" id="{3652701F-EB1B-E520-C9AF-B87E52ACC5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1471" y="2312106"/>
                <a:ext cx="1781175" cy="5653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/>
                  </a:rPr>
                  <a:t>managing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/>
                  </a:rPr>
                  <a:t>server/controller</a:t>
                </a:r>
              </a:p>
            </p:txBody>
          </p:sp>
          <p:grpSp>
            <p:nvGrpSpPr>
              <p:cNvPr id="341" name="Group 340">
                <a:extLst>
                  <a:ext uri="{FF2B5EF4-FFF2-40B4-BE49-F238E27FC236}">
                    <a16:creationId xmlns:a16="http://schemas.microsoft.com/office/drawing/2014/main" id="{59DD8D90-E9A2-5872-0169-FAFBF91D392D}"/>
                  </a:ext>
                </a:extLst>
              </p:cNvPr>
              <p:cNvGrpSpPr/>
              <p:nvPr/>
            </p:nvGrpSpPr>
            <p:grpSpPr>
              <a:xfrm>
                <a:off x="2936918" y="2788771"/>
                <a:ext cx="820613" cy="395103"/>
                <a:chOff x="7338951" y="1864426"/>
                <a:chExt cx="427511" cy="344384"/>
              </a:xfrm>
            </p:grpSpPr>
            <p:sp>
              <p:nvSpPr>
                <p:cNvPr id="342" name="Can 341">
                  <a:extLst>
                    <a:ext uri="{FF2B5EF4-FFF2-40B4-BE49-F238E27FC236}">
                      <a16:creationId xmlns:a16="http://schemas.microsoft.com/office/drawing/2014/main" id="{8A3B9E4B-0005-46DF-BCF2-8F9359681E11}"/>
                    </a:ext>
                  </a:extLst>
                </p:cNvPr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3" name="Text Box 305">
                  <a:extLst>
                    <a:ext uri="{FF2B5EF4-FFF2-40B4-BE49-F238E27FC236}">
                      <a16:creationId xmlns:a16="http://schemas.microsoft.com/office/drawing/2014/main" id="{F96B04F8-17AB-7818-EB69-D4F85E7F44D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04793" y="1927928"/>
                  <a:ext cx="281197" cy="2682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A8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rPr>
                    <a:t>data</a:t>
                  </a: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FA53473C-EC59-1238-D50C-C3B822CEFDB9}"/>
                </a:ext>
              </a:extLst>
            </p:cNvPr>
            <p:cNvGrpSpPr/>
            <p:nvPr/>
          </p:nvGrpSpPr>
          <p:grpSpPr>
            <a:xfrm>
              <a:off x="6498569" y="3831275"/>
              <a:ext cx="683116" cy="378456"/>
              <a:chOff x="7493876" y="2774731"/>
              <a:chExt cx="1481958" cy="894622"/>
            </a:xfrm>
          </p:grpSpPr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F9D303BE-00ED-1857-9303-64D00B159A0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9A148A58-032D-43CA-FA57-F5F27F800FD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88" name="Group 287">
                <a:extLst>
                  <a:ext uri="{FF2B5EF4-FFF2-40B4-BE49-F238E27FC236}">
                    <a16:creationId xmlns:a16="http://schemas.microsoft.com/office/drawing/2014/main" id="{4FBE46BC-1D02-2D26-72F7-6597BCC8989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89" name="Freeform 288">
                  <a:extLst>
                    <a:ext uri="{FF2B5EF4-FFF2-40B4-BE49-F238E27FC236}">
                      <a16:creationId xmlns:a16="http://schemas.microsoft.com/office/drawing/2014/main" id="{3001BD51-5613-D96F-E13D-8DE11A51435D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0" name="Freeform 289">
                  <a:extLst>
                    <a:ext uri="{FF2B5EF4-FFF2-40B4-BE49-F238E27FC236}">
                      <a16:creationId xmlns:a16="http://schemas.microsoft.com/office/drawing/2014/main" id="{B8F5F21F-0BD6-39C9-7301-8AC3C4BC192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1" name="Freeform 290">
                  <a:extLst>
                    <a:ext uri="{FF2B5EF4-FFF2-40B4-BE49-F238E27FC236}">
                      <a16:creationId xmlns:a16="http://schemas.microsoft.com/office/drawing/2014/main" id="{CB094E9F-5974-4914-D319-D0235010AB69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2" name="Freeform 291">
                  <a:extLst>
                    <a:ext uri="{FF2B5EF4-FFF2-40B4-BE49-F238E27FC236}">
                      <a16:creationId xmlns:a16="http://schemas.microsoft.com/office/drawing/2014/main" id="{226AF533-82EB-4F2E-BD08-4B25D28EF5CC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3" name="Group 44">
              <a:extLst>
                <a:ext uri="{FF2B5EF4-FFF2-40B4-BE49-F238E27FC236}">
                  <a16:creationId xmlns:a16="http://schemas.microsoft.com/office/drawing/2014/main" id="{E082DE8C-4FC5-7C3E-98C7-6E03A90981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79637" y="2571162"/>
              <a:ext cx="903288" cy="727075"/>
              <a:chOff x="-44" y="1473"/>
              <a:chExt cx="981" cy="1105"/>
            </a:xfrm>
          </p:grpSpPr>
          <p:pic>
            <p:nvPicPr>
              <p:cNvPr id="174" name="Picture 45" descr="desktop_computer_stylized_medium">
                <a:extLst>
                  <a:ext uri="{FF2B5EF4-FFF2-40B4-BE49-F238E27FC236}">
                    <a16:creationId xmlns:a16="http://schemas.microsoft.com/office/drawing/2014/main" id="{54B1B85F-37EB-B5C7-559A-3EEAD2372B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" name="Freeform 46">
                <a:extLst>
                  <a:ext uri="{FF2B5EF4-FFF2-40B4-BE49-F238E27FC236}">
                    <a16:creationId xmlns:a16="http://schemas.microsoft.com/office/drawing/2014/main" id="{6C497DCB-7AC1-161B-FCA6-BA1F49FAE55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E9163EC-6B13-5991-688E-DEDCE561F69A}"/>
                </a:ext>
              </a:extLst>
            </p:cNvPr>
            <p:cNvGrpSpPr/>
            <p:nvPr/>
          </p:nvGrpSpPr>
          <p:grpSpPr>
            <a:xfrm>
              <a:off x="3623562" y="1917794"/>
              <a:ext cx="4834638" cy="3974275"/>
              <a:chOff x="3623562" y="1917794"/>
              <a:chExt cx="4834638" cy="3974275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64B05AD1-4273-825C-2E85-C9254EBEF5F5}"/>
                  </a:ext>
                </a:extLst>
              </p:cNvPr>
              <p:cNvGrpSpPr/>
              <p:nvPr/>
            </p:nvGrpSpPr>
            <p:grpSpPr>
              <a:xfrm>
                <a:off x="6599795" y="1917794"/>
                <a:ext cx="1615044" cy="1104405"/>
                <a:chOff x="6599795" y="1917794"/>
                <a:chExt cx="1615044" cy="1104405"/>
              </a:xfrm>
            </p:grpSpPr>
            <p:sp>
              <p:nvSpPr>
                <p:cNvPr id="69" name="Freeform 68">
                  <a:extLst>
                    <a:ext uri="{FF2B5EF4-FFF2-40B4-BE49-F238E27FC236}">
                      <a16:creationId xmlns:a16="http://schemas.microsoft.com/office/drawing/2014/main" id="{32BC76B8-5069-3BDD-0AB3-E2DFCA76C8C0}"/>
                    </a:ext>
                  </a:extLst>
                </p:cNvPr>
                <p:cNvSpPr/>
                <p:nvPr/>
              </p:nvSpPr>
              <p:spPr>
                <a:xfrm>
                  <a:off x="6599795" y="2131549"/>
                  <a:ext cx="1615044" cy="890650"/>
                </a:xfrm>
                <a:custGeom>
                  <a:avLst/>
                  <a:gdLst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15044" h="890650">
                      <a:moveTo>
                        <a:pt x="0" y="641268"/>
                      </a:moveTo>
                      <a:cubicBezTo>
                        <a:pt x="320633" y="380011"/>
                        <a:pt x="308759" y="285008"/>
                        <a:pt x="285007" y="0"/>
                      </a:cubicBezTo>
                      <a:lnTo>
                        <a:pt x="1615044" y="83128"/>
                      </a:lnTo>
                      <a:cubicBezTo>
                        <a:pt x="823355" y="399803"/>
                        <a:pt x="625433" y="502723"/>
                        <a:pt x="166254" y="890650"/>
                      </a:cubicBezTo>
                      <a:lnTo>
                        <a:pt x="0" y="641268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bg1">
                        <a:alpha val="72000"/>
                      </a:schemeClr>
                    </a:gs>
                    <a:gs pos="99000">
                      <a:schemeClr val="bg1">
                        <a:lumMod val="95000"/>
                      </a:schemeClr>
                    </a:gs>
                  </a:gsLst>
                  <a:lin ang="162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0" name="Oval 306">
                  <a:extLst>
                    <a:ext uri="{FF2B5EF4-FFF2-40B4-BE49-F238E27FC236}">
                      <a16:creationId xmlns:a16="http://schemas.microsoft.com/office/drawing/2014/main" id="{4B928FC1-4CF7-3077-35A1-4D40516EFE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93234" y="1917794"/>
                  <a:ext cx="1293812" cy="54500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71" name="Text Box 302">
                  <a:extLst>
                    <a:ext uri="{FF2B5EF4-FFF2-40B4-BE49-F238E27FC236}">
                      <a16:creationId xmlns:a16="http://schemas.microsoft.com/office/drawing/2014/main" id="{C22B7ADF-8489-C236-23EF-CE10D20ECB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925808" y="2038751"/>
                  <a:ext cx="633945" cy="3077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rPr>
                    <a:t>agent</a:t>
                  </a:r>
                </a:p>
              </p:txBody>
            </p:sp>
            <p:grpSp>
              <p:nvGrpSpPr>
                <p:cNvPr id="72" name="Group 71">
                  <a:extLst>
                    <a:ext uri="{FF2B5EF4-FFF2-40B4-BE49-F238E27FC236}">
                      <a16:creationId xmlns:a16="http://schemas.microsoft.com/office/drawing/2014/main" id="{64D9D603-E283-1D1E-8B58-3143ECFCE139}"/>
                    </a:ext>
                  </a:extLst>
                </p:cNvPr>
                <p:cNvGrpSpPr/>
                <p:nvPr/>
              </p:nvGrpSpPr>
              <p:grpSpPr>
                <a:xfrm>
                  <a:off x="7524624" y="2012797"/>
                  <a:ext cx="533735" cy="344384"/>
                  <a:chOff x="7290003" y="1864426"/>
                  <a:chExt cx="533735" cy="344384"/>
                </a:xfrm>
              </p:grpSpPr>
              <p:sp>
                <p:nvSpPr>
                  <p:cNvPr id="73" name="Can 72">
                    <a:extLst>
                      <a:ext uri="{FF2B5EF4-FFF2-40B4-BE49-F238E27FC236}">
                        <a16:creationId xmlns:a16="http://schemas.microsoft.com/office/drawing/2014/main" id="{B173995A-4AF0-BBC2-3476-C73F96BF5946}"/>
                      </a:ext>
                    </a:extLst>
                  </p:cNvPr>
                  <p:cNvSpPr/>
                  <p:nvPr/>
                </p:nvSpPr>
                <p:spPr>
                  <a:xfrm>
                    <a:off x="7338951" y="1864426"/>
                    <a:ext cx="427511" cy="344384"/>
                  </a:xfrm>
                  <a:prstGeom prst="can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74" name="Text Box 305">
                    <a:extLst>
                      <a:ext uri="{FF2B5EF4-FFF2-40B4-BE49-F238E27FC236}">
                        <a16:creationId xmlns:a16="http://schemas.microsoft.com/office/drawing/2014/main" id="{EEB14372-9EB4-2894-3BDD-64CC151ACEF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290003" y="1889518"/>
                    <a:ext cx="533735" cy="3076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A8"/>
                        </a:solidFill>
                        <a:effectLst/>
                        <a:uLnTx/>
                        <a:uFillTx/>
                        <a:latin typeface="Arial"/>
                        <a:ea typeface="ＭＳ Ｐゴシック" charset="0"/>
                        <a:cs typeface="Arial"/>
                      </a:rPr>
                      <a:t>data</a:t>
                    </a:r>
                  </a:p>
                </p:txBody>
              </p:sp>
            </p:grp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BD32CC1-7A94-11A6-5A62-C1B4D8CE7F37}"/>
                  </a:ext>
                </a:extLst>
              </p:cNvPr>
              <p:cNvGrpSpPr/>
              <p:nvPr/>
            </p:nvGrpSpPr>
            <p:grpSpPr>
              <a:xfrm>
                <a:off x="6752194" y="4789643"/>
                <a:ext cx="1646629" cy="914399"/>
                <a:chOff x="6752194" y="4789643"/>
                <a:chExt cx="1646629" cy="914399"/>
              </a:xfrm>
            </p:grpSpPr>
            <p:sp>
              <p:nvSpPr>
                <p:cNvPr id="63" name="Freeform 62">
                  <a:extLst>
                    <a:ext uri="{FF2B5EF4-FFF2-40B4-BE49-F238E27FC236}">
                      <a16:creationId xmlns:a16="http://schemas.microsoft.com/office/drawing/2014/main" id="{8AFA70B2-0919-10ED-095B-50E4F9A98408}"/>
                    </a:ext>
                  </a:extLst>
                </p:cNvPr>
                <p:cNvSpPr/>
                <p:nvPr/>
              </p:nvSpPr>
              <p:spPr>
                <a:xfrm>
                  <a:off x="6752194" y="5003397"/>
                  <a:ext cx="1294411" cy="700645"/>
                </a:xfrm>
                <a:custGeom>
                  <a:avLst/>
                  <a:gdLst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46313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463138 h 890650"/>
                    <a:gd name="connsiteX0" fmla="*/ 0 w 1615044"/>
                    <a:gd name="connsiteY0" fmla="*/ 46313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463138 h 890650"/>
                    <a:gd name="connsiteX0" fmla="*/ 59377 w 1674421"/>
                    <a:gd name="connsiteY0" fmla="*/ 463138 h 700645"/>
                    <a:gd name="connsiteX1" fmla="*/ 344384 w 1674421"/>
                    <a:gd name="connsiteY1" fmla="*/ 0 h 700645"/>
                    <a:gd name="connsiteX2" fmla="*/ 1674421 w 1674421"/>
                    <a:gd name="connsiteY2" fmla="*/ 83128 h 700645"/>
                    <a:gd name="connsiteX3" fmla="*/ 0 w 1674421"/>
                    <a:gd name="connsiteY3" fmla="*/ 700645 h 700645"/>
                    <a:gd name="connsiteX4" fmla="*/ 59377 w 1674421"/>
                    <a:gd name="connsiteY4" fmla="*/ 463138 h 700645"/>
                    <a:gd name="connsiteX0" fmla="*/ 59377 w 1674421"/>
                    <a:gd name="connsiteY0" fmla="*/ 463138 h 700645"/>
                    <a:gd name="connsiteX1" fmla="*/ 344384 w 1674421"/>
                    <a:gd name="connsiteY1" fmla="*/ 0 h 700645"/>
                    <a:gd name="connsiteX2" fmla="*/ 1674421 w 1674421"/>
                    <a:gd name="connsiteY2" fmla="*/ 83128 h 700645"/>
                    <a:gd name="connsiteX3" fmla="*/ 0 w 1674421"/>
                    <a:gd name="connsiteY3" fmla="*/ 700645 h 700645"/>
                    <a:gd name="connsiteX4" fmla="*/ 59377 w 1674421"/>
                    <a:gd name="connsiteY4" fmla="*/ 463138 h 700645"/>
                    <a:gd name="connsiteX0" fmla="*/ 59377 w 1294411"/>
                    <a:gd name="connsiteY0" fmla="*/ 463138 h 700645"/>
                    <a:gd name="connsiteX1" fmla="*/ 344384 w 1294411"/>
                    <a:gd name="connsiteY1" fmla="*/ 0 h 700645"/>
                    <a:gd name="connsiteX2" fmla="*/ 1294411 w 1294411"/>
                    <a:gd name="connsiteY2" fmla="*/ 296884 h 700645"/>
                    <a:gd name="connsiteX3" fmla="*/ 0 w 1294411"/>
                    <a:gd name="connsiteY3" fmla="*/ 700645 h 700645"/>
                    <a:gd name="connsiteX4" fmla="*/ 59377 w 1294411"/>
                    <a:gd name="connsiteY4" fmla="*/ 463138 h 700645"/>
                    <a:gd name="connsiteX0" fmla="*/ 59377 w 1294411"/>
                    <a:gd name="connsiteY0" fmla="*/ 463138 h 700645"/>
                    <a:gd name="connsiteX1" fmla="*/ 344384 w 1294411"/>
                    <a:gd name="connsiteY1" fmla="*/ 0 h 700645"/>
                    <a:gd name="connsiteX2" fmla="*/ 1294411 w 1294411"/>
                    <a:gd name="connsiteY2" fmla="*/ 296884 h 700645"/>
                    <a:gd name="connsiteX3" fmla="*/ 0 w 1294411"/>
                    <a:gd name="connsiteY3" fmla="*/ 700645 h 700645"/>
                    <a:gd name="connsiteX4" fmla="*/ 59377 w 1294411"/>
                    <a:gd name="connsiteY4" fmla="*/ 463138 h 7006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94411" h="700645">
                      <a:moveTo>
                        <a:pt x="59377" y="463138"/>
                      </a:moveTo>
                      <a:cubicBezTo>
                        <a:pt x="285008" y="380011"/>
                        <a:pt x="368136" y="285008"/>
                        <a:pt x="344384" y="0"/>
                      </a:cubicBezTo>
                      <a:lnTo>
                        <a:pt x="1294411" y="296884"/>
                      </a:lnTo>
                      <a:cubicBezTo>
                        <a:pt x="407720" y="530432"/>
                        <a:pt x="601683" y="455221"/>
                        <a:pt x="0" y="700645"/>
                      </a:cubicBezTo>
                      <a:lnTo>
                        <a:pt x="59377" y="463138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bg1">
                        <a:alpha val="80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62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4" name="Oval 306">
                  <a:extLst>
                    <a:ext uri="{FF2B5EF4-FFF2-40B4-BE49-F238E27FC236}">
                      <a16:creationId xmlns:a16="http://schemas.microsoft.com/office/drawing/2014/main" id="{CC7C38CF-31A0-715A-C915-7FB5A8B0A1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5011" y="4789643"/>
                  <a:ext cx="1293812" cy="54500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65" name="Text Box 302">
                  <a:extLst>
                    <a:ext uri="{FF2B5EF4-FFF2-40B4-BE49-F238E27FC236}">
                      <a16:creationId xmlns:a16="http://schemas.microsoft.com/office/drawing/2014/main" id="{C5453711-339B-C917-FC26-592FDFB89AF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37585" y="4910600"/>
                  <a:ext cx="633945" cy="3077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rPr>
                    <a:t>agent</a:t>
                  </a:r>
                </a:p>
              </p:txBody>
            </p:sp>
            <p:grpSp>
              <p:nvGrpSpPr>
                <p:cNvPr id="66" name="Group 65">
                  <a:extLst>
                    <a:ext uri="{FF2B5EF4-FFF2-40B4-BE49-F238E27FC236}">
                      <a16:creationId xmlns:a16="http://schemas.microsoft.com/office/drawing/2014/main" id="{99C1F8B9-808C-BBBF-13B4-704B270880D8}"/>
                    </a:ext>
                  </a:extLst>
                </p:cNvPr>
                <p:cNvGrpSpPr/>
                <p:nvPr/>
              </p:nvGrpSpPr>
              <p:grpSpPr>
                <a:xfrm>
                  <a:off x="7736401" y="4884646"/>
                  <a:ext cx="533735" cy="344384"/>
                  <a:chOff x="7290003" y="1864426"/>
                  <a:chExt cx="533735" cy="344384"/>
                </a:xfrm>
              </p:grpSpPr>
              <p:sp>
                <p:nvSpPr>
                  <p:cNvPr id="67" name="Can 66">
                    <a:extLst>
                      <a:ext uri="{FF2B5EF4-FFF2-40B4-BE49-F238E27FC236}">
                        <a16:creationId xmlns:a16="http://schemas.microsoft.com/office/drawing/2014/main" id="{109A59E8-1C6B-17F2-CBD4-E821D75AEC45}"/>
                      </a:ext>
                    </a:extLst>
                  </p:cNvPr>
                  <p:cNvSpPr/>
                  <p:nvPr/>
                </p:nvSpPr>
                <p:spPr>
                  <a:xfrm>
                    <a:off x="7338951" y="1864426"/>
                    <a:ext cx="427511" cy="344384"/>
                  </a:xfrm>
                  <a:prstGeom prst="can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8" name="Text Box 305">
                    <a:extLst>
                      <a:ext uri="{FF2B5EF4-FFF2-40B4-BE49-F238E27FC236}">
                        <a16:creationId xmlns:a16="http://schemas.microsoft.com/office/drawing/2014/main" id="{EF94D192-A029-8339-8309-E15E039DC3D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290003" y="1889518"/>
                    <a:ext cx="533735" cy="3076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A8"/>
                        </a:solidFill>
                        <a:effectLst/>
                        <a:uLnTx/>
                        <a:uFillTx/>
                        <a:latin typeface="Arial"/>
                        <a:ea typeface="ＭＳ Ｐゴシック" charset="0"/>
                        <a:cs typeface="Arial"/>
                      </a:rPr>
                      <a:t>data</a:t>
                    </a:r>
                  </a:p>
                </p:txBody>
              </p:sp>
            </p:grp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3FBDC08B-83E0-F002-52D4-A7FF0A891CBC}"/>
                  </a:ext>
                </a:extLst>
              </p:cNvPr>
              <p:cNvGrpSpPr/>
              <p:nvPr/>
            </p:nvGrpSpPr>
            <p:grpSpPr>
              <a:xfrm>
                <a:off x="3623562" y="5108298"/>
                <a:ext cx="1784742" cy="783771"/>
                <a:chOff x="3623562" y="5108298"/>
                <a:chExt cx="1784742" cy="783771"/>
              </a:xfrm>
            </p:grpSpPr>
            <p:sp>
              <p:nvSpPr>
                <p:cNvPr id="57" name="Freeform 56">
                  <a:extLst>
                    <a:ext uri="{FF2B5EF4-FFF2-40B4-BE49-F238E27FC236}">
                      <a16:creationId xmlns:a16="http://schemas.microsoft.com/office/drawing/2014/main" id="{F8E48146-69CE-7018-638D-0C32413DF4FE}"/>
                    </a:ext>
                  </a:extLst>
                </p:cNvPr>
                <p:cNvSpPr/>
                <p:nvPr/>
              </p:nvSpPr>
              <p:spPr>
                <a:xfrm flipH="1">
                  <a:off x="4018890" y="5238925"/>
                  <a:ext cx="1389414" cy="653144"/>
                </a:xfrm>
                <a:custGeom>
                  <a:avLst/>
                  <a:gdLst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46313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463138 h 890650"/>
                    <a:gd name="connsiteX0" fmla="*/ 0 w 1615044"/>
                    <a:gd name="connsiteY0" fmla="*/ 46313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463138 h 890650"/>
                    <a:gd name="connsiteX0" fmla="*/ 59377 w 1674421"/>
                    <a:gd name="connsiteY0" fmla="*/ 463138 h 700645"/>
                    <a:gd name="connsiteX1" fmla="*/ 344384 w 1674421"/>
                    <a:gd name="connsiteY1" fmla="*/ 0 h 700645"/>
                    <a:gd name="connsiteX2" fmla="*/ 1674421 w 1674421"/>
                    <a:gd name="connsiteY2" fmla="*/ 83128 h 700645"/>
                    <a:gd name="connsiteX3" fmla="*/ 0 w 1674421"/>
                    <a:gd name="connsiteY3" fmla="*/ 700645 h 700645"/>
                    <a:gd name="connsiteX4" fmla="*/ 59377 w 1674421"/>
                    <a:gd name="connsiteY4" fmla="*/ 463138 h 700645"/>
                    <a:gd name="connsiteX0" fmla="*/ 59377 w 1674421"/>
                    <a:gd name="connsiteY0" fmla="*/ 463138 h 700645"/>
                    <a:gd name="connsiteX1" fmla="*/ 344384 w 1674421"/>
                    <a:gd name="connsiteY1" fmla="*/ 0 h 700645"/>
                    <a:gd name="connsiteX2" fmla="*/ 1674421 w 1674421"/>
                    <a:gd name="connsiteY2" fmla="*/ 83128 h 700645"/>
                    <a:gd name="connsiteX3" fmla="*/ 0 w 1674421"/>
                    <a:gd name="connsiteY3" fmla="*/ 700645 h 700645"/>
                    <a:gd name="connsiteX4" fmla="*/ 59377 w 1674421"/>
                    <a:gd name="connsiteY4" fmla="*/ 463138 h 700645"/>
                    <a:gd name="connsiteX0" fmla="*/ 59377 w 1294411"/>
                    <a:gd name="connsiteY0" fmla="*/ 463138 h 700645"/>
                    <a:gd name="connsiteX1" fmla="*/ 344384 w 1294411"/>
                    <a:gd name="connsiteY1" fmla="*/ 0 h 700645"/>
                    <a:gd name="connsiteX2" fmla="*/ 1294411 w 1294411"/>
                    <a:gd name="connsiteY2" fmla="*/ 296884 h 700645"/>
                    <a:gd name="connsiteX3" fmla="*/ 0 w 1294411"/>
                    <a:gd name="connsiteY3" fmla="*/ 700645 h 700645"/>
                    <a:gd name="connsiteX4" fmla="*/ 59377 w 1294411"/>
                    <a:gd name="connsiteY4" fmla="*/ 463138 h 700645"/>
                    <a:gd name="connsiteX0" fmla="*/ 59377 w 1294411"/>
                    <a:gd name="connsiteY0" fmla="*/ 463138 h 700645"/>
                    <a:gd name="connsiteX1" fmla="*/ 344384 w 1294411"/>
                    <a:gd name="connsiteY1" fmla="*/ 0 h 700645"/>
                    <a:gd name="connsiteX2" fmla="*/ 1294411 w 1294411"/>
                    <a:gd name="connsiteY2" fmla="*/ 296884 h 700645"/>
                    <a:gd name="connsiteX3" fmla="*/ 0 w 1294411"/>
                    <a:gd name="connsiteY3" fmla="*/ 700645 h 700645"/>
                    <a:gd name="connsiteX4" fmla="*/ 59377 w 1294411"/>
                    <a:gd name="connsiteY4" fmla="*/ 463138 h 700645"/>
                    <a:gd name="connsiteX0" fmla="*/ 59377 w 1389414"/>
                    <a:gd name="connsiteY0" fmla="*/ 463138 h 700645"/>
                    <a:gd name="connsiteX1" fmla="*/ 344384 w 1389414"/>
                    <a:gd name="connsiteY1" fmla="*/ 0 h 700645"/>
                    <a:gd name="connsiteX2" fmla="*/ 1389414 w 1389414"/>
                    <a:gd name="connsiteY2" fmla="*/ 439388 h 700645"/>
                    <a:gd name="connsiteX3" fmla="*/ 0 w 1389414"/>
                    <a:gd name="connsiteY3" fmla="*/ 700645 h 700645"/>
                    <a:gd name="connsiteX4" fmla="*/ 59377 w 1389414"/>
                    <a:gd name="connsiteY4" fmla="*/ 463138 h 700645"/>
                    <a:gd name="connsiteX0" fmla="*/ 59377 w 1389414"/>
                    <a:gd name="connsiteY0" fmla="*/ 463138 h 700645"/>
                    <a:gd name="connsiteX1" fmla="*/ 344384 w 1389414"/>
                    <a:gd name="connsiteY1" fmla="*/ 0 h 700645"/>
                    <a:gd name="connsiteX2" fmla="*/ 1389414 w 1389414"/>
                    <a:gd name="connsiteY2" fmla="*/ 439388 h 700645"/>
                    <a:gd name="connsiteX3" fmla="*/ 0 w 1389414"/>
                    <a:gd name="connsiteY3" fmla="*/ 700645 h 700645"/>
                    <a:gd name="connsiteX4" fmla="*/ 59377 w 1389414"/>
                    <a:gd name="connsiteY4" fmla="*/ 463138 h 700645"/>
                    <a:gd name="connsiteX0" fmla="*/ 59377 w 1389414"/>
                    <a:gd name="connsiteY0" fmla="*/ 415637 h 653144"/>
                    <a:gd name="connsiteX1" fmla="*/ 605641 w 1389414"/>
                    <a:gd name="connsiteY1" fmla="*/ 0 h 653144"/>
                    <a:gd name="connsiteX2" fmla="*/ 1389414 w 1389414"/>
                    <a:gd name="connsiteY2" fmla="*/ 391887 h 653144"/>
                    <a:gd name="connsiteX3" fmla="*/ 0 w 1389414"/>
                    <a:gd name="connsiteY3" fmla="*/ 653144 h 653144"/>
                    <a:gd name="connsiteX4" fmla="*/ 59377 w 1389414"/>
                    <a:gd name="connsiteY4" fmla="*/ 415637 h 653144"/>
                    <a:gd name="connsiteX0" fmla="*/ 59377 w 1389414"/>
                    <a:gd name="connsiteY0" fmla="*/ 415637 h 653144"/>
                    <a:gd name="connsiteX1" fmla="*/ 605641 w 1389414"/>
                    <a:gd name="connsiteY1" fmla="*/ 0 h 653144"/>
                    <a:gd name="connsiteX2" fmla="*/ 1389414 w 1389414"/>
                    <a:gd name="connsiteY2" fmla="*/ 391887 h 653144"/>
                    <a:gd name="connsiteX3" fmla="*/ 0 w 1389414"/>
                    <a:gd name="connsiteY3" fmla="*/ 653144 h 653144"/>
                    <a:gd name="connsiteX4" fmla="*/ 59377 w 1389414"/>
                    <a:gd name="connsiteY4" fmla="*/ 415637 h 653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89414" h="653144">
                      <a:moveTo>
                        <a:pt x="59377" y="415637"/>
                      </a:moveTo>
                      <a:cubicBezTo>
                        <a:pt x="285008" y="332510"/>
                        <a:pt x="320635" y="320634"/>
                        <a:pt x="605641" y="0"/>
                      </a:cubicBezTo>
                      <a:lnTo>
                        <a:pt x="1389414" y="391887"/>
                      </a:lnTo>
                      <a:cubicBezTo>
                        <a:pt x="395845" y="482932"/>
                        <a:pt x="601683" y="407720"/>
                        <a:pt x="0" y="653144"/>
                      </a:cubicBezTo>
                      <a:lnTo>
                        <a:pt x="59377" y="415637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bg1">
                        <a:alpha val="56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8" name="Oval 306">
                  <a:extLst>
                    <a:ext uri="{FF2B5EF4-FFF2-40B4-BE49-F238E27FC236}">
                      <a16:creationId xmlns:a16="http://schemas.microsoft.com/office/drawing/2014/main" id="{71716170-3C6F-FD2F-99E1-00F07F1B26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23562" y="5108298"/>
                  <a:ext cx="1293812" cy="54500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59" name="Text Box 302">
                  <a:extLst>
                    <a:ext uri="{FF2B5EF4-FFF2-40B4-BE49-F238E27FC236}">
                      <a16:creationId xmlns:a16="http://schemas.microsoft.com/office/drawing/2014/main" id="{E557E05B-ED45-76FE-3679-EBEFF2A84A0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6136" y="5229255"/>
                  <a:ext cx="633945" cy="3077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rPr>
                    <a:t>agent</a:t>
                  </a:r>
                </a:p>
              </p:txBody>
            </p: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3A4D8493-3D09-4994-C4CB-23FC4D2CB747}"/>
                    </a:ext>
                  </a:extLst>
                </p:cNvPr>
                <p:cNvGrpSpPr/>
                <p:nvPr/>
              </p:nvGrpSpPr>
              <p:grpSpPr>
                <a:xfrm>
                  <a:off x="4254952" y="5203301"/>
                  <a:ext cx="533735" cy="344384"/>
                  <a:chOff x="7290003" y="1864426"/>
                  <a:chExt cx="533735" cy="344384"/>
                </a:xfrm>
              </p:grpSpPr>
              <p:sp>
                <p:nvSpPr>
                  <p:cNvPr id="61" name="Can 60">
                    <a:extLst>
                      <a:ext uri="{FF2B5EF4-FFF2-40B4-BE49-F238E27FC236}">
                        <a16:creationId xmlns:a16="http://schemas.microsoft.com/office/drawing/2014/main" id="{C1764AD4-2608-5B61-A129-20CB73FABAD0}"/>
                      </a:ext>
                    </a:extLst>
                  </p:cNvPr>
                  <p:cNvSpPr/>
                  <p:nvPr/>
                </p:nvSpPr>
                <p:spPr>
                  <a:xfrm>
                    <a:off x="7338951" y="1864426"/>
                    <a:ext cx="427511" cy="344384"/>
                  </a:xfrm>
                  <a:prstGeom prst="can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2" name="Text Box 305">
                    <a:extLst>
                      <a:ext uri="{FF2B5EF4-FFF2-40B4-BE49-F238E27FC236}">
                        <a16:creationId xmlns:a16="http://schemas.microsoft.com/office/drawing/2014/main" id="{5DAE8448-40BF-CC21-A493-923A3CC6869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290003" y="1889518"/>
                    <a:ext cx="533735" cy="3076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A8"/>
                        </a:solidFill>
                        <a:effectLst/>
                        <a:uLnTx/>
                        <a:uFillTx/>
                        <a:latin typeface="Arial"/>
                        <a:ea typeface="ＭＳ Ｐゴシック" charset="0"/>
                        <a:cs typeface="Arial"/>
                      </a:rPr>
                      <a:t>data</a:t>
                    </a:r>
                  </a:p>
                </p:txBody>
              </p:sp>
            </p:grpSp>
          </p:grp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6703036F-19A5-EC71-EE4E-FA6F9DFC7546}"/>
                  </a:ext>
                </a:extLst>
              </p:cNvPr>
              <p:cNvGrpSpPr/>
              <p:nvPr/>
            </p:nvGrpSpPr>
            <p:grpSpPr>
              <a:xfrm>
                <a:off x="6918449" y="3352729"/>
                <a:ext cx="1539751" cy="831273"/>
                <a:chOff x="6918449" y="3352729"/>
                <a:chExt cx="1539751" cy="831273"/>
              </a:xfrm>
            </p:grpSpPr>
            <p:sp>
              <p:nvSpPr>
                <p:cNvPr id="51" name="Freeform 50">
                  <a:extLst>
                    <a:ext uri="{FF2B5EF4-FFF2-40B4-BE49-F238E27FC236}">
                      <a16:creationId xmlns:a16="http://schemas.microsoft.com/office/drawing/2014/main" id="{71F2269B-9419-4F04-0F03-771B2029F6C7}"/>
                    </a:ext>
                  </a:extLst>
                </p:cNvPr>
                <p:cNvSpPr/>
                <p:nvPr/>
              </p:nvSpPr>
              <p:spPr>
                <a:xfrm>
                  <a:off x="6918449" y="3627840"/>
                  <a:ext cx="1223159" cy="556162"/>
                </a:xfrm>
                <a:custGeom>
                  <a:avLst/>
                  <a:gdLst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223159"/>
                    <a:gd name="connsiteY0" fmla="*/ 641268 h 890650"/>
                    <a:gd name="connsiteX1" fmla="*/ 285007 w 1223159"/>
                    <a:gd name="connsiteY1" fmla="*/ 0 h 890650"/>
                    <a:gd name="connsiteX2" fmla="*/ 1223159 w 1223159"/>
                    <a:gd name="connsiteY2" fmla="*/ 368389 h 890650"/>
                    <a:gd name="connsiteX3" fmla="*/ 166254 w 1223159"/>
                    <a:gd name="connsiteY3" fmla="*/ 890650 h 890650"/>
                    <a:gd name="connsiteX4" fmla="*/ 0 w 1223159"/>
                    <a:gd name="connsiteY4" fmla="*/ 641268 h 890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159" h="890650">
                      <a:moveTo>
                        <a:pt x="0" y="641268"/>
                      </a:moveTo>
                      <a:cubicBezTo>
                        <a:pt x="320633" y="380011"/>
                        <a:pt x="308759" y="285008"/>
                        <a:pt x="285007" y="0"/>
                      </a:cubicBezTo>
                      <a:lnTo>
                        <a:pt x="1223159" y="368389"/>
                      </a:lnTo>
                      <a:cubicBezTo>
                        <a:pt x="431470" y="685064"/>
                        <a:pt x="625433" y="502723"/>
                        <a:pt x="166254" y="890650"/>
                      </a:cubicBezTo>
                      <a:lnTo>
                        <a:pt x="0" y="641268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85000"/>
                        <a:alpha val="73000"/>
                      </a:schemeClr>
                    </a:gs>
                  </a:gsLst>
                  <a:lin ang="162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2" name="Oval 306">
                  <a:extLst>
                    <a:ext uri="{FF2B5EF4-FFF2-40B4-BE49-F238E27FC236}">
                      <a16:creationId xmlns:a16="http://schemas.microsoft.com/office/drawing/2014/main" id="{C15AAC87-0A5C-792E-C3F7-E8CC18A056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64388" y="3352729"/>
                  <a:ext cx="1293812" cy="54500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53" name="Text Box 302">
                  <a:extLst>
                    <a:ext uri="{FF2B5EF4-FFF2-40B4-BE49-F238E27FC236}">
                      <a16:creationId xmlns:a16="http://schemas.microsoft.com/office/drawing/2014/main" id="{1030F923-3148-C652-58DC-11774160D94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96962" y="3473686"/>
                  <a:ext cx="633945" cy="3077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rPr>
                    <a:t>agent</a:t>
                  </a:r>
                </a:p>
              </p:txBody>
            </p: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EC9AF8C1-1C54-9B5F-A5DB-1C255506FB53}"/>
                    </a:ext>
                  </a:extLst>
                </p:cNvPr>
                <p:cNvGrpSpPr/>
                <p:nvPr/>
              </p:nvGrpSpPr>
              <p:grpSpPr>
                <a:xfrm>
                  <a:off x="7795778" y="3447732"/>
                  <a:ext cx="533735" cy="344384"/>
                  <a:chOff x="7290003" y="1864426"/>
                  <a:chExt cx="533735" cy="344384"/>
                </a:xfrm>
              </p:grpSpPr>
              <p:sp>
                <p:nvSpPr>
                  <p:cNvPr id="55" name="Can 54">
                    <a:extLst>
                      <a:ext uri="{FF2B5EF4-FFF2-40B4-BE49-F238E27FC236}">
                        <a16:creationId xmlns:a16="http://schemas.microsoft.com/office/drawing/2014/main" id="{3D62D948-8621-3E15-9E7D-75AA896D64C5}"/>
                      </a:ext>
                    </a:extLst>
                  </p:cNvPr>
                  <p:cNvSpPr/>
                  <p:nvPr/>
                </p:nvSpPr>
                <p:spPr>
                  <a:xfrm>
                    <a:off x="7338951" y="1864426"/>
                    <a:ext cx="427511" cy="344384"/>
                  </a:xfrm>
                  <a:prstGeom prst="can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6" name="Text Box 305">
                    <a:extLst>
                      <a:ext uri="{FF2B5EF4-FFF2-40B4-BE49-F238E27FC236}">
                        <a16:creationId xmlns:a16="http://schemas.microsoft.com/office/drawing/2014/main" id="{A3E5084C-6D00-C476-F871-E872FF5AA23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290003" y="1889518"/>
                    <a:ext cx="533735" cy="3076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A8"/>
                        </a:solidFill>
                        <a:effectLst/>
                        <a:uLnTx/>
                        <a:uFillTx/>
                        <a:latin typeface="Arial"/>
                        <a:ea typeface="ＭＳ Ｐゴシック" charset="0"/>
                        <a:cs typeface="Arial"/>
                      </a:rPr>
                      <a:t>data</a:t>
                    </a:r>
                  </a:p>
                </p:txBody>
              </p:sp>
            </p:grp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AB526420-7F82-01A8-FD9F-09D793705D20}"/>
                  </a:ext>
                </a:extLst>
              </p:cNvPr>
              <p:cNvGrpSpPr/>
              <p:nvPr/>
            </p:nvGrpSpPr>
            <p:grpSpPr>
              <a:xfrm>
                <a:off x="3906590" y="3823785"/>
                <a:ext cx="1755404" cy="783771"/>
                <a:chOff x="1750147" y="5031180"/>
                <a:chExt cx="1755404" cy="783771"/>
              </a:xfrm>
            </p:grpSpPr>
            <p:sp>
              <p:nvSpPr>
                <p:cNvPr id="45" name="Freeform 44">
                  <a:extLst>
                    <a:ext uri="{FF2B5EF4-FFF2-40B4-BE49-F238E27FC236}">
                      <a16:creationId xmlns:a16="http://schemas.microsoft.com/office/drawing/2014/main" id="{456604CD-30DF-AF4A-D928-12991189477B}"/>
                    </a:ext>
                  </a:extLst>
                </p:cNvPr>
                <p:cNvSpPr/>
                <p:nvPr/>
              </p:nvSpPr>
              <p:spPr>
                <a:xfrm flipH="1">
                  <a:off x="2679864" y="5304311"/>
                  <a:ext cx="825687" cy="510640"/>
                </a:xfrm>
                <a:custGeom>
                  <a:avLst/>
                  <a:gdLst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46313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463138 h 890650"/>
                    <a:gd name="connsiteX0" fmla="*/ 0 w 1615044"/>
                    <a:gd name="connsiteY0" fmla="*/ 46313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463138 h 890650"/>
                    <a:gd name="connsiteX0" fmla="*/ 59377 w 1674421"/>
                    <a:gd name="connsiteY0" fmla="*/ 463138 h 700645"/>
                    <a:gd name="connsiteX1" fmla="*/ 344384 w 1674421"/>
                    <a:gd name="connsiteY1" fmla="*/ 0 h 700645"/>
                    <a:gd name="connsiteX2" fmla="*/ 1674421 w 1674421"/>
                    <a:gd name="connsiteY2" fmla="*/ 83128 h 700645"/>
                    <a:gd name="connsiteX3" fmla="*/ 0 w 1674421"/>
                    <a:gd name="connsiteY3" fmla="*/ 700645 h 700645"/>
                    <a:gd name="connsiteX4" fmla="*/ 59377 w 1674421"/>
                    <a:gd name="connsiteY4" fmla="*/ 463138 h 700645"/>
                    <a:gd name="connsiteX0" fmla="*/ 59377 w 1674421"/>
                    <a:gd name="connsiteY0" fmla="*/ 463138 h 700645"/>
                    <a:gd name="connsiteX1" fmla="*/ 344384 w 1674421"/>
                    <a:gd name="connsiteY1" fmla="*/ 0 h 700645"/>
                    <a:gd name="connsiteX2" fmla="*/ 1674421 w 1674421"/>
                    <a:gd name="connsiteY2" fmla="*/ 83128 h 700645"/>
                    <a:gd name="connsiteX3" fmla="*/ 0 w 1674421"/>
                    <a:gd name="connsiteY3" fmla="*/ 700645 h 700645"/>
                    <a:gd name="connsiteX4" fmla="*/ 59377 w 1674421"/>
                    <a:gd name="connsiteY4" fmla="*/ 463138 h 700645"/>
                    <a:gd name="connsiteX0" fmla="*/ 59377 w 1294411"/>
                    <a:gd name="connsiteY0" fmla="*/ 463138 h 700645"/>
                    <a:gd name="connsiteX1" fmla="*/ 344384 w 1294411"/>
                    <a:gd name="connsiteY1" fmla="*/ 0 h 700645"/>
                    <a:gd name="connsiteX2" fmla="*/ 1294411 w 1294411"/>
                    <a:gd name="connsiteY2" fmla="*/ 296884 h 700645"/>
                    <a:gd name="connsiteX3" fmla="*/ 0 w 1294411"/>
                    <a:gd name="connsiteY3" fmla="*/ 700645 h 700645"/>
                    <a:gd name="connsiteX4" fmla="*/ 59377 w 1294411"/>
                    <a:gd name="connsiteY4" fmla="*/ 463138 h 700645"/>
                    <a:gd name="connsiteX0" fmla="*/ 59377 w 1294411"/>
                    <a:gd name="connsiteY0" fmla="*/ 463138 h 700645"/>
                    <a:gd name="connsiteX1" fmla="*/ 344384 w 1294411"/>
                    <a:gd name="connsiteY1" fmla="*/ 0 h 700645"/>
                    <a:gd name="connsiteX2" fmla="*/ 1294411 w 1294411"/>
                    <a:gd name="connsiteY2" fmla="*/ 296884 h 700645"/>
                    <a:gd name="connsiteX3" fmla="*/ 0 w 1294411"/>
                    <a:gd name="connsiteY3" fmla="*/ 700645 h 700645"/>
                    <a:gd name="connsiteX4" fmla="*/ 59377 w 1294411"/>
                    <a:gd name="connsiteY4" fmla="*/ 463138 h 700645"/>
                    <a:gd name="connsiteX0" fmla="*/ 59377 w 1389414"/>
                    <a:gd name="connsiteY0" fmla="*/ 463138 h 700645"/>
                    <a:gd name="connsiteX1" fmla="*/ 344384 w 1389414"/>
                    <a:gd name="connsiteY1" fmla="*/ 0 h 700645"/>
                    <a:gd name="connsiteX2" fmla="*/ 1389414 w 1389414"/>
                    <a:gd name="connsiteY2" fmla="*/ 439388 h 700645"/>
                    <a:gd name="connsiteX3" fmla="*/ 0 w 1389414"/>
                    <a:gd name="connsiteY3" fmla="*/ 700645 h 700645"/>
                    <a:gd name="connsiteX4" fmla="*/ 59377 w 1389414"/>
                    <a:gd name="connsiteY4" fmla="*/ 463138 h 700645"/>
                    <a:gd name="connsiteX0" fmla="*/ 59377 w 1389414"/>
                    <a:gd name="connsiteY0" fmla="*/ 463138 h 700645"/>
                    <a:gd name="connsiteX1" fmla="*/ 344384 w 1389414"/>
                    <a:gd name="connsiteY1" fmla="*/ 0 h 700645"/>
                    <a:gd name="connsiteX2" fmla="*/ 1389414 w 1389414"/>
                    <a:gd name="connsiteY2" fmla="*/ 439388 h 700645"/>
                    <a:gd name="connsiteX3" fmla="*/ 0 w 1389414"/>
                    <a:gd name="connsiteY3" fmla="*/ 700645 h 700645"/>
                    <a:gd name="connsiteX4" fmla="*/ 59377 w 1389414"/>
                    <a:gd name="connsiteY4" fmla="*/ 463138 h 700645"/>
                    <a:gd name="connsiteX0" fmla="*/ 59377 w 1389414"/>
                    <a:gd name="connsiteY0" fmla="*/ 415637 h 653144"/>
                    <a:gd name="connsiteX1" fmla="*/ 605641 w 1389414"/>
                    <a:gd name="connsiteY1" fmla="*/ 0 h 653144"/>
                    <a:gd name="connsiteX2" fmla="*/ 1389414 w 1389414"/>
                    <a:gd name="connsiteY2" fmla="*/ 391887 h 653144"/>
                    <a:gd name="connsiteX3" fmla="*/ 0 w 1389414"/>
                    <a:gd name="connsiteY3" fmla="*/ 653144 h 653144"/>
                    <a:gd name="connsiteX4" fmla="*/ 59377 w 1389414"/>
                    <a:gd name="connsiteY4" fmla="*/ 415637 h 653144"/>
                    <a:gd name="connsiteX0" fmla="*/ 59377 w 1389414"/>
                    <a:gd name="connsiteY0" fmla="*/ 415637 h 653144"/>
                    <a:gd name="connsiteX1" fmla="*/ 605641 w 1389414"/>
                    <a:gd name="connsiteY1" fmla="*/ 0 h 653144"/>
                    <a:gd name="connsiteX2" fmla="*/ 1389414 w 1389414"/>
                    <a:gd name="connsiteY2" fmla="*/ 391887 h 653144"/>
                    <a:gd name="connsiteX3" fmla="*/ 0 w 1389414"/>
                    <a:gd name="connsiteY3" fmla="*/ 653144 h 653144"/>
                    <a:gd name="connsiteX4" fmla="*/ 59377 w 1389414"/>
                    <a:gd name="connsiteY4" fmla="*/ 415637 h 653144"/>
                    <a:gd name="connsiteX0" fmla="*/ 59377 w 1389414"/>
                    <a:gd name="connsiteY0" fmla="*/ 273133 h 510640"/>
                    <a:gd name="connsiteX1" fmla="*/ 510638 w 1389414"/>
                    <a:gd name="connsiteY1" fmla="*/ 0 h 510640"/>
                    <a:gd name="connsiteX2" fmla="*/ 1389414 w 1389414"/>
                    <a:gd name="connsiteY2" fmla="*/ 249383 h 510640"/>
                    <a:gd name="connsiteX3" fmla="*/ 0 w 1389414"/>
                    <a:gd name="connsiteY3" fmla="*/ 510640 h 510640"/>
                    <a:gd name="connsiteX4" fmla="*/ 59377 w 1389414"/>
                    <a:gd name="connsiteY4" fmla="*/ 273133 h 510640"/>
                    <a:gd name="connsiteX0" fmla="*/ 59377 w 855025"/>
                    <a:gd name="connsiteY0" fmla="*/ 273133 h 510640"/>
                    <a:gd name="connsiteX1" fmla="*/ 510638 w 855025"/>
                    <a:gd name="connsiteY1" fmla="*/ 0 h 510640"/>
                    <a:gd name="connsiteX2" fmla="*/ 855025 w 855025"/>
                    <a:gd name="connsiteY2" fmla="*/ 261258 h 510640"/>
                    <a:gd name="connsiteX3" fmla="*/ 0 w 855025"/>
                    <a:gd name="connsiteY3" fmla="*/ 510640 h 510640"/>
                    <a:gd name="connsiteX4" fmla="*/ 59377 w 855025"/>
                    <a:gd name="connsiteY4" fmla="*/ 273133 h 510640"/>
                    <a:gd name="connsiteX0" fmla="*/ 59377 w 855025"/>
                    <a:gd name="connsiteY0" fmla="*/ 273133 h 510640"/>
                    <a:gd name="connsiteX1" fmla="*/ 510638 w 855025"/>
                    <a:gd name="connsiteY1" fmla="*/ 0 h 510640"/>
                    <a:gd name="connsiteX2" fmla="*/ 855025 w 855025"/>
                    <a:gd name="connsiteY2" fmla="*/ 261258 h 510640"/>
                    <a:gd name="connsiteX3" fmla="*/ 0 w 855025"/>
                    <a:gd name="connsiteY3" fmla="*/ 510640 h 510640"/>
                    <a:gd name="connsiteX4" fmla="*/ 59377 w 855025"/>
                    <a:gd name="connsiteY4" fmla="*/ 273133 h 510640"/>
                    <a:gd name="connsiteX0" fmla="*/ 59377 w 855025"/>
                    <a:gd name="connsiteY0" fmla="*/ 273133 h 510640"/>
                    <a:gd name="connsiteX1" fmla="*/ 510638 w 855025"/>
                    <a:gd name="connsiteY1" fmla="*/ 0 h 510640"/>
                    <a:gd name="connsiteX2" fmla="*/ 855025 w 855025"/>
                    <a:gd name="connsiteY2" fmla="*/ 261258 h 510640"/>
                    <a:gd name="connsiteX3" fmla="*/ 0 w 855025"/>
                    <a:gd name="connsiteY3" fmla="*/ 510640 h 510640"/>
                    <a:gd name="connsiteX4" fmla="*/ 59377 w 855025"/>
                    <a:gd name="connsiteY4" fmla="*/ 273133 h 510640"/>
                    <a:gd name="connsiteX0" fmla="*/ 20258 w 815906"/>
                    <a:gd name="connsiteY0" fmla="*/ 273133 h 505750"/>
                    <a:gd name="connsiteX1" fmla="*/ 471519 w 815906"/>
                    <a:gd name="connsiteY1" fmla="*/ 0 h 505750"/>
                    <a:gd name="connsiteX2" fmla="*/ 815906 w 815906"/>
                    <a:gd name="connsiteY2" fmla="*/ 261258 h 505750"/>
                    <a:gd name="connsiteX3" fmla="*/ 0 w 815906"/>
                    <a:gd name="connsiteY3" fmla="*/ 505750 h 505750"/>
                    <a:gd name="connsiteX4" fmla="*/ 20258 w 815906"/>
                    <a:gd name="connsiteY4" fmla="*/ 273133 h 505750"/>
                    <a:gd name="connsiteX0" fmla="*/ 20258 w 815906"/>
                    <a:gd name="connsiteY0" fmla="*/ 273133 h 505750"/>
                    <a:gd name="connsiteX1" fmla="*/ 471519 w 815906"/>
                    <a:gd name="connsiteY1" fmla="*/ 0 h 505750"/>
                    <a:gd name="connsiteX2" fmla="*/ 815906 w 815906"/>
                    <a:gd name="connsiteY2" fmla="*/ 261258 h 505750"/>
                    <a:gd name="connsiteX3" fmla="*/ 0 w 815906"/>
                    <a:gd name="connsiteY3" fmla="*/ 505750 h 505750"/>
                    <a:gd name="connsiteX4" fmla="*/ 20258 w 815906"/>
                    <a:gd name="connsiteY4" fmla="*/ 273133 h 505750"/>
                    <a:gd name="connsiteX0" fmla="*/ 20258 w 815906"/>
                    <a:gd name="connsiteY0" fmla="*/ 273133 h 505750"/>
                    <a:gd name="connsiteX1" fmla="*/ 471519 w 815906"/>
                    <a:gd name="connsiteY1" fmla="*/ 0 h 505750"/>
                    <a:gd name="connsiteX2" fmla="*/ 815906 w 815906"/>
                    <a:gd name="connsiteY2" fmla="*/ 261258 h 505750"/>
                    <a:gd name="connsiteX3" fmla="*/ 0 w 815906"/>
                    <a:gd name="connsiteY3" fmla="*/ 505750 h 505750"/>
                    <a:gd name="connsiteX4" fmla="*/ 20258 w 815906"/>
                    <a:gd name="connsiteY4" fmla="*/ 273133 h 505750"/>
                    <a:gd name="connsiteX0" fmla="*/ 20258 w 815906"/>
                    <a:gd name="connsiteY0" fmla="*/ 273133 h 505750"/>
                    <a:gd name="connsiteX1" fmla="*/ 471519 w 815906"/>
                    <a:gd name="connsiteY1" fmla="*/ 0 h 505750"/>
                    <a:gd name="connsiteX2" fmla="*/ 815906 w 815906"/>
                    <a:gd name="connsiteY2" fmla="*/ 261258 h 505750"/>
                    <a:gd name="connsiteX3" fmla="*/ 0 w 815906"/>
                    <a:gd name="connsiteY3" fmla="*/ 505750 h 505750"/>
                    <a:gd name="connsiteX4" fmla="*/ 20258 w 815906"/>
                    <a:gd name="connsiteY4" fmla="*/ 273133 h 505750"/>
                    <a:gd name="connsiteX0" fmla="*/ 20258 w 815906"/>
                    <a:gd name="connsiteY0" fmla="*/ 273133 h 505750"/>
                    <a:gd name="connsiteX1" fmla="*/ 471519 w 815906"/>
                    <a:gd name="connsiteY1" fmla="*/ 0 h 505750"/>
                    <a:gd name="connsiteX2" fmla="*/ 815906 w 815906"/>
                    <a:gd name="connsiteY2" fmla="*/ 261258 h 505750"/>
                    <a:gd name="connsiteX3" fmla="*/ 0 w 815906"/>
                    <a:gd name="connsiteY3" fmla="*/ 505750 h 505750"/>
                    <a:gd name="connsiteX4" fmla="*/ 20258 w 815906"/>
                    <a:gd name="connsiteY4" fmla="*/ 273133 h 505750"/>
                    <a:gd name="connsiteX0" fmla="*/ 699 w 796347"/>
                    <a:gd name="connsiteY0" fmla="*/ 273133 h 510640"/>
                    <a:gd name="connsiteX1" fmla="*/ 451960 w 796347"/>
                    <a:gd name="connsiteY1" fmla="*/ 0 h 510640"/>
                    <a:gd name="connsiteX2" fmla="*/ 796347 w 796347"/>
                    <a:gd name="connsiteY2" fmla="*/ 261258 h 510640"/>
                    <a:gd name="connsiteX3" fmla="*/ 0 w 796347"/>
                    <a:gd name="connsiteY3" fmla="*/ 510640 h 510640"/>
                    <a:gd name="connsiteX4" fmla="*/ 699 w 796347"/>
                    <a:gd name="connsiteY4" fmla="*/ 273133 h 510640"/>
                    <a:gd name="connsiteX0" fmla="*/ 0 w 820098"/>
                    <a:gd name="connsiteY0" fmla="*/ 331811 h 510640"/>
                    <a:gd name="connsiteX1" fmla="*/ 475711 w 820098"/>
                    <a:gd name="connsiteY1" fmla="*/ 0 h 510640"/>
                    <a:gd name="connsiteX2" fmla="*/ 820098 w 820098"/>
                    <a:gd name="connsiteY2" fmla="*/ 261258 h 510640"/>
                    <a:gd name="connsiteX3" fmla="*/ 23751 w 820098"/>
                    <a:gd name="connsiteY3" fmla="*/ 510640 h 510640"/>
                    <a:gd name="connsiteX4" fmla="*/ 0 w 820098"/>
                    <a:gd name="connsiteY4" fmla="*/ 331811 h 510640"/>
                    <a:gd name="connsiteX0" fmla="*/ 5589 w 825687"/>
                    <a:gd name="connsiteY0" fmla="*/ 331811 h 510640"/>
                    <a:gd name="connsiteX1" fmla="*/ 481300 w 825687"/>
                    <a:gd name="connsiteY1" fmla="*/ 0 h 510640"/>
                    <a:gd name="connsiteX2" fmla="*/ 825687 w 825687"/>
                    <a:gd name="connsiteY2" fmla="*/ 261258 h 510640"/>
                    <a:gd name="connsiteX3" fmla="*/ 0 w 825687"/>
                    <a:gd name="connsiteY3" fmla="*/ 510640 h 510640"/>
                    <a:gd name="connsiteX4" fmla="*/ 5589 w 825687"/>
                    <a:gd name="connsiteY4" fmla="*/ 331811 h 510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25687" h="510640">
                      <a:moveTo>
                        <a:pt x="5589" y="331811"/>
                      </a:moveTo>
                      <a:cubicBezTo>
                        <a:pt x="231220" y="248684"/>
                        <a:pt x="267546" y="201881"/>
                        <a:pt x="481300" y="0"/>
                      </a:cubicBezTo>
                      <a:cubicBezTo>
                        <a:pt x="537418" y="145764"/>
                        <a:pt x="583755" y="179062"/>
                        <a:pt x="825687" y="261258"/>
                      </a:cubicBezTo>
                      <a:cubicBezTo>
                        <a:pt x="389560" y="305502"/>
                        <a:pt x="239835" y="377682"/>
                        <a:pt x="0" y="510640"/>
                      </a:cubicBezTo>
                      <a:lnTo>
                        <a:pt x="5589" y="33181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bg1">
                        <a:alpha val="51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" name="Oval 306">
                  <a:extLst>
                    <a:ext uri="{FF2B5EF4-FFF2-40B4-BE49-F238E27FC236}">
                      <a16:creationId xmlns:a16="http://schemas.microsoft.com/office/drawing/2014/main" id="{173B0BF1-8E91-1E9A-40A1-65994EAF7A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50147" y="5031180"/>
                  <a:ext cx="1293812" cy="54500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47" name="Text Box 302">
                  <a:extLst>
                    <a:ext uri="{FF2B5EF4-FFF2-40B4-BE49-F238E27FC236}">
                      <a16:creationId xmlns:a16="http://schemas.microsoft.com/office/drawing/2014/main" id="{0B1F5DB8-7646-FE9B-582A-A9AD315039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82721" y="5152137"/>
                  <a:ext cx="633945" cy="3077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rPr>
                    <a:t>agent</a:t>
                  </a:r>
                </a:p>
              </p:txBody>
            </p:sp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CA1BCB81-E49E-F562-D627-13202535D695}"/>
                    </a:ext>
                  </a:extLst>
                </p:cNvPr>
                <p:cNvGrpSpPr/>
                <p:nvPr/>
              </p:nvGrpSpPr>
              <p:grpSpPr>
                <a:xfrm>
                  <a:off x="2381537" y="5126183"/>
                  <a:ext cx="533735" cy="344384"/>
                  <a:chOff x="7290003" y="1864426"/>
                  <a:chExt cx="533735" cy="344384"/>
                </a:xfrm>
              </p:grpSpPr>
              <p:sp>
                <p:nvSpPr>
                  <p:cNvPr id="49" name="Can 48">
                    <a:extLst>
                      <a:ext uri="{FF2B5EF4-FFF2-40B4-BE49-F238E27FC236}">
                        <a16:creationId xmlns:a16="http://schemas.microsoft.com/office/drawing/2014/main" id="{28110F11-53ED-BD38-F855-AF2FD0294BDF}"/>
                      </a:ext>
                    </a:extLst>
                  </p:cNvPr>
                  <p:cNvSpPr/>
                  <p:nvPr/>
                </p:nvSpPr>
                <p:spPr>
                  <a:xfrm>
                    <a:off x="7338951" y="1864426"/>
                    <a:ext cx="427511" cy="344384"/>
                  </a:xfrm>
                  <a:prstGeom prst="can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0" name="Text Box 305">
                    <a:extLst>
                      <a:ext uri="{FF2B5EF4-FFF2-40B4-BE49-F238E27FC236}">
                        <a16:creationId xmlns:a16="http://schemas.microsoft.com/office/drawing/2014/main" id="{E0A655DA-8C1D-DDE5-9781-4BF573F0196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290003" y="1889518"/>
                    <a:ext cx="533735" cy="3076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A8"/>
                        </a:solidFill>
                        <a:effectLst/>
                        <a:uLnTx/>
                        <a:uFillTx/>
                        <a:latin typeface="Arial"/>
                        <a:ea typeface="ＭＳ Ｐゴシック" charset="0"/>
                        <a:cs typeface="Arial"/>
                      </a:rPr>
                      <a:t>data</a:t>
                    </a:r>
                  </a:p>
                </p:txBody>
              </p:sp>
            </p:grpSp>
          </p:grpSp>
        </p:grp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EF09F166-8D49-10A2-B84C-62D933C181C0}"/>
              </a:ext>
            </a:extLst>
          </p:cNvPr>
          <p:cNvSpPr txBox="1"/>
          <p:nvPr/>
        </p:nvSpPr>
        <p:spPr>
          <a:xfrm>
            <a:off x="8615190" y="1619479"/>
            <a:ext cx="33381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Managed device: </a:t>
            </a:r>
            <a:r>
              <a:rPr lang="en-US" sz="2000" dirty="0"/>
              <a:t>equipment with manageable, configurable hardware, software components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60CA269-3274-FB6D-C6CB-4B138FA3F9A1}"/>
              </a:ext>
            </a:extLst>
          </p:cNvPr>
          <p:cNvSpPr txBox="1"/>
          <p:nvPr/>
        </p:nvSpPr>
        <p:spPr>
          <a:xfrm>
            <a:off x="8701856" y="3376877"/>
            <a:ext cx="242371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Data: </a:t>
            </a:r>
            <a:r>
              <a:rPr lang="en-US" sz="2000" dirty="0"/>
              <a:t>device “state” configuration data, operational data, device statistics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7790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F2544-9C19-F139-0B93-6A68C4887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36997-619A-8F49-2C79-5917B5ED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network management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E1A96681-D94E-926F-D983-55BDD213D513}"/>
              </a:ext>
            </a:extLst>
          </p:cNvPr>
          <p:cNvSpPr txBox="1"/>
          <p:nvPr/>
        </p:nvSpPr>
        <p:spPr>
          <a:xfrm>
            <a:off x="285926" y="1905917"/>
            <a:ext cx="2787267" cy="1809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Managing server: </a:t>
            </a:r>
            <a:r>
              <a:rPr lang="en-US" sz="2000" dirty="0"/>
              <a:t>application, typically with network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managers (humans) in the loop</a:t>
            </a:r>
          </a:p>
          <a:p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7FA2763-6C52-0B66-C9AB-D6912D8B9E05}"/>
              </a:ext>
            </a:extLst>
          </p:cNvPr>
          <p:cNvSpPr txBox="1"/>
          <p:nvPr/>
        </p:nvSpPr>
        <p:spPr>
          <a:xfrm>
            <a:off x="8615190" y="1619479"/>
            <a:ext cx="33381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Managed device: </a:t>
            </a:r>
            <a:r>
              <a:rPr lang="en-US" sz="2000" dirty="0"/>
              <a:t>equipment with manageable, configurable hardware, software components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9A89C12-0726-4062-529F-2EDBEE0BD4E9}"/>
              </a:ext>
            </a:extLst>
          </p:cNvPr>
          <p:cNvSpPr txBox="1"/>
          <p:nvPr/>
        </p:nvSpPr>
        <p:spPr>
          <a:xfrm>
            <a:off x="8701856" y="3376877"/>
            <a:ext cx="242371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Data: </a:t>
            </a:r>
            <a:r>
              <a:rPr lang="en-US" sz="2000" dirty="0"/>
              <a:t>device “state” configuration data, operational data, device statistics</a:t>
            </a:r>
          </a:p>
          <a:p>
            <a:endParaRPr lang="en-US" dirty="0"/>
          </a:p>
        </p:txBody>
      </p:sp>
      <p:grpSp>
        <p:nvGrpSpPr>
          <p:cNvPr id="12" name="Group 11" descr="Example of managed devices">
            <a:extLst>
              <a:ext uri="{FF2B5EF4-FFF2-40B4-BE49-F238E27FC236}">
                <a16:creationId xmlns:a16="http://schemas.microsoft.com/office/drawing/2014/main" id="{7774EA76-D715-5557-CA60-1672B353DB57}"/>
              </a:ext>
            </a:extLst>
          </p:cNvPr>
          <p:cNvGrpSpPr/>
          <p:nvPr/>
        </p:nvGrpSpPr>
        <p:grpSpPr>
          <a:xfrm>
            <a:off x="440676" y="1917794"/>
            <a:ext cx="8017524" cy="4302466"/>
            <a:chOff x="440676" y="1917794"/>
            <a:chExt cx="8017524" cy="430246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06232B8-38D0-2EAB-FD80-42739D7420A8}"/>
                </a:ext>
              </a:extLst>
            </p:cNvPr>
            <p:cNvGrpSpPr/>
            <p:nvPr/>
          </p:nvGrpSpPr>
          <p:grpSpPr>
            <a:xfrm>
              <a:off x="2739071" y="1917794"/>
              <a:ext cx="5719129" cy="4262496"/>
              <a:chOff x="2739071" y="1917794"/>
              <a:chExt cx="5719129" cy="4262496"/>
            </a:xfrm>
          </p:grpSpPr>
          <p:sp>
            <p:nvSpPr>
              <p:cNvPr id="122" name="Freeform 2">
                <a:extLst>
                  <a:ext uri="{FF2B5EF4-FFF2-40B4-BE49-F238E27FC236}">
                    <a16:creationId xmlns:a16="http://schemas.microsoft.com/office/drawing/2014/main" id="{81A70F38-FC85-B8CF-5564-503A15C216C2}"/>
                  </a:ext>
                </a:extLst>
              </p:cNvPr>
              <p:cNvSpPr>
                <a:spLocks/>
              </p:cNvSpPr>
              <p:nvPr/>
            </p:nvSpPr>
            <p:spPr bwMode="auto">
              <a:xfrm rot="16383367">
                <a:off x="3968383" y="2925460"/>
                <a:ext cx="4057421" cy="2452239"/>
              </a:xfrm>
              <a:custGeom>
                <a:avLst/>
                <a:gdLst>
                  <a:gd name="T0" fmla="*/ 6 w 1794"/>
                  <a:gd name="T1" fmla="*/ 483 h 933"/>
                  <a:gd name="T2" fmla="*/ 108 w 1794"/>
                  <a:gd name="T3" fmla="*/ 125 h 933"/>
                  <a:gd name="T4" fmla="*/ 559 w 1794"/>
                  <a:gd name="T5" fmla="*/ 100 h 933"/>
                  <a:gd name="T6" fmla="*/ 1128 w 1794"/>
                  <a:gd name="T7" fmla="*/ 29 h 933"/>
                  <a:gd name="T8" fmla="*/ 1716 w 1794"/>
                  <a:gd name="T9" fmla="*/ 275 h 933"/>
                  <a:gd name="T10" fmla="*/ 1596 w 1794"/>
                  <a:gd name="T11" fmla="*/ 827 h 933"/>
                  <a:gd name="T12" fmla="*/ 1380 w 1794"/>
                  <a:gd name="T13" fmla="*/ 911 h 933"/>
                  <a:gd name="T14" fmla="*/ 840 w 1794"/>
                  <a:gd name="T15" fmla="*/ 929 h 933"/>
                  <a:gd name="T16" fmla="*/ 414 w 1794"/>
                  <a:gd name="T17" fmla="*/ 911 h 933"/>
                  <a:gd name="T18" fmla="*/ 143 w 1794"/>
                  <a:gd name="T19" fmla="*/ 832 h 933"/>
                  <a:gd name="T20" fmla="*/ 6 w 1794"/>
                  <a:gd name="T21" fmla="*/ 483 h 93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794"/>
                  <a:gd name="T34" fmla="*/ 0 h 933"/>
                  <a:gd name="T35" fmla="*/ 1794 w 1794"/>
                  <a:gd name="T36" fmla="*/ 933 h 93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794" h="933">
                    <a:moveTo>
                      <a:pt x="6" y="483"/>
                    </a:moveTo>
                    <a:cubicBezTo>
                      <a:pt x="0" y="365"/>
                      <a:pt x="16" y="189"/>
                      <a:pt x="108" y="125"/>
                    </a:cubicBezTo>
                    <a:cubicBezTo>
                      <a:pt x="200" y="61"/>
                      <a:pt x="389" y="116"/>
                      <a:pt x="559" y="100"/>
                    </a:cubicBezTo>
                    <a:cubicBezTo>
                      <a:pt x="729" y="84"/>
                      <a:pt x="935" y="0"/>
                      <a:pt x="1128" y="29"/>
                    </a:cubicBezTo>
                    <a:cubicBezTo>
                      <a:pt x="1321" y="58"/>
                      <a:pt x="1638" y="142"/>
                      <a:pt x="1716" y="275"/>
                    </a:cubicBezTo>
                    <a:cubicBezTo>
                      <a:pt x="1794" y="408"/>
                      <a:pt x="1652" y="721"/>
                      <a:pt x="1596" y="827"/>
                    </a:cubicBezTo>
                    <a:cubicBezTo>
                      <a:pt x="1540" y="933"/>
                      <a:pt x="1506" y="894"/>
                      <a:pt x="1380" y="911"/>
                    </a:cubicBezTo>
                    <a:cubicBezTo>
                      <a:pt x="1254" y="928"/>
                      <a:pt x="1001" y="929"/>
                      <a:pt x="840" y="929"/>
                    </a:cubicBezTo>
                    <a:cubicBezTo>
                      <a:pt x="679" y="929"/>
                      <a:pt x="530" y="927"/>
                      <a:pt x="414" y="911"/>
                    </a:cubicBezTo>
                    <a:cubicBezTo>
                      <a:pt x="298" y="895"/>
                      <a:pt x="211" y="903"/>
                      <a:pt x="143" y="832"/>
                    </a:cubicBezTo>
                    <a:cubicBezTo>
                      <a:pt x="75" y="761"/>
                      <a:pt x="4" y="624"/>
                      <a:pt x="6" y="483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23" name="Line 252">
                <a:extLst>
                  <a:ext uri="{FF2B5EF4-FFF2-40B4-BE49-F238E27FC236}">
                    <a16:creationId xmlns:a16="http://schemas.microsoft.com/office/drawing/2014/main" id="{A006EA44-312B-2C18-10C8-B68062F8A9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036787" y="3158537"/>
                <a:ext cx="338138" cy="104298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24" name="Line 254">
                <a:extLst>
                  <a:ext uri="{FF2B5EF4-FFF2-40B4-BE49-F238E27FC236}">
                    <a16:creationId xmlns:a16="http://schemas.microsoft.com/office/drawing/2014/main" id="{378F8ED9-7105-F64D-EBF3-6B2C6666F8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267286" y="4112624"/>
                <a:ext cx="290202" cy="25148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26" name="Line 272">
                <a:extLst>
                  <a:ext uri="{FF2B5EF4-FFF2-40B4-BE49-F238E27FC236}">
                    <a16:creationId xmlns:a16="http://schemas.microsoft.com/office/drawing/2014/main" id="{2B81F271-9322-D4B1-CA4B-5C6B64E36F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70150" y="4603162"/>
                <a:ext cx="373062" cy="55403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79" name="Line 272">
                <a:extLst>
                  <a:ext uri="{FF2B5EF4-FFF2-40B4-BE49-F238E27FC236}">
                    <a16:creationId xmlns:a16="http://schemas.microsoft.com/office/drawing/2014/main" id="{B942D8AD-011F-BE7C-DC53-62EDDA051A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62112" y="3653837"/>
                <a:ext cx="371475" cy="55403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80" name="Line 272">
                <a:extLst>
                  <a:ext uri="{FF2B5EF4-FFF2-40B4-BE49-F238E27FC236}">
                    <a16:creationId xmlns:a16="http://schemas.microsoft.com/office/drawing/2014/main" id="{23FCF009-EA0E-4B52-3337-133F50D8E8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76425" y="4592049"/>
                <a:ext cx="309562" cy="102393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355" name="Group 354">
                <a:extLst>
                  <a:ext uri="{FF2B5EF4-FFF2-40B4-BE49-F238E27FC236}">
                    <a16:creationId xmlns:a16="http://schemas.microsoft.com/office/drawing/2014/main" id="{245C58BA-ED10-B495-3ADE-DE297A212C92}"/>
                  </a:ext>
                </a:extLst>
              </p:cNvPr>
              <p:cNvGrpSpPr/>
              <p:nvPr/>
            </p:nvGrpSpPr>
            <p:grpSpPr>
              <a:xfrm>
                <a:off x="3982954" y="2808993"/>
                <a:ext cx="4334676" cy="3307930"/>
                <a:chOff x="3982954" y="2808993"/>
                <a:chExt cx="4334676" cy="3307930"/>
              </a:xfrm>
            </p:grpSpPr>
            <p:sp>
              <p:nvSpPr>
                <p:cNvPr id="127" name="Text Box 333">
                  <a:extLst>
                    <a:ext uri="{FF2B5EF4-FFF2-40B4-BE49-F238E27FC236}">
                      <a16:creationId xmlns:a16="http://schemas.microsoft.com/office/drawing/2014/main" id="{4DE6CC11-4202-639E-D371-36632199A9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2954" y="5809146"/>
                  <a:ext cx="1497526" cy="3077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400" dirty="0">
                      <a:solidFill>
                        <a:srgbClr val="000000"/>
                      </a:solidFill>
                      <a:latin typeface="Arial"/>
                      <a:ea typeface="ＭＳ Ｐゴシック" charset="0"/>
                      <a:cs typeface="Arial"/>
                    </a:rPr>
                    <a:t>managed device</a:t>
                  </a:r>
                </a:p>
              </p:txBody>
            </p:sp>
            <p:sp>
              <p:nvSpPr>
                <p:cNvPr id="128" name="Text Box 338">
                  <a:extLst>
                    <a:ext uri="{FF2B5EF4-FFF2-40B4-BE49-F238E27FC236}">
                      <a16:creationId xmlns:a16="http://schemas.microsoft.com/office/drawing/2014/main" id="{59C3B88E-E1A0-60AE-1812-CB0E2F4DBF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589237" y="5649324"/>
                  <a:ext cx="1690387" cy="3385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ＭＳ Ｐゴシック" charset="0"/>
                      <a:cs typeface="Arial"/>
                    </a:rPr>
                    <a:t>managed device</a:t>
                  </a:r>
                </a:p>
              </p:txBody>
            </p:sp>
            <p:sp>
              <p:nvSpPr>
                <p:cNvPr id="129" name="Text Box 339">
                  <a:extLst>
                    <a:ext uri="{FF2B5EF4-FFF2-40B4-BE49-F238E27FC236}">
                      <a16:creationId xmlns:a16="http://schemas.microsoft.com/office/drawing/2014/main" id="{E7073012-A405-C77D-AEB5-108BCC87A6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820104" y="2808993"/>
                  <a:ext cx="1497526" cy="3077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400" dirty="0">
                      <a:solidFill>
                        <a:srgbClr val="000000"/>
                      </a:solidFill>
                      <a:latin typeface="Arial"/>
                      <a:ea typeface="ＭＳ Ｐゴシック" charset="0"/>
                      <a:cs typeface="Arial"/>
                    </a:rPr>
                    <a:t>managed device</a:t>
                  </a:r>
                </a:p>
              </p:txBody>
            </p:sp>
            <p:sp>
              <p:nvSpPr>
                <p:cNvPr id="130" name="Text Box 340">
                  <a:extLst>
                    <a:ext uri="{FF2B5EF4-FFF2-40B4-BE49-F238E27FC236}">
                      <a16:creationId xmlns:a16="http://schemas.microsoft.com/office/drawing/2014/main" id="{1B43B5EC-AC7D-7434-8CEB-294E4ED413B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62275" y="4115799"/>
                  <a:ext cx="1539652" cy="3385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000000"/>
                      </a:solidFill>
                      <a:ea typeface="ＭＳ Ｐゴシック" charset="0"/>
                      <a:cs typeface="Arial"/>
                    </a:rPr>
                    <a:t>managed device</a:t>
                  </a:r>
                </a:p>
              </p:txBody>
            </p:sp>
            <p:sp>
              <p:nvSpPr>
                <p:cNvPr id="193" name="Text Box 338">
                  <a:extLst>
                    <a:ext uri="{FF2B5EF4-FFF2-40B4-BE49-F238E27FC236}">
                      <a16:creationId xmlns:a16="http://schemas.microsoft.com/office/drawing/2014/main" id="{48501833-299A-3313-866B-7A1164A0978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74160" y="4518371"/>
                  <a:ext cx="1539652" cy="3385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000000"/>
                      </a:solidFill>
                      <a:ea typeface="ＭＳ Ｐゴシック" charset="0"/>
                      <a:cs typeface="Arial"/>
                    </a:rPr>
                    <a:t>managed device</a:t>
                  </a:r>
                </a:p>
              </p:txBody>
            </p:sp>
          </p:grpSp>
          <p:grpSp>
            <p:nvGrpSpPr>
              <p:cNvPr id="234" name="Group 906">
                <a:extLst>
                  <a:ext uri="{FF2B5EF4-FFF2-40B4-BE49-F238E27FC236}">
                    <a16:creationId xmlns:a16="http://schemas.microsoft.com/office/drawing/2014/main" id="{D1CD3F58-EC5B-59E8-995D-7CE4EAA733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91628" y="2760942"/>
                <a:ext cx="469569" cy="865434"/>
                <a:chOff x="4140" y="429"/>
                <a:chExt cx="1425" cy="2396"/>
              </a:xfrm>
            </p:grpSpPr>
            <p:sp>
              <p:nvSpPr>
                <p:cNvPr id="235" name="Freeform 907">
                  <a:extLst>
                    <a:ext uri="{FF2B5EF4-FFF2-40B4-BE49-F238E27FC236}">
                      <a16:creationId xmlns:a16="http://schemas.microsoft.com/office/drawing/2014/main" id="{FA7CC409-16E4-B086-B5EE-C1934A9F3F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1 w 354"/>
                    <a:gd name="T1" fmla="*/ 0 h 2742"/>
                    <a:gd name="T2" fmla="*/ 116 w 354"/>
                    <a:gd name="T3" fmla="*/ 137 h 2742"/>
                    <a:gd name="T4" fmla="*/ 114 w 354"/>
                    <a:gd name="T5" fmla="*/ 1057 h 2742"/>
                    <a:gd name="T6" fmla="*/ 0 w 354"/>
                    <a:gd name="T7" fmla="*/ 1105 h 2742"/>
                    <a:gd name="T8" fmla="*/ 21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36" name="Rectangle 908">
                  <a:extLst>
                    <a:ext uri="{FF2B5EF4-FFF2-40B4-BE49-F238E27FC236}">
                      <a16:creationId xmlns:a16="http://schemas.microsoft.com/office/drawing/2014/main" id="{DAC0E84D-331C-7B44-E229-49D2397CBE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8" y="429"/>
                  <a:ext cx="1043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237" name="Freeform 909">
                  <a:extLst>
                    <a:ext uri="{FF2B5EF4-FFF2-40B4-BE49-F238E27FC236}">
                      <a16:creationId xmlns:a16="http://schemas.microsoft.com/office/drawing/2014/main" id="{FAEE2167-2F3E-A025-2C28-90C78EE87C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0 w 211"/>
                    <a:gd name="T3" fmla="*/ 88 h 2537"/>
                    <a:gd name="T4" fmla="*/ 2 w 211"/>
                    <a:gd name="T5" fmla="*/ 1007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38" name="Freeform 910">
                  <a:extLst>
                    <a:ext uri="{FF2B5EF4-FFF2-40B4-BE49-F238E27FC236}">
                      <a16:creationId xmlns:a16="http://schemas.microsoft.com/office/drawing/2014/main" id="{9E98BD15-F6DA-F2FD-CCF9-72BC829EBA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09 w 328"/>
                    <a:gd name="T3" fmla="*/ 52 h 226"/>
                    <a:gd name="T4" fmla="*/ 108 w 328"/>
                    <a:gd name="T5" fmla="*/ 92 h 226"/>
                    <a:gd name="T6" fmla="*/ 0 w 328"/>
                    <a:gd name="T7" fmla="*/ 41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39" name="Rectangle 911">
                  <a:extLst>
                    <a:ext uri="{FF2B5EF4-FFF2-40B4-BE49-F238E27FC236}">
                      <a16:creationId xmlns:a16="http://schemas.microsoft.com/office/drawing/2014/main" id="{111CB77C-91F4-F547-7C4B-68AD47C41D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4" y="692"/>
                  <a:ext cx="592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grpSp>
              <p:nvGrpSpPr>
                <p:cNvPr id="240" name="Group 912">
                  <a:extLst>
                    <a:ext uri="{FF2B5EF4-FFF2-40B4-BE49-F238E27FC236}">
                      <a16:creationId xmlns:a16="http://schemas.microsoft.com/office/drawing/2014/main" id="{290F6D79-3D29-0BCC-F356-25CDA04FEC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65" name="AutoShape 913">
                    <a:extLst>
                      <a:ext uri="{FF2B5EF4-FFF2-40B4-BE49-F238E27FC236}">
                        <a16:creationId xmlns:a16="http://schemas.microsoft.com/office/drawing/2014/main" id="{5704A35A-3E51-03DE-5804-B0A1901941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5"/>
                    <a:ext cx="724" cy="12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endParaRPr>
                  </a:p>
                </p:txBody>
              </p:sp>
              <p:sp>
                <p:nvSpPr>
                  <p:cNvPr id="266" name="AutoShape 914">
                    <a:extLst>
                      <a:ext uri="{FF2B5EF4-FFF2-40B4-BE49-F238E27FC236}">
                        <a16:creationId xmlns:a16="http://schemas.microsoft.com/office/drawing/2014/main" id="{D9C4573F-F69E-BEC2-3F59-A979D43E04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2" y="2584"/>
                    <a:ext cx="693" cy="101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endParaRPr>
                  </a:p>
                </p:txBody>
              </p:sp>
            </p:grpSp>
            <p:sp>
              <p:nvSpPr>
                <p:cNvPr id="241" name="Rectangle 915">
                  <a:extLst>
                    <a:ext uri="{FF2B5EF4-FFF2-40B4-BE49-F238E27FC236}">
                      <a16:creationId xmlns:a16="http://schemas.microsoft.com/office/drawing/2014/main" id="{2D2005D6-5B35-3610-41A8-3E350AA27B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6" y="1020"/>
                  <a:ext cx="592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grpSp>
              <p:nvGrpSpPr>
                <p:cNvPr id="242" name="Group 916">
                  <a:extLst>
                    <a:ext uri="{FF2B5EF4-FFF2-40B4-BE49-F238E27FC236}">
                      <a16:creationId xmlns:a16="http://schemas.microsoft.com/office/drawing/2014/main" id="{7D4D132E-F420-A02B-F83C-26FFCD242C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63" name="AutoShape 917">
                    <a:extLst>
                      <a:ext uri="{FF2B5EF4-FFF2-40B4-BE49-F238E27FC236}">
                        <a16:creationId xmlns:a16="http://schemas.microsoft.com/office/drawing/2014/main" id="{29B47E18-8DAF-C481-7F57-7B1BBBC4BA0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68"/>
                    <a:ext cx="731" cy="13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endParaRPr>
                  </a:p>
                </p:txBody>
              </p:sp>
              <p:sp>
                <p:nvSpPr>
                  <p:cNvPr id="264" name="AutoShape 918">
                    <a:extLst>
                      <a:ext uri="{FF2B5EF4-FFF2-40B4-BE49-F238E27FC236}">
                        <a16:creationId xmlns:a16="http://schemas.microsoft.com/office/drawing/2014/main" id="{7499CC96-D6CC-3DAA-14DD-78F4EF95E98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1"/>
                    <a:ext cx="700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endParaRPr>
                  </a:p>
                </p:txBody>
              </p:sp>
            </p:grpSp>
            <p:sp>
              <p:nvSpPr>
                <p:cNvPr id="243" name="Rectangle 919">
                  <a:extLst>
                    <a:ext uri="{FF2B5EF4-FFF2-40B4-BE49-F238E27FC236}">
                      <a16:creationId xmlns:a16="http://schemas.microsoft.com/office/drawing/2014/main" id="{255064F2-E256-C98A-A3DA-649E4DDC7A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4" y="1361"/>
                  <a:ext cx="598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244" name="Rectangle 920">
                  <a:extLst>
                    <a:ext uri="{FF2B5EF4-FFF2-40B4-BE49-F238E27FC236}">
                      <a16:creationId xmlns:a16="http://schemas.microsoft.com/office/drawing/2014/main" id="{4CCB36DE-3283-1A49-3224-662737DF1C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6" y="1657"/>
                  <a:ext cx="598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grpSp>
              <p:nvGrpSpPr>
                <p:cNvPr id="245" name="Group 921">
                  <a:extLst>
                    <a:ext uri="{FF2B5EF4-FFF2-40B4-BE49-F238E27FC236}">
                      <a16:creationId xmlns:a16="http://schemas.microsoft.com/office/drawing/2014/main" id="{C5922FCB-109B-D7AE-4BC3-5EB5ABD97EB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61" name="AutoShape 922">
                    <a:extLst>
                      <a:ext uri="{FF2B5EF4-FFF2-40B4-BE49-F238E27FC236}">
                        <a16:creationId xmlns:a16="http://schemas.microsoft.com/office/drawing/2014/main" id="{3A5FAB30-78D0-34F6-93F8-E8C528D2BCD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30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endParaRPr>
                  </a:p>
                </p:txBody>
              </p:sp>
              <p:sp>
                <p:nvSpPr>
                  <p:cNvPr id="262" name="AutoShape 923">
                    <a:extLst>
                      <a:ext uri="{FF2B5EF4-FFF2-40B4-BE49-F238E27FC236}">
                        <a16:creationId xmlns:a16="http://schemas.microsoft.com/office/drawing/2014/main" id="{A4B2581B-BEA1-94A5-F3D4-1B035D1368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9"/>
                    <a:ext cx="699" cy="115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endParaRPr>
                  </a:p>
                </p:txBody>
              </p:sp>
            </p:grpSp>
            <p:sp>
              <p:nvSpPr>
                <p:cNvPr id="246" name="Freeform 924">
                  <a:extLst>
                    <a:ext uri="{FF2B5EF4-FFF2-40B4-BE49-F238E27FC236}">
                      <a16:creationId xmlns:a16="http://schemas.microsoft.com/office/drawing/2014/main" id="{AC7A54A3-5084-62C3-A839-1778AF47D8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09 w 328"/>
                    <a:gd name="T3" fmla="*/ 51 h 226"/>
                    <a:gd name="T4" fmla="*/ 108 w 328"/>
                    <a:gd name="T5" fmla="*/ 90 h 226"/>
                    <a:gd name="T6" fmla="*/ 0 w 328"/>
                    <a:gd name="T7" fmla="*/ 39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247" name="Group 925">
                  <a:extLst>
                    <a:ext uri="{FF2B5EF4-FFF2-40B4-BE49-F238E27FC236}">
                      <a16:creationId xmlns:a16="http://schemas.microsoft.com/office/drawing/2014/main" id="{84291A3E-0083-A30D-CCAD-B0ED7E56130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59" name="AutoShape 926">
                    <a:extLst>
                      <a:ext uri="{FF2B5EF4-FFF2-40B4-BE49-F238E27FC236}">
                        <a16:creationId xmlns:a16="http://schemas.microsoft.com/office/drawing/2014/main" id="{CE32EA64-F159-7E38-9A41-499E47F1ED4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9"/>
                    <a:ext cx="715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endParaRPr>
                  </a:p>
                </p:txBody>
              </p:sp>
              <p:sp>
                <p:nvSpPr>
                  <p:cNvPr id="260" name="AutoShape 927">
                    <a:extLst>
                      <a:ext uri="{FF2B5EF4-FFF2-40B4-BE49-F238E27FC236}">
                        <a16:creationId xmlns:a16="http://schemas.microsoft.com/office/drawing/2014/main" id="{06F65379-6198-C693-E060-4BA298EE90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82"/>
                    <a:ext cx="692" cy="105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endParaRPr>
                  </a:p>
                </p:txBody>
              </p:sp>
            </p:grpSp>
            <p:sp>
              <p:nvSpPr>
                <p:cNvPr id="248" name="Rectangle 928">
                  <a:extLst>
                    <a:ext uri="{FF2B5EF4-FFF2-40B4-BE49-F238E27FC236}">
                      <a16:creationId xmlns:a16="http://schemas.microsoft.com/office/drawing/2014/main" id="{4608022E-ABBD-C4E2-C940-6A8A18CE6C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50" y="429"/>
                  <a:ext cx="68" cy="2291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249" name="Freeform 929">
                  <a:extLst>
                    <a:ext uri="{FF2B5EF4-FFF2-40B4-BE49-F238E27FC236}">
                      <a16:creationId xmlns:a16="http://schemas.microsoft.com/office/drawing/2014/main" id="{941309B0-DCE4-6643-0026-B355B3AE49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96 w 296"/>
                    <a:gd name="T3" fmla="*/ 57 h 256"/>
                    <a:gd name="T4" fmla="*/ 98 w 296"/>
                    <a:gd name="T5" fmla="*/ 102 h 256"/>
                    <a:gd name="T6" fmla="*/ 0 w 296"/>
                    <a:gd name="T7" fmla="*/ 39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50" name="Freeform 930">
                  <a:extLst>
                    <a:ext uri="{FF2B5EF4-FFF2-40B4-BE49-F238E27FC236}">
                      <a16:creationId xmlns:a16="http://schemas.microsoft.com/office/drawing/2014/main" id="{6F925A34-CA88-CA6B-C645-AEB43DEE3A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01 w 304"/>
                    <a:gd name="T3" fmla="*/ 66 h 288"/>
                    <a:gd name="T4" fmla="*/ 95 w 304"/>
                    <a:gd name="T5" fmla="*/ 116 h 288"/>
                    <a:gd name="T6" fmla="*/ 2 w 304"/>
                    <a:gd name="T7" fmla="*/ 5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51" name="Oval 931">
                  <a:extLst>
                    <a:ext uri="{FF2B5EF4-FFF2-40B4-BE49-F238E27FC236}">
                      <a16:creationId xmlns:a16="http://schemas.microsoft.com/office/drawing/2014/main" id="{E6FFFDFE-32D5-7F4E-3444-7B4D4B3752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6" y="2608"/>
                  <a:ext cx="49" cy="98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252" name="Freeform 932">
                  <a:extLst>
                    <a:ext uri="{FF2B5EF4-FFF2-40B4-BE49-F238E27FC236}">
                      <a16:creationId xmlns:a16="http://schemas.microsoft.com/office/drawing/2014/main" id="{4876BD6E-8B5F-E2BE-B309-F7BECEC690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43 h 240"/>
                    <a:gd name="T2" fmla="*/ 2 w 306"/>
                    <a:gd name="T3" fmla="*/ 97 h 240"/>
                    <a:gd name="T4" fmla="*/ 101 w 306"/>
                    <a:gd name="T5" fmla="*/ 44 h 240"/>
                    <a:gd name="T6" fmla="*/ 98 w 306"/>
                    <a:gd name="T7" fmla="*/ 0 h 240"/>
                    <a:gd name="T8" fmla="*/ 0 w 306"/>
                    <a:gd name="T9" fmla="*/ 43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53" name="AutoShape 933">
                  <a:extLst>
                    <a:ext uri="{FF2B5EF4-FFF2-40B4-BE49-F238E27FC236}">
                      <a16:creationId xmlns:a16="http://schemas.microsoft.com/office/drawing/2014/main" id="{64D07D81-6B84-68D0-961E-D1249618DB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81"/>
                  <a:ext cx="1197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254" name="AutoShape 934">
                  <a:extLst>
                    <a:ext uri="{FF2B5EF4-FFF2-40B4-BE49-F238E27FC236}">
                      <a16:creationId xmlns:a16="http://schemas.microsoft.com/office/drawing/2014/main" id="{F4A4C363-6A4B-C266-1D9C-02B72894DE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8" y="2713"/>
                  <a:ext cx="1067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255" name="Oval 935">
                  <a:extLst>
                    <a:ext uri="{FF2B5EF4-FFF2-40B4-BE49-F238E27FC236}">
                      <a16:creationId xmlns:a16="http://schemas.microsoft.com/office/drawing/2014/main" id="{CF19FD89-B222-9DB6-7D8B-0BFDAF4A2E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7" y="2385"/>
                  <a:ext cx="160" cy="138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256" name="Oval 936">
                  <a:extLst>
                    <a:ext uri="{FF2B5EF4-FFF2-40B4-BE49-F238E27FC236}">
                      <a16:creationId xmlns:a16="http://schemas.microsoft.com/office/drawing/2014/main" id="{E4BE01A8-9926-172F-115C-1CD6141BED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5" y="2385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257" name="Oval 937">
                  <a:extLst>
                    <a:ext uri="{FF2B5EF4-FFF2-40B4-BE49-F238E27FC236}">
                      <a16:creationId xmlns:a16="http://schemas.microsoft.com/office/drawing/2014/main" id="{FB539483-DCE3-F9F2-4ECD-8932CAD76B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4" y="2379"/>
                  <a:ext cx="154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258" name="Rectangle 938">
                  <a:extLst>
                    <a:ext uri="{FF2B5EF4-FFF2-40B4-BE49-F238E27FC236}">
                      <a16:creationId xmlns:a16="http://schemas.microsoft.com/office/drawing/2014/main" id="{BD18A674-6EA7-3D5F-D16C-70404A7951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59" y="1834"/>
                  <a:ext cx="86" cy="761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grpSp>
            <p:nvGrpSpPr>
              <p:cNvPr id="140" name="Group 906">
                <a:extLst>
                  <a:ext uri="{FF2B5EF4-FFF2-40B4-BE49-F238E27FC236}">
                    <a16:creationId xmlns:a16="http://schemas.microsoft.com/office/drawing/2014/main" id="{48A694E0-F412-5B86-91F4-DC0FCDFF2E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14625" y="5150849"/>
                <a:ext cx="366712" cy="579438"/>
                <a:chOff x="4140" y="429"/>
                <a:chExt cx="1425" cy="2396"/>
              </a:xfrm>
            </p:grpSpPr>
            <p:sp>
              <p:nvSpPr>
                <p:cNvPr id="141" name="Freeform 907">
                  <a:extLst>
                    <a:ext uri="{FF2B5EF4-FFF2-40B4-BE49-F238E27FC236}">
                      <a16:creationId xmlns:a16="http://schemas.microsoft.com/office/drawing/2014/main" id="{2B5EA84E-5EA8-FD0D-73B4-AEC13012DB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1 w 354"/>
                    <a:gd name="T1" fmla="*/ 0 h 2742"/>
                    <a:gd name="T2" fmla="*/ 116 w 354"/>
                    <a:gd name="T3" fmla="*/ 137 h 2742"/>
                    <a:gd name="T4" fmla="*/ 114 w 354"/>
                    <a:gd name="T5" fmla="*/ 1057 h 2742"/>
                    <a:gd name="T6" fmla="*/ 0 w 354"/>
                    <a:gd name="T7" fmla="*/ 1105 h 2742"/>
                    <a:gd name="T8" fmla="*/ 21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2" name="Rectangle 908">
                  <a:extLst>
                    <a:ext uri="{FF2B5EF4-FFF2-40B4-BE49-F238E27FC236}">
                      <a16:creationId xmlns:a16="http://schemas.microsoft.com/office/drawing/2014/main" id="{E533A03E-A7C1-DEE9-BC1F-58BF15A0A0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8" y="429"/>
                  <a:ext cx="1043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43" name="Freeform 909">
                  <a:extLst>
                    <a:ext uri="{FF2B5EF4-FFF2-40B4-BE49-F238E27FC236}">
                      <a16:creationId xmlns:a16="http://schemas.microsoft.com/office/drawing/2014/main" id="{8ACEDF02-FCE8-CBB8-CA8E-EAD27CB6E6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0 w 211"/>
                    <a:gd name="T3" fmla="*/ 88 h 2537"/>
                    <a:gd name="T4" fmla="*/ 2 w 211"/>
                    <a:gd name="T5" fmla="*/ 1007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4" name="Freeform 910">
                  <a:extLst>
                    <a:ext uri="{FF2B5EF4-FFF2-40B4-BE49-F238E27FC236}">
                      <a16:creationId xmlns:a16="http://schemas.microsoft.com/office/drawing/2014/main" id="{CE525A5C-4B28-51D3-49E8-7CF256B578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09 w 328"/>
                    <a:gd name="T3" fmla="*/ 52 h 226"/>
                    <a:gd name="T4" fmla="*/ 108 w 328"/>
                    <a:gd name="T5" fmla="*/ 92 h 226"/>
                    <a:gd name="T6" fmla="*/ 0 w 328"/>
                    <a:gd name="T7" fmla="*/ 41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5" name="Rectangle 911">
                  <a:extLst>
                    <a:ext uri="{FF2B5EF4-FFF2-40B4-BE49-F238E27FC236}">
                      <a16:creationId xmlns:a16="http://schemas.microsoft.com/office/drawing/2014/main" id="{3888D29B-9BC3-D5BA-2D06-9ABE7685E9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4" y="692"/>
                  <a:ext cx="592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grpSp>
              <p:nvGrpSpPr>
                <p:cNvPr id="146" name="Group 912">
                  <a:extLst>
                    <a:ext uri="{FF2B5EF4-FFF2-40B4-BE49-F238E27FC236}">
                      <a16:creationId xmlns:a16="http://schemas.microsoft.com/office/drawing/2014/main" id="{793069CC-5EB3-E62F-3080-56C9CC70B74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71" name="AutoShape 913">
                    <a:extLst>
                      <a:ext uri="{FF2B5EF4-FFF2-40B4-BE49-F238E27FC236}">
                        <a16:creationId xmlns:a16="http://schemas.microsoft.com/office/drawing/2014/main" id="{419AB95D-3A2E-D769-8B72-5888950CE4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5"/>
                    <a:ext cx="724" cy="12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endParaRPr>
                  </a:p>
                </p:txBody>
              </p:sp>
              <p:sp>
                <p:nvSpPr>
                  <p:cNvPr id="172" name="AutoShape 914">
                    <a:extLst>
                      <a:ext uri="{FF2B5EF4-FFF2-40B4-BE49-F238E27FC236}">
                        <a16:creationId xmlns:a16="http://schemas.microsoft.com/office/drawing/2014/main" id="{DD6E11B6-CE76-D6AA-EBEE-69F1B119952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2" y="2584"/>
                    <a:ext cx="693" cy="101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endParaRPr>
                  </a:p>
                </p:txBody>
              </p:sp>
            </p:grpSp>
            <p:sp>
              <p:nvSpPr>
                <p:cNvPr id="147" name="Rectangle 915">
                  <a:extLst>
                    <a:ext uri="{FF2B5EF4-FFF2-40B4-BE49-F238E27FC236}">
                      <a16:creationId xmlns:a16="http://schemas.microsoft.com/office/drawing/2014/main" id="{E8E3F170-37EF-847C-D569-856E8137C0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6" y="1020"/>
                  <a:ext cx="592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grpSp>
              <p:nvGrpSpPr>
                <p:cNvPr id="148" name="Group 916">
                  <a:extLst>
                    <a:ext uri="{FF2B5EF4-FFF2-40B4-BE49-F238E27FC236}">
                      <a16:creationId xmlns:a16="http://schemas.microsoft.com/office/drawing/2014/main" id="{4BCFE43F-B51F-CB2D-5E07-13BF705EB94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69" name="AutoShape 917">
                    <a:extLst>
                      <a:ext uri="{FF2B5EF4-FFF2-40B4-BE49-F238E27FC236}">
                        <a16:creationId xmlns:a16="http://schemas.microsoft.com/office/drawing/2014/main" id="{FFA74A2B-1F4D-A3B0-1584-7DC67CF0B11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68"/>
                    <a:ext cx="731" cy="13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endParaRPr>
                  </a:p>
                </p:txBody>
              </p:sp>
              <p:sp>
                <p:nvSpPr>
                  <p:cNvPr id="170" name="AutoShape 918">
                    <a:extLst>
                      <a:ext uri="{FF2B5EF4-FFF2-40B4-BE49-F238E27FC236}">
                        <a16:creationId xmlns:a16="http://schemas.microsoft.com/office/drawing/2014/main" id="{D268B5F1-A13A-78E1-3713-13D707F4861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1"/>
                    <a:ext cx="700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endParaRPr>
                  </a:p>
                </p:txBody>
              </p:sp>
            </p:grpSp>
            <p:sp>
              <p:nvSpPr>
                <p:cNvPr id="149" name="Rectangle 919">
                  <a:extLst>
                    <a:ext uri="{FF2B5EF4-FFF2-40B4-BE49-F238E27FC236}">
                      <a16:creationId xmlns:a16="http://schemas.microsoft.com/office/drawing/2014/main" id="{5E9B419B-1737-1C77-1495-CCAFAA7755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4" y="1361"/>
                  <a:ext cx="598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50" name="Rectangle 920">
                  <a:extLst>
                    <a:ext uri="{FF2B5EF4-FFF2-40B4-BE49-F238E27FC236}">
                      <a16:creationId xmlns:a16="http://schemas.microsoft.com/office/drawing/2014/main" id="{BF5A3B3A-A113-57E7-25FB-991C79295A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6" y="1657"/>
                  <a:ext cx="598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grpSp>
              <p:nvGrpSpPr>
                <p:cNvPr id="151" name="Group 921">
                  <a:extLst>
                    <a:ext uri="{FF2B5EF4-FFF2-40B4-BE49-F238E27FC236}">
                      <a16:creationId xmlns:a16="http://schemas.microsoft.com/office/drawing/2014/main" id="{3A8DE123-7C82-A4D5-55DE-D908137B5A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67" name="AutoShape 922">
                    <a:extLst>
                      <a:ext uri="{FF2B5EF4-FFF2-40B4-BE49-F238E27FC236}">
                        <a16:creationId xmlns:a16="http://schemas.microsoft.com/office/drawing/2014/main" id="{FF293AC3-FF28-EBB0-E8A9-6262606DE6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30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endParaRPr>
                  </a:p>
                </p:txBody>
              </p:sp>
              <p:sp>
                <p:nvSpPr>
                  <p:cNvPr id="168" name="AutoShape 923">
                    <a:extLst>
                      <a:ext uri="{FF2B5EF4-FFF2-40B4-BE49-F238E27FC236}">
                        <a16:creationId xmlns:a16="http://schemas.microsoft.com/office/drawing/2014/main" id="{CD5561F6-0D80-90BE-2D43-9B981EDE5C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9"/>
                    <a:ext cx="699" cy="115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endParaRPr>
                  </a:p>
                </p:txBody>
              </p:sp>
            </p:grpSp>
            <p:sp>
              <p:nvSpPr>
                <p:cNvPr id="152" name="Freeform 924">
                  <a:extLst>
                    <a:ext uri="{FF2B5EF4-FFF2-40B4-BE49-F238E27FC236}">
                      <a16:creationId xmlns:a16="http://schemas.microsoft.com/office/drawing/2014/main" id="{C4B4301E-BDBF-DD56-11A5-CD687AA8EF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09 w 328"/>
                    <a:gd name="T3" fmla="*/ 51 h 226"/>
                    <a:gd name="T4" fmla="*/ 108 w 328"/>
                    <a:gd name="T5" fmla="*/ 90 h 226"/>
                    <a:gd name="T6" fmla="*/ 0 w 328"/>
                    <a:gd name="T7" fmla="*/ 39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153" name="Group 925">
                  <a:extLst>
                    <a:ext uri="{FF2B5EF4-FFF2-40B4-BE49-F238E27FC236}">
                      <a16:creationId xmlns:a16="http://schemas.microsoft.com/office/drawing/2014/main" id="{F4E97D5A-DC32-77F2-395C-3A0106D3071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65" name="AutoShape 926">
                    <a:extLst>
                      <a:ext uri="{FF2B5EF4-FFF2-40B4-BE49-F238E27FC236}">
                        <a16:creationId xmlns:a16="http://schemas.microsoft.com/office/drawing/2014/main" id="{E62825AB-1B79-AB86-A4DF-AD626F5B8F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9"/>
                    <a:ext cx="715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endParaRPr>
                  </a:p>
                </p:txBody>
              </p:sp>
              <p:sp>
                <p:nvSpPr>
                  <p:cNvPr id="166" name="AutoShape 927">
                    <a:extLst>
                      <a:ext uri="{FF2B5EF4-FFF2-40B4-BE49-F238E27FC236}">
                        <a16:creationId xmlns:a16="http://schemas.microsoft.com/office/drawing/2014/main" id="{FFBDAB7A-91CC-8A03-66A1-5D03CD60AF4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82"/>
                    <a:ext cx="692" cy="105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endParaRPr>
                  </a:p>
                </p:txBody>
              </p:sp>
            </p:grpSp>
            <p:sp>
              <p:nvSpPr>
                <p:cNvPr id="154" name="Rectangle 928">
                  <a:extLst>
                    <a:ext uri="{FF2B5EF4-FFF2-40B4-BE49-F238E27FC236}">
                      <a16:creationId xmlns:a16="http://schemas.microsoft.com/office/drawing/2014/main" id="{7E5A3CD3-8ADC-A2E2-65FC-51EA6ADF50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50" y="429"/>
                  <a:ext cx="68" cy="2291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55" name="Freeform 929">
                  <a:extLst>
                    <a:ext uri="{FF2B5EF4-FFF2-40B4-BE49-F238E27FC236}">
                      <a16:creationId xmlns:a16="http://schemas.microsoft.com/office/drawing/2014/main" id="{CAEB036E-F44D-2CBF-139A-9078E4B81C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96 w 296"/>
                    <a:gd name="T3" fmla="*/ 57 h 256"/>
                    <a:gd name="T4" fmla="*/ 98 w 296"/>
                    <a:gd name="T5" fmla="*/ 102 h 256"/>
                    <a:gd name="T6" fmla="*/ 0 w 296"/>
                    <a:gd name="T7" fmla="*/ 39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6" name="Freeform 930">
                  <a:extLst>
                    <a:ext uri="{FF2B5EF4-FFF2-40B4-BE49-F238E27FC236}">
                      <a16:creationId xmlns:a16="http://schemas.microsoft.com/office/drawing/2014/main" id="{57A17912-3E0F-9B6B-5928-7DEE31C071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01 w 304"/>
                    <a:gd name="T3" fmla="*/ 66 h 288"/>
                    <a:gd name="T4" fmla="*/ 95 w 304"/>
                    <a:gd name="T5" fmla="*/ 116 h 288"/>
                    <a:gd name="T6" fmla="*/ 2 w 304"/>
                    <a:gd name="T7" fmla="*/ 5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7" name="Oval 931">
                  <a:extLst>
                    <a:ext uri="{FF2B5EF4-FFF2-40B4-BE49-F238E27FC236}">
                      <a16:creationId xmlns:a16="http://schemas.microsoft.com/office/drawing/2014/main" id="{6776C7DD-7D44-BACC-246A-F71BDACFDF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6" y="2608"/>
                  <a:ext cx="49" cy="98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58" name="Freeform 932">
                  <a:extLst>
                    <a:ext uri="{FF2B5EF4-FFF2-40B4-BE49-F238E27FC236}">
                      <a16:creationId xmlns:a16="http://schemas.microsoft.com/office/drawing/2014/main" id="{1BC80A4C-BF54-FC8A-820D-947CF7E2A1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43 h 240"/>
                    <a:gd name="T2" fmla="*/ 2 w 306"/>
                    <a:gd name="T3" fmla="*/ 97 h 240"/>
                    <a:gd name="T4" fmla="*/ 101 w 306"/>
                    <a:gd name="T5" fmla="*/ 44 h 240"/>
                    <a:gd name="T6" fmla="*/ 98 w 306"/>
                    <a:gd name="T7" fmla="*/ 0 h 240"/>
                    <a:gd name="T8" fmla="*/ 0 w 306"/>
                    <a:gd name="T9" fmla="*/ 43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9" name="AutoShape 933">
                  <a:extLst>
                    <a:ext uri="{FF2B5EF4-FFF2-40B4-BE49-F238E27FC236}">
                      <a16:creationId xmlns:a16="http://schemas.microsoft.com/office/drawing/2014/main" id="{D1853C61-09C2-3E4C-9E41-7239298FE8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81"/>
                  <a:ext cx="1197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60" name="AutoShape 934">
                  <a:extLst>
                    <a:ext uri="{FF2B5EF4-FFF2-40B4-BE49-F238E27FC236}">
                      <a16:creationId xmlns:a16="http://schemas.microsoft.com/office/drawing/2014/main" id="{229FDDB0-86F2-444E-F21A-9646D68C53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8" y="2713"/>
                  <a:ext cx="1067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61" name="Oval 935">
                  <a:extLst>
                    <a:ext uri="{FF2B5EF4-FFF2-40B4-BE49-F238E27FC236}">
                      <a16:creationId xmlns:a16="http://schemas.microsoft.com/office/drawing/2014/main" id="{1EA342E8-7212-B182-39BF-932AD47534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7" y="2385"/>
                  <a:ext cx="160" cy="138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62" name="Oval 936">
                  <a:extLst>
                    <a:ext uri="{FF2B5EF4-FFF2-40B4-BE49-F238E27FC236}">
                      <a16:creationId xmlns:a16="http://schemas.microsoft.com/office/drawing/2014/main" id="{16480298-AC23-A737-2295-4A7790A5B7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5" y="2385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63" name="Oval 937">
                  <a:extLst>
                    <a:ext uri="{FF2B5EF4-FFF2-40B4-BE49-F238E27FC236}">
                      <a16:creationId xmlns:a16="http://schemas.microsoft.com/office/drawing/2014/main" id="{8CDDE386-54C5-06A0-5A45-C874B33EBB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4" y="2379"/>
                  <a:ext cx="154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64" name="Rectangle 938">
                  <a:extLst>
                    <a:ext uri="{FF2B5EF4-FFF2-40B4-BE49-F238E27FC236}">
                      <a16:creationId xmlns:a16="http://schemas.microsoft.com/office/drawing/2014/main" id="{6CF105E5-BD3C-A739-289A-58B5DE43D0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59" y="1834"/>
                  <a:ext cx="86" cy="761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6F77DC97-E925-8ADB-B215-EEA09DBFC0BC}"/>
                  </a:ext>
                </a:extLst>
              </p:cNvPr>
              <p:cNvGrpSpPr/>
              <p:nvPr/>
            </p:nvGrpSpPr>
            <p:grpSpPr>
              <a:xfrm>
                <a:off x="5273431" y="5539343"/>
                <a:ext cx="683116" cy="378456"/>
                <a:chOff x="7493876" y="2774731"/>
                <a:chExt cx="1481958" cy="894622"/>
              </a:xfrm>
            </p:grpSpPr>
            <p:sp>
              <p:nvSpPr>
                <p:cNvPr id="294" name="Freeform 293">
                  <a:extLst>
                    <a:ext uri="{FF2B5EF4-FFF2-40B4-BE49-F238E27FC236}">
                      <a16:creationId xmlns:a16="http://schemas.microsoft.com/office/drawing/2014/main" id="{AFB39C98-9610-CEEA-E1A9-FC3C81DEC1CA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295" name="Oval 294">
                  <a:extLst>
                    <a:ext uri="{FF2B5EF4-FFF2-40B4-BE49-F238E27FC236}">
                      <a16:creationId xmlns:a16="http://schemas.microsoft.com/office/drawing/2014/main" id="{96F99581-C6A9-E71F-BDAE-2026E236DF02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296" name="Group 295">
                  <a:extLst>
                    <a:ext uri="{FF2B5EF4-FFF2-40B4-BE49-F238E27FC236}">
                      <a16:creationId xmlns:a16="http://schemas.microsoft.com/office/drawing/2014/main" id="{87BC3144-207C-86A4-5DBA-F066361ED313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97" name="Freeform 296">
                    <a:extLst>
                      <a:ext uri="{FF2B5EF4-FFF2-40B4-BE49-F238E27FC236}">
                        <a16:creationId xmlns:a16="http://schemas.microsoft.com/office/drawing/2014/main" id="{A0619062-23E7-5301-358F-95F4856F8F7B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98" name="Freeform 297">
                    <a:extLst>
                      <a:ext uri="{FF2B5EF4-FFF2-40B4-BE49-F238E27FC236}">
                        <a16:creationId xmlns:a16="http://schemas.microsoft.com/office/drawing/2014/main" id="{1D0C9C6C-ED11-F379-C9A1-6494DB27CECA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99" name="Freeform 298">
                    <a:extLst>
                      <a:ext uri="{FF2B5EF4-FFF2-40B4-BE49-F238E27FC236}">
                        <a16:creationId xmlns:a16="http://schemas.microsoft.com/office/drawing/2014/main" id="{D8A47CA0-3620-DF5C-103F-EA750CF46F57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0" name="Freeform 299">
                    <a:extLst>
                      <a:ext uri="{FF2B5EF4-FFF2-40B4-BE49-F238E27FC236}">
                        <a16:creationId xmlns:a16="http://schemas.microsoft.com/office/drawing/2014/main" id="{6F4E2F42-7564-1CB6-BE9C-2C16BAE3516A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5BBBCBF0-5D76-E84A-C078-00867394CAB1}"/>
                  </a:ext>
                </a:extLst>
              </p:cNvPr>
              <p:cNvCxnSpPr/>
              <p:nvPr/>
            </p:nvCxnSpPr>
            <p:spPr>
              <a:xfrm>
                <a:off x="7193560" y="4043476"/>
                <a:ext cx="46313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7BA7DC9D-E971-3A91-10F9-BD7F316394F7}"/>
                  </a:ext>
                </a:extLst>
              </p:cNvPr>
              <p:cNvCxnSpPr/>
              <p:nvPr/>
            </p:nvCxnSpPr>
            <p:spPr>
              <a:xfrm>
                <a:off x="5792273" y="5919778"/>
                <a:ext cx="237507" cy="23750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7" name="Group 276">
                <a:extLst>
                  <a:ext uri="{FF2B5EF4-FFF2-40B4-BE49-F238E27FC236}">
                    <a16:creationId xmlns:a16="http://schemas.microsoft.com/office/drawing/2014/main" id="{8BDF33B4-5ABC-86B3-7CD5-EA844421BA24}"/>
                  </a:ext>
                </a:extLst>
              </p:cNvPr>
              <p:cNvGrpSpPr/>
              <p:nvPr/>
            </p:nvGrpSpPr>
            <p:grpSpPr>
              <a:xfrm>
                <a:off x="5649769" y="4179021"/>
                <a:ext cx="736270" cy="422596"/>
                <a:chOff x="3668110" y="2448910"/>
                <a:chExt cx="3794234" cy="2165130"/>
              </a:xfrm>
            </p:grpSpPr>
            <p:sp>
              <p:nvSpPr>
                <p:cNvPr id="278" name="Rectangle 277">
                  <a:extLst>
                    <a:ext uri="{FF2B5EF4-FFF2-40B4-BE49-F238E27FC236}">
                      <a16:creationId xmlns:a16="http://schemas.microsoft.com/office/drawing/2014/main" id="{E8353904-1DD4-EC1A-56AA-D05D52975D97}"/>
                    </a:ext>
                  </a:extLst>
                </p:cNvPr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9" name="Freeform 278">
                  <a:extLst>
                    <a:ext uri="{FF2B5EF4-FFF2-40B4-BE49-F238E27FC236}">
                      <a16:creationId xmlns:a16="http://schemas.microsoft.com/office/drawing/2014/main" id="{0017EEAE-2616-820B-74B2-20CCCA93FC79}"/>
                    </a:ext>
                  </a:extLst>
                </p:cNvPr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avLst/>
                  <a:gdLst>
                    <a:gd name="connsiteX0" fmla="*/ 0 w 3783724"/>
                    <a:gd name="connsiteY0" fmla="*/ 1313793 h 1324303"/>
                    <a:gd name="connsiteX1" fmla="*/ 0 w 3783724"/>
                    <a:gd name="connsiteY1" fmla="*/ 1313793 h 1324303"/>
                    <a:gd name="connsiteX2" fmla="*/ 252248 w 3783724"/>
                    <a:gd name="connsiteY2" fmla="*/ 0 h 1324303"/>
                    <a:gd name="connsiteX3" fmla="*/ 3415862 w 3783724"/>
                    <a:gd name="connsiteY3" fmla="*/ 21020 h 1324303"/>
                    <a:gd name="connsiteX4" fmla="*/ 3783724 w 3783724"/>
                    <a:gd name="connsiteY4" fmla="*/ 1324303 h 1324303"/>
                    <a:gd name="connsiteX5" fmla="*/ 0 w 3783724"/>
                    <a:gd name="connsiteY5" fmla="*/ 1313793 h 1324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83724" h="1324303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80" name="Group 279">
                  <a:extLst>
                    <a:ext uri="{FF2B5EF4-FFF2-40B4-BE49-F238E27FC236}">
                      <a16:creationId xmlns:a16="http://schemas.microsoft.com/office/drawing/2014/main" id="{6C71B818-7F41-646B-551A-5D79FB0F0475}"/>
                    </a:ext>
                  </a:extLst>
                </p:cNvPr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281" name="Freeform 280">
                    <a:extLst>
                      <a:ext uri="{FF2B5EF4-FFF2-40B4-BE49-F238E27FC236}">
                        <a16:creationId xmlns:a16="http://schemas.microsoft.com/office/drawing/2014/main" id="{9A967EFE-7165-357D-0023-65FD8F01CFE6}"/>
                      </a:ext>
                    </a:extLst>
                  </p:cNvPr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2" name="Freeform 281">
                    <a:extLst>
                      <a:ext uri="{FF2B5EF4-FFF2-40B4-BE49-F238E27FC236}">
                        <a16:creationId xmlns:a16="http://schemas.microsoft.com/office/drawing/2014/main" id="{D06DE6CF-85D8-D0E7-C8F2-313317E84D12}"/>
                      </a:ext>
                    </a:extLst>
                  </p:cNvPr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3" name="Freeform 282">
                    <a:extLst>
                      <a:ext uri="{FF2B5EF4-FFF2-40B4-BE49-F238E27FC236}">
                        <a16:creationId xmlns:a16="http://schemas.microsoft.com/office/drawing/2014/main" id="{B4CAB3C3-E63C-8D0D-152B-05ACCD22E7BD}"/>
                      </a:ext>
                    </a:extLst>
                  </p:cNvPr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4" name="Freeform 283">
                    <a:extLst>
                      <a:ext uri="{FF2B5EF4-FFF2-40B4-BE49-F238E27FC236}">
                        <a16:creationId xmlns:a16="http://schemas.microsoft.com/office/drawing/2014/main" id="{C80FE1B8-19B9-D8ED-381C-BC8B54570F59}"/>
                      </a:ext>
                    </a:extLst>
                  </p:cNvPr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346" name="Group 345">
                <a:extLst>
                  <a:ext uri="{FF2B5EF4-FFF2-40B4-BE49-F238E27FC236}">
                    <a16:creationId xmlns:a16="http://schemas.microsoft.com/office/drawing/2014/main" id="{A11D6CD3-760B-424B-7BF2-BB1B0ACD6B96}"/>
                  </a:ext>
                </a:extLst>
              </p:cNvPr>
              <p:cNvGrpSpPr/>
              <p:nvPr/>
            </p:nvGrpSpPr>
            <p:grpSpPr>
              <a:xfrm>
                <a:off x="2739071" y="2226350"/>
                <a:ext cx="2436042" cy="1273223"/>
                <a:chOff x="2739071" y="2226350"/>
                <a:chExt cx="2436042" cy="1273223"/>
              </a:xfrm>
            </p:grpSpPr>
            <p:sp>
              <p:nvSpPr>
                <p:cNvPr id="338" name="Freeform 337">
                  <a:extLst>
                    <a:ext uri="{FF2B5EF4-FFF2-40B4-BE49-F238E27FC236}">
                      <a16:creationId xmlns:a16="http://schemas.microsoft.com/office/drawing/2014/main" id="{AC302014-24BA-02D4-EAAA-F4A50A2E3DA7}"/>
                    </a:ext>
                  </a:extLst>
                </p:cNvPr>
                <p:cNvSpPr/>
                <p:nvPr/>
              </p:nvSpPr>
              <p:spPr>
                <a:xfrm flipH="1">
                  <a:off x="3389091" y="2670159"/>
                  <a:ext cx="1786022" cy="829414"/>
                </a:xfrm>
                <a:custGeom>
                  <a:avLst/>
                  <a:gdLst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46313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463138 h 890650"/>
                    <a:gd name="connsiteX0" fmla="*/ 0 w 1615044"/>
                    <a:gd name="connsiteY0" fmla="*/ 46313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463138 h 890650"/>
                    <a:gd name="connsiteX0" fmla="*/ 59377 w 1674421"/>
                    <a:gd name="connsiteY0" fmla="*/ 463138 h 700645"/>
                    <a:gd name="connsiteX1" fmla="*/ 344384 w 1674421"/>
                    <a:gd name="connsiteY1" fmla="*/ 0 h 700645"/>
                    <a:gd name="connsiteX2" fmla="*/ 1674421 w 1674421"/>
                    <a:gd name="connsiteY2" fmla="*/ 83128 h 700645"/>
                    <a:gd name="connsiteX3" fmla="*/ 0 w 1674421"/>
                    <a:gd name="connsiteY3" fmla="*/ 700645 h 700645"/>
                    <a:gd name="connsiteX4" fmla="*/ 59377 w 1674421"/>
                    <a:gd name="connsiteY4" fmla="*/ 463138 h 700645"/>
                    <a:gd name="connsiteX0" fmla="*/ 59377 w 1674421"/>
                    <a:gd name="connsiteY0" fmla="*/ 463138 h 700645"/>
                    <a:gd name="connsiteX1" fmla="*/ 344384 w 1674421"/>
                    <a:gd name="connsiteY1" fmla="*/ 0 h 700645"/>
                    <a:gd name="connsiteX2" fmla="*/ 1674421 w 1674421"/>
                    <a:gd name="connsiteY2" fmla="*/ 83128 h 700645"/>
                    <a:gd name="connsiteX3" fmla="*/ 0 w 1674421"/>
                    <a:gd name="connsiteY3" fmla="*/ 700645 h 700645"/>
                    <a:gd name="connsiteX4" fmla="*/ 59377 w 1674421"/>
                    <a:gd name="connsiteY4" fmla="*/ 463138 h 700645"/>
                    <a:gd name="connsiteX0" fmla="*/ 59377 w 1294411"/>
                    <a:gd name="connsiteY0" fmla="*/ 463138 h 700645"/>
                    <a:gd name="connsiteX1" fmla="*/ 344384 w 1294411"/>
                    <a:gd name="connsiteY1" fmla="*/ 0 h 700645"/>
                    <a:gd name="connsiteX2" fmla="*/ 1294411 w 1294411"/>
                    <a:gd name="connsiteY2" fmla="*/ 296884 h 700645"/>
                    <a:gd name="connsiteX3" fmla="*/ 0 w 1294411"/>
                    <a:gd name="connsiteY3" fmla="*/ 700645 h 700645"/>
                    <a:gd name="connsiteX4" fmla="*/ 59377 w 1294411"/>
                    <a:gd name="connsiteY4" fmla="*/ 463138 h 700645"/>
                    <a:gd name="connsiteX0" fmla="*/ 59377 w 1294411"/>
                    <a:gd name="connsiteY0" fmla="*/ 463138 h 700645"/>
                    <a:gd name="connsiteX1" fmla="*/ 344384 w 1294411"/>
                    <a:gd name="connsiteY1" fmla="*/ 0 h 700645"/>
                    <a:gd name="connsiteX2" fmla="*/ 1294411 w 1294411"/>
                    <a:gd name="connsiteY2" fmla="*/ 296884 h 700645"/>
                    <a:gd name="connsiteX3" fmla="*/ 0 w 1294411"/>
                    <a:gd name="connsiteY3" fmla="*/ 700645 h 700645"/>
                    <a:gd name="connsiteX4" fmla="*/ 59377 w 1294411"/>
                    <a:gd name="connsiteY4" fmla="*/ 463138 h 700645"/>
                    <a:gd name="connsiteX0" fmla="*/ 59377 w 1389414"/>
                    <a:gd name="connsiteY0" fmla="*/ 463138 h 700645"/>
                    <a:gd name="connsiteX1" fmla="*/ 344384 w 1389414"/>
                    <a:gd name="connsiteY1" fmla="*/ 0 h 700645"/>
                    <a:gd name="connsiteX2" fmla="*/ 1389414 w 1389414"/>
                    <a:gd name="connsiteY2" fmla="*/ 439388 h 700645"/>
                    <a:gd name="connsiteX3" fmla="*/ 0 w 1389414"/>
                    <a:gd name="connsiteY3" fmla="*/ 700645 h 700645"/>
                    <a:gd name="connsiteX4" fmla="*/ 59377 w 1389414"/>
                    <a:gd name="connsiteY4" fmla="*/ 463138 h 700645"/>
                    <a:gd name="connsiteX0" fmla="*/ 59377 w 1389414"/>
                    <a:gd name="connsiteY0" fmla="*/ 463138 h 700645"/>
                    <a:gd name="connsiteX1" fmla="*/ 344384 w 1389414"/>
                    <a:gd name="connsiteY1" fmla="*/ 0 h 700645"/>
                    <a:gd name="connsiteX2" fmla="*/ 1389414 w 1389414"/>
                    <a:gd name="connsiteY2" fmla="*/ 439388 h 700645"/>
                    <a:gd name="connsiteX3" fmla="*/ 0 w 1389414"/>
                    <a:gd name="connsiteY3" fmla="*/ 700645 h 700645"/>
                    <a:gd name="connsiteX4" fmla="*/ 59377 w 1389414"/>
                    <a:gd name="connsiteY4" fmla="*/ 463138 h 700645"/>
                    <a:gd name="connsiteX0" fmla="*/ 59377 w 1389414"/>
                    <a:gd name="connsiteY0" fmla="*/ 415637 h 653144"/>
                    <a:gd name="connsiteX1" fmla="*/ 605641 w 1389414"/>
                    <a:gd name="connsiteY1" fmla="*/ 0 h 653144"/>
                    <a:gd name="connsiteX2" fmla="*/ 1389414 w 1389414"/>
                    <a:gd name="connsiteY2" fmla="*/ 391887 h 653144"/>
                    <a:gd name="connsiteX3" fmla="*/ 0 w 1389414"/>
                    <a:gd name="connsiteY3" fmla="*/ 653144 h 653144"/>
                    <a:gd name="connsiteX4" fmla="*/ 59377 w 1389414"/>
                    <a:gd name="connsiteY4" fmla="*/ 415637 h 653144"/>
                    <a:gd name="connsiteX0" fmla="*/ 59377 w 1389414"/>
                    <a:gd name="connsiteY0" fmla="*/ 415637 h 653144"/>
                    <a:gd name="connsiteX1" fmla="*/ 605641 w 1389414"/>
                    <a:gd name="connsiteY1" fmla="*/ 0 h 653144"/>
                    <a:gd name="connsiteX2" fmla="*/ 1389414 w 1389414"/>
                    <a:gd name="connsiteY2" fmla="*/ 391887 h 653144"/>
                    <a:gd name="connsiteX3" fmla="*/ 0 w 1389414"/>
                    <a:gd name="connsiteY3" fmla="*/ 653144 h 653144"/>
                    <a:gd name="connsiteX4" fmla="*/ 59377 w 1389414"/>
                    <a:gd name="connsiteY4" fmla="*/ 415637 h 653144"/>
                    <a:gd name="connsiteX0" fmla="*/ 59377 w 1389414"/>
                    <a:gd name="connsiteY0" fmla="*/ 591907 h 829414"/>
                    <a:gd name="connsiteX1" fmla="*/ 429371 w 1389414"/>
                    <a:gd name="connsiteY1" fmla="*/ 0 h 829414"/>
                    <a:gd name="connsiteX2" fmla="*/ 1389414 w 1389414"/>
                    <a:gd name="connsiteY2" fmla="*/ 568157 h 829414"/>
                    <a:gd name="connsiteX3" fmla="*/ 0 w 1389414"/>
                    <a:gd name="connsiteY3" fmla="*/ 829414 h 829414"/>
                    <a:gd name="connsiteX4" fmla="*/ 59377 w 1389414"/>
                    <a:gd name="connsiteY4" fmla="*/ 591907 h 829414"/>
                    <a:gd name="connsiteX0" fmla="*/ 59377 w 1786022"/>
                    <a:gd name="connsiteY0" fmla="*/ 591907 h 829414"/>
                    <a:gd name="connsiteX1" fmla="*/ 429371 w 1786022"/>
                    <a:gd name="connsiteY1" fmla="*/ 0 h 829414"/>
                    <a:gd name="connsiteX2" fmla="*/ 1786022 w 1786022"/>
                    <a:gd name="connsiteY2" fmla="*/ 369854 h 829414"/>
                    <a:gd name="connsiteX3" fmla="*/ 0 w 1786022"/>
                    <a:gd name="connsiteY3" fmla="*/ 829414 h 829414"/>
                    <a:gd name="connsiteX4" fmla="*/ 59377 w 1786022"/>
                    <a:gd name="connsiteY4" fmla="*/ 591907 h 829414"/>
                    <a:gd name="connsiteX0" fmla="*/ 59377 w 1786022"/>
                    <a:gd name="connsiteY0" fmla="*/ 591907 h 829414"/>
                    <a:gd name="connsiteX1" fmla="*/ 429371 w 1786022"/>
                    <a:gd name="connsiteY1" fmla="*/ 0 h 829414"/>
                    <a:gd name="connsiteX2" fmla="*/ 1786022 w 1786022"/>
                    <a:gd name="connsiteY2" fmla="*/ 369854 h 829414"/>
                    <a:gd name="connsiteX3" fmla="*/ 0 w 1786022"/>
                    <a:gd name="connsiteY3" fmla="*/ 829414 h 829414"/>
                    <a:gd name="connsiteX4" fmla="*/ 59377 w 1786022"/>
                    <a:gd name="connsiteY4" fmla="*/ 591907 h 829414"/>
                    <a:gd name="connsiteX0" fmla="*/ 59377 w 1786022"/>
                    <a:gd name="connsiteY0" fmla="*/ 591907 h 829414"/>
                    <a:gd name="connsiteX1" fmla="*/ 429371 w 1786022"/>
                    <a:gd name="connsiteY1" fmla="*/ 0 h 829414"/>
                    <a:gd name="connsiteX2" fmla="*/ 1786022 w 1786022"/>
                    <a:gd name="connsiteY2" fmla="*/ 369854 h 829414"/>
                    <a:gd name="connsiteX3" fmla="*/ 0 w 1786022"/>
                    <a:gd name="connsiteY3" fmla="*/ 829414 h 829414"/>
                    <a:gd name="connsiteX4" fmla="*/ 59377 w 1786022"/>
                    <a:gd name="connsiteY4" fmla="*/ 591907 h 829414"/>
                    <a:gd name="connsiteX0" fmla="*/ 59377 w 1786022"/>
                    <a:gd name="connsiteY0" fmla="*/ 591907 h 829414"/>
                    <a:gd name="connsiteX1" fmla="*/ 429371 w 1786022"/>
                    <a:gd name="connsiteY1" fmla="*/ 0 h 829414"/>
                    <a:gd name="connsiteX2" fmla="*/ 1786022 w 1786022"/>
                    <a:gd name="connsiteY2" fmla="*/ 369854 h 829414"/>
                    <a:gd name="connsiteX3" fmla="*/ 0 w 1786022"/>
                    <a:gd name="connsiteY3" fmla="*/ 829414 h 829414"/>
                    <a:gd name="connsiteX4" fmla="*/ 59377 w 1786022"/>
                    <a:gd name="connsiteY4" fmla="*/ 591907 h 829414"/>
                    <a:gd name="connsiteX0" fmla="*/ 59377 w 1786022"/>
                    <a:gd name="connsiteY0" fmla="*/ 591907 h 829414"/>
                    <a:gd name="connsiteX1" fmla="*/ 429371 w 1786022"/>
                    <a:gd name="connsiteY1" fmla="*/ 0 h 829414"/>
                    <a:gd name="connsiteX2" fmla="*/ 1786022 w 1786022"/>
                    <a:gd name="connsiteY2" fmla="*/ 369854 h 829414"/>
                    <a:gd name="connsiteX3" fmla="*/ 0 w 1786022"/>
                    <a:gd name="connsiteY3" fmla="*/ 829414 h 829414"/>
                    <a:gd name="connsiteX4" fmla="*/ 59377 w 1786022"/>
                    <a:gd name="connsiteY4" fmla="*/ 591907 h 829414"/>
                    <a:gd name="connsiteX0" fmla="*/ 81411 w 1786022"/>
                    <a:gd name="connsiteY0" fmla="*/ 393603 h 829414"/>
                    <a:gd name="connsiteX1" fmla="*/ 429371 w 1786022"/>
                    <a:gd name="connsiteY1" fmla="*/ 0 h 829414"/>
                    <a:gd name="connsiteX2" fmla="*/ 1786022 w 1786022"/>
                    <a:gd name="connsiteY2" fmla="*/ 369854 h 829414"/>
                    <a:gd name="connsiteX3" fmla="*/ 0 w 1786022"/>
                    <a:gd name="connsiteY3" fmla="*/ 829414 h 829414"/>
                    <a:gd name="connsiteX4" fmla="*/ 81411 w 1786022"/>
                    <a:gd name="connsiteY4" fmla="*/ 393603 h 829414"/>
                    <a:gd name="connsiteX0" fmla="*/ 81411 w 1786022"/>
                    <a:gd name="connsiteY0" fmla="*/ 393603 h 829414"/>
                    <a:gd name="connsiteX1" fmla="*/ 429371 w 1786022"/>
                    <a:gd name="connsiteY1" fmla="*/ 0 h 829414"/>
                    <a:gd name="connsiteX2" fmla="*/ 1786022 w 1786022"/>
                    <a:gd name="connsiteY2" fmla="*/ 369854 h 829414"/>
                    <a:gd name="connsiteX3" fmla="*/ 0 w 1786022"/>
                    <a:gd name="connsiteY3" fmla="*/ 829414 h 829414"/>
                    <a:gd name="connsiteX4" fmla="*/ 81411 w 1786022"/>
                    <a:gd name="connsiteY4" fmla="*/ 393603 h 829414"/>
                    <a:gd name="connsiteX0" fmla="*/ 81411 w 1786022"/>
                    <a:gd name="connsiteY0" fmla="*/ 393603 h 829414"/>
                    <a:gd name="connsiteX1" fmla="*/ 429371 w 1786022"/>
                    <a:gd name="connsiteY1" fmla="*/ 0 h 829414"/>
                    <a:gd name="connsiteX2" fmla="*/ 1786022 w 1786022"/>
                    <a:gd name="connsiteY2" fmla="*/ 325786 h 829414"/>
                    <a:gd name="connsiteX3" fmla="*/ 0 w 1786022"/>
                    <a:gd name="connsiteY3" fmla="*/ 829414 h 829414"/>
                    <a:gd name="connsiteX4" fmla="*/ 81411 w 1786022"/>
                    <a:gd name="connsiteY4" fmla="*/ 393603 h 829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86022" h="829414">
                      <a:moveTo>
                        <a:pt x="81411" y="393603"/>
                      </a:moveTo>
                      <a:cubicBezTo>
                        <a:pt x="307042" y="310476"/>
                        <a:pt x="265550" y="210465"/>
                        <a:pt x="429371" y="0"/>
                      </a:cubicBezTo>
                      <a:cubicBezTo>
                        <a:pt x="716335" y="244471"/>
                        <a:pt x="915164" y="290636"/>
                        <a:pt x="1786022" y="325786"/>
                      </a:cubicBezTo>
                      <a:cubicBezTo>
                        <a:pt x="561099" y="527000"/>
                        <a:pt x="601683" y="583990"/>
                        <a:pt x="0" y="829414"/>
                      </a:cubicBezTo>
                      <a:lnTo>
                        <a:pt x="81411" y="393603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bg1">
                        <a:alpha val="56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6" name="Oval 280">
                  <a:extLst>
                    <a:ext uri="{FF2B5EF4-FFF2-40B4-BE49-F238E27FC236}">
                      <a16:creationId xmlns:a16="http://schemas.microsoft.com/office/drawing/2014/main" id="{9433B7B1-7B9D-CA1A-CDFC-271CE6A7BC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9071" y="2226350"/>
                  <a:ext cx="2047875" cy="771802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37" name="Text Box 276">
                  <a:extLst>
                    <a:ext uri="{FF2B5EF4-FFF2-40B4-BE49-F238E27FC236}">
                      <a16:creationId xmlns:a16="http://schemas.microsoft.com/office/drawing/2014/main" id="{D8B6E227-C517-0D4D-1DD2-C44BAC67D2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91471" y="2312106"/>
                  <a:ext cx="1781175" cy="5653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eaLnBrk="0" fontAlgn="base" latinLnBrk="0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  <a:cs typeface="Arial"/>
                    </a:rPr>
                    <a:t>managing</a:t>
                  </a:r>
                </a:p>
                <a:p>
                  <a:pPr marL="0" marR="0" lvl="0" indent="0" algn="ctr" defTabSz="914400" eaLnBrk="0" fontAlgn="base" latinLnBrk="0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ＭＳ Ｐゴシック" charset="0"/>
                      <a:cs typeface="Arial"/>
                    </a:rPr>
                    <a:t>server/controller</a:t>
                  </a:r>
                </a:p>
              </p:txBody>
            </p:sp>
            <p:grpSp>
              <p:nvGrpSpPr>
                <p:cNvPr id="341" name="Group 340">
                  <a:extLst>
                    <a:ext uri="{FF2B5EF4-FFF2-40B4-BE49-F238E27FC236}">
                      <a16:creationId xmlns:a16="http://schemas.microsoft.com/office/drawing/2014/main" id="{EC3EF21D-B2A8-FFA3-817E-FFA72D0180FE}"/>
                    </a:ext>
                  </a:extLst>
                </p:cNvPr>
                <p:cNvGrpSpPr/>
                <p:nvPr/>
              </p:nvGrpSpPr>
              <p:grpSpPr>
                <a:xfrm>
                  <a:off x="2936918" y="2788771"/>
                  <a:ext cx="820613" cy="395103"/>
                  <a:chOff x="7338951" y="1864426"/>
                  <a:chExt cx="427511" cy="344384"/>
                </a:xfrm>
              </p:grpSpPr>
              <p:sp>
                <p:nvSpPr>
                  <p:cNvPr id="342" name="Can 341">
                    <a:extLst>
                      <a:ext uri="{FF2B5EF4-FFF2-40B4-BE49-F238E27FC236}">
                        <a16:creationId xmlns:a16="http://schemas.microsoft.com/office/drawing/2014/main" id="{FE2AD952-D5AF-D7A6-531D-CF4B3A78252F}"/>
                      </a:ext>
                    </a:extLst>
                  </p:cNvPr>
                  <p:cNvSpPr/>
                  <p:nvPr/>
                </p:nvSpPr>
                <p:spPr>
                  <a:xfrm>
                    <a:off x="7338951" y="1864426"/>
                    <a:ext cx="427511" cy="344384"/>
                  </a:xfrm>
                  <a:prstGeom prst="can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43" name="Text Box 305">
                    <a:extLst>
                      <a:ext uri="{FF2B5EF4-FFF2-40B4-BE49-F238E27FC236}">
                        <a16:creationId xmlns:a16="http://schemas.microsoft.com/office/drawing/2014/main" id="{7D0B5008-1D08-45D1-9CB9-8AC26C0ED36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404793" y="1927928"/>
                    <a:ext cx="281197" cy="26826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A8"/>
                        </a:solidFill>
                        <a:effectLst/>
                        <a:uLnTx/>
                        <a:uFillTx/>
                        <a:latin typeface="Arial"/>
                        <a:ea typeface="ＭＳ Ｐゴシック" charset="0"/>
                        <a:cs typeface="Arial"/>
                      </a:rPr>
                      <a:t>data</a:t>
                    </a:r>
                  </a:p>
                </p:txBody>
              </p:sp>
            </p:grpSp>
          </p:grpSp>
          <p:grpSp>
            <p:nvGrpSpPr>
              <p:cNvPr id="285" name="Group 284">
                <a:extLst>
                  <a:ext uri="{FF2B5EF4-FFF2-40B4-BE49-F238E27FC236}">
                    <a16:creationId xmlns:a16="http://schemas.microsoft.com/office/drawing/2014/main" id="{59FAAEDC-B0B3-0495-074B-7944B3C9BF17}"/>
                  </a:ext>
                </a:extLst>
              </p:cNvPr>
              <p:cNvGrpSpPr/>
              <p:nvPr/>
            </p:nvGrpSpPr>
            <p:grpSpPr>
              <a:xfrm>
                <a:off x="6498569" y="3831275"/>
                <a:ext cx="683116" cy="378456"/>
                <a:chOff x="7493876" y="2774731"/>
                <a:chExt cx="1481958" cy="894622"/>
              </a:xfrm>
            </p:grpSpPr>
            <p:sp>
              <p:nvSpPr>
                <p:cNvPr id="286" name="Freeform 285">
                  <a:extLst>
                    <a:ext uri="{FF2B5EF4-FFF2-40B4-BE49-F238E27FC236}">
                      <a16:creationId xmlns:a16="http://schemas.microsoft.com/office/drawing/2014/main" id="{AFA77E70-B230-2B63-25F0-D5A7263C7845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287" name="Oval 286">
                  <a:extLst>
                    <a:ext uri="{FF2B5EF4-FFF2-40B4-BE49-F238E27FC236}">
                      <a16:creationId xmlns:a16="http://schemas.microsoft.com/office/drawing/2014/main" id="{76668109-FF80-57FD-8219-BB61E7761B38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288" name="Group 287">
                  <a:extLst>
                    <a:ext uri="{FF2B5EF4-FFF2-40B4-BE49-F238E27FC236}">
                      <a16:creationId xmlns:a16="http://schemas.microsoft.com/office/drawing/2014/main" id="{38E45952-6006-349E-093C-2E2D8E0BE0AC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89" name="Freeform 288">
                    <a:extLst>
                      <a:ext uri="{FF2B5EF4-FFF2-40B4-BE49-F238E27FC236}">
                        <a16:creationId xmlns:a16="http://schemas.microsoft.com/office/drawing/2014/main" id="{44D45012-EC23-3BA1-CA5C-192ADE7AB9CA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90" name="Freeform 289">
                    <a:extLst>
                      <a:ext uri="{FF2B5EF4-FFF2-40B4-BE49-F238E27FC236}">
                        <a16:creationId xmlns:a16="http://schemas.microsoft.com/office/drawing/2014/main" id="{AC69FB16-A730-5B51-33E2-049CB5860CF6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91" name="Freeform 290">
                    <a:extLst>
                      <a:ext uri="{FF2B5EF4-FFF2-40B4-BE49-F238E27FC236}">
                        <a16:creationId xmlns:a16="http://schemas.microsoft.com/office/drawing/2014/main" id="{9C4B1767-CCC0-4E70-9D7A-39C4C31A087F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92" name="Freeform 291">
                    <a:extLst>
                      <a:ext uri="{FF2B5EF4-FFF2-40B4-BE49-F238E27FC236}">
                        <a16:creationId xmlns:a16="http://schemas.microsoft.com/office/drawing/2014/main" id="{1661BF7A-AD8F-4690-D6B2-145FFDC26557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73" name="Group 44">
                <a:extLst>
                  <a:ext uri="{FF2B5EF4-FFF2-40B4-BE49-F238E27FC236}">
                    <a16:creationId xmlns:a16="http://schemas.microsoft.com/office/drawing/2014/main" id="{28428091-D447-7A26-804A-6EFC6A61D0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79637" y="2571162"/>
                <a:ext cx="903288" cy="727075"/>
                <a:chOff x="-44" y="1473"/>
                <a:chExt cx="981" cy="1105"/>
              </a:xfrm>
            </p:grpSpPr>
            <p:pic>
              <p:nvPicPr>
                <p:cNvPr id="174" name="Picture 45" descr="desktop_computer_stylized_medium">
                  <a:extLst>
                    <a:ext uri="{FF2B5EF4-FFF2-40B4-BE49-F238E27FC236}">
                      <a16:creationId xmlns:a16="http://schemas.microsoft.com/office/drawing/2014/main" id="{0707BFFF-A183-408F-F0B9-C44E4DE8A5F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5" name="Freeform 46">
                  <a:extLst>
                    <a:ext uri="{FF2B5EF4-FFF2-40B4-BE49-F238E27FC236}">
                      <a16:creationId xmlns:a16="http://schemas.microsoft.com/office/drawing/2014/main" id="{34B674D4-AD29-7A87-2743-A25E21C23B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296 w 356"/>
                    <a:gd name="T3" fmla="*/ 69 h 368"/>
                    <a:gd name="T4" fmla="*/ 1537 w 356"/>
                    <a:gd name="T5" fmla="*/ 1447 h 368"/>
                    <a:gd name="T6" fmla="*/ 339 w 356"/>
                    <a:gd name="T7" fmla="*/ 1810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36C7FE64-4F8A-272B-60E1-B2F63C5BA0EF}"/>
                  </a:ext>
                </a:extLst>
              </p:cNvPr>
              <p:cNvGrpSpPr/>
              <p:nvPr/>
            </p:nvGrpSpPr>
            <p:grpSpPr>
              <a:xfrm>
                <a:off x="3623562" y="1917794"/>
                <a:ext cx="4834638" cy="3974275"/>
                <a:chOff x="3623562" y="1917794"/>
                <a:chExt cx="4834638" cy="3974275"/>
              </a:xfrm>
            </p:grpSpPr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8517E3FE-4E4F-6015-19E8-E9D9DAEA80D7}"/>
                    </a:ext>
                  </a:extLst>
                </p:cNvPr>
                <p:cNvGrpSpPr/>
                <p:nvPr/>
              </p:nvGrpSpPr>
              <p:grpSpPr>
                <a:xfrm>
                  <a:off x="6599795" y="1917794"/>
                  <a:ext cx="1615044" cy="1104405"/>
                  <a:chOff x="6599795" y="1917794"/>
                  <a:chExt cx="1615044" cy="1104405"/>
                </a:xfrm>
              </p:grpSpPr>
              <p:sp>
                <p:nvSpPr>
                  <p:cNvPr id="69" name="Freeform 68">
                    <a:extLst>
                      <a:ext uri="{FF2B5EF4-FFF2-40B4-BE49-F238E27FC236}">
                        <a16:creationId xmlns:a16="http://schemas.microsoft.com/office/drawing/2014/main" id="{FBD0B0A6-24E8-1C43-8F21-445D49104B72}"/>
                      </a:ext>
                    </a:extLst>
                  </p:cNvPr>
                  <p:cNvSpPr/>
                  <p:nvPr/>
                </p:nvSpPr>
                <p:spPr>
                  <a:xfrm>
                    <a:off x="6599795" y="2131549"/>
                    <a:ext cx="1615044" cy="890650"/>
                  </a:xfrm>
                  <a:custGeom>
                    <a:avLst/>
                    <a:gdLst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15044" h="890650">
                        <a:moveTo>
                          <a:pt x="0" y="641268"/>
                        </a:moveTo>
                        <a:cubicBezTo>
                          <a:pt x="320633" y="380011"/>
                          <a:pt x="308759" y="285008"/>
                          <a:pt x="285007" y="0"/>
                        </a:cubicBezTo>
                        <a:lnTo>
                          <a:pt x="1615044" y="83128"/>
                        </a:lnTo>
                        <a:cubicBezTo>
                          <a:pt x="823355" y="399803"/>
                          <a:pt x="625433" y="502723"/>
                          <a:pt x="166254" y="890650"/>
                        </a:cubicBezTo>
                        <a:lnTo>
                          <a:pt x="0" y="64126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bg1">
                          <a:alpha val="72000"/>
                        </a:schemeClr>
                      </a:gs>
                      <a:gs pos="99000">
                        <a:schemeClr val="bg1">
                          <a:lumMod val="95000"/>
                        </a:schemeClr>
                      </a:gs>
                    </a:gsLst>
                    <a:lin ang="162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70" name="Oval 306">
                    <a:extLst>
                      <a:ext uri="{FF2B5EF4-FFF2-40B4-BE49-F238E27FC236}">
                        <a16:creationId xmlns:a16="http://schemas.microsoft.com/office/drawing/2014/main" id="{669253A5-0E49-3DE5-A5E1-9A511E2635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893234" y="1917794"/>
                    <a:ext cx="1293812" cy="545006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endParaRPr>
                  </a:p>
                </p:txBody>
              </p:sp>
              <p:sp>
                <p:nvSpPr>
                  <p:cNvPr id="71" name="Text Box 302">
                    <a:extLst>
                      <a:ext uri="{FF2B5EF4-FFF2-40B4-BE49-F238E27FC236}">
                        <a16:creationId xmlns:a16="http://schemas.microsoft.com/office/drawing/2014/main" id="{A7168B30-C0D8-5AD9-0A11-B5B9EEDFE6F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925808" y="2038751"/>
                    <a:ext cx="633945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ＭＳ Ｐゴシック" charset="0"/>
                        <a:cs typeface="Arial"/>
                      </a:rPr>
                      <a:t>agent</a:t>
                    </a:r>
                  </a:p>
                </p:txBody>
              </p:sp>
              <p:grpSp>
                <p:nvGrpSpPr>
                  <p:cNvPr id="72" name="Group 71">
                    <a:extLst>
                      <a:ext uri="{FF2B5EF4-FFF2-40B4-BE49-F238E27FC236}">
                        <a16:creationId xmlns:a16="http://schemas.microsoft.com/office/drawing/2014/main" id="{A048BF18-5824-765A-1354-90259C8EABB5}"/>
                      </a:ext>
                    </a:extLst>
                  </p:cNvPr>
                  <p:cNvGrpSpPr/>
                  <p:nvPr/>
                </p:nvGrpSpPr>
                <p:grpSpPr>
                  <a:xfrm>
                    <a:off x="7524624" y="2012797"/>
                    <a:ext cx="533735" cy="344384"/>
                    <a:chOff x="7290003" y="1864426"/>
                    <a:chExt cx="533735" cy="344384"/>
                  </a:xfrm>
                </p:grpSpPr>
                <p:sp>
                  <p:nvSpPr>
                    <p:cNvPr id="73" name="Can 72">
                      <a:extLst>
                        <a:ext uri="{FF2B5EF4-FFF2-40B4-BE49-F238E27FC236}">
                          <a16:creationId xmlns:a16="http://schemas.microsoft.com/office/drawing/2014/main" id="{EE1ABB2A-55DA-E690-BB42-25D45D708B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38951" y="1864426"/>
                      <a:ext cx="427511" cy="344384"/>
                    </a:xfrm>
                    <a:prstGeom prst="can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>
                      <a:solidFill>
                        <a:schemeClr val="bg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74" name="Text Box 305">
                      <a:extLst>
                        <a:ext uri="{FF2B5EF4-FFF2-40B4-BE49-F238E27FC236}">
                          <a16:creationId xmlns:a16="http://schemas.microsoft.com/office/drawing/2014/main" id="{0E108412-3182-72E1-F099-531D69272A14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7290003" y="1889518"/>
                      <a:ext cx="533735" cy="3076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A8"/>
                          </a:solidFill>
                          <a:effectLst/>
                          <a:uLnTx/>
                          <a:uFillTx/>
                          <a:latin typeface="Arial"/>
                          <a:ea typeface="ＭＳ Ｐゴシック" charset="0"/>
                          <a:cs typeface="Arial"/>
                        </a:rPr>
                        <a:t>data</a:t>
                      </a:r>
                    </a:p>
                  </p:txBody>
                </p:sp>
              </p:grpSp>
            </p:grp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6E39BE73-DAB7-56A4-F37E-C9E4A36961B8}"/>
                    </a:ext>
                  </a:extLst>
                </p:cNvPr>
                <p:cNvGrpSpPr/>
                <p:nvPr/>
              </p:nvGrpSpPr>
              <p:grpSpPr>
                <a:xfrm>
                  <a:off x="6752194" y="4789643"/>
                  <a:ext cx="1646629" cy="914399"/>
                  <a:chOff x="6752194" y="4789643"/>
                  <a:chExt cx="1646629" cy="914399"/>
                </a:xfrm>
              </p:grpSpPr>
              <p:sp>
                <p:nvSpPr>
                  <p:cNvPr id="63" name="Freeform 62">
                    <a:extLst>
                      <a:ext uri="{FF2B5EF4-FFF2-40B4-BE49-F238E27FC236}">
                        <a16:creationId xmlns:a16="http://schemas.microsoft.com/office/drawing/2014/main" id="{DF16D248-42DE-9022-61CC-EFA1FD39EA3D}"/>
                      </a:ext>
                    </a:extLst>
                  </p:cNvPr>
                  <p:cNvSpPr/>
                  <p:nvPr/>
                </p:nvSpPr>
                <p:spPr>
                  <a:xfrm>
                    <a:off x="6752194" y="5003397"/>
                    <a:ext cx="1294411" cy="700645"/>
                  </a:xfrm>
                  <a:custGeom>
                    <a:avLst/>
                    <a:gdLst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615044"/>
                      <a:gd name="connsiteY0" fmla="*/ 46313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463138 h 890650"/>
                      <a:gd name="connsiteX0" fmla="*/ 0 w 1615044"/>
                      <a:gd name="connsiteY0" fmla="*/ 46313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463138 h 890650"/>
                      <a:gd name="connsiteX0" fmla="*/ 59377 w 1674421"/>
                      <a:gd name="connsiteY0" fmla="*/ 463138 h 700645"/>
                      <a:gd name="connsiteX1" fmla="*/ 344384 w 1674421"/>
                      <a:gd name="connsiteY1" fmla="*/ 0 h 700645"/>
                      <a:gd name="connsiteX2" fmla="*/ 1674421 w 1674421"/>
                      <a:gd name="connsiteY2" fmla="*/ 83128 h 700645"/>
                      <a:gd name="connsiteX3" fmla="*/ 0 w 1674421"/>
                      <a:gd name="connsiteY3" fmla="*/ 700645 h 700645"/>
                      <a:gd name="connsiteX4" fmla="*/ 59377 w 1674421"/>
                      <a:gd name="connsiteY4" fmla="*/ 463138 h 700645"/>
                      <a:gd name="connsiteX0" fmla="*/ 59377 w 1674421"/>
                      <a:gd name="connsiteY0" fmla="*/ 463138 h 700645"/>
                      <a:gd name="connsiteX1" fmla="*/ 344384 w 1674421"/>
                      <a:gd name="connsiteY1" fmla="*/ 0 h 700645"/>
                      <a:gd name="connsiteX2" fmla="*/ 1674421 w 1674421"/>
                      <a:gd name="connsiteY2" fmla="*/ 83128 h 700645"/>
                      <a:gd name="connsiteX3" fmla="*/ 0 w 1674421"/>
                      <a:gd name="connsiteY3" fmla="*/ 700645 h 700645"/>
                      <a:gd name="connsiteX4" fmla="*/ 59377 w 1674421"/>
                      <a:gd name="connsiteY4" fmla="*/ 463138 h 700645"/>
                      <a:gd name="connsiteX0" fmla="*/ 59377 w 1294411"/>
                      <a:gd name="connsiteY0" fmla="*/ 463138 h 700645"/>
                      <a:gd name="connsiteX1" fmla="*/ 344384 w 1294411"/>
                      <a:gd name="connsiteY1" fmla="*/ 0 h 700645"/>
                      <a:gd name="connsiteX2" fmla="*/ 1294411 w 1294411"/>
                      <a:gd name="connsiteY2" fmla="*/ 296884 h 700645"/>
                      <a:gd name="connsiteX3" fmla="*/ 0 w 1294411"/>
                      <a:gd name="connsiteY3" fmla="*/ 700645 h 700645"/>
                      <a:gd name="connsiteX4" fmla="*/ 59377 w 1294411"/>
                      <a:gd name="connsiteY4" fmla="*/ 463138 h 700645"/>
                      <a:gd name="connsiteX0" fmla="*/ 59377 w 1294411"/>
                      <a:gd name="connsiteY0" fmla="*/ 463138 h 700645"/>
                      <a:gd name="connsiteX1" fmla="*/ 344384 w 1294411"/>
                      <a:gd name="connsiteY1" fmla="*/ 0 h 700645"/>
                      <a:gd name="connsiteX2" fmla="*/ 1294411 w 1294411"/>
                      <a:gd name="connsiteY2" fmla="*/ 296884 h 700645"/>
                      <a:gd name="connsiteX3" fmla="*/ 0 w 1294411"/>
                      <a:gd name="connsiteY3" fmla="*/ 700645 h 700645"/>
                      <a:gd name="connsiteX4" fmla="*/ 59377 w 1294411"/>
                      <a:gd name="connsiteY4" fmla="*/ 463138 h 7006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94411" h="700645">
                        <a:moveTo>
                          <a:pt x="59377" y="463138"/>
                        </a:moveTo>
                        <a:cubicBezTo>
                          <a:pt x="285008" y="380011"/>
                          <a:pt x="368136" y="285008"/>
                          <a:pt x="344384" y="0"/>
                        </a:cubicBezTo>
                        <a:lnTo>
                          <a:pt x="1294411" y="296884"/>
                        </a:lnTo>
                        <a:cubicBezTo>
                          <a:pt x="407720" y="530432"/>
                          <a:pt x="601683" y="455221"/>
                          <a:pt x="0" y="700645"/>
                        </a:cubicBezTo>
                        <a:lnTo>
                          <a:pt x="59377" y="46313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bg1">
                          <a:alpha val="80000"/>
                        </a:schemeClr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lin ang="162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4" name="Oval 306">
                    <a:extLst>
                      <a:ext uri="{FF2B5EF4-FFF2-40B4-BE49-F238E27FC236}">
                        <a16:creationId xmlns:a16="http://schemas.microsoft.com/office/drawing/2014/main" id="{9F7E6391-A9C8-B189-8AAE-1262E60BFB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105011" y="4789643"/>
                    <a:ext cx="1293812" cy="545006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endParaRPr>
                  </a:p>
                </p:txBody>
              </p:sp>
              <p:sp>
                <p:nvSpPr>
                  <p:cNvPr id="65" name="Text Box 302">
                    <a:extLst>
                      <a:ext uri="{FF2B5EF4-FFF2-40B4-BE49-F238E27FC236}">
                        <a16:creationId xmlns:a16="http://schemas.microsoft.com/office/drawing/2014/main" id="{96CE309A-5FE6-BE7A-1F18-B7A8246A53E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137585" y="4910600"/>
                    <a:ext cx="633945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ＭＳ Ｐゴシック" charset="0"/>
                        <a:cs typeface="Arial"/>
                      </a:rPr>
                      <a:t>agent</a:t>
                    </a:r>
                  </a:p>
                </p:txBody>
              </p:sp>
              <p:grpSp>
                <p:nvGrpSpPr>
                  <p:cNvPr id="66" name="Group 65">
                    <a:extLst>
                      <a:ext uri="{FF2B5EF4-FFF2-40B4-BE49-F238E27FC236}">
                        <a16:creationId xmlns:a16="http://schemas.microsoft.com/office/drawing/2014/main" id="{637CC374-95DA-C045-03EB-D07ADC233F25}"/>
                      </a:ext>
                    </a:extLst>
                  </p:cNvPr>
                  <p:cNvGrpSpPr/>
                  <p:nvPr/>
                </p:nvGrpSpPr>
                <p:grpSpPr>
                  <a:xfrm>
                    <a:off x="7736401" y="4884646"/>
                    <a:ext cx="533735" cy="344384"/>
                    <a:chOff x="7290003" y="1864426"/>
                    <a:chExt cx="533735" cy="344384"/>
                  </a:xfrm>
                </p:grpSpPr>
                <p:sp>
                  <p:nvSpPr>
                    <p:cNvPr id="67" name="Can 66">
                      <a:extLst>
                        <a:ext uri="{FF2B5EF4-FFF2-40B4-BE49-F238E27FC236}">
                          <a16:creationId xmlns:a16="http://schemas.microsoft.com/office/drawing/2014/main" id="{FE586380-D1A0-0188-6776-5B51BAD11C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38951" y="1864426"/>
                      <a:ext cx="427511" cy="344384"/>
                    </a:xfrm>
                    <a:prstGeom prst="can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>
                      <a:solidFill>
                        <a:schemeClr val="bg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8" name="Text Box 305">
                      <a:extLst>
                        <a:ext uri="{FF2B5EF4-FFF2-40B4-BE49-F238E27FC236}">
                          <a16:creationId xmlns:a16="http://schemas.microsoft.com/office/drawing/2014/main" id="{C0EA24DC-CCAA-021F-CD39-AC778E5AA70F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7290003" y="1889518"/>
                      <a:ext cx="533735" cy="3076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A8"/>
                          </a:solidFill>
                          <a:effectLst/>
                          <a:uLnTx/>
                          <a:uFillTx/>
                          <a:latin typeface="Arial"/>
                          <a:ea typeface="ＭＳ Ｐゴシック" charset="0"/>
                          <a:cs typeface="Arial"/>
                        </a:rPr>
                        <a:t>data</a:t>
                      </a:r>
                    </a:p>
                  </p:txBody>
                </p:sp>
              </p:grpSp>
            </p:grp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FB31DCE7-1A3D-99DE-3893-5DF132146202}"/>
                    </a:ext>
                  </a:extLst>
                </p:cNvPr>
                <p:cNvGrpSpPr/>
                <p:nvPr/>
              </p:nvGrpSpPr>
              <p:grpSpPr>
                <a:xfrm>
                  <a:off x="3623562" y="5108298"/>
                  <a:ext cx="1784742" cy="783771"/>
                  <a:chOff x="3623562" y="5108298"/>
                  <a:chExt cx="1784742" cy="783771"/>
                </a:xfrm>
              </p:grpSpPr>
              <p:sp>
                <p:nvSpPr>
                  <p:cNvPr id="57" name="Freeform 56">
                    <a:extLst>
                      <a:ext uri="{FF2B5EF4-FFF2-40B4-BE49-F238E27FC236}">
                        <a16:creationId xmlns:a16="http://schemas.microsoft.com/office/drawing/2014/main" id="{F55254C5-C27E-8336-B384-599B249F492F}"/>
                      </a:ext>
                    </a:extLst>
                  </p:cNvPr>
                  <p:cNvSpPr/>
                  <p:nvPr/>
                </p:nvSpPr>
                <p:spPr>
                  <a:xfrm flipH="1">
                    <a:off x="4018890" y="5238925"/>
                    <a:ext cx="1389414" cy="653144"/>
                  </a:xfrm>
                  <a:custGeom>
                    <a:avLst/>
                    <a:gdLst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615044"/>
                      <a:gd name="connsiteY0" fmla="*/ 46313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463138 h 890650"/>
                      <a:gd name="connsiteX0" fmla="*/ 0 w 1615044"/>
                      <a:gd name="connsiteY0" fmla="*/ 46313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463138 h 890650"/>
                      <a:gd name="connsiteX0" fmla="*/ 59377 w 1674421"/>
                      <a:gd name="connsiteY0" fmla="*/ 463138 h 700645"/>
                      <a:gd name="connsiteX1" fmla="*/ 344384 w 1674421"/>
                      <a:gd name="connsiteY1" fmla="*/ 0 h 700645"/>
                      <a:gd name="connsiteX2" fmla="*/ 1674421 w 1674421"/>
                      <a:gd name="connsiteY2" fmla="*/ 83128 h 700645"/>
                      <a:gd name="connsiteX3" fmla="*/ 0 w 1674421"/>
                      <a:gd name="connsiteY3" fmla="*/ 700645 h 700645"/>
                      <a:gd name="connsiteX4" fmla="*/ 59377 w 1674421"/>
                      <a:gd name="connsiteY4" fmla="*/ 463138 h 700645"/>
                      <a:gd name="connsiteX0" fmla="*/ 59377 w 1674421"/>
                      <a:gd name="connsiteY0" fmla="*/ 463138 h 700645"/>
                      <a:gd name="connsiteX1" fmla="*/ 344384 w 1674421"/>
                      <a:gd name="connsiteY1" fmla="*/ 0 h 700645"/>
                      <a:gd name="connsiteX2" fmla="*/ 1674421 w 1674421"/>
                      <a:gd name="connsiteY2" fmla="*/ 83128 h 700645"/>
                      <a:gd name="connsiteX3" fmla="*/ 0 w 1674421"/>
                      <a:gd name="connsiteY3" fmla="*/ 700645 h 700645"/>
                      <a:gd name="connsiteX4" fmla="*/ 59377 w 1674421"/>
                      <a:gd name="connsiteY4" fmla="*/ 463138 h 700645"/>
                      <a:gd name="connsiteX0" fmla="*/ 59377 w 1294411"/>
                      <a:gd name="connsiteY0" fmla="*/ 463138 h 700645"/>
                      <a:gd name="connsiteX1" fmla="*/ 344384 w 1294411"/>
                      <a:gd name="connsiteY1" fmla="*/ 0 h 700645"/>
                      <a:gd name="connsiteX2" fmla="*/ 1294411 w 1294411"/>
                      <a:gd name="connsiteY2" fmla="*/ 296884 h 700645"/>
                      <a:gd name="connsiteX3" fmla="*/ 0 w 1294411"/>
                      <a:gd name="connsiteY3" fmla="*/ 700645 h 700645"/>
                      <a:gd name="connsiteX4" fmla="*/ 59377 w 1294411"/>
                      <a:gd name="connsiteY4" fmla="*/ 463138 h 700645"/>
                      <a:gd name="connsiteX0" fmla="*/ 59377 w 1294411"/>
                      <a:gd name="connsiteY0" fmla="*/ 463138 h 700645"/>
                      <a:gd name="connsiteX1" fmla="*/ 344384 w 1294411"/>
                      <a:gd name="connsiteY1" fmla="*/ 0 h 700645"/>
                      <a:gd name="connsiteX2" fmla="*/ 1294411 w 1294411"/>
                      <a:gd name="connsiteY2" fmla="*/ 296884 h 700645"/>
                      <a:gd name="connsiteX3" fmla="*/ 0 w 1294411"/>
                      <a:gd name="connsiteY3" fmla="*/ 700645 h 700645"/>
                      <a:gd name="connsiteX4" fmla="*/ 59377 w 1294411"/>
                      <a:gd name="connsiteY4" fmla="*/ 463138 h 700645"/>
                      <a:gd name="connsiteX0" fmla="*/ 59377 w 1389414"/>
                      <a:gd name="connsiteY0" fmla="*/ 463138 h 700645"/>
                      <a:gd name="connsiteX1" fmla="*/ 344384 w 1389414"/>
                      <a:gd name="connsiteY1" fmla="*/ 0 h 700645"/>
                      <a:gd name="connsiteX2" fmla="*/ 1389414 w 1389414"/>
                      <a:gd name="connsiteY2" fmla="*/ 439388 h 700645"/>
                      <a:gd name="connsiteX3" fmla="*/ 0 w 1389414"/>
                      <a:gd name="connsiteY3" fmla="*/ 700645 h 700645"/>
                      <a:gd name="connsiteX4" fmla="*/ 59377 w 1389414"/>
                      <a:gd name="connsiteY4" fmla="*/ 463138 h 700645"/>
                      <a:gd name="connsiteX0" fmla="*/ 59377 w 1389414"/>
                      <a:gd name="connsiteY0" fmla="*/ 463138 h 700645"/>
                      <a:gd name="connsiteX1" fmla="*/ 344384 w 1389414"/>
                      <a:gd name="connsiteY1" fmla="*/ 0 h 700645"/>
                      <a:gd name="connsiteX2" fmla="*/ 1389414 w 1389414"/>
                      <a:gd name="connsiteY2" fmla="*/ 439388 h 700645"/>
                      <a:gd name="connsiteX3" fmla="*/ 0 w 1389414"/>
                      <a:gd name="connsiteY3" fmla="*/ 700645 h 700645"/>
                      <a:gd name="connsiteX4" fmla="*/ 59377 w 1389414"/>
                      <a:gd name="connsiteY4" fmla="*/ 463138 h 700645"/>
                      <a:gd name="connsiteX0" fmla="*/ 59377 w 1389414"/>
                      <a:gd name="connsiteY0" fmla="*/ 415637 h 653144"/>
                      <a:gd name="connsiteX1" fmla="*/ 605641 w 1389414"/>
                      <a:gd name="connsiteY1" fmla="*/ 0 h 653144"/>
                      <a:gd name="connsiteX2" fmla="*/ 1389414 w 1389414"/>
                      <a:gd name="connsiteY2" fmla="*/ 391887 h 653144"/>
                      <a:gd name="connsiteX3" fmla="*/ 0 w 1389414"/>
                      <a:gd name="connsiteY3" fmla="*/ 653144 h 653144"/>
                      <a:gd name="connsiteX4" fmla="*/ 59377 w 1389414"/>
                      <a:gd name="connsiteY4" fmla="*/ 415637 h 653144"/>
                      <a:gd name="connsiteX0" fmla="*/ 59377 w 1389414"/>
                      <a:gd name="connsiteY0" fmla="*/ 415637 h 653144"/>
                      <a:gd name="connsiteX1" fmla="*/ 605641 w 1389414"/>
                      <a:gd name="connsiteY1" fmla="*/ 0 h 653144"/>
                      <a:gd name="connsiteX2" fmla="*/ 1389414 w 1389414"/>
                      <a:gd name="connsiteY2" fmla="*/ 391887 h 653144"/>
                      <a:gd name="connsiteX3" fmla="*/ 0 w 1389414"/>
                      <a:gd name="connsiteY3" fmla="*/ 653144 h 653144"/>
                      <a:gd name="connsiteX4" fmla="*/ 59377 w 1389414"/>
                      <a:gd name="connsiteY4" fmla="*/ 415637 h 6531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89414" h="653144">
                        <a:moveTo>
                          <a:pt x="59377" y="415637"/>
                        </a:moveTo>
                        <a:cubicBezTo>
                          <a:pt x="285008" y="332510"/>
                          <a:pt x="320635" y="320634"/>
                          <a:pt x="605641" y="0"/>
                        </a:cubicBezTo>
                        <a:lnTo>
                          <a:pt x="1389414" y="391887"/>
                        </a:lnTo>
                        <a:cubicBezTo>
                          <a:pt x="395845" y="482932"/>
                          <a:pt x="601683" y="407720"/>
                          <a:pt x="0" y="653144"/>
                        </a:cubicBezTo>
                        <a:lnTo>
                          <a:pt x="59377" y="41563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bg1">
                          <a:alpha val="56000"/>
                        </a:schemeClr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8" name="Oval 306">
                    <a:extLst>
                      <a:ext uri="{FF2B5EF4-FFF2-40B4-BE49-F238E27FC236}">
                        <a16:creationId xmlns:a16="http://schemas.microsoft.com/office/drawing/2014/main" id="{15B81C8B-3C8E-AD9B-F281-2F1AAFED86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23562" y="5108298"/>
                    <a:ext cx="1293812" cy="545006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endParaRPr>
                  </a:p>
                </p:txBody>
              </p:sp>
              <p:sp>
                <p:nvSpPr>
                  <p:cNvPr id="59" name="Text Box 302">
                    <a:extLst>
                      <a:ext uri="{FF2B5EF4-FFF2-40B4-BE49-F238E27FC236}">
                        <a16:creationId xmlns:a16="http://schemas.microsoft.com/office/drawing/2014/main" id="{55DA6EB9-B071-A4EB-E165-7BCD933E9ED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56136" y="5229255"/>
                    <a:ext cx="633945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ＭＳ Ｐゴシック" charset="0"/>
                        <a:cs typeface="Arial"/>
                      </a:rPr>
                      <a:t>agent</a:t>
                    </a:r>
                  </a:p>
                </p:txBody>
              </p:sp>
              <p:grpSp>
                <p:nvGrpSpPr>
                  <p:cNvPr id="60" name="Group 59">
                    <a:extLst>
                      <a:ext uri="{FF2B5EF4-FFF2-40B4-BE49-F238E27FC236}">
                        <a16:creationId xmlns:a16="http://schemas.microsoft.com/office/drawing/2014/main" id="{FDDDDDA5-C82C-966D-456D-03C269B50C63}"/>
                      </a:ext>
                    </a:extLst>
                  </p:cNvPr>
                  <p:cNvGrpSpPr/>
                  <p:nvPr/>
                </p:nvGrpSpPr>
                <p:grpSpPr>
                  <a:xfrm>
                    <a:off x="4254952" y="5203301"/>
                    <a:ext cx="533735" cy="344384"/>
                    <a:chOff x="7290003" y="1864426"/>
                    <a:chExt cx="533735" cy="344384"/>
                  </a:xfrm>
                </p:grpSpPr>
                <p:sp>
                  <p:nvSpPr>
                    <p:cNvPr id="61" name="Can 60">
                      <a:extLst>
                        <a:ext uri="{FF2B5EF4-FFF2-40B4-BE49-F238E27FC236}">
                          <a16:creationId xmlns:a16="http://schemas.microsoft.com/office/drawing/2014/main" id="{8DBEC268-BB99-A576-4C5E-ACD21E2D4E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38951" y="1864426"/>
                      <a:ext cx="427511" cy="344384"/>
                    </a:xfrm>
                    <a:prstGeom prst="can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>
                      <a:solidFill>
                        <a:schemeClr val="bg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2" name="Text Box 305">
                      <a:extLst>
                        <a:ext uri="{FF2B5EF4-FFF2-40B4-BE49-F238E27FC236}">
                          <a16:creationId xmlns:a16="http://schemas.microsoft.com/office/drawing/2014/main" id="{535CE25D-1847-C11C-45C7-94B7CC6C132B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7290003" y="1889518"/>
                      <a:ext cx="533735" cy="3076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A8"/>
                          </a:solidFill>
                          <a:effectLst/>
                          <a:uLnTx/>
                          <a:uFillTx/>
                          <a:latin typeface="Arial"/>
                          <a:ea typeface="ＭＳ Ｐゴシック" charset="0"/>
                          <a:cs typeface="Arial"/>
                        </a:rPr>
                        <a:t>data</a:t>
                      </a:r>
                    </a:p>
                  </p:txBody>
                </p:sp>
              </p:grp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3BB8B9E1-9DE7-6A5F-BAD1-00121F461A57}"/>
                    </a:ext>
                  </a:extLst>
                </p:cNvPr>
                <p:cNvGrpSpPr/>
                <p:nvPr/>
              </p:nvGrpSpPr>
              <p:grpSpPr>
                <a:xfrm>
                  <a:off x="6918449" y="3352729"/>
                  <a:ext cx="1539751" cy="831273"/>
                  <a:chOff x="6918449" y="3352729"/>
                  <a:chExt cx="1539751" cy="831273"/>
                </a:xfrm>
              </p:grpSpPr>
              <p:sp>
                <p:nvSpPr>
                  <p:cNvPr id="51" name="Freeform 50">
                    <a:extLst>
                      <a:ext uri="{FF2B5EF4-FFF2-40B4-BE49-F238E27FC236}">
                        <a16:creationId xmlns:a16="http://schemas.microsoft.com/office/drawing/2014/main" id="{4C9D2FD3-3E6E-D9CA-CE88-2572A2DC1FF4}"/>
                      </a:ext>
                    </a:extLst>
                  </p:cNvPr>
                  <p:cNvSpPr/>
                  <p:nvPr/>
                </p:nvSpPr>
                <p:spPr>
                  <a:xfrm>
                    <a:off x="6918449" y="3627840"/>
                    <a:ext cx="1223159" cy="556162"/>
                  </a:xfrm>
                  <a:custGeom>
                    <a:avLst/>
                    <a:gdLst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223159"/>
                      <a:gd name="connsiteY0" fmla="*/ 641268 h 890650"/>
                      <a:gd name="connsiteX1" fmla="*/ 285007 w 1223159"/>
                      <a:gd name="connsiteY1" fmla="*/ 0 h 890650"/>
                      <a:gd name="connsiteX2" fmla="*/ 1223159 w 1223159"/>
                      <a:gd name="connsiteY2" fmla="*/ 368389 h 890650"/>
                      <a:gd name="connsiteX3" fmla="*/ 166254 w 1223159"/>
                      <a:gd name="connsiteY3" fmla="*/ 890650 h 890650"/>
                      <a:gd name="connsiteX4" fmla="*/ 0 w 1223159"/>
                      <a:gd name="connsiteY4" fmla="*/ 641268 h 8906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23159" h="890650">
                        <a:moveTo>
                          <a:pt x="0" y="641268"/>
                        </a:moveTo>
                        <a:cubicBezTo>
                          <a:pt x="320633" y="380011"/>
                          <a:pt x="308759" y="285008"/>
                          <a:pt x="285007" y="0"/>
                        </a:cubicBezTo>
                        <a:lnTo>
                          <a:pt x="1223159" y="368389"/>
                        </a:lnTo>
                        <a:cubicBezTo>
                          <a:pt x="431470" y="685064"/>
                          <a:pt x="625433" y="502723"/>
                          <a:pt x="166254" y="890650"/>
                        </a:cubicBezTo>
                        <a:lnTo>
                          <a:pt x="0" y="64126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bg1"/>
                      </a:gs>
                      <a:gs pos="100000">
                        <a:schemeClr val="bg1">
                          <a:lumMod val="85000"/>
                          <a:alpha val="73000"/>
                        </a:schemeClr>
                      </a:gs>
                    </a:gsLst>
                    <a:lin ang="162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2" name="Oval 306">
                    <a:extLst>
                      <a:ext uri="{FF2B5EF4-FFF2-40B4-BE49-F238E27FC236}">
                        <a16:creationId xmlns:a16="http://schemas.microsoft.com/office/drawing/2014/main" id="{A034BF8A-63A0-6C67-6AB0-0CC5FD11A7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164388" y="3352729"/>
                    <a:ext cx="1293812" cy="545006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endParaRPr>
                  </a:p>
                </p:txBody>
              </p:sp>
              <p:sp>
                <p:nvSpPr>
                  <p:cNvPr id="53" name="Text Box 302">
                    <a:extLst>
                      <a:ext uri="{FF2B5EF4-FFF2-40B4-BE49-F238E27FC236}">
                        <a16:creationId xmlns:a16="http://schemas.microsoft.com/office/drawing/2014/main" id="{66E24CE4-231C-006C-3931-8DCD233ECC6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196962" y="3473686"/>
                    <a:ext cx="633945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ＭＳ Ｐゴシック" charset="0"/>
                        <a:cs typeface="Arial"/>
                      </a:rPr>
                      <a:t>agent</a:t>
                    </a:r>
                  </a:p>
                </p:txBody>
              </p:sp>
              <p:grpSp>
                <p:nvGrpSpPr>
                  <p:cNvPr id="54" name="Group 53">
                    <a:extLst>
                      <a:ext uri="{FF2B5EF4-FFF2-40B4-BE49-F238E27FC236}">
                        <a16:creationId xmlns:a16="http://schemas.microsoft.com/office/drawing/2014/main" id="{848CC8AD-73FF-C689-81DC-8B950B74C5FC}"/>
                      </a:ext>
                    </a:extLst>
                  </p:cNvPr>
                  <p:cNvGrpSpPr/>
                  <p:nvPr/>
                </p:nvGrpSpPr>
                <p:grpSpPr>
                  <a:xfrm>
                    <a:off x="7795778" y="3447732"/>
                    <a:ext cx="533735" cy="344384"/>
                    <a:chOff x="7290003" y="1864426"/>
                    <a:chExt cx="533735" cy="344384"/>
                  </a:xfrm>
                </p:grpSpPr>
                <p:sp>
                  <p:nvSpPr>
                    <p:cNvPr id="55" name="Can 54">
                      <a:extLst>
                        <a:ext uri="{FF2B5EF4-FFF2-40B4-BE49-F238E27FC236}">
                          <a16:creationId xmlns:a16="http://schemas.microsoft.com/office/drawing/2014/main" id="{6073D756-DE3F-0E47-A8CE-FD39E9BA37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38951" y="1864426"/>
                      <a:ext cx="427511" cy="344384"/>
                    </a:xfrm>
                    <a:prstGeom prst="can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>
                      <a:solidFill>
                        <a:schemeClr val="bg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6" name="Text Box 305">
                      <a:extLst>
                        <a:ext uri="{FF2B5EF4-FFF2-40B4-BE49-F238E27FC236}">
                          <a16:creationId xmlns:a16="http://schemas.microsoft.com/office/drawing/2014/main" id="{C8627BA4-8189-62E7-FCC2-C91F71775974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7290003" y="1889518"/>
                      <a:ext cx="533735" cy="3076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A8"/>
                          </a:solidFill>
                          <a:effectLst/>
                          <a:uLnTx/>
                          <a:uFillTx/>
                          <a:latin typeface="Arial"/>
                          <a:ea typeface="ＭＳ Ｐゴシック" charset="0"/>
                          <a:cs typeface="Arial"/>
                        </a:rPr>
                        <a:t>data</a:t>
                      </a:r>
                    </a:p>
                  </p:txBody>
                </p:sp>
              </p:grpSp>
            </p:grp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6791E15A-8644-A733-140C-302F3FA7C0E7}"/>
                    </a:ext>
                  </a:extLst>
                </p:cNvPr>
                <p:cNvGrpSpPr/>
                <p:nvPr/>
              </p:nvGrpSpPr>
              <p:grpSpPr>
                <a:xfrm>
                  <a:off x="3906590" y="3823785"/>
                  <a:ext cx="1755404" cy="783771"/>
                  <a:chOff x="1750147" y="5031180"/>
                  <a:chExt cx="1755404" cy="783771"/>
                </a:xfrm>
              </p:grpSpPr>
              <p:sp>
                <p:nvSpPr>
                  <p:cNvPr id="45" name="Freeform 44">
                    <a:extLst>
                      <a:ext uri="{FF2B5EF4-FFF2-40B4-BE49-F238E27FC236}">
                        <a16:creationId xmlns:a16="http://schemas.microsoft.com/office/drawing/2014/main" id="{5F2363EE-58EC-8D38-675D-3760810E3F2C}"/>
                      </a:ext>
                    </a:extLst>
                  </p:cNvPr>
                  <p:cNvSpPr/>
                  <p:nvPr/>
                </p:nvSpPr>
                <p:spPr>
                  <a:xfrm flipH="1">
                    <a:off x="2679864" y="5304311"/>
                    <a:ext cx="825687" cy="510640"/>
                  </a:xfrm>
                  <a:custGeom>
                    <a:avLst/>
                    <a:gdLst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615044"/>
                      <a:gd name="connsiteY0" fmla="*/ 64126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641268 h 890650"/>
                      <a:gd name="connsiteX0" fmla="*/ 0 w 1615044"/>
                      <a:gd name="connsiteY0" fmla="*/ 46313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463138 h 890650"/>
                      <a:gd name="connsiteX0" fmla="*/ 0 w 1615044"/>
                      <a:gd name="connsiteY0" fmla="*/ 463138 h 890650"/>
                      <a:gd name="connsiteX1" fmla="*/ 285007 w 1615044"/>
                      <a:gd name="connsiteY1" fmla="*/ 0 h 890650"/>
                      <a:gd name="connsiteX2" fmla="*/ 1615044 w 1615044"/>
                      <a:gd name="connsiteY2" fmla="*/ 83128 h 890650"/>
                      <a:gd name="connsiteX3" fmla="*/ 166254 w 1615044"/>
                      <a:gd name="connsiteY3" fmla="*/ 890650 h 890650"/>
                      <a:gd name="connsiteX4" fmla="*/ 0 w 1615044"/>
                      <a:gd name="connsiteY4" fmla="*/ 463138 h 890650"/>
                      <a:gd name="connsiteX0" fmla="*/ 59377 w 1674421"/>
                      <a:gd name="connsiteY0" fmla="*/ 463138 h 700645"/>
                      <a:gd name="connsiteX1" fmla="*/ 344384 w 1674421"/>
                      <a:gd name="connsiteY1" fmla="*/ 0 h 700645"/>
                      <a:gd name="connsiteX2" fmla="*/ 1674421 w 1674421"/>
                      <a:gd name="connsiteY2" fmla="*/ 83128 h 700645"/>
                      <a:gd name="connsiteX3" fmla="*/ 0 w 1674421"/>
                      <a:gd name="connsiteY3" fmla="*/ 700645 h 700645"/>
                      <a:gd name="connsiteX4" fmla="*/ 59377 w 1674421"/>
                      <a:gd name="connsiteY4" fmla="*/ 463138 h 700645"/>
                      <a:gd name="connsiteX0" fmla="*/ 59377 w 1674421"/>
                      <a:gd name="connsiteY0" fmla="*/ 463138 h 700645"/>
                      <a:gd name="connsiteX1" fmla="*/ 344384 w 1674421"/>
                      <a:gd name="connsiteY1" fmla="*/ 0 h 700645"/>
                      <a:gd name="connsiteX2" fmla="*/ 1674421 w 1674421"/>
                      <a:gd name="connsiteY2" fmla="*/ 83128 h 700645"/>
                      <a:gd name="connsiteX3" fmla="*/ 0 w 1674421"/>
                      <a:gd name="connsiteY3" fmla="*/ 700645 h 700645"/>
                      <a:gd name="connsiteX4" fmla="*/ 59377 w 1674421"/>
                      <a:gd name="connsiteY4" fmla="*/ 463138 h 700645"/>
                      <a:gd name="connsiteX0" fmla="*/ 59377 w 1294411"/>
                      <a:gd name="connsiteY0" fmla="*/ 463138 h 700645"/>
                      <a:gd name="connsiteX1" fmla="*/ 344384 w 1294411"/>
                      <a:gd name="connsiteY1" fmla="*/ 0 h 700645"/>
                      <a:gd name="connsiteX2" fmla="*/ 1294411 w 1294411"/>
                      <a:gd name="connsiteY2" fmla="*/ 296884 h 700645"/>
                      <a:gd name="connsiteX3" fmla="*/ 0 w 1294411"/>
                      <a:gd name="connsiteY3" fmla="*/ 700645 h 700645"/>
                      <a:gd name="connsiteX4" fmla="*/ 59377 w 1294411"/>
                      <a:gd name="connsiteY4" fmla="*/ 463138 h 700645"/>
                      <a:gd name="connsiteX0" fmla="*/ 59377 w 1294411"/>
                      <a:gd name="connsiteY0" fmla="*/ 463138 h 700645"/>
                      <a:gd name="connsiteX1" fmla="*/ 344384 w 1294411"/>
                      <a:gd name="connsiteY1" fmla="*/ 0 h 700645"/>
                      <a:gd name="connsiteX2" fmla="*/ 1294411 w 1294411"/>
                      <a:gd name="connsiteY2" fmla="*/ 296884 h 700645"/>
                      <a:gd name="connsiteX3" fmla="*/ 0 w 1294411"/>
                      <a:gd name="connsiteY3" fmla="*/ 700645 h 700645"/>
                      <a:gd name="connsiteX4" fmla="*/ 59377 w 1294411"/>
                      <a:gd name="connsiteY4" fmla="*/ 463138 h 700645"/>
                      <a:gd name="connsiteX0" fmla="*/ 59377 w 1389414"/>
                      <a:gd name="connsiteY0" fmla="*/ 463138 h 700645"/>
                      <a:gd name="connsiteX1" fmla="*/ 344384 w 1389414"/>
                      <a:gd name="connsiteY1" fmla="*/ 0 h 700645"/>
                      <a:gd name="connsiteX2" fmla="*/ 1389414 w 1389414"/>
                      <a:gd name="connsiteY2" fmla="*/ 439388 h 700645"/>
                      <a:gd name="connsiteX3" fmla="*/ 0 w 1389414"/>
                      <a:gd name="connsiteY3" fmla="*/ 700645 h 700645"/>
                      <a:gd name="connsiteX4" fmla="*/ 59377 w 1389414"/>
                      <a:gd name="connsiteY4" fmla="*/ 463138 h 700645"/>
                      <a:gd name="connsiteX0" fmla="*/ 59377 w 1389414"/>
                      <a:gd name="connsiteY0" fmla="*/ 463138 h 700645"/>
                      <a:gd name="connsiteX1" fmla="*/ 344384 w 1389414"/>
                      <a:gd name="connsiteY1" fmla="*/ 0 h 700645"/>
                      <a:gd name="connsiteX2" fmla="*/ 1389414 w 1389414"/>
                      <a:gd name="connsiteY2" fmla="*/ 439388 h 700645"/>
                      <a:gd name="connsiteX3" fmla="*/ 0 w 1389414"/>
                      <a:gd name="connsiteY3" fmla="*/ 700645 h 700645"/>
                      <a:gd name="connsiteX4" fmla="*/ 59377 w 1389414"/>
                      <a:gd name="connsiteY4" fmla="*/ 463138 h 700645"/>
                      <a:gd name="connsiteX0" fmla="*/ 59377 w 1389414"/>
                      <a:gd name="connsiteY0" fmla="*/ 415637 h 653144"/>
                      <a:gd name="connsiteX1" fmla="*/ 605641 w 1389414"/>
                      <a:gd name="connsiteY1" fmla="*/ 0 h 653144"/>
                      <a:gd name="connsiteX2" fmla="*/ 1389414 w 1389414"/>
                      <a:gd name="connsiteY2" fmla="*/ 391887 h 653144"/>
                      <a:gd name="connsiteX3" fmla="*/ 0 w 1389414"/>
                      <a:gd name="connsiteY3" fmla="*/ 653144 h 653144"/>
                      <a:gd name="connsiteX4" fmla="*/ 59377 w 1389414"/>
                      <a:gd name="connsiteY4" fmla="*/ 415637 h 653144"/>
                      <a:gd name="connsiteX0" fmla="*/ 59377 w 1389414"/>
                      <a:gd name="connsiteY0" fmla="*/ 415637 h 653144"/>
                      <a:gd name="connsiteX1" fmla="*/ 605641 w 1389414"/>
                      <a:gd name="connsiteY1" fmla="*/ 0 h 653144"/>
                      <a:gd name="connsiteX2" fmla="*/ 1389414 w 1389414"/>
                      <a:gd name="connsiteY2" fmla="*/ 391887 h 653144"/>
                      <a:gd name="connsiteX3" fmla="*/ 0 w 1389414"/>
                      <a:gd name="connsiteY3" fmla="*/ 653144 h 653144"/>
                      <a:gd name="connsiteX4" fmla="*/ 59377 w 1389414"/>
                      <a:gd name="connsiteY4" fmla="*/ 415637 h 653144"/>
                      <a:gd name="connsiteX0" fmla="*/ 59377 w 1389414"/>
                      <a:gd name="connsiteY0" fmla="*/ 273133 h 510640"/>
                      <a:gd name="connsiteX1" fmla="*/ 510638 w 1389414"/>
                      <a:gd name="connsiteY1" fmla="*/ 0 h 510640"/>
                      <a:gd name="connsiteX2" fmla="*/ 1389414 w 1389414"/>
                      <a:gd name="connsiteY2" fmla="*/ 249383 h 510640"/>
                      <a:gd name="connsiteX3" fmla="*/ 0 w 1389414"/>
                      <a:gd name="connsiteY3" fmla="*/ 510640 h 510640"/>
                      <a:gd name="connsiteX4" fmla="*/ 59377 w 1389414"/>
                      <a:gd name="connsiteY4" fmla="*/ 273133 h 510640"/>
                      <a:gd name="connsiteX0" fmla="*/ 59377 w 855025"/>
                      <a:gd name="connsiteY0" fmla="*/ 273133 h 510640"/>
                      <a:gd name="connsiteX1" fmla="*/ 510638 w 855025"/>
                      <a:gd name="connsiteY1" fmla="*/ 0 h 510640"/>
                      <a:gd name="connsiteX2" fmla="*/ 855025 w 855025"/>
                      <a:gd name="connsiteY2" fmla="*/ 261258 h 510640"/>
                      <a:gd name="connsiteX3" fmla="*/ 0 w 855025"/>
                      <a:gd name="connsiteY3" fmla="*/ 510640 h 510640"/>
                      <a:gd name="connsiteX4" fmla="*/ 59377 w 855025"/>
                      <a:gd name="connsiteY4" fmla="*/ 273133 h 510640"/>
                      <a:gd name="connsiteX0" fmla="*/ 59377 w 855025"/>
                      <a:gd name="connsiteY0" fmla="*/ 273133 h 510640"/>
                      <a:gd name="connsiteX1" fmla="*/ 510638 w 855025"/>
                      <a:gd name="connsiteY1" fmla="*/ 0 h 510640"/>
                      <a:gd name="connsiteX2" fmla="*/ 855025 w 855025"/>
                      <a:gd name="connsiteY2" fmla="*/ 261258 h 510640"/>
                      <a:gd name="connsiteX3" fmla="*/ 0 w 855025"/>
                      <a:gd name="connsiteY3" fmla="*/ 510640 h 510640"/>
                      <a:gd name="connsiteX4" fmla="*/ 59377 w 855025"/>
                      <a:gd name="connsiteY4" fmla="*/ 273133 h 510640"/>
                      <a:gd name="connsiteX0" fmla="*/ 59377 w 855025"/>
                      <a:gd name="connsiteY0" fmla="*/ 273133 h 510640"/>
                      <a:gd name="connsiteX1" fmla="*/ 510638 w 855025"/>
                      <a:gd name="connsiteY1" fmla="*/ 0 h 510640"/>
                      <a:gd name="connsiteX2" fmla="*/ 855025 w 855025"/>
                      <a:gd name="connsiteY2" fmla="*/ 261258 h 510640"/>
                      <a:gd name="connsiteX3" fmla="*/ 0 w 855025"/>
                      <a:gd name="connsiteY3" fmla="*/ 510640 h 510640"/>
                      <a:gd name="connsiteX4" fmla="*/ 59377 w 855025"/>
                      <a:gd name="connsiteY4" fmla="*/ 273133 h 510640"/>
                      <a:gd name="connsiteX0" fmla="*/ 20258 w 815906"/>
                      <a:gd name="connsiteY0" fmla="*/ 273133 h 505750"/>
                      <a:gd name="connsiteX1" fmla="*/ 471519 w 815906"/>
                      <a:gd name="connsiteY1" fmla="*/ 0 h 505750"/>
                      <a:gd name="connsiteX2" fmla="*/ 815906 w 815906"/>
                      <a:gd name="connsiteY2" fmla="*/ 261258 h 505750"/>
                      <a:gd name="connsiteX3" fmla="*/ 0 w 815906"/>
                      <a:gd name="connsiteY3" fmla="*/ 505750 h 505750"/>
                      <a:gd name="connsiteX4" fmla="*/ 20258 w 815906"/>
                      <a:gd name="connsiteY4" fmla="*/ 273133 h 505750"/>
                      <a:gd name="connsiteX0" fmla="*/ 20258 w 815906"/>
                      <a:gd name="connsiteY0" fmla="*/ 273133 h 505750"/>
                      <a:gd name="connsiteX1" fmla="*/ 471519 w 815906"/>
                      <a:gd name="connsiteY1" fmla="*/ 0 h 505750"/>
                      <a:gd name="connsiteX2" fmla="*/ 815906 w 815906"/>
                      <a:gd name="connsiteY2" fmla="*/ 261258 h 505750"/>
                      <a:gd name="connsiteX3" fmla="*/ 0 w 815906"/>
                      <a:gd name="connsiteY3" fmla="*/ 505750 h 505750"/>
                      <a:gd name="connsiteX4" fmla="*/ 20258 w 815906"/>
                      <a:gd name="connsiteY4" fmla="*/ 273133 h 505750"/>
                      <a:gd name="connsiteX0" fmla="*/ 20258 w 815906"/>
                      <a:gd name="connsiteY0" fmla="*/ 273133 h 505750"/>
                      <a:gd name="connsiteX1" fmla="*/ 471519 w 815906"/>
                      <a:gd name="connsiteY1" fmla="*/ 0 h 505750"/>
                      <a:gd name="connsiteX2" fmla="*/ 815906 w 815906"/>
                      <a:gd name="connsiteY2" fmla="*/ 261258 h 505750"/>
                      <a:gd name="connsiteX3" fmla="*/ 0 w 815906"/>
                      <a:gd name="connsiteY3" fmla="*/ 505750 h 505750"/>
                      <a:gd name="connsiteX4" fmla="*/ 20258 w 815906"/>
                      <a:gd name="connsiteY4" fmla="*/ 273133 h 505750"/>
                      <a:gd name="connsiteX0" fmla="*/ 20258 w 815906"/>
                      <a:gd name="connsiteY0" fmla="*/ 273133 h 505750"/>
                      <a:gd name="connsiteX1" fmla="*/ 471519 w 815906"/>
                      <a:gd name="connsiteY1" fmla="*/ 0 h 505750"/>
                      <a:gd name="connsiteX2" fmla="*/ 815906 w 815906"/>
                      <a:gd name="connsiteY2" fmla="*/ 261258 h 505750"/>
                      <a:gd name="connsiteX3" fmla="*/ 0 w 815906"/>
                      <a:gd name="connsiteY3" fmla="*/ 505750 h 505750"/>
                      <a:gd name="connsiteX4" fmla="*/ 20258 w 815906"/>
                      <a:gd name="connsiteY4" fmla="*/ 273133 h 505750"/>
                      <a:gd name="connsiteX0" fmla="*/ 20258 w 815906"/>
                      <a:gd name="connsiteY0" fmla="*/ 273133 h 505750"/>
                      <a:gd name="connsiteX1" fmla="*/ 471519 w 815906"/>
                      <a:gd name="connsiteY1" fmla="*/ 0 h 505750"/>
                      <a:gd name="connsiteX2" fmla="*/ 815906 w 815906"/>
                      <a:gd name="connsiteY2" fmla="*/ 261258 h 505750"/>
                      <a:gd name="connsiteX3" fmla="*/ 0 w 815906"/>
                      <a:gd name="connsiteY3" fmla="*/ 505750 h 505750"/>
                      <a:gd name="connsiteX4" fmla="*/ 20258 w 815906"/>
                      <a:gd name="connsiteY4" fmla="*/ 273133 h 505750"/>
                      <a:gd name="connsiteX0" fmla="*/ 699 w 796347"/>
                      <a:gd name="connsiteY0" fmla="*/ 273133 h 510640"/>
                      <a:gd name="connsiteX1" fmla="*/ 451960 w 796347"/>
                      <a:gd name="connsiteY1" fmla="*/ 0 h 510640"/>
                      <a:gd name="connsiteX2" fmla="*/ 796347 w 796347"/>
                      <a:gd name="connsiteY2" fmla="*/ 261258 h 510640"/>
                      <a:gd name="connsiteX3" fmla="*/ 0 w 796347"/>
                      <a:gd name="connsiteY3" fmla="*/ 510640 h 510640"/>
                      <a:gd name="connsiteX4" fmla="*/ 699 w 796347"/>
                      <a:gd name="connsiteY4" fmla="*/ 273133 h 510640"/>
                      <a:gd name="connsiteX0" fmla="*/ 0 w 820098"/>
                      <a:gd name="connsiteY0" fmla="*/ 331811 h 510640"/>
                      <a:gd name="connsiteX1" fmla="*/ 475711 w 820098"/>
                      <a:gd name="connsiteY1" fmla="*/ 0 h 510640"/>
                      <a:gd name="connsiteX2" fmla="*/ 820098 w 820098"/>
                      <a:gd name="connsiteY2" fmla="*/ 261258 h 510640"/>
                      <a:gd name="connsiteX3" fmla="*/ 23751 w 820098"/>
                      <a:gd name="connsiteY3" fmla="*/ 510640 h 510640"/>
                      <a:gd name="connsiteX4" fmla="*/ 0 w 820098"/>
                      <a:gd name="connsiteY4" fmla="*/ 331811 h 510640"/>
                      <a:gd name="connsiteX0" fmla="*/ 5589 w 825687"/>
                      <a:gd name="connsiteY0" fmla="*/ 331811 h 510640"/>
                      <a:gd name="connsiteX1" fmla="*/ 481300 w 825687"/>
                      <a:gd name="connsiteY1" fmla="*/ 0 h 510640"/>
                      <a:gd name="connsiteX2" fmla="*/ 825687 w 825687"/>
                      <a:gd name="connsiteY2" fmla="*/ 261258 h 510640"/>
                      <a:gd name="connsiteX3" fmla="*/ 0 w 825687"/>
                      <a:gd name="connsiteY3" fmla="*/ 510640 h 510640"/>
                      <a:gd name="connsiteX4" fmla="*/ 5589 w 825687"/>
                      <a:gd name="connsiteY4" fmla="*/ 331811 h 5106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25687" h="510640">
                        <a:moveTo>
                          <a:pt x="5589" y="331811"/>
                        </a:moveTo>
                        <a:cubicBezTo>
                          <a:pt x="231220" y="248684"/>
                          <a:pt x="267546" y="201881"/>
                          <a:pt x="481300" y="0"/>
                        </a:cubicBezTo>
                        <a:cubicBezTo>
                          <a:pt x="537418" y="145764"/>
                          <a:pt x="583755" y="179062"/>
                          <a:pt x="825687" y="261258"/>
                        </a:cubicBezTo>
                        <a:cubicBezTo>
                          <a:pt x="389560" y="305502"/>
                          <a:pt x="239835" y="377682"/>
                          <a:pt x="0" y="510640"/>
                        </a:cubicBezTo>
                        <a:lnTo>
                          <a:pt x="5589" y="33181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bg1">
                          <a:alpha val="51000"/>
                        </a:schemeClr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6" name="Oval 306">
                    <a:extLst>
                      <a:ext uri="{FF2B5EF4-FFF2-40B4-BE49-F238E27FC236}">
                        <a16:creationId xmlns:a16="http://schemas.microsoft.com/office/drawing/2014/main" id="{FD31F070-4E3F-9595-ECF7-99A9347E4C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50147" y="5031180"/>
                    <a:ext cx="1293812" cy="545006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endParaRPr>
                  </a:p>
                </p:txBody>
              </p:sp>
              <p:sp>
                <p:nvSpPr>
                  <p:cNvPr id="47" name="Text Box 302">
                    <a:extLst>
                      <a:ext uri="{FF2B5EF4-FFF2-40B4-BE49-F238E27FC236}">
                        <a16:creationId xmlns:a16="http://schemas.microsoft.com/office/drawing/2014/main" id="{0D309AB3-5A87-EFC4-F7A1-D1CDCAFC538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82721" y="5152137"/>
                    <a:ext cx="633945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ＭＳ Ｐゴシック" charset="0"/>
                        <a:cs typeface="Arial"/>
                      </a:rPr>
                      <a:t>agent</a:t>
                    </a:r>
                  </a:p>
                </p:txBody>
              </p:sp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2163DDAD-40A6-0823-5B11-8C5554067EDD}"/>
                      </a:ext>
                    </a:extLst>
                  </p:cNvPr>
                  <p:cNvGrpSpPr/>
                  <p:nvPr/>
                </p:nvGrpSpPr>
                <p:grpSpPr>
                  <a:xfrm>
                    <a:off x="2381537" y="5126183"/>
                    <a:ext cx="533735" cy="344384"/>
                    <a:chOff x="7290003" y="1864426"/>
                    <a:chExt cx="533735" cy="344384"/>
                  </a:xfrm>
                </p:grpSpPr>
                <p:sp>
                  <p:nvSpPr>
                    <p:cNvPr id="49" name="Can 48">
                      <a:extLst>
                        <a:ext uri="{FF2B5EF4-FFF2-40B4-BE49-F238E27FC236}">
                          <a16:creationId xmlns:a16="http://schemas.microsoft.com/office/drawing/2014/main" id="{203E99F6-4CA6-5FC3-817F-684406D69A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38951" y="1864426"/>
                      <a:ext cx="427511" cy="344384"/>
                    </a:xfrm>
                    <a:prstGeom prst="can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>
                      <a:solidFill>
                        <a:schemeClr val="bg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0" name="Text Box 305">
                      <a:extLst>
                        <a:ext uri="{FF2B5EF4-FFF2-40B4-BE49-F238E27FC236}">
                          <a16:creationId xmlns:a16="http://schemas.microsoft.com/office/drawing/2014/main" id="{7EE2CACB-C3A5-F20C-856C-715DD5C279E9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7290003" y="1889518"/>
                      <a:ext cx="533735" cy="3076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A8"/>
                          </a:solidFill>
                          <a:effectLst/>
                          <a:uLnTx/>
                          <a:uFillTx/>
                          <a:latin typeface="Arial"/>
                          <a:ea typeface="ＭＳ Ｐゴシック" charset="0"/>
                          <a:cs typeface="Arial"/>
                        </a:rPr>
                        <a:t>data</a:t>
                      </a:r>
                    </a:p>
                  </p:txBody>
                </p:sp>
              </p:grpSp>
            </p:grpSp>
          </p:grp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9AEF3FA-5A2A-8488-2F23-44B16FD2EE47}"/>
                </a:ext>
              </a:extLst>
            </p:cNvPr>
            <p:cNvGrpSpPr/>
            <p:nvPr/>
          </p:nvGrpSpPr>
          <p:grpSpPr>
            <a:xfrm>
              <a:off x="440676" y="2159308"/>
              <a:ext cx="6861671" cy="4060952"/>
              <a:chOff x="440676" y="2159308"/>
              <a:chExt cx="6861671" cy="4060952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09E269-01F3-2303-0A00-6296F2F7AB01}"/>
                  </a:ext>
                </a:extLst>
              </p:cNvPr>
              <p:cNvSpPr txBox="1"/>
              <p:nvPr/>
            </p:nvSpPr>
            <p:spPr>
              <a:xfrm>
                <a:off x="440676" y="3745736"/>
                <a:ext cx="2930486" cy="24745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2400" dirty="0">
                    <a:solidFill>
                      <a:srgbClr val="C00000"/>
                    </a:solidFill>
                  </a:rPr>
                  <a:t>Network management protocol: </a:t>
                </a:r>
                <a:r>
                  <a:rPr lang="en-US" sz="2000" dirty="0"/>
                  <a:t>used by managing server to query, configure, manage device; used by devices to inform managing server of data, events.</a:t>
                </a:r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70D72821-86D2-CBD9-D8BC-A2DA370B5D1C}"/>
                  </a:ext>
                </a:extLst>
              </p:cNvPr>
              <p:cNvGrpSpPr/>
              <p:nvPr/>
            </p:nvGrpSpPr>
            <p:grpSpPr>
              <a:xfrm>
                <a:off x="3831136" y="2159308"/>
                <a:ext cx="3471211" cy="2974551"/>
                <a:chOff x="3831136" y="2159308"/>
                <a:chExt cx="3471211" cy="2974551"/>
              </a:xfrm>
            </p:grpSpPr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4BCAAD6C-B9DD-FBCF-15C5-E0866307CB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33870" y="3013112"/>
                  <a:ext cx="0" cy="2120747"/>
                </a:xfrm>
                <a:prstGeom prst="straightConnector1">
                  <a:avLst/>
                </a:prstGeom>
                <a:ln w="34925">
                  <a:solidFill>
                    <a:srgbClr val="C00000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7D65BC6C-A187-2031-5E97-AAF184A4AD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31136" y="3020190"/>
                  <a:ext cx="3471211" cy="1856610"/>
                </a:xfrm>
                <a:prstGeom prst="straightConnector1">
                  <a:avLst/>
                </a:prstGeom>
                <a:ln w="34925">
                  <a:solidFill>
                    <a:srgbClr val="C00000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B4015735-3DD1-3FE1-076E-B8A2F99AA2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31136" y="3026864"/>
                  <a:ext cx="3294941" cy="599523"/>
                </a:xfrm>
                <a:prstGeom prst="straightConnector1">
                  <a:avLst/>
                </a:prstGeom>
                <a:ln w="34925">
                  <a:solidFill>
                    <a:srgbClr val="C00000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55028501-E65F-D386-2D96-CF25C62B82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41147" y="2159308"/>
                  <a:ext cx="3084791" cy="860882"/>
                </a:xfrm>
                <a:prstGeom prst="straightConnector1">
                  <a:avLst/>
                </a:prstGeom>
                <a:ln w="34925">
                  <a:solidFill>
                    <a:srgbClr val="C00000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068833D1-2A7D-C8A0-8823-0C4BDE4FFA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34473" y="3023527"/>
                  <a:ext cx="458433" cy="837885"/>
                </a:xfrm>
                <a:prstGeom prst="straightConnector1">
                  <a:avLst/>
                </a:prstGeom>
                <a:ln w="34925">
                  <a:solidFill>
                    <a:srgbClr val="C00000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8071901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829BE-EAEB-5749-867B-1EC3359A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015" y="341652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operator approaches to management</a:t>
            </a:r>
          </a:p>
        </p:txBody>
      </p:sp>
      <p:grpSp>
        <p:nvGrpSpPr>
          <p:cNvPr id="3" name="Group 2" descr="Example of managed devices">
            <a:extLst>
              <a:ext uri="{FF2B5EF4-FFF2-40B4-BE49-F238E27FC236}">
                <a16:creationId xmlns:a16="http://schemas.microsoft.com/office/drawing/2014/main" id="{CCCB7F6A-FE1C-7961-7876-73B98C294072}"/>
              </a:ext>
            </a:extLst>
          </p:cNvPr>
          <p:cNvGrpSpPr/>
          <p:nvPr/>
        </p:nvGrpSpPr>
        <p:grpSpPr>
          <a:xfrm>
            <a:off x="6198374" y="1939828"/>
            <a:ext cx="5719129" cy="4262496"/>
            <a:chOff x="6198374" y="1939828"/>
            <a:chExt cx="5719129" cy="4262496"/>
          </a:xfrm>
        </p:grpSpPr>
        <p:sp>
          <p:nvSpPr>
            <p:cNvPr id="122" name="Freeform 2">
              <a:extLst>
                <a:ext uri="{FF2B5EF4-FFF2-40B4-BE49-F238E27FC236}">
                  <a16:creationId xmlns:a16="http://schemas.microsoft.com/office/drawing/2014/main" id="{1D0FE147-08B7-0C4A-A099-FAD883AC5254}"/>
                </a:ext>
              </a:extLst>
            </p:cNvPr>
            <p:cNvSpPr>
              <a:spLocks/>
            </p:cNvSpPr>
            <p:nvPr/>
          </p:nvSpPr>
          <p:spPr bwMode="auto">
            <a:xfrm rot="16383367">
              <a:off x="7427686" y="2947494"/>
              <a:ext cx="4057421" cy="2452239"/>
            </a:xfrm>
            <a:custGeom>
              <a:avLst/>
              <a:gdLst>
                <a:gd name="T0" fmla="*/ 6 w 1794"/>
                <a:gd name="T1" fmla="*/ 483 h 933"/>
                <a:gd name="T2" fmla="*/ 108 w 1794"/>
                <a:gd name="T3" fmla="*/ 125 h 933"/>
                <a:gd name="T4" fmla="*/ 559 w 1794"/>
                <a:gd name="T5" fmla="*/ 100 h 933"/>
                <a:gd name="T6" fmla="*/ 1128 w 1794"/>
                <a:gd name="T7" fmla="*/ 29 h 933"/>
                <a:gd name="T8" fmla="*/ 1716 w 1794"/>
                <a:gd name="T9" fmla="*/ 275 h 933"/>
                <a:gd name="T10" fmla="*/ 1596 w 1794"/>
                <a:gd name="T11" fmla="*/ 827 h 933"/>
                <a:gd name="T12" fmla="*/ 1380 w 1794"/>
                <a:gd name="T13" fmla="*/ 911 h 933"/>
                <a:gd name="T14" fmla="*/ 840 w 1794"/>
                <a:gd name="T15" fmla="*/ 929 h 933"/>
                <a:gd name="T16" fmla="*/ 414 w 1794"/>
                <a:gd name="T17" fmla="*/ 911 h 933"/>
                <a:gd name="T18" fmla="*/ 143 w 1794"/>
                <a:gd name="T19" fmla="*/ 832 h 933"/>
                <a:gd name="T20" fmla="*/ 6 w 1794"/>
                <a:gd name="T21" fmla="*/ 483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23" name="Line 252">
              <a:extLst>
                <a:ext uri="{FF2B5EF4-FFF2-40B4-BE49-F238E27FC236}">
                  <a16:creationId xmlns:a16="http://schemas.microsoft.com/office/drawing/2014/main" id="{6913E897-BB93-9344-AF33-6C15AD34C2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96090" y="3180571"/>
              <a:ext cx="338138" cy="10429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124" name="Line 254">
              <a:extLst>
                <a:ext uri="{FF2B5EF4-FFF2-40B4-BE49-F238E27FC236}">
                  <a16:creationId xmlns:a16="http://schemas.microsoft.com/office/drawing/2014/main" id="{AED25EE3-AFF0-984B-92D0-62D8E298F4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26589" y="4134658"/>
              <a:ext cx="290202" cy="2514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126" name="Line 272">
              <a:extLst>
                <a:ext uri="{FF2B5EF4-FFF2-40B4-BE49-F238E27FC236}">
                  <a16:creationId xmlns:a16="http://schemas.microsoft.com/office/drawing/2014/main" id="{4D3DB148-5EA8-9047-A1B8-B0AFCF1AF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29453" y="4625196"/>
              <a:ext cx="373062" cy="5540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179" name="Line 272">
              <a:extLst>
                <a:ext uri="{FF2B5EF4-FFF2-40B4-BE49-F238E27FC236}">
                  <a16:creationId xmlns:a16="http://schemas.microsoft.com/office/drawing/2014/main" id="{CDCDCF97-149D-E14A-9653-EDBE25CA9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21415" y="3675871"/>
              <a:ext cx="371475" cy="5540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180" name="Line 272">
              <a:extLst>
                <a:ext uri="{FF2B5EF4-FFF2-40B4-BE49-F238E27FC236}">
                  <a16:creationId xmlns:a16="http://schemas.microsoft.com/office/drawing/2014/main" id="{217AC889-87F2-F64B-AAFE-21DBE539F9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35728" y="4614083"/>
              <a:ext cx="309562" cy="10239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grpSp>
          <p:nvGrpSpPr>
            <p:cNvPr id="355" name="Group 354">
              <a:extLst>
                <a:ext uri="{FF2B5EF4-FFF2-40B4-BE49-F238E27FC236}">
                  <a16:creationId xmlns:a16="http://schemas.microsoft.com/office/drawing/2014/main" id="{FB46EAEC-6740-674A-86AA-B160C7FB22B9}"/>
                </a:ext>
              </a:extLst>
            </p:cNvPr>
            <p:cNvGrpSpPr/>
            <p:nvPr/>
          </p:nvGrpSpPr>
          <p:grpSpPr>
            <a:xfrm>
              <a:off x="7442257" y="2831027"/>
              <a:ext cx="4334676" cy="3307930"/>
              <a:chOff x="3982954" y="2808993"/>
              <a:chExt cx="4334676" cy="3307930"/>
            </a:xfrm>
          </p:grpSpPr>
          <p:sp>
            <p:nvSpPr>
              <p:cNvPr id="127" name="Text Box 333">
                <a:extLst>
                  <a:ext uri="{FF2B5EF4-FFF2-40B4-BE49-F238E27FC236}">
                    <a16:creationId xmlns:a16="http://schemas.microsoft.com/office/drawing/2014/main" id="{9A14EC5D-753E-8649-8A83-064482FC36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2954" y="5809146"/>
                <a:ext cx="1497526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400" dirty="0">
                    <a:solidFill>
                      <a:srgbClr val="000000"/>
                    </a:solidFill>
                    <a:latin typeface="Arial"/>
                    <a:ea typeface="ＭＳ Ｐゴシック" charset="0"/>
                    <a:cs typeface="Arial"/>
                  </a:rPr>
                  <a:t>managed device</a:t>
                </a:r>
              </a:p>
            </p:txBody>
          </p:sp>
          <p:sp>
            <p:nvSpPr>
              <p:cNvPr id="128" name="Text Box 338">
                <a:extLst>
                  <a:ext uri="{FF2B5EF4-FFF2-40B4-BE49-F238E27FC236}">
                    <a16:creationId xmlns:a16="http://schemas.microsoft.com/office/drawing/2014/main" id="{5BC34EFD-2998-754E-A9F6-A147D52241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89237" y="5649324"/>
                <a:ext cx="1690387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ＭＳ Ｐゴシック" charset="0"/>
                    <a:cs typeface="Arial"/>
                  </a:rPr>
                  <a:t>managed device</a:t>
                </a:r>
              </a:p>
            </p:txBody>
          </p:sp>
          <p:sp>
            <p:nvSpPr>
              <p:cNvPr id="129" name="Text Box 339">
                <a:extLst>
                  <a:ext uri="{FF2B5EF4-FFF2-40B4-BE49-F238E27FC236}">
                    <a16:creationId xmlns:a16="http://schemas.microsoft.com/office/drawing/2014/main" id="{E732D711-7435-AA4C-8388-75049CC059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20104" y="2808993"/>
                <a:ext cx="1497526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400" dirty="0">
                    <a:solidFill>
                      <a:srgbClr val="000000"/>
                    </a:solidFill>
                    <a:latin typeface="Arial"/>
                    <a:ea typeface="ＭＳ Ｐゴシック" charset="0"/>
                    <a:cs typeface="Arial"/>
                  </a:rPr>
                  <a:t>managed device</a:t>
                </a:r>
              </a:p>
            </p:txBody>
          </p:sp>
          <p:sp>
            <p:nvSpPr>
              <p:cNvPr id="130" name="Text Box 340">
                <a:extLst>
                  <a:ext uri="{FF2B5EF4-FFF2-40B4-BE49-F238E27FC236}">
                    <a16:creationId xmlns:a16="http://schemas.microsoft.com/office/drawing/2014/main" id="{F2F6D17E-1DBB-5742-BECB-79F1D2129D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62275" y="4115799"/>
                <a:ext cx="1539652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000000"/>
                    </a:solidFill>
                    <a:ea typeface="ＭＳ Ｐゴシック" charset="0"/>
                    <a:cs typeface="Arial"/>
                  </a:rPr>
                  <a:t>managed device</a:t>
                </a:r>
              </a:p>
            </p:txBody>
          </p:sp>
          <p:sp>
            <p:nvSpPr>
              <p:cNvPr id="193" name="Text Box 338">
                <a:extLst>
                  <a:ext uri="{FF2B5EF4-FFF2-40B4-BE49-F238E27FC236}">
                    <a16:creationId xmlns:a16="http://schemas.microsoft.com/office/drawing/2014/main" id="{27C73C8D-E0AC-AA48-BE21-27CFAB10C4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74160" y="4518371"/>
                <a:ext cx="1539652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000000"/>
                    </a:solidFill>
                    <a:ea typeface="ＭＳ Ｐゴシック" charset="0"/>
                    <a:cs typeface="Arial"/>
                  </a:rPr>
                  <a:t>managed device</a:t>
                </a:r>
              </a:p>
            </p:txBody>
          </p:sp>
        </p:grpSp>
        <p:grpSp>
          <p:nvGrpSpPr>
            <p:cNvPr id="234" name="Group 906">
              <a:extLst>
                <a:ext uri="{FF2B5EF4-FFF2-40B4-BE49-F238E27FC236}">
                  <a16:creationId xmlns:a16="http://schemas.microsoft.com/office/drawing/2014/main" id="{173218FC-6399-844C-A5FC-70F0E86318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50931" y="2782976"/>
              <a:ext cx="469569" cy="865434"/>
              <a:chOff x="4140" y="429"/>
              <a:chExt cx="1425" cy="2396"/>
            </a:xfrm>
          </p:grpSpPr>
          <p:sp>
            <p:nvSpPr>
              <p:cNvPr id="235" name="Freeform 907">
                <a:extLst>
                  <a:ext uri="{FF2B5EF4-FFF2-40B4-BE49-F238E27FC236}">
                    <a16:creationId xmlns:a16="http://schemas.microsoft.com/office/drawing/2014/main" id="{9FAB3F81-75C7-914D-9B93-EE351B0446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6" name="Rectangle 908">
                <a:extLst>
                  <a:ext uri="{FF2B5EF4-FFF2-40B4-BE49-F238E27FC236}">
                    <a16:creationId xmlns:a16="http://schemas.microsoft.com/office/drawing/2014/main" id="{5C064874-D755-8E49-857C-0099FE4F0E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3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37" name="Freeform 909">
                <a:extLst>
                  <a:ext uri="{FF2B5EF4-FFF2-40B4-BE49-F238E27FC236}">
                    <a16:creationId xmlns:a16="http://schemas.microsoft.com/office/drawing/2014/main" id="{46F1CAEF-3FE8-B449-BAD5-69E0547FC4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8" name="Freeform 910">
                <a:extLst>
                  <a:ext uri="{FF2B5EF4-FFF2-40B4-BE49-F238E27FC236}">
                    <a16:creationId xmlns:a16="http://schemas.microsoft.com/office/drawing/2014/main" id="{49EBF7FD-8D54-E84D-9154-BDD670C757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9" name="Rectangle 911">
                <a:extLst>
                  <a:ext uri="{FF2B5EF4-FFF2-40B4-BE49-F238E27FC236}">
                    <a16:creationId xmlns:a16="http://schemas.microsoft.com/office/drawing/2014/main" id="{372EE2EF-BCD2-4443-ACF5-0C378C8109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2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40" name="Group 912">
                <a:extLst>
                  <a:ext uri="{FF2B5EF4-FFF2-40B4-BE49-F238E27FC236}">
                    <a16:creationId xmlns:a16="http://schemas.microsoft.com/office/drawing/2014/main" id="{FCF3338F-CB82-A64A-81EC-59955AAE94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65" name="AutoShape 913">
                  <a:extLst>
                    <a:ext uri="{FF2B5EF4-FFF2-40B4-BE49-F238E27FC236}">
                      <a16:creationId xmlns:a16="http://schemas.microsoft.com/office/drawing/2014/main" id="{88D60FCF-832E-1A44-B969-07D458E661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5"/>
                  <a:ext cx="724" cy="12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266" name="AutoShape 914">
                  <a:extLst>
                    <a:ext uri="{FF2B5EF4-FFF2-40B4-BE49-F238E27FC236}">
                      <a16:creationId xmlns:a16="http://schemas.microsoft.com/office/drawing/2014/main" id="{3CA233AF-C996-524D-95B6-D7E376A97A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4"/>
                  <a:ext cx="693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241" name="Rectangle 915">
                <a:extLst>
                  <a:ext uri="{FF2B5EF4-FFF2-40B4-BE49-F238E27FC236}">
                    <a16:creationId xmlns:a16="http://schemas.microsoft.com/office/drawing/2014/main" id="{EF67602A-37BC-AD49-8EC0-B575B3C81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020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42" name="Group 916">
                <a:extLst>
                  <a:ext uri="{FF2B5EF4-FFF2-40B4-BE49-F238E27FC236}">
                    <a16:creationId xmlns:a16="http://schemas.microsoft.com/office/drawing/2014/main" id="{958461CF-B0D9-5542-AA6D-7D6740C4CA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63" name="AutoShape 917">
                  <a:extLst>
                    <a:ext uri="{FF2B5EF4-FFF2-40B4-BE49-F238E27FC236}">
                      <a16:creationId xmlns:a16="http://schemas.microsoft.com/office/drawing/2014/main" id="{AB63DC5A-C1D7-9246-A6C0-B8AA8775A9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31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264" name="AutoShape 918">
                  <a:extLst>
                    <a:ext uri="{FF2B5EF4-FFF2-40B4-BE49-F238E27FC236}">
                      <a16:creationId xmlns:a16="http://schemas.microsoft.com/office/drawing/2014/main" id="{F1D4CACD-4644-B542-BADD-AF8AD946D5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1"/>
                  <a:ext cx="700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243" name="Rectangle 919">
                <a:extLst>
                  <a:ext uri="{FF2B5EF4-FFF2-40B4-BE49-F238E27FC236}">
                    <a16:creationId xmlns:a16="http://schemas.microsoft.com/office/drawing/2014/main" id="{5082B175-26EB-8D49-B96A-36D94547F9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1361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44" name="Rectangle 920">
                <a:extLst>
                  <a:ext uri="{FF2B5EF4-FFF2-40B4-BE49-F238E27FC236}">
                    <a16:creationId xmlns:a16="http://schemas.microsoft.com/office/drawing/2014/main" id="{9C770928-ADB0-984E-946B-B0AF9397C3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657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45" name="Group 921">
                <a:extLst>
                  <a:ext uri="{FF2B5EF4-FFF2-40B4-BE49-F238E27FC236}">
                    <a16:creationId xmlns:a16="http://schemas.microsoft.com/office/drawing/2014/main" id="{843272DA-1C7D-E24B-86DC-1D5DF8C901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61" name="AutoShape 922">
                  <a:extLst>
                    <a:ext uri="{FF2B5EF4-FFF2-40B4-BE49-F238E27FC236}">
                      <a16:creationId xmlns:a16="http://schemas.microsoft.com/office/drawing/2014/main" id="{4B46CF35-53B2-8044-BF5F-DEA6BC7AEE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262" name="AutoShape 923">
                  <a:extLst>
                    <a:ext uri="{FF2B5EF4-FFF2-40B4-BE49-F238E27FC236}">
                      <a16:creationId xmlns:a16="http://schemas.microsoft.com/office/drawing/2014/main" id="{74445663-700C-8C49-829C-DF9345F98D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699" cy="11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246" name="Freeform 924">
                <a:extLst>
                  <a:ext uri="{FF2B5EF4-FFF2-40B4-BE49-F238E27FC236}">
                    <a16:creationId xmlns:a16="http://schemas.microsoft.com/office/drawing/2014/main" id="{99865A8C-D62E-804A-8253-61698D4B5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247" name="Group 925">
                <a:extLst>
                  <a:ext uri="{FF2B5EF4-FFF2-40B4-BE49-F238E27FC236}">
                    <a16:creationId xmlns:a16="http://schemas.microsoft.com/office/drawing/2014/main" id="{2C2A25DD-D467-604E-853A-430D6DD933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59" name="AutoShape 926">
                  <a:extLst>
                    <a:ext uri="{FF2B5EF4-FFF2-40B4-BE49-F238E27FC236}">
                      <a16:creationId xmlns:a16="http://schemas.microsoft.com/office/drawing/2014/main" id="{262B4234-C129-C247-93B0-E630B6E0EE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9"/>
                  <a:ext cx="715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260" name="AutoShape 927">
                  <a:extLst>
                    <a:ext uri="{FF2B5EF4-FFF2-40B4-BE49-F238E27FC236}">
                      <a16:creationId xmlns:a16="http://schemas.microsoft.com/office/drawing/2014/main" id="{C3E86622-0056-564D-997D-8D2A67CF6A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2"/>
                  <a:ext cx="692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248" name="Rectangle 928">
                <a:extLst>
                  <a:ext uri="{FF2B5EF4-FFF2-40B4-BE49-F238E27FC236}">
                    <a16:creationId xmlns:a16="http://schemas.microsoft.com/office/drawing/2014/main" id="{DC63B649-481F-4247-8191-DCC7013567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68" cy="2291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49" name="Freeform 929">
                <a:extLst>
                  <a:ext uri="{FF2B5EF4-FFF2-40B4-BE49-F238E27FC236}">
                    <a16:creationId xmlns:a16="http://schemas.microsoft.com/office/drawing/2014/main" id="{65F170AB-F287-FE42-83E1-55CD525083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50" name="Freeform 930">
                <a:extLst>
                  <a:ext uri="{FF2B5EF4-FFF2-40B4-BE49-F238E27FC236}">
                    <a16:creationId xmlns:a16="http://schemas.microsoft.com/office/drawing/2014/main" id="{5E4EF1AA-2F52-1047-82A1-23273F8DEE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51" name="Oval 931">
                <a:extLst>
                  <a:ext uri="{FF2B5EF4-FFF2-40B4-BE49-F238E27FC236}">
                    <a16:creationId xmlns:a16="http://schemas.microsoft.com/office/drawing/2014/main" id="{2230452E-F139-3746-8866-D20332F081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08"/>
                <a:ext cx="49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52" name="Freeform 932">
                <a:extLst>
                  <a:ext uri="{FF2B5EF4-FFF2-40B4-BE49-F238E27FC236}">
                    <a16:creationId xmlns:a16="http://schemas.microsoft.com/office/drawing/2014/main" id="{AC0FF1B9-AE2B-204E-BD36-7B5B59D91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53" name="AutoShape 933">
                <a:extLst>
                  <a:ext uri="{FF2B5EF4-FFF2-40B4-BE49-F238E27FC236}">
                    <a16:creationId xmlns:a16="http://schemas.microsoft.com/office/drawing/2014/main" id="{6369C9A5-CBA7-4A4F-AC9C-23D6B3D487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1"/>
                <a:ext cx="1197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54" name="AutoShape 934">
                <a:extLst>
                  <a:ext uri="{FF2B5EF4-FFF2-40B4-BE49-F238E27FC236}">
                    <a16:creationId xmlns:a16="http://schemas.microsoft.com/office/drawing/2014/main" id="{A6318CFB-9064-AD4A-84CC-ABFCC22E6B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7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55" name="Oval 935">
                <a:extLst>
                  <a:ext uri="{FF2B5EF4-FFF2-40B4-BE49-F238E27FC236}">
                    <a16:creationId xmlns:a16="http://schemas.microsoft.com/office/drawing/2014/main" id="{9880FA92-2062-A44C-A810-CA2159CC8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85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56" name="Oval 936">
                <a:extLst>
                  <a:ext uri="{FF2B5EF4-FFF2-40B4-BE49-F238E27FC236}">
                    <a16:creationId xmlns:a16="http://schemas.microsoft.com/office/drawing/2014/main" id="{0157C707-BF68-B542-B859-848D7A4793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2385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57" name="Oval 937">
                <a:extLst>
                  <a:ext uri="{FF2B5EF4-FFF2-40B4-BE49-F238E27FC236}">
                    <a16:creationId xmlns:a16="http://schemas.microsoft.com/office/drawing/2014/main" id="{F294F69C-A1CC-5947-8010-B4B39AE87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79"/>
                <a:ext cx="154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58" name="Rectangle 938">
                <a:extLst>
                  <a:ext uri="{FF2B5EF4-FFF2-40B4-BE49-F238E27FC236}">
                    <a16:creationId xmlns:a16="http://schemas.microsoft.com/office/drawing/2014/main" id="{EAAA3B6E-2D50-9248-9BC9-C0BEC39AA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9" y="1834"/>
                <a:ext cx="86" cy="761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</p:grpSp>
        <p:grpSp>
          <p:nvGrpSpPr>
            <p:cNvPr id="140" name="Group 906">
              <a:extLst>
                <a:ext uri="{FF2B5EF4-FFF2-40B4-BE49-F238E27FC236}">
                  <a16:creationId xmlns:a16="http://schemas.microsoft.com/office/drawing/2014/main" id="{F5F36708-6858-2345-B74F-F940F6D34A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73928" y="5172883"/>
              <a:ext cx="366712" cy="579438"/>
              <a:chOff x="4140" y="429"/>
              <a:chExt cx="1425" cy="2396"/>
            </a:xfrm>
          </p:grpSpPr>
          <p:sp>
            <p:nvSpPr>
              <p:cNvPr id="141" name="Freeform 907">
                <a:extLst>
                  <a:ext uri="{FF2B5EF4-FFF2-40B4-BE49-F238E27FC236}">
                    <a16:creationId xmlns:a16="http://schemas.microsoft.com/office/drawing/2014/main" id="{8AB058CC-22A9-094F-A296-F257630C33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2" name="Rectangle 908">
                <a:extLst>
                  <a:ext uri="{FF2B5EF4-FFF2-40B4-BE49-F238E27FC236}">
                    <a16:creationId xmlns:a16="http://schemas.microsoft.com/office/drawing/2014/main" id="{B2E19B36-017A-174D-83CE-76FFFDC913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3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43" name="Freeform 909">
                <a:extLst>
                  <a:ext uri="{FF2B5EF4-FFF2-40B4-BE49-F238E27FC236}">
                    <a16:creationId xmlns:a16="http://schemas.microsoft.com/office/drawing/2014/main" id="{C3D02D38-7B2B-694C-81F7-D30210551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4" name="Freeform 910">
                <a:extLst>
                  <a:ext uri="{FF2B5EF4-FFF2-40B4-BE49-F238E27FC236}">
                    <a16:creationId xmlns:a16="http://schemas.microsoft.com/office/drawing/2014/main" id="{8E4D3BA4-D4ED-4D4C-B80B-E3FDF146E5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5" name="Rectangle 911">
                <a:extLst>
                  <a:ext uri="{FF2B5EF4-FFF2-40B4-BE49-F238E27FC236}">
                    <a16:creationId xmlns:a16="http://schemas.microsoft.com/office/drawing/2014/main" id="{6439C382-7998-8A46-84B9-5C42602A0B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2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146" name="Group 912">
                <a:extLst>
                  <a:ext uri="{FF2B5EF4-FFF2-40B4-BE49-F238E27FC236}">
                    <a16:creationId xmlns:a16="http://schemas.microsoft.com/office/drawing/2014/main" id="{D391F7BB-D435-8B48-BD55-8ACD22723C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71" name="AutoShape 913">
                  <a:extLst>
                    <a:ext uri="{FF2B5EF4-FFF2-40B4-BE49-F238E27FC236}">
                      <a16:creationId xmlns:a16="http://schemas.microsoft.com/office/drawing/2014/main" id="{2CEFA40D-644E-2D44-A85F-B3EBEB1C3D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5"/>
                  <a:ext cx="724" cy="12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72" name="AutoShape 914">
                  <a:extLst>
                    <a:ext uri="{FF2B5EF4-FFF2-40B4-BE49-F238E27FC236}">
                      <a16:creationId xmlns:a16="http://schemas.microsoft.com/office/drawing/2014/main" id="{138D1CC5-3C53-E34B-B85C-710AB82FF7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4"/>
                  <a:ext cx="693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47" name="Rectangle 915">
                <a:extLst>
                  <a:ext uri="{FF2B5EF4-FFF2-40B4-BE49-F238E27FC236}">
                    <a16:creationId xmlns:a16="http://schemas.microsoft.com/office/drawing/2014/main" id="{75B5BC8D-A4D6-324A-B5BF-C1BD434C1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020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148" name="Group 916">
                <a:extLst>
                  <a:ext uri="{FF2B5EF4-FFF2-40B4-BE49-F238E27FC236}">
                    <a16:creationId xmlns:a16="http://schemas.microsoft.com/office/drawing/2014/main" id="{A57AF53C-81B6-1A49-9B07-6EB1C56919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69" name="AutoShape 917">
                  <a:extLst>
                    <a:ext uri="{FF2B5EF4-FFF2-40B4-BE49-F238E27FC236}">
                      <a16:creationId xmlns:a16="http://schemas.microsoft.com/office/drawing/2014/main" id="{5F1800E2-0820-8A4D-AAC7-45E488E911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31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70" name="AutoShape 918">
                  <a:extLst>
                    <a:ext uri="{FF2B5EF4-FFF2-40B4-BE49-F238E27FC236}">
                      <a16:creationId xmlns:a16="http://schemas.microsoft.com/office/drawing/2014/main" id="{1A520FE1-24BC-AD44-AEDD-EC6425DE12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1"/>
                  <a:ext cx="700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49" name="Rectangle 919">
                <a:extLst>
                  <a:ext uri="{FF2B5EF4-FFF2-40B4-BE49-F238E27FC236}">
                    <a16:creationId xmlns:a16="http://schemas.microsoft.com/office/drawing/2014/main" id="{CA89BF72-87DF-D24D-9AE1-CD4710EB99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1361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50" name="Rectangle 920">
                <a:extLst>
                  <a:ext uri="{FF2B5EF4-FFF2-40B4-BE49-F238E27FC236}">
                    <a16:creationId xmlns:a16="http://schemas.microsoft.com/office/drawing/2014/main" id="{085A8733-A497-554A-AB7B-D5A1AF64A2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657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151" name="Group 921">
                <a:extLst>
                  <a:ext uri="{FF2B5EF4-FFF2-40B4-BE49-F238E27FC236}">
                    <a16:creationId xmlns:a16="http://schemas.microsoft.com/office/drawing/2014/main" id="{1105FE4F-B615-EC4E-8ABB-ED368A8322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67" name="AutoShape 922">
                  <a:extLst>
                    <a:ext uri="{FF2B5EF4-FFF2-40B4-BE49-F238E27FC236}">
                      <a16:creationId xmlns:a16="http://schemas.microsoft.com/office/drawing/2014/main" id="{1E0537B8-885D-D745-A7D5-29374562BA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68" name="AutoShape 923">
                  <a:extLst>
                    <a:ext uri="{FF2B5EF4-FFF2-40B4-BE49-F238E27FC236}">
                      <a16:creationId xmlns:a16="http://schemas.microsoft.com/office/drawing/2014/main" id="{1936BEAB-A526-134C-AE61-81FAEC2ADF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699" cy="11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52" name="Freeform 924">
                <a:extLst>
                  <a:ext uri="{FF2B5EF4-FFF2-40B4-BE49-F238E27FC236}">
                    <a16:creationId xmlns:a16="http://schemas.microsoft.com/office/drawing/2014/main" id="{164C338E-555C-6E4B-92D9-2362A1BAF4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53" name="Group 925">
                <a:extLst>
                  <a:ext uri="{FF2B5EF4-FFF2-40B4-BE49-F238E27FC236}">
                    <a16:creationId xmlns:a16="http://schemas.microsoft.com/office/drawing/2014/main" id="{8AB75955-5444-B748-A07D-0C69AF6E35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65" name="AutoShape 926">
                  <a:extLst>
                    <a:ext uri="{FF2B5EF4-FFF2-40B4-BE49-F238E27FC236}">
                      <a16:creationId xmlns:a16="http://schemas.microsoft.com/office/drawing/2014/main" id="{68DCD5E8-676E-6B40-9716-3C861B5CE0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9"/>
                  <a:ext cx="715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66" name="AutoShape 927">
                  <a:extLst>
                    <a:ext uri="{FF2B5EF4-FFF2-40B4-BE49-F238E27FC236}">
                      <a16:creationId xmlns:a16="http://schemas.microsoft.com/office/drawing/2014/main" id="{5EFA084C-2B25-274A-A4C8-4D92B614A1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2"/>
                  <a:ext cx="692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54" name="Rectangle 928">
                <a:extLst>
                  <a:ext uri="{FF2B5EF4-FFF2-40B4-BE49-F238E27FC236}">
                    <a16:creationId xmlns:a16="http://schemas.microsoft.com/office/drawing/2014/main" id="{E96115C3-FB7C-5A42-BCAC-28721129F4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68" cy="2291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55" name="Freeform 929">
                <a:extLst>
                  <a:ext uri="{FF2B5EF4-FFF2-40B4-BE49-F238E27FC236}">
                    <a16:creationId xmlns:a16="http://schemas.microsoft.com/office/drawing/2014/main" id="{099B7B3F-764F-F444-820C-4E04327DEE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6" name="Freeform 930">
                <a:extLst>
                  <a:ext uri="{FF2B5EF4-FFF2-40B4-BE49-F238E27FC236}">
                    <a16:creationId xmlns:a16="http://schemas.microsoft.com/office/drawing/2014/main" id="{3AAE54F6-234E-6E49-B930-A478EEBBED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7" name="Oval 931">
                <a:extLst>
                  <a:ext uri="{FF2B5EF4-FFF2-40B4-BE49-F238E27FC236}">
                    <a16:creationId xmlns:a16="http://schemas.microsoft.com/office/drawing/2014/main" id="{D8DBC382-34E4-A94D-BD33-E73AAE2FF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08"/>
                <a:ext cx="49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58" name="Freeform 932">
                <a:extLst>
                  <a:ext uri="{FF2B5EF4-FFF2-40B4-BE49-F238E27FC236}">
                    <a16:creationId xmlns:a16="http://schemas.microsoft.com/office/drawing/2014/main" id="{02E37BA0-58BA-D340-BBCB-771B7F73BA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9" name="AutoShape 933">
                <a:extLst>
                  <a:ext uri="{FF2B5EF4-FFF2-40B4-BE49-F238E27FC236}">
                    <a16:creationId xmlns:a16="http://schemas.microsoft.com/office/drawing/2014/main" id="{7A11C832-52E2-B24F-B855-7BB84806A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1"/>
                <a:ext cx="1197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60" name="AutoShape 934">
                <a:extLst>
                  <a:ext uri="{FF2B5EF4-FFF2-40B4-BE49-F238E27FC236}">
                    <a16:creationId xmlns:a16="http://schemas.microsoft.com/office/drawing/2014/main" id="{DD7E797A-94DF-C14F-A293-ECD616BE3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7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61" name="Oval 935">
                <a:extLst>
                  <a:ext uri="{FF2B5EF4-FFF2-40B4-BE49-F238E27FC236}">
                    <a16:creationId xmlns:a16="http://schemas.microsoft.com/office/drawing/2014/main" id="{F8E0CD42-1375-4B44-A45E-3FF5137006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85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62" name="Oval 936">
                <a:extLst>
                  <a:ext uri="{FF2B5EF4-FFF2-40B4-BE49-F238E27FC236}">
                    <a16:creationId xmlns:a16="http://schemas.microsoft.com/office/drawing/2014/main" id="{B8C9B57C-1451-C147-8513-C69705F7D6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2385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63" name="Oval 937">
                <a:extLst>
                  <a:ext uri="{FF2B5EF4-FFF2-40B4-BE49-F238E27FC236}">
                    <a16:creationId xmlns:a16="http://schemas.microsoft.com/office/drawing/2014/main" id="{006E60AD-0FA7-A842-A62D-50F9E1041A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79"/>
                <a:ext cx="154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64" name="Rectangle 938">
                <a:extLst>
                  <a:ext uri="{FF2B5EF4-FFF2-40B4-BE49-F238E27FC236}">
                    <a16:creationId xmlns:a16="http://schemas.microsoft.com/office/drawing/2014/main" id="{92049753-196F-6840-ADF3-9EA380D9AC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9" y="1834"/>
                <a:ext cx="86" cy="761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</p:grpSp>
        <p:grpSp>
          <p:nvGrpSpPr>
            <p:cNvPr id="293" name="Group 292">
              <a:extLst>
                <a:ext uri="{FF2B5EF4-FFF2-40B4-BE49-F238E27FC236}">
                  <a16:creationId xmlns:a16="http://schemas.microsoft.com/office/drawing/2014/main" id="{62783107-F170-1847-82B9-DD434F3EF8D6}"/>
                </a:ext>
              </a:extLst>
            </p:cNvPr>
            <p:cNvGrpSpPr/>
            <p:nvPr/>
          </p:nvGrpSpPr>
          <p:grpSpPr>
            <a:xfrm>
              <a:off x="8732734" y="5561377"/>
              <a:ext cx="683116" cy="378456"/>
              <a:chOff x="7493876" y="2774731"/>
              <a:chExt cx="1481958" cy="894622"/>
            </a:xfrm>
          </p:grpSpPr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EF5F3E20-D4BC-C442-BACD-59C30DB1202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95" name="Oval 294">
                <a:extLst>
                  <a:ext uri="{FF2B5EF4-FFF2-40B4-BE49-F238E27FC236}">
                    <a16:creationId xmlns:a16="http://schemas.microsoft.com/office/drawing/2014/main" id="{986FC04E-A28E-1649-9FEE-CC9FA6FE1CC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A2C573AD-669C-5A41-AD35-FA2DDD7C369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97" name="Freeform 296">
                  <a:extLst>
                    <a:ext uri="{FF2B5EF4-FFF2-40B4-BE49-F238E27FC236}">
                      <a16:creationId xmlns:a16="http://schemas.microsoft.com/office/drawing/2014/main" id="{97FC19DE-1413-0C41-8566-1994B58AF4D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8" name="Freeform 297">
                  <a:extLst>
                    <a:ext uri="{FF2B5EF4-FFF2-40B4-BE49-F238E27FC236}">
                      <a16:creationId xmlns:a16="http://schemas.microsoft.com/office/drawing/2014/main" id="{5E359D18-9303-A740-A20F-6A15E34217F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9" name="Freeform 298">
                  <a:extLst>
                    <a:ext uri="{FF2B5EF4-FFF2-40B4-BE49-F238E27FC236}">
                      <a16:creationId xmlns:a16="http://schemas.microsoft.com/office/drawing/2014/main" id="{BCCF5A99-B8F1-0348-9EE3-FF3FDF9BE64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0" name="Freeform 299">
                  <a:extLst>
                    <a:ext uri="{FF2B5EF4-FFF2-40B4-BE49-F238E27FC236}">
                      <a16:creationId xmlns:a16="http://schemas.microsoft.com/office/drawing/2014/main" id="{39962976-4CE3-E24A-B309-E8A8187A4C2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8DCD6551-40AC-A340-B0BF-F6A9F6F0C2CC}"/>
                </a:ext>
              </a:extLst>
            </p:cNvPr>
            <p:cNvCxnSpPr/>
            <p:nvPr/>
          </p:nvCxnSpPr>
          <p:spPr>
            <a:xfrm>
              <a:off x="10652863" y="4065510"/>
              <a:ext cx="46313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A8B75330-359B-D541-885D-83BE95DAD881}"/>
                </a:ext>
              </a:extLst>
            </p:cNvPr>
            <p:cNvCxnSpPr/>
            <p:nvPr/>
          </p:nvCxnSpPr>
          <p:spPr>
            <a:xfrm>
              <a:off x="9251576" y="5941812"/>
              <a:ext cx="237507" cy="2375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F2EB30FB-0257-0440-9B83-5B89E862072C}"/>
                </a:ext>
              </a:extLst>
            </p:cNvPr>
            <p:cNvGrpSpPr/>
            <p:nvPr/>
          </p:nvGrpSpPr>
          <p:grpSpPr>
            <a:xfrm>
              <a:off x="7082865" y="1939828"/>
              <a:ext cx="4834638" cy="3974275"/>
              <a:chOff x="3623562" y="1917794"/>
              <a:chExt cx="4834638" cy="3974275"/>
            </a:xfrm>
          </p:grpSpPr>
          <p:grpSp>
            <p:nvGrpSpPr>
              <p:cNvPr id="353" name="Group 352">
                <a:extLst>
                  <a:ext uri="{FF2B5EF4-FFF2-40B4-BE49-F238E27FC236}">
                    <a16:creationId xmlns:a16="http://schemas.microsoft.com/office/drawing/2014/main" id="{98503159-7269-8546-938D-7F77BBA117C9}"/>
                  </a:ext>
                </a:extLst>
              </p:cNvPr>
              <p:cNvGrpSpPr/>
              <p:nvPr/>
            </p:nvGrpSpPr>
            <p:grpSpPr>
              <a:xfrm>
                <a:off x="6599795" y="1917794"/>
                <a:ext cx="1615044" cy="1104405"/>
                <a:chOff x="6599795" y="1917794"/>
                <a:chExt cx="1615044" cy="1104405"/>
              </a:xfrm>
            </p:grpSpPr>
            <p:sp>
              <p:nvSpPr>
                <p:cNvPr id="301" name="Freeform 300">
                  <a:extLst>
                    <a:ext uri="{FF2B5EF4-FFF2-40B4-BE49-F238E27FC236}">
                      <a16:creationId xmlns:a16="http://schemas.microsoft.com/office/drawing/2014/main" id="{21F3A2F2-5A40-F749-8DC9-CB08A393F493}"/>
                    </a:ext>
                  </a:extLst>
                </p:cNvPr>
                <p:cNvSpPr/>
                <p:nvPr/>
              </p:nvSpPr>
              <p:spPr>
                <a:xfrm>
                  <a:off x="6599795" y="2131549"/>
                  <a:ext cx="1615044" cy="890650"/>
                </a:xfrm>
                <a:custGeom>
                  <a:avLst/>
                  <a:gdLst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15044" h="890650">
                      <a:moveTo>
                        <a:pt x="0" y="641268"/>
                      </a:moveTo>
                      <a:cubicBezTo>
                        <a:pt x="320633" y="380011"/>
                        <a:pt x="308759" y="285008"/>
                        <a:pt x="285007" y="0"/>
                      </a:cubicBezTo>
                      <a:lnTo>
                        <a:pt x="1615044" y="83128"/>
                      </a:lnTo>
                      <a:cubicBezTo>
                        <a:pt x="823355" y="399803"/>
                        <a:pt x="625433" y="502723"/>
                        <a:pt x="166254" y="890650"/>
                      </a:cubicBezTo>
                      <a:lnTo>
                        <a:pt x="0" y="641268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bg1">
                        <a:alpha val="72000"/>
                      </a:schemeClr>
                    </a:gs>
                    <a:gs pos="99000">
                      <a:schemeClr val="bg1">
                        <a:lumMod val="95000"/>
                      </a:schemeClr>
                    </a:gs>
                  </a:gsLst>
                  <a:lin ang="162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8" name="Oval 306">
                  <a:extLst>
                    <a:ext uri="{FF2B5EF4-FFF2-40B4-BE49-F238E27FC236}">
                      <a16:creationId xmlns:a16="http://schemas.microsoft.com/office/drawing/2014/main" id="{C1331E49-6949-294D-BD12-9DA72EB365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93234" y="1917794"/>
                  <a:ext cx="1293812" cy="54500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89" name="Text Box 302">
                  <a:extLst>
                    <a:ext uri="{FF2B5EF4-FFF2-40B4-BE49-F238E27FC236}">
                      <a16:creationId xmlns:a16="http://schemas.microsoft.com/office/drawing/2014/main" id="{75A9BE49-3746-8248-B87D-60068DF943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925808" y="2038751"/>
                  <a:ext cx="633945" cy="3077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rPr>
                    <a:t>agent</a:t>
                  </a:r>
                </a:p>
              </p:txBody>
            </p:sp>
            <p:grpSp>
              <p:nvGrpSpPr>
                <p:cNvPr id="268" name="Group 267">
                  <a:extLst>
                    <a:ext uri="{FF2B5EF4-FFF2-40B4-BE49-F238E27FC236}">
                      <a16:creationId xmlns:a16="http://schemas.microsoft.com/office/drawing/2014/main" id="{300D8DCA-AE3F-664F-B284-840D7CAB6124}"/>
                    </a:ext>
                  </a:extLst>
                </p:cNvPr>
                <p:cNvGrpSpPr/>
                <p:nvPr/>
              </p:nvGrpSpPr>
              <p:grpSpPr>
                <a:xfrm>
                  <a:off x="7524624" y="2012797"/>
                  <a:ext cx="533735" cy="344384"/>
                  <a:chOff x="7290003" y="1864426"/>
                  <a:chExt cx="533735" cy="344384"/>
                </a:xfrm>
              </p:grpSpPr>
              <p:sp>
                <p:nvSpPr>
                  <p:cNvPr id="267" name="Can 266">
                    <a:extLst>
                      <a:ext uri="{FF2B5EF4-FFF2-40B4-BE49-F238E27FC236}">
                        <a16:creationId xmlns:a16="http://schemas.microsoft.com/office/drawing/2014/main" id="{127AA489-B99A-914A-AA31-4CC1983CDB79}"/>
                      </a:ext>
                    </a:extLst>
                  </p:cNvPr>
                  <p:cNvSpPr/>
                  <p:nvPr/>
                </p:nvSpPr>
                <p:spPr>
                  <a:xfrm>
                    <a:off x="7338951" y="1864426"/>
                    <a:ext cx="427511" cy="344384"/>
                  </a:xfrm>
                  <a:prstGeom prst="can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92" name="Text Box 305">
                    <a:extLst>
                      <a:ext uri="{FF2B5EF4-FFF2-40B4-BE49-F238E27FC236}">
                        <a16:creationId xmlns:a16="http://schemas.microsoft.com/office/drawing/2014/main" id="{6DA72DB0-C614-724C-8C4D-84173619A77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290003" y="1889518"/>
                    <a:ext cx="533735" cy="3076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A8"/>
                        </a:solidFill>
                        <a:effectLst/>
                        <a:uLnTx/>
                        <a:uFillTx/>
                        <a:latin typeface="Arial"/>
                        <a:ea typeface="ＭＳ Ｐゴシック" charset="0"/>
                        <a:cs typeface="Arial"/>
                      </a:rPr>
                      <a:t>data</a:t>
                    </a:r>
                  </a:p>
                </p:txBody>
              </p:sp>
            </p:grpSp>
          </p:grp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0B399AF3-B41F-2245-B53D-8AD0FB017F57}"/>
                  </a:ext>
                </a:extLst>
              </p:cNvPr>
              <p:cNvGrpSpPr/>
              <p:nvPr/>
            </p:nvGrpSpPr>
            <p:grpSpPr>
              <a:xfrm>
                <a:off x="6752194" y="4789643"/>
                <a:ext cx="1646629" cy="914399"/>
                <a:chOff x="6752194" y="4789643"/>
                <a:chExt cx="1646629" cy="914399"/>
              </a:xfrm>
            </p:grpSpPr>
            <p:sp>
              <p:nvSpPr>
                <p:cNvPr id="312" name="Freeform 311">
                  <a:extLst>
                    <a:ext uri="{FF2B5EF4-FFF2-40B4-BE49-F238E27FC236}">
                      <a16:creationId xmlns:a16="http://schemas.microsoft.com/office/drawing/2014/main" id="{BC32BAA3-10B6-2D49-970C-2F8FD93BF0C8}"/>
                    </a:ext>
                  </a:extLst>
                </p:cNvPr>
                <p:cNvSpPr/>
                <p:nvPr/>
              </p:nvSpPr>
              <p:spPr>
                <a:xfrm>
                  <a:off x="6752194" y="5003397"/>
                  <a:ext cx="1294411" cy="700645"/>
                </a:xfrm>
                <a:custGeom>
                  <a:avLst/>
                  <a:gdLst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46313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463138 h 890650"/>
                    <a:gd name="connsiteX0" fmla="*/ 0 w 1615044"/>
                    <a:gd name="connsiteY0" fmla="*/ 46313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463138 h 890650"/>
                    <a:gd name="connsiteX0" fmla="*/ 59377 w 1674421"/>
                    <a:gd name="connsiteY0" fmla="*/ 463138 h 700645"/>
                    <a:gd name="connsiteX1" fmla="*/ 344384 w 1674421"/>
                    <a:gd name="connsiteY1" fmla="*/ 0 h 700645"/>
                    <a:gd name="connsiteX2" fmla="*/ 1674421 w 1674421"/>
                    <a:gd name="connsiteY2" fmla="*/ 83128 h 700645"/>
                    <a:gd name="connsiteX3" fmla="*/ 0 w 1674421"/>
                    <a:gd name="connsiteY3" fmla="*/ 700645 h 700645"/>
                    <a:gd name="connsiteX4" fmla="*/ 59377 w 1674421"/>
                    <a:gd name="connsiteY4" fmla="*/ 463138 h 700645"/>
                    <a:gd name="connsiteX0" fmla="*/ 59377 w 1674421"/>
                    <a:gd name="connsiteY0" fmla="*/ 463138 h 700645"/>
                    <a:gd name="connsiteX1" fmla="*/ 344384 w 1674421"/>
                    <a:gd name="connsiteY1" fmla="*/ 0 h 700645"/>
                    <a:gd name="connsiteX2" fmla="*/ 1674421 w 1674421"/>
                    <a:gd name="connsiteY2" fmla="*/ 83128 h 700645"/>
                    <a:gd name="connsiteX3" fmla="*/ 0 w 1674421"/>
                    <a:gd name="connsiteY3" fmla="*/ 700645 h 700645"/>
                    <a:gd name="connsiteX4" fmla="*/ 59377 w 1674421"/>
                    <a:gd name="connsiteY4" fmla="*/ 463138 h 700645"/>
                    <a:gd name="connsiteX0" fmla="*/ 59377 w 1294411"/>
                    <a:gd name="connsiteY0" fmla="*/ 463138 h 700645"/>
                    <a:gd name="connsiteX1" fmla="*/ 344384 w 1294411"/>
                    <a:gd name="connsiteY1" fmla="*/ 0 h 700645"/>
                    <a:gd name="connsiteX2" fmla="*/ 1294411 w 1294411"/>
                    <a:gd name="connsiteY2" fmla="*/ 296884 h 700645"/>
                    <a:gd name="connsiteX3" fmla="*/ 0 w 1294411"/>
                    <a:gd name="connsiteY3" fmla="*/ 700645 h 700645"/>
                    <a:gd name="connsiteX4" fmla="*/ 59377 w 1294411"/>
                    <a:gd name="connsiteY4" fmla="*/ 463138 h 700645"/>
                    <a:gd name="connsiteX0" fmla="*/ 59377 w 1294411"/>
                    <a:gd name="connsiteY0" fmla="*/ 463138 h 700645"/>
                    <a:gd name="connsiteX1" fmla="*/ 344384 w 1294411"/>
                    <a:gd name="connsiteY1" fmla="*/ 0 h 700645"/>
                    <a:gd name="connsiteX2" fmla="*/ 1294411 w 1294411"/>
                    <a:gd name="connsiteY2" fmla="*/ 296884 h 700645"/>
                    <a:gd name="connsiteX3" fmla="*/ 0 w 1294411"/>
                    <a:gd name="connsiteY3" fmla="*/ 700645 h 700645"/>
                    <a:gd name="connsiteX4" fmla="*/ 59377 w 1294411"/>
                    <a:gd name="connsiteY4" fmla="*/ 463138 h 7006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94411" h="700645">
                      <a:moveTo>
                        <a:pt x="59377" y="463138"/>
                      </a:moveTo>
                      <a:cubicBezTo>
                        <a:pt x="285008" y="380011"/>
                        <a:pt x="368136" y="285008"/>
                        <a:pt x="344384" y="0"/>
                      </a:cubicBezTo>
                      <a:lnTo>
                        <a:pt x="1294411" y="296884"/>
                      </a:lnTo>
                      <a:cubicBezTo>
                        <a:pt x="407720" y="530432"/>
                        <a:pt x="601683" y="455221"/>
                        <a:pt x="0" y="700645"/>
                      </a:cubicBezTo>
                      <a:lnTo>
                        <a:pt x="59377" y="463138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bg1">
                        <a:alpha val="80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62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3" name="Oval 306">
                  <a:extLst>
                    <a:ext uri="{FF2B5EF4-FFF2-40B4-BE49-F238E27FC236}">
                      <a16:creationId xmlns:a16="http://schemas.microsoft.com/office/drawing/2014/main" id="{D0086292-F5A0-3D43-9848-5DA11A462D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5011" y="4789643"/>
                  <a:ext cx="1293812" cy="54500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314" name="Text Box 302">
                  <a:extLst>
                    <a:ext uri="{FF2B5EF4-FFF2-40B4-BE49-F238E27FC236}">
                      <a16:creationId xmlns:a16="http://schemas.microsoft.com/office/drawing/2014/main" id="{C0589A43-6BE2-4048-B48A-674AA2316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37585" y="4910600"/>
                  <a:ext cx="633945" cy="3077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rPr>
                    <a:t>agent</a:t>
                  </a:r>
                </a:p>
              </p:txBody>
            </p:sp>
            <p:grpSp>
              <p:nvGrpSpPr>
                <p:cNvPr id="315" name="Group 314">
                  <a:extLst>
                    <a:ext uri="{FF2B5EF4-FFF2-40B4-BE49-F238E27FC236}">
                      <a16:creationId xmlns:a16="http://schemas.microsoft.com/office/drawing/2014/main" id="{B4A98685-03BD-1548-A9AD-2325D2126565}"/>
                    </a:ext>
                  </a:extLst>
                </p:cNvPr>
                <p:cNvGrpSpPr/>
                <p:nvPr/>
              </p:nvGrpSpPr>
              <p:grpSpPr>
                <a:xfrm>
                  <a:off x="7736401" y="4884646"/>
                  <a:ext cx="533735" cy="344384"/>
                  <a:chOff x="7290003" y="1864426"/>
                  <a:chExt cx="533735" cy="344384"/>
                </a:xfrm>
              </p:grpSpPr>
              <p:sp>
                <p:nvSpPr>
                  <p:cNvPr id="316" name="Can 315">
                    <a:extLst>
                      <a:ext uri="{FF2B5EF4-FFF2-40B4-BE49-F238E27FC236}">
                        <a16:creationId xmlns:a16="http://schemas.microsoft.com/office/drawing/2014/main" id="{BEC12876-C00A-3345-8660-E4A5472BAA2B}"/>
                      </a:ext>
                    </a:extLst>
                  </p:cNvPr>
                  <p:cNvSpPr/>
                  <p:nvPr/>
                </p:nvSpPr>
                <p:spPr>
                  <a:xfrm>
                    <a:off x="7338951" y="1864426"/>
                    <a:ext cx="427511" cy="344384"/>
                  </a:xfrm>
                  <a:prstGeom prst="can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17" name="Text Box 305">
                    <a:extLst>
                      <a:ext uri="{FF2B5EF4-FFF2-40B4-BE49-F238E27FC236}">
                        <a16:creationId xmlns:a16="http://schemas.microsoft.com/office/drawing/2014/main" id="{5C0A977A-DEFF-D347-B4D2-E6A31D23BD0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290003" y="1889518"/>
                    <a:ext cx="533735" cy="3076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A8"/>
                        </a:solidFill>
                        <a:effectLst/>
                        <a:uLnTx/>
                        <a:uFillTx/>
                        <a:latin typeface="Arial"/>
                        <a:ea typeface="ＭＳ Ｐゴシック" charset="0"/>
                        <a:cs typeface="Arial"/>
                      </a:rPr>
                      <a:t>data</a:t>
                    </a:r>
                  </a:p>
                </p:txBody>
              </p:sp>
            </p:grpSp>
          </p:grpSp>
          <p:grpSp>
            <p:nvGrpSpPr>
              <p:cNvPr id="350" name="Group 349">
                <a:extLst>
                  <a:ext uri="{FF2B5EF4-FFF2-40B4-BE49-F238E27FC236}">
                    <a16:creationId xmlns:a16="http://schemas.microsoft.com/office/drawing/2014/main" id="{65FA4AC1-63D1-4C49-9664-C68D15981EAD}"/>
                  </a:ext>
                </a:extLst>
              </p:cNvPr>
              <p:cNvGrpSpPr/>
              <p:nvPr/>
            </p:nvGrpSpPr>
            <p:grpSpPr>
              <a:xfrm>
                <a:off x="3623562" y="5108298"/>
                <a:ext cx="1784742" cy="783771"/>
                <a:chOff x="3623562" y="5108298"/>
                <a:chExt cx="1784742" cy="783771"/>
              </a:xfrm>
            </p:grpSpPr>
            <p:sp>
              <p:nvSpPr>
                <p:cNvPr id="319" name="Freeform 318">
                  <a:extLst>
                    <a:ext uri="{FF2B5EF4-FFF2-40B4-BE49-F238E27FC236}">
                      <a16:creationId xmlns:a16="http://schemas.microsoft.com/office/drawing/2014/main" id="{52DBAB91-18CB-8944-B638-1ECE818830DB}"/>
                    </a:ext>
                  </a:extLst>
                </p:cNvPr>
                <p:cNvSpPr/>
                <p:nvPr/>
              </p:nvSpPr>
              <p:spPr>
                <a:xfrm flipH="1">
                  <a:off x="4018890" y="5238925"/>
                  <a:ext cx="1389414" cy="653144"/>
                </a:xfrm>
                <a:custGeom>
                  <a:avLst/>
                  <a:gdLst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46313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463138 h 890650"/>
                    <a:gd name="connsiteX0" fmla="*/ 0 w 1615044"/>
                    <a:gd name="connsiteY0" fmla="*/ 46313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463138 h 890650"/>
                    <a:gd name="connsiteX0" fmla="*/ 59377 w 1674421"/>
                    <a:gd name="connsiteY0" fmla="*/ 463138 h 700645"/>
                    <a:gd name="connsiteX1" fmla="*/ 344384 w 1674421"/>
                    <a:gd name="connsiteY1" fmla="*/ 0 h 700645"/>
                    <a:gd name="connsiteX2" fmla="*/ 1674421 w 1674421"/>
                    <a:gd name="connsiteY2" fmla="*/ 83128 h 700645"/>
                    <a:gd name="connsiteX3" fmla="*/ 0 w 1674421"/>
                    <a:gd name="connsiteY3" fmla="*/ 700645 h 700645"/>
                    <a:gd name="connsiteX4" fmla="*/ 59377 w 1674421"/>
                    <a:gd name="connsiteY4" fmla="*/ 463138 h 700645"/>
                    <a:gd name="connsiteX0" fmla="*/ 59377 w 1674421"/>
                    <a:gd name="connsiteY0" fmla="*/ 463138 h 700645"/>
                    <a:gd name="connsiteX1" fmla="*/ 344384 w 1674421"/>
                    <a:gd name="connsiteY1" fmla="*/ 0 h 700645"/>
                    <a:gd name="connsiteX2" fmla="*/ 1674421 w 1674421"/>
                    <a:gd name="connsiteY2" fmla="*/ 83128 h 700645"/>
                    <a:gd name="connsiteX3" fmla="*/ 0 w 1674421"/>
                    <a:gd name="connsiteY3" fmla="*/ 700645 h 700645"/>
                    <a:gd name="connsiteX4" fmla="*/ 59377 w 1674421"/>
                    <a:gd name="connsiteY4" fmla="*/ 463138 h 700645"/>
                    <a:gd name="connsiteX0" fmla="*/ 59377 w 1294411"/>
                    <a:gd name="connsiteY0" fmla="*/ 463138 h 700645"/>
                    <a:gd name="connsiteX1" fmla="*/ 344384 w 1294411"/>
                    <a:gd name="connsiteY1" fmla="*/ 0 h 700645"/>
                    <a:gd name="connsiteX2" fmla="*/ 1294411 w 1294411"/>
                    <a:gd name="connsiteY2" fmla="*/ 296884 h 700645"/>
                    <a:gd name="connsiteX3" fmla="*/ 0 w 1294411"/>
                    <a:gd name="connsiteY3" fmla="*/ 700645 h 700645"/>
                    <a:gd name="connsiteX4" fmla="*/ 59377 w 1294411"/>
                    <a:gd name="connsiteY4" fmla="*/ 463138 h 700645"/>
                    <a:gd name="connsiteX0" fmla="*/ 59377 w 1294411"/>
                    <a:gd name="connsiteY0" fmla="*/ 463138 h 700645"/>
                    <a:gd name="connsiteX1" fmla="*/ 344384 w 1294411"/>
                    <a:gd name="connsiteY1" fmla="*/ 0 h 700645"/>
                    <a:gd name="connsiteX2" fmla="*/ 1294411 w 1294411"/>
                    <a:gd name="connsiteY2" fmla="*/ 296884 h 700645"/>
                    <a:gd name="connsiteX3" fmla="*/ 0 w 1294411"/>
                    <a:gd name="connsiteY3" fmla="*/ 700645 h 700645"/>
                    <a:gd name="connsiteX4" fmla="*/ 59377 w 1294411"/>
                    <a:gd name="connsiteY4" fmla="*/ 463138 h 700645"/>
                    <a:gd name="connsiteX0" fmla="*/ 59377 w 1389414"/>
                    <a:gd name="connsiteY0" fmla="*/ 463138 h 700645"/>
                    <a:gd name="connsiteX1" fmla="*/ 344384 w 1389414"/>
                    <a:gd name="connsiteY1" fmla="*/ 0 h 700645"/>
                    <a:gd name="connsiteX2" fmla="*/ 1389414 w 1389414"/>
                    <a:gd name="connsiteY2" fmla="*/ 439388 h 700645"/>
                    <a:gd name="connsiteX3" fmla="*/ 0 w 1389414"/>
                    <a:gd name="connsiteY3" fmla="*/ 700645 h 700645"/>
                    <a:gd name="connsiteX4" fmla="*/ 59377 w 1389414"/>
                    <a:gd name="connsiteY4" fmla="*/ 463138 h 700645"/>
                    <a:gd name="connsiteX0" fmla="*/ 59377 w 1389414"/>
                    <a:gd name="connsiteY0" fmla="*/ 463138 h 700645"/>
                    <a:gd name="connsiteX1" fmla="*/ 344384 w 1389414"/>
                    <a:gd name="connsiteY1" fmla="*/ 0 h 700645"/>
                    <a:gd name="connsiteX2" fmla="*/ 1389414 w 1389414"/>
                    <a:gd name="connsiteY2" fmla="*/ 439388 h 700645"/>
                    <a:gd name="connsiteX3" fmla="*/ 0 w 1389414"/>
                    <a:gd name="connsiteY3" fmla="*/ 700645 h 700645"/>
                    <a:gd name="connsiteX4" fmla="*/ 59377 w 1389414"/>
                    <a:gd name="connsiteY4" fmla="*/ 463138 h 700645"/>
                    <a:gd name="connsiteX0" fmla="*/ 59377 w 1389414"/>
                    <a:gd name="connsiteY0" fmla="*/ 415637 h 653144"/>
                    <a:gd name="connsiteX1" fmla="*/ 605641 w 1389414"/>
                    <a:gd name="connsiteY1" fmla="*/ 0 h 653144"/>
                    <a:gd name="connsiteX2" fmla="*/ 1389414 w 1389414"/>
                    <a:gd name="connsiteY2" fmla="*/ 391887 h 653144"/>
                    <a:gd name="connsiteX3" fmla="*/ 0 w 1389414"/>
                    <a:gd name="connsiteY3" fmla="*/ 653144 h 653144"/>
                    <a:gd name="connsiteX4" fmla="*/ 59377 w 1389414"/>
                    <a:gd name="connsiteY4" fmla="*/ 415637 h 653144"/>
                    <a:gd name="connsiteX0" fmla="*/ 59377 w 1389414"/>
                    <a:gd name="connsiteY0" fmla="*/ 415637 h 653144"/>
                    <a:gd name="connsiteX1" fmla="*/ 605641 w 1389414"/>
                    <a:gd name="connsiteY1" fmla="*/ 0 h 653144"/>
                    <a:gd name="connsiteX2" fmla="*/ 1389414 w 1389414"/>
                    <a:gd name="connsiteY2" fmla="*/ 391887 h 653144"/>
                    <a:gd name="connsiteX3" fmla="*/ 0 w 1389414"/>
                    <a:gd name="connsiteY3" fmla="*/ 653144 h 653144"/>
                    <a:gd name="connsiteX4" fmla="*/ 59377 w 1389414"/>
                    <a:gd name="connsiteY4" fmla="*/ 415637 h 653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89414" h="653144">
                      <a:moveTo>
                        <a:pt x="59377" y="415637"/>
                      </a:moveTo>
                      <a:cubicBezTo>
                        <a:pt x="285008" y="332510"/>
                        <a:pt x="320635" y="320634"/>
                        <a:pt x="605641" y="0"/>
                      </a:cubicBezTo>
                      <a:lnTo>
                        <a:pt x="1389414" y="391887"/>
                      </a:lnTo>
                      <a:cubicBezTo>
                        <a:pt x="395845" y="482932"/>
                        <a:pt x="601683" y="407720"/>
                        <a:pt x="0" y="653144"/>
                      </a:cubicBezTo>
                      <a:lnTo>
                        <a:pt x="59377" y="415637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bg1">
                        <a:alpha val="56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0" name="Oval 306">
                  <a:extLst>
                    <a:ext uri="{FF2B5EF4-FFF2-40B4-BE49-F238E27FC236}">
                      <a16:creationId xmlns:a16="http://schemas.microsoft.com/office/drawing/2014/main" id="{0D5767D2-E254-6C48-A6AE-9449867C50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23562" y="5108298"/>
                  <a:ext cx="1293812" cy="54500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321" name="Text Box 302">
                  <a:extLst>
                    <a:ext uri="{FF2B5EF4-FFF2-40B4-BE49-F238E27FC236}">
                      <a16:creationId xmlns:a16="http://schemas.microsoft.com/office/drawing/2014/main" id="{602F1303-18D9-F844-8639-AAC33D82813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6136" y="5229255"/>
                  <a:ext cx="633945" cy="3077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rPr>
                    <a:t>agent</a:t>
                  </a:r>
                </a:p>
              </p:txBody>
            </p:sp>
            <p:grpSp>
              <p:nvGrpSpPr>
                <p:cNvPr id="322" name="Group 321">
                  <a:extLst>
                    <a:ext uri="{FF2B5EF4-FFF2-40B4-BE49-F238E27FC236}">
                      <a16:creationId xmlns:a16="http://schemas.microsoft.com/office/drawing/2014/main" id="{9399649B-7A2F-554C-82AD-F4B1AD5B42A6}"/>
                    </a:ext>
                  </a:extLst>
                </p:cNvPr>
                <p:cNvGrpSpPr/>
                <p:nvPr/>
              </p:nvGrpSpPr>
              <p:grpSpPr>
                <a:xfrm>
                  <a:off x="4254952" y="5203301"/>
                  <a:ext cx="533735" cy="344384"/>
                  <a:chOff x="7290003" y="1864426"/>
                  <a:chExt cx="533735" cy="344384"/>
                </a:xfrm>
              </p:grpSpPr>
              <p:sp>
                <p:nvSpPr>
                  <p:cNvPr id="323" name="Can 322">
                    <a:extLst>
                      <a:ext uri="{FF2B5EF4-FFF2-40B4-BE49-F238E27FC236}">
                        <a16:creationId xmlns:a16="http://schemas.microsoft.com/office/drawing/2014/main" id="{F854262E-7886-3241-8D11-A5E6E60EA1C7}"/>
                      </a:ext>
                    </a:extLst>
                  </p:cNvPr>
                  <p:cNvSpPr/>
                  <p:nvPr/>
                </p:nvSpPr>
                <p:spPr>
                  <a:xfrm>
                    <a:off x="7338951" y="1864426"/>
                    <a:ext cx="427511" cy="344384"/>
                  </a:xfrm>
                  <a:prstGeom prst="can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24" name="Text Box 305">
                    <a:extLst>
                      <a:ext uri="{FF2B5EF4-FFF2-40B4-BE49-F238E27FC236}">
                        <a16:creationId xmlns:a16="http://schemas.microsoft.com/office/drawing/2014/main" id="{D3254243-5BF2-B44B-896A-66CA5C3A2B5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290003" y="1889518"/>
                    <a:ext cx="533735" cy="3076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A8"/>
                        </a:solidFill>
                        <a:effectLst/>
                        <a:uLnTx/>
                        <a:uFillTx/>
                        <a:latin typeface="Arial"/>
                        <a:ea typeface="ＭＳ Ｐゴシック" charset="0"/>
                        <a:cs typeface="Arial"/>
                      </a:rPr>
                      <a:t>data</a:t>
                    </a:r>
                  </a:p>
                </p:txBody>
              </p:sp>
            </p:grpSp>
          </p:grpSp>
          <p:grpSp>
            <p:nvGrpSpPr>
              <p:cNvPr id="352" name="Group 351">
                <a:extLst>
                  <a:ext uri="{FF2B5EF4-FFF2-40B4-BE49-F238E27FC236}">
                    <a16:creationId xmlns:a16="http://schemas.microsoft.com/office/drawing/2014/main" id="{C605FFB0-6286-B440-B611-9F82631845A0}"/>
                  </a:ext>
                </a:extLst>
              </p:cNvPr>
              <p:cNvGrpSpPr/>
              <p:nvPr/>
            </p:nvGrpSpPr>
            <p:grpSpPr>
              <a:xfrm>
                <a:off x="6918449" y="3352729"/>
                <a:ext cx="1539751" cy="831273"/>
                <a:chOff x="6918449" y="3352729"/>
                <a:chExt cx="1539751" cy="831273"/>
              </a:xfrm>
            </p:grpSpPr>
            <p:sp>
              <p:nvSpPr>
                <p:cNvPr id="304" name="Freeform 303">
                  <a:extLst>
                    <a:ext uri="{FF2B5EF4-FFF2-40B4-BE49-F238E27FC236}">
                      <a16:creationId xmlns:a16="http://schemas.microsoft.com/office/drawing/2014/main" id="{05F67424-D671-0E43-83F5-376615A1EEA0}"/>
                    </a:ext>
                  </a:extLst>
                </p:cNvPr>
                <p:cNvSpPr/>
                <p:nvPr/>
              </p:nvSpPr>
              <p:spPr>
                <a:xfrm>
                  <a:off x="6918449" y="3627840"/>
                  <a:ext cx="1223159" cy="556162"/>
                </a:xfrm>
                <a:custGeom>
                  <a:avLst/>
                  <a:gdLst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223159"/>
                    <a:gd name="connsiteY0" fmla="*/ 641268 h 890650"/>
                    <a:gd name="connsiteX1" fmla="*/ 285007 w 1223159"/>
                    <a:gd name="connsiteY1" fmla="*/ 0 h 890650"/>
                    <a:gd name="connsiteX2" fmla="*/ 1223159 w 1223159"/>
                    <a:gd name="connsiteY2" fmla="*/ 368389 h 890650"/>
                    <a:gd name="connsiteX3" fmla="*/ 166254 w 1223159"/>
                    <a:gd name="connsiteY3" fmla="*/ 890650 h 890650"/>
                    <a:gd name="connsiteX4" fmla="*/ 0 w 1223159"/>
                    <a:gd name="connsiteY4" fmla="*/ 641268 h 890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159" h="890650">
                      <a:moveTo>
                        <a:pt x="0" y="641268"/>
                      </a:moveTo>
                      <a:cubicBezTo>
                        <a:pt x="320633" y="380011"/>
                        <a:pt x="308759" y="285008"/>
                        <a:pt x="285007" y="0"/>
                      </a:cubicBezTo>
                      <a:lnTo>
                        <a:pt x="1223159" y="368389"/>
                      </a:lnTo>
                      <a:cubicBezTo>
                        <a:pt x="431470" y="685064"/>
                        <a:pt x="625433" y="502723"/>
                        <a:pt x="166254" y="890650"/>
                      </a:cubicBezTo>
                      <a:lnTo>
                        <a:pt x="0" y="641268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85000"/>
                        <a:alpha val="73000"/>
                      </a:schemeClr>
                    </a:gs>
                  </a:gsLst>
                  <a:lin ang="162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05" name="Oval 306">
                  <a:extLst>
                    <a:ext uri="{FF2B5EF4-FFF2-40B4-BE49-F238E27FC236}">
                      <a16:creationId xmlns:a16="http://schemas.microsoft.com/office/drawing/2014/main" id="{27559BC1-D012-754D-894C-ECDB3C9519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64388" y="3352729"/>
                  <a:ext cx="1293812" cy="54500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306" name="Text Box 302">
                  <a:extLst>
                    <a:ext uri="{FF2B5EF4-FFF2-40B4-BE49-F238E27FC236}">
                      <a16:creationId xmlns:a16="http://schemas.microsoft.com/office/drawing/2014/main" id="{657B579A-71C9-8545-B2A3-9605C379384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96962" y="3473686"/>
                  <a:ext cx="633945" cy="3077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rPr>
                    <a:t>agent</a:t>
                  </a:r>
                </a:p>
              </p:txBody>
            </p:sp>
            <p:grpSp>
              <p:nvGrpSpPr>
                <p:cNvPr id="307" name="Group 306">
                  <a:extLst>
                    <a:ext uri="{FF2B5EF4-FFF2-40B4-BE49-F238E27FC236}">
                      <a16:creationId xmlns:a16="http://schemas.microsoft.com/office/drawing/2014/main" id="{82DC8040-9E40-BC47-92BF-988BC760C75E}"/>
                    </a:ext>
                  </a:extLst>
                </p:cNvPr>
                <p:cNvGrpSpPr/>
                <p:nvPr/>
              </p:nvGrpSpPr>
              <p:grpSpPr>
                <a:xfrm>
                  <a:off x="7795778" y="3447732"/>
                  <a:ext cx="533735" cy="344384"/>
                  <a:chOff x="7290003" y="1864426"/>
                  <a:chExt cx="533735" cy="344384"/>
                </a:xfrm>
              </p:grpSpPr>
              <p:sp>
                <p:nvSpPr>
                  <p:cNvPr id="308" name="Can 307">
                    <a:extLst>
                      <a:ext uri="{FF2B5EF4-FFF2-40B4-BE49-F238E27FC236}">
                        <a16:creationId xmlns:a16="http://schemas.microsoft.com/office/drawing/2014/main" id="{E13C5E51-EC31-1540-80DD-4CC6C4BF1D9D}"/>
                      </a:ext>
                    </a:extLst>
                  </p:cNvPr>
                  <p:cNvSpPr/>
                  <p:nvPr/>
                </p:nvSpPr>
                <p:spPr>
                  <a:xfrm>
                    <a:off x="7338951" y="1864426"/>
                    <a:ext cx="427511" cy="344384"/>
                  </a:xfrm>
                  <a:prstGeom prst="can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09" name="Text Box 305">
                    <a:extLst>
                      <a:ext uri="{FF2B5EF4-FFF2-40B4-BE49-F238E27FC236}">
                        <a16:creationId xmlns:a16="http://schemas.microsoft.com/office/drawing/2014/main" id="{7F6A394E-C8F9-D64D-B2E3-4988424BF43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290003" y="1889518"/>
                    <a:ext cx="533735" cy="3076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A8"/>
                        </a:solidFill>
                        <a:effectLst/>
                        <a:uLnTx/>
                        <a:uFillTx/>
                        <a:latin typeface="Arial"/>
                        <a:ea typeface="ＭＳ Ｐゴシック" charset="0"/>
                        <a:cs typeface="Arial"/>
                      </a:rPr>
                      <a:t>data</a:t>
                    </a:r>
                  </a:p>
                </p:txBody>
              </p:sp>
            </p:grpSp>
          </p:grpSp>
          <p:grpSp>
            <p:nvGrpSpPr>
              <p:cNvPr id="330" name="Group 329">
                <a:extLst>
                  <a:ext uri="{FF2B5EF4-FFF2-40B4-BE49-F238E27FC236}">
                    <a16:creationId xmlns:a16="http://schemas.microsoft.com/office/drawing/2014/main" id="{E633D5C9-326B-9D47-B6FE-0B5C7B23DBD1}"/>
                  </a:ext>
                </a:extLst>
              </p:cNvPr>
              <p:cNvGrpSpPr/>
              <p:nvPr/>
            </p:nvGrpSpPr>
            <p:grpSpPr>
              <a:xfrm>
                <a:off x="3906590" y="3823785"/>
                <a:ext cx="1755404" cy="783771"/>
                <a:chOff x="1750147" y="5031180"/>
                <a:chExt cx="1755404" cy="783771"/>
              </a:xfrm>
            </p:grpSpPr>
            <p:sp>
              <p:nvSpPr>
                <p:cNvPr id="331" name="Freeform 330">
                  <a:extLst>
                    <a:ext uri="{FF2B5EF4-FFF2-40B4-BE49-F238E27FC236}">
                      <a16:creationId xmlns:a16="http://schemas.microsoft.com/office/drawing/2014/main" id="{675A9804-5AFD-F641-BAE7-539EF7603289}"/>
                    </a:ext>
                  </a:extLst>
                </p:cNvPr>
                <p:cNvSpPr/>
                <p:nvPr/>
              </p:nvSpPr>
              <p:spPr>
                <a:xfrm flipH="1">
                  <a:off x="2679864" y="5304311"/>
                  <a:ext cx="825687" cy="510640"/>
                </a:xfrm>
                <a:custGeom>
                  <a:avLst/>
                  <a:gdLst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64126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641268 h 890650"/>
                    <a:gd name="connsiteX0" fmla="*/ 0 w 1615044"/>
                    <a:gd name="connsiteY0" fmla="*/ 46313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463138 h 890650"/>
                    <a:gd name="connsiteX0" fmla="*/ 0 w 1615044"/>
                    <a:gd name="connsiteY0" fmla="*/ 463138 h 890650"/>
                    <a:gd name="connsiteX1" fmla="*/ 285007 w 1615044"/>
                    <a:gd name="connsiteY1" fmla="*/ 0 h 890650"/>
                    <a:gd name="connsiteX2" fmla="*/ 1615044 w 1615044"/>
                    <a:gd name="connsiteY2" fmla="*/ 83128 h 890650"/>
                    <a:gd name="connsiteX3" fmla="*/ 166254 w 1615044"/>
                    <a:gd name="connsiteY3" fmla="*/ 890650 h 890650"/>
                    <a:gd name="connsiteX4" fmla="*/ 0 w 1615044"/>
                    <a:gd name="connsiteY4" fmla="*/ 463138 h 890650"/>
                    <a:gd name="connsiteX0" fmla="*/ 59377 w 1674421"/>
                    <a:gd name="connsiteY0" fmla="*/ 463138 h 700645"/>
                    <a:gd name="connsiteX1" fmla="*/ 344384 w 1674421"/>
                    <a:gd name="connsiteY1" fmla="*/ 0 h 700645"/>
                    <a:gd name="connsiteX2" fmla="*/ 1674421 w 1674421"/>
                    <a:gd name="connsiteY2" fmla="*/ 83128 h 700645"/>
                    <a:gd name="connsiteX3" fmla="*/ 0 w 1674421"/>
                    <a:gd name="connsiteY3" fmla="*/ 700645 h 700645"/>
                    <a:gd name="connsiteX4" fmla="*/ 59377 w 1674421"/>
                    <a:gd name="connsiteY4" fmla="*/ 463138 h 700645"/>
                    <a:gd name="connsiteX0" fmla="*/ 59377 w 1674421"/>
                    <a:gd name="connsiteY0" fmla="*/ 463138 h 700645"/>
                    <a:gd name="connsiteX1" fmla="*/ 344384 w 1674421"/>
                    <a:gd name="connsiteY1" fmla="*/ 0 h 700645"/>
                    <a:gd name="connsiteX2" fmla="*/ 1674421 w 1674421"/>
                    <a:gd name="connsiteY2" fmla="*/ 83128 h 700645"/>
                    <a:gd name="connsiteX3" fmla="*/ 0 w 1674421"/>
                    <a:gd name="connsiteY3" fmla="*/ 700645 h 700645"/>
                    <a:gd name="connsiteX4" fmla="*/ 59377 w 1674421"/>
                    <a:gd name="connsiteY4" fmla="*/ 463138 h 700645"/>
                    <a:gd name="connsiteX0" fmla="*/ 59377 w 1294411"/>
                    <a:gd name="connsiteY0" fmla="*/ 463138 h 700645"/>
                    <a:gd name="connsiteX1" fmla="*/ 344384 w 1294411"/>
                    <a:gd name="connsiteY1" fmla="*/ 0 h 700645"/>
                    <a:gd name="connsiteX2" fmla="*/ 1294411 w 1294411"/>
                    <a:gd name="connsiteY2" fmla="*/ 296884 h 700645"/>
                    <a:gd name="connsiteX3" fmla="*/ 0 w 1294411"/>
                    <a:gd name="connsiteY3" fmla="*/ 700645 h 700645"/>
                    <a:gd name="connsiteX4" fmla="*/ 59377 w 1294411"/>
                    <a:gd name="connsiteY4" fmla="*/ 463138 h 700645"/>
                    <a:gd name="connsiteX0" fmla="*/ 59377 w 1294411"/>
                    <a:gd name="connsiteY0" fmla="*/ 463138 h 700645"/>
                    <a:gd name="connsiteX1" fmla="*/ 344384 w 1294411"/>
                    <a:gd name="connsiteY1" fmla="*/ 0 h 700645"/>
                    <a:gd name="connsiteX2" fmla="*/ 1294411 w 1294411"/>
                    <a:gd name="connsiteY2" fmla="*/ 296884 h 700645"/>
                    <a:gd name="connsiteX3" fmla="*/ 0 w 1294411"/>
                    <a:gd name="connsiteY3" fmla="*/ 700645 h 700645"/>
                    <a:gd name="connsiteX4" fmla="*/ 59377 w 1294411"/>
                    <a:gd name="connsiteY4" fmla="*/ 463138 h 700645"/>
                    <a:gd name="connsiteX0" fmla="*/ 59377 w 1389414"/>
                    <a:gd name="connsiteY0" fmla="*/ 463138 h 700645"/>
                    <a:gd name="connsiteX1" fmla="*/ 344384 w 1389414"/>
                    <a:gd name="connsiteY1" fmla="*/ 0 h 700645"/>
                    <a:gd name="connsiteX2" fmla="*/ 1389414 w 1389414"/>
                    <a:gd name="connsiteY2" fmla="*/ 439388 h 700645"/>
                    <a:gd name="connsiteX3" fmla="*/ 0 w 1389414"/>
                    <a:gd name="connsiteY3" fmla="*/ 700645 h 700645"/>
                    <a:gd name="connsiteX4" fmla="*/ 59377 w 1389414"/>
                    <a:gd name="connsiteY4" fmla="*/ 463138 h 700645"/>
                    <a:gd name="connsiteX0" fmla="*/ 59377 w 1389414"/>
                    <a:gd name="connsiteY0" fmla="*/ 463138 h 700645"/>
                    <a:gd name="connsiteX1" fmla="*/ 344384 w 1389414"/>
                    <a:gd name="connsiteY1" fmla="*/ 0 h 700645"/>
                    <a:gd name="connsiteX2" fmla="*/ 1389414 w 1389414"/>
                    <a:gd name="connsiteY2" fmla="*/ 439388 h 700645"/>
                    <a:gd name="connsiteX3" fmla="*/ 0 w 1389414"/>
                    <a:gd name="connsiteY3" fmla="*/ 700645 h 700645"/>
                    <a:gd name="connsiteX4" fmla="*/ 59377 w 1389414"/>
                    <a:gd name="connsiteY4" fmla="*/ 463138 h 700645"/>
                    <a:gd name="connsiteX0" fmla="*/ 59377 w 1389414"/>
                    <a:gd name="connsiteY0" fmla="*/ 415637 h 653144"/>
                    <a:gd name="connsiteX1" fmla="*/ 605641 w 1389414"/>
                    <a:gd name="connsiteY1" fmla="*/ 0 h 653144"/>
                    <a:gd name="connsiteX2" fmla="*/ 1389414 w 1389414"/>
                    <a:gd name="connsiteY2" fmla="*/ 391887 h 653144"/>
                    <a:gd name="connsiteX3" fmla="*/ 0 w 1389414"/>
                    <a:gd name="connsiteY3" fmla="*/ 653144 h 653144"/>
                    <a:gd name="connsiteX4" fmla="*/ 59377 w 1389414"/>
                    <a:gd name="connsiteY4" fmla="*/ 415637 h 653144"/>
                    <a:gd name="connsiteX0" fmla="*/ 59377 w 1389414"/>
                    <a:gd name="connsiteY0" fmla="*/ 415637 h 653144"/>
                    <a:gd name="connsiteX1" fmla="*/ 605641 w 1389414"/>
                    <a:gd name="connsiteY1" fmla="*/ 0 h 653144"/>
                    <a:gd name="connsiteX2" fmla="*/ 1389414 w 1389414"/>
                    <a:gd name="connsiteY2" fmla="*/ 391887 h 653144"/>
                    <a:gd name="connsiteX3" fmla="*/ 0 w 1389414"/>
                    <a:gd name="connsiteY3" fmla="*/ 653144 h 653144"/>
                    <a:gd name="connsiteX4" fmla="*/ 59377 w 1389414"/>
                    <a:gd name="connsiteY4" fmla="*/ 415637 h 653144"/>
                    <a:gd name="connsiteX0" fmla="*/ 59377 w 1389414"/>
                    <a:gd name="connsiteY0" fmla="*/ 273133 h 510640"/>
                    <a:gd name="connsiteX1" fmla="*/ 510638 w 1389414"/>
                    <a:gd name="connsiteY1" fmla="*/ 0 h 510640"/>
                    <a:gd name="connsiteX2" fmla="*/ 1389414 w 1389414"/>
                    <a:gd name="connsiteY2" fmla="*/ 249383 h 510640"/>
                    <a:gd name="connsiteX3" fmla="*/ 0 w 1389414"/>
                    <a:gd name="connsiteY3" fmla="*/ 510640 h 510640"/>
                    <a:gd name="connsiteX4" fmla="*/ 59377 w 1389414"/>
                    <a:gd name="connsiteY4" fmla="*/ 273133 h 510640"/>
                    <a:gd name="connsiteX0" fmla="*/ 59377 w 855025"/>
                    <a:gd name="connsiteY0" fmla="*/ 273133 h 510640"/>
                    <a:gd name="connsiteX1" fmla="*/ 510638 w 855025"/>
                    <a:gd name="connsiteY1" fmla="*/ 0 h 510640"/>
                    <a:gd name="connsiteX2" fmla="*/ 855025 w 855025"/>
                    <a:gd name="connsiteY2" fmla="*/ 261258 h 510640"/>
                    <a:gd name="connsiteX3" fmla="*/ 0 w 855025"/>
                    <a:gd name="connsiteY3" fmla="*/ 510640 h 510640"/>
                    <a:gd name="connsiteX4" fmla="*/ 59377 w 855025"/>
                    <a:gd name="connsiteY4" fmla="*/ 273133 h 510640"/>
                    <a:gd name="connsiteX0" fmla="*/ 59377 w 855025"/>
                    <a:gd name="connsiteY0" fmla="*/ 273133 h 510640"/>
                    <a:gd name="connsiteX1" fmla="*/ 510638 w 855025"/>
                    <a:gd name="connsiteY1" fmla="*/ 0 h 510640"/>
                    <a:gd name="connsiteX2" fmla="*/ 855025 w 855025"/>
                    <a:gd name="connsiteY2" fmla="*/ 261258 h 510640"/>
                    <a:gd name="connsiteX3" fmla="*/ 0 w 855025"/>
                    <a:gd name="connsiteY3" fmla="*/ 510640 h 510640"/>
                    <a:gd name="connsiteX4" fmla="*/ 59377 w 855025"/>
                    <a:gd name="connsiteY4" fmla="*/ 273133 h 510640"/>
                    <a:gd name="connsiteX0" fmla="*/ 59377 w 855025"/>
                    <a:gd name="connsiteY0" fmla="*/ 273133 h 510640"/>
                    <a:gd name="connsiteX1" fmla="*/ 510638 w 855025"/>
                    <a:gd name="connsiteY1" fmla="*/ 0 h 510640"/>
                    <a:gd name="connsiteX2" fmla="*/ 855025 w 855025"/>
                    <a:gd name="connsiteY2" fmla="*/ 261258 h 510640"/>
                    <a:gd name="connsiteX3" fmla="*/ 0 w 855025"/>
                    <a:gd name="connsiteY3" fmla="*/ 510640 h 510640"/>
                    <a:gd name="connsiteX4" fmla="*/ 59377 w 855025"/>
                    <a:gd name="connsiteY4" fmla="*/ 273133 h 510640"/>
                    <a:gd name="connsiteX0" fmla="*/ 20258 w 815906"/>
                    <a:gd name="connsiteY0" fmla="*/ 273133 h 505750"/>
                    <a:gd name="connsiteX1" fmla="*/ 471519 w 815906"/>
                    <a:gd name="connsiteY1" fmla="*/ 0 h 505750"/>
                    <a:gd name="connsiteX2" fmla="*/ 815906 w 815906"/>
                    <a:gd name="connsiteY2" fmla="*/ 261258 h 505750"/>
                    <a:gd name="connsiteX3" fmla="*/ 0 w 815906"/>
                    <a:gd name="connsiteY3" fmla="*/ 505750 h 505750"/>
                    <a:gd name="connsiteX4" fmla="*/ 20258 w 815906"/>
                    <a:gd name="connsiteY4" fmla="*/ 273133 h 505750"/>
                    <a:gd name="connsiteX0" fmla="*/ 20258 w 815906"/>
                    <a:gd name="connsiteY0" fmla="*/ 273133 h 505750"/>
                    <a:gd name="connsiteX1" fmla="*/ 471519 w 815906"/>
                    <a:gd name="connsiteY1" fmla="*/ 0 h 505750"/>
                    <a:gd name="connsiteX2" fmla="*/ 815906 w 815906"/>
                    <a:gd name="connsiteY2" fmla="*/ 261258 h 505750"/>
                    <a:gd name="connsiteX3" fmla="*/ 0 w 815906"/>
                    <a:gd name="connsiteY3" fmla="*/ 505750 h 505750"/>
                    <a:gd name="connsiteX4" fmla="*/ 20258 w 815906"/>
                    <a:gd name="connsiteY4" fmla="*/ 273133 h 505750"/>
                    <a:gd name="connsiteX0" fmla="*/ 20258 w 815906"/>
                    <a:gd name="connsiteY0" fmla="*/ 273133 h 505750"/>
                    <a:gd name="connsiteX1" fmla="*/ 471519 w 815906"/>
                    <a:gd name="connsiteY1" fmla="*/ 0 h 505750"/>
                    <a:gd name="connsiteX2" fmla="*/ 815906 w 815906"/>
                    <a:gd name="connsiteY2" fmla="*/ 261258 h 505750"/>
                    <a:gd name="connsiteX3" fmla="*/ 0 w 815906"/>
                    <a:gd name="connsiteY3" fmla="*/ 505750 h 505750"/>
                    <a:gd name="connsiteX4" fmla="*/ 20258 w 815906"/>
                    <a:gd name="connsiteY4" fmla="*/ 273133 h 505750"/>
                    <a:gd name="connsiteX0" fmla="*/ 20258 w 815906"/>
                    <a:gd name="connsiteY0" fmla="*/ 273133 h 505750"/>
                    <a:gd name="connsiteX1" fmla="*/ 471519 w 815906"/>
                    <a:gd name="connsiteY1" fmla="*/ 0 h 505750"/>
                    <a:gd name="connsiteX2" fmla="*/ 815906 w 815906"/>
                    <a:gd name="connsiteY2" fmla="*/ 261258 h 505750"/>
                    <a:gd name="connsiteX3" fmla="*/ 0 w 815906"/>
                    <a:gd name="connsiteY3" fmla="*/ 505750 h 505750"/>
                    <a:gd name="connsiteX4" fmla="*/ 20258 w 815906"/>
                    <a:gd name="connsiteY4" fmla="*/ 273133 h 505750"/>
                    <a:gd name="connsiteX0" fmla="*/ 20258 w 815906"/>
                    <a:gd name="connsiteY0" fmla="*/ 273133 h 505750"/>
                    <a:gd name="connsiteX1" fmla="*/ 471519 w 815906"/>
                    <a:gd name="connsiteY1" fmla="*/ 0 h 505750"/>
                    <a:gd name="connsiteX2" fmla="*/ 815906 w 815906"/>
                    <a:gd name="connsiteY2" fmla="*/ 261258 h 505750"/>
                    <a:gd name="connsiteX3" fmla="*/ 0 w 815906"/>
                    <a:gd name="connsiteY3" fmla="*/ 505750 h 505750"/>
                    <a:gd name="connsiteX4" fmla="*/ 20258 w 815906"/>
                    <a:gd name="connsiteY4" fmla="*/ 273133 h 505750"/>
                    <a:gd name="connsiteX0" fmla="*/ 699 w 796347"/>
                    <a:gd name="connsiteY0" fmla="*/ 273133 h 510640"/>
                    <a:gd name="connsiteX1" fmla="*/ 451960 w 796347"/>
                    <a:gd name="connsiteY1" fmla="*/ 0 h 510640"/>
                    <a:gd name="connsiteX2" fmla="*/ 796347 w 796347"/>
                    <a:gd name="connsiteY2" fmla="*/ 261258 h 510640"/>
                    <a:gd name="connsiteX3" fmla="*/ 0 w 796347"/>
                    <a:gd name="connsiteY3" fmla="*/ 510640 h 510640"/>
                    <a:gd name="connsiteX4" fmla="*/ 699 w 796347"/>
                    <a:gd name="connsiteY4" fmla="*/ 273133 h 510640"/>
                    <a:gd name="connsiteX0" fmla="*/ 0 w 820098"/>
                    <a:gd name="connsiteY0" fmla="*/ 331811 h 510640"/>
                    <a:gd name="connsiteX1" fmla="*/ 475711 w 820098"/>
                    <a:gd name="connsiteY1" fmla="*/ 0 h 510640"/>
                    <a:gd name="connsiteX2" fmla="*/ 820098 w 820098"/>
                    <a:gd name="connsiteY2" fmla="*/ 261258 h 510640"/>
                    <a:gd name="connsiteX3" fmla="*/ 23751 w 820098"/>
                    <a:gd name="connsiteY3" fmla="*/ 510640 h 510640"/>
                    <a:gd name="connsiteX4" fmla="*/ 0 w 820098"/>
                    <a:gd name="connsiteY4" fmla="*/ 331811 h 510640"/>
                    <a:gd name="connsiteX0" fmla="*/ 5589 w 825687"/>
                    <a:gd name="connsiteY0" fmla="*/ 331811 h 510640"/>
                    <a:gd name="connsiteX1" fmla="*/ 481300 w 825687"/>
                    <a:gd name="connsiteY1" fmla="*/ 0 h 510640"/>
                    <a:gd name="connsiteX2" fmla="*/ 825687 w 825687"/>
                    <a:gd name="connsiteY2" fmla="*/ 261258 h 510640"/>
                    <a:gd name="connsiteX3" fmla="*/ 0 w 825687"/>
                    <a:gd name="connsiteY3" fmla="*/ 510640 h 510640"/>
                    <a:gd name="connsiteX4" fmla="*/ 5589 w 825687"/>
                    <a:gd name="connsiteY4" fmla="*/ 331811 h 510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25687" h="510640">
                      <a:moveTo>
                        <a:pt x="5589" y="331811"/>
                      </a:moveTo>
                      <a:cubicBezTo>
                        <a:pt x="231220" y="248684"/>
                        <a:pt x="267546" y="201881"/>
                        <a:pt x="481300" y="0"/>
                      </a:cubicBezTo>
                      <a:cubicBezTo>
                        <a:pt x="537418" y="145764"/>
                        <a:pt x="583755" y="179062"/>
                        <a:pt x="825687" y="261258"/>
                      </a:cubicBezTo>
                      <a:cubicBezTo>
                        <a:pt x="389560" y="305502"/>
                        <a:pt x="239835" y="377682"/>
                        <a:pt x="0" y="510640"/>
                      </a:cubicBezTo>
                      <a:lnTo>
                        <a:pt x="5589" y="33181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bg1">
                        <a:alpha val="51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2" name="Oval 306">
                  <a:extLst>
                    <a:ext uri="{FF2B5EF4-FFF2-40B4-BE49-F238E27FC236}">
                      <a16:creationId xmlns:a16="http://schemas.microsoft.com/office/drawing/2014/main" id="{BAE15EAB-077B-6749-A79C-81FB11A099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50147" y="5031180"/>
                  <a:ext cx="1293812" cy="54500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333" name="Text Box 302">
                  <a:extLst>
                    <a:ext uri="{FF2B5EF4-FFF2-40B4-BE49-F238E27FC236}">
                      <a16:creationId xmlns:a16="http://schemas.microsoft.com/office/drawing/2014/main" id="{6EED7069-5AE3-3B4D-9496-83CCF2CF1D9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82721" y="5152137"/>
                  <a:ext cx="633945" cy="3077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rPr>
                    <a:t>agent</a:t>
                  </a:r>
                </a:p>
              </p:txBody>
            </p:sp>
            <p:grpSp>
              <p:nvGrpSpPr>
                <p:cNvPr id="334" name="Group 333">
                  <a:extLst>
                    <a:ext uri="{FF2B5EF4-FFF2-40B4-BE49-F238E27FC236}">
                      <a16:creationId xmlns:a16="http://schemas.microsoft.com/office/drawing/2014/main" id="{88BE0A40-60C5-AB4A-8A55-E30F204A6545}"/>
                    </a:ext>
                  </a:extLst>
                </p:cNvPr>
                <p:cNvGrpSpPr/>
                <p:nvPr/>
              </p:nvGrpSpPr>
              <p:grpSpPr>
                <a:xfrm>
                  <a:off x="2381537" y="5126183"/>
                  <a:ext cx="533735" cy="344384"/>
                  <a:chOff x="7290003" y="1864426"/>
                  <a:chExt cx="533735" cy="344384"/>
                </a:xfrm>
              </p:grpSpPr>
              <p:sp>
                <p:nvSpPr>
                  <p:cNvPr id="335" name="Can 334">
                    <a:extLst>
                      <a:ext uri="{FF2B5EF4-FFF2-40B4-BE49-F238E27FC236}">
                        <a16:creationId xmlns:a16="http://schemas.microsoft.com/office/drawing/2014/main" id="{27151A26-5290-8C4F-AEFC-CE53176C471B}"/>
                      </a:ext>
                    </a:extLst>
                  </p:cNvPr>
                  <p:cNvSpPr/>
                  <p:nvPr/>
                </p:nvSpPr>
                <p:spPr>
                  <a:xfrm>
                    <a:off x="7338951" y="1864426"/>
                    <a:ext cx="427511" cy="344384"/>
                  </a:xfrm>
                  <a:prstGeom prst="can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36" name="Text Box 305">
                    <a:extLst>
                      <a:ext uri="{FF2B5EF4-FFF2-40B4-BE49-F238E27FC236}">
                        <a16:creationId xmlns:a16="http://schemas.microsoft.com/office/drawing/2014/main" id="{A66B2478-BEC3-B046-B9FE-451AA17FD96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290003" y="1889518"/>
                    <a:ext cx="533735" cy="3076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A8"/>
                        </a:solidFill>
                        <a:effectLst/>
                        <a:uLnTx/>
                        <a:uFillTx/>
                        <a:latin typeface="Arial"/>
                        <a:ea typeface="ＭＳ Ｐゴシック" charset="0"/>
                        <a:cs typeface="Arial"/>
                      </a:rPr>
                      <a:t>data</a:t>
                    </a:r>
                  </a:p>
                </p:txBody>
              </p:sp>
            </p:grpSp>
          </p:grpSp>
        </p:grp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6095E9E5-2C12-5B4E-8CB9-7BFD6AD96D37}"/>
                </a:ext>
              </a:extLst>
            </p:cNvPr>
            <p:cNvGrpSpPr/>
            <p:nvPr/>
          </p:nvGrpSpPr>
          <p:grpSpPr>
            <a:xfrm>
              <a:off x="9109072" y="4201055"/>
              <a:ext cx="736270" cy="422596"/>
              <a:chOff x="3668110" y="2448910"/>
              <a:chExt cx="3794234" cy="2165130"/>
            </a:xfrm>
          </p:grpSpPr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CCCE7B34-BEB2-1E4C-B631-21415428504C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id="{CE240A58-5F0B-AE45-83C2-A6A7A3DD4DB8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80" name="Group 279">
                <a:extLst>
                  <a:ext uri="{FF2B5EF4-FFF2-40B4-BE49-F238E27FC236}">
                    <a16:creationId xmlns:a16="http://schemas.microsoft.com/office/drawing/2014/main" id="{EC804A91-1A9E-A749-B21A-455168E07D2A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81" name="Freeform 280">
                  <a:extLst>
                    <a:ext uri="{FF2B5EF4-FFF2-40B4-BE49-F238E27FC236}">
                      <a16:creationId xmlns:a16="http://schemas.microsoft.com/office/drawing/2014/main" id="{F96FFB0B-8D7A-C74F-A855-9009B45B690F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2" name="Freeform 281">
                  <a:extLst>
                    <a:ext uri="{FF2B5EF4-FFF2-40B4-BE49-F238E27FC236}">
                      <a16:creationId xmlns:a16="http://schemas.microsoft.com/office/drawing/2014/main" id="{4D1DE23B-107E-3840-9167-B18936FE0D3A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3" name="Freeform 282">
                  <a:extLst>
                    <a:ext uri="{FF2B5EF4-FFF2-40B4-BE49-F238E27FC236}">
                      <a16:creationId xmlns:a16="http://schemas.microsoft.com/office/drawing/2014/main" id="{99DB9992-73B0-EF4D-91C8-5850FE6F125F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4" name="Freeform 283">
                  <a:extLst>
                    <a:ext uri="{FF2B5EF4-FFF2-40B4-BE49-F238E27FC236}">
                      <a16:creationId xmlns:a16="http://schemas.microsoft.com/office/drawing/2014/main" id="{78C73A8D-EC62-F54C-84BC-3601B6A93ABA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46" name="Group 345">
              <a:extLst>
                <a:ext uri="{FF2B5EF4-FFF2-40B4-BE49-F238E27FC236}">
                  <a16:creationId xmlns:a16="http://schemas.microsoft.com/office/drawing/2014/main" id="{18314FE2-2999-5142-B9B9-16F64EC14BFE}"/>
                </a:ext>
              </a:extLst>
            </p:cNvPr>
            <p:cNvGrpSpPr/>
            <p:nvPr/>
          </p:nvGrpSpPr>
          <p:grpSpPr>
            <a:xfrm>
              <a:off x="6198374" y="2248384"/>
              <a:ext cx="2436042" cy="1273223"/>
              <a:chOff x="2739071" y="2226350"/>
              <a:chExt cx="2436042" cy="1273223"/>
            </a:xfrm>
          </p:grpSpPr>
          <p:sp>
            <p:nvSpPr>
              <p:cNvPr id="338" name="Freeform 337">
                <a:extLst>
                  <a:ext uri="{FF2B5EF4-FFF2-40B4-BE49-F238E27FC236}">
                    <a16:creationId xmlns:a16="http://schemas.microsoft.com/office/drawing/2014/main" id="{CEDEFF11-1930-B643-BDC9-D891F36F7C27}"/>
                  </a:ext>
                </a:extLst>
              </p:cNvPr>
              <p:cNvSpPr/>
              <p:nvPr/>
            </p:nvSpPr>
            <p:spPr>
              <a:xfrm flipH="1">
                <a:off x="3389091" y="2670159"/>
                <a:ext cx="1786022" cy="829414"/>
              </a:xfrm>
              <a:custGeom>
                <a:avLst/>
                <a:gdLst>
                  <a:gd name="connsiteX0" fmla="*/ 0 w 1615044"/>
                  <a:gd name="connsiteY0" fmla="*/ 641268 h 890650"/>
                  <a:gd name="connsiteX1" fmla="*/ 285007 w 1615044"/>
                  <a:gd name="connsiteY1" fmla="*/ 0 h 890650"/>
                  <a:gd name="connsiteX2" fmla="*/ 1615044 w 1615044"/>
                  <a:gd name="connsiteY2" fmla="*/ 83128 h 890650"/>
                  <a:gd name="connsiteX3" fmla="*/ 166254 w 1615044"/>
                  <a:gd name="connsiteY3" fmla="*/ 890650 h 890650"/>
                  <a:gd name="connsiteX4" fmla="*/ 0 w 1615044"/>
                  <a:gd name="connsiteY4" fmla="*/ 641268 h 890650"/>
                  <a:gd name="connsiteX0" fmla="*/ 0 w 1615044"/>
                  <a:gd name="connsiteY0" fmla="*/ 641268 h 890650"/>
                  <a:gd name="connsiteX1" fmla="*/ 285007 w 1615044"/>
                  <a:gd name="connsiteY1" fmla="*/ 0 h 890650"/>
                  <a:gd name="connsiteX2" fmla="*/ 1615044 w 1615044"/>
                  <a:gd name="connsiteY2" fmla="*/ 83128 h 890650"/>
                  <a:gd name="connsiteX3" fmla="*/ 166254 w 1615044"/>
                  <a:gd name="connsiteY3" fmla="*/ 890650 h 890650"/>
                  <a:gd name="connsiteX4" fmla="*/ 0 w 1615044"/>
                  <a:gd name="connsiteY4" fmla="*/ 641268 h 890650"/>
                  <a:gd name="connsiteX0" fmla="*/ 0 w 1615044"/>
                  <a:gd name="connsiteY0" fmla="*/ 641268 h 890650"/>
                  <a:gd name="connsiteX1" fmla="*/ 285007 w 1615044"/>
                  <a:gd name="connsiteY1" fmla="*/ 0 h 890650"/>
                  <a:gd name="connsiteX2" fmla="*/ 1615044 w 1615044"/>
                  <a:gd name="connsiteY2" fmla="*/ 83128 h 890650"/>
                  <a:gd name="connsiteX3" fmla="*/ 166254 w 1615044"/>
                  <a:gd name="connsiteY3" fmla="*/ 890650 h 890650"/>
                  <a:gd name="connsiteX4" fmla="*/ 0 w 1615044"/>
                  <a:gd name="connsiteY4" fmla="*/ 641268 h 890650"/>
                  <a:gd name="connsiteX0" fmla="*/ 0 w 1615044"/>
                  <a:gd name="connsiteY0" fmla="*/ 641268 h 890650"/>
                  <a:gd name="connsiteX1" fmla="*/ 285007 w 1615044"/>
                  <a:gd name="connsiteY1" fmla="*/ 0 h 890650"/>
                  <a:gd name="connsiteX2" fmla="*/ 1615044 w 1615044"/>
                  <a:gd name="connsiteY2" fmla="*/ 83128 h 890650"/>
                  <a:gd name="connsiteX3" fmla="*/ 166254 w 1615044"/>
                  <a:gd name="connsiteY3" fmla="*/ 890650 h 890650"/>
                  <a:gd name="connsiteX4" fmla="*/ 0 w 1615044"/>
                  <a:gd name="connsiteY4" fmla="*/ 641268 h 890650"/>
                  <a:gd name="connsiteX0" fmla="*/ 0 w 1615044"/>
                  <a:gd name="connsiteY0" fmla="*/ 641268 h 890650"/>
                  <a:gd name="connsiteX1" fmla="*/ 285007 w 1615044"/>
                  <a:gd name="connsiteY1" fmla="*/ 0 h 890650"/>
                  <a:gd name="connsiteX2" fmla="*/ 1615044 w 1615044"/>
                  <a:gd name="connsiteY2" fmla="*/ 83128 h 890650"/>
                  <a:gd name="connsiteX3" fmla="*/ 166254 w 1615044"/>
                  <a:gd name="connsiteY3" fmla="*/ 890650 h 890650"/>
                  <a:gd name="connsiteX4" fmla="*/ 0 w 1615044"/>
                  <a:gd name="connsiteY4" fmla="*/ 641268 h 890650"/>
                  <a:gd name="connsiteX0" fmla="*/ 0 w 1615044"/>
                  <a:gd name="connsiteY0" fmla="*/ 463138 h 890650"/>
                  <a:gd name="connsiteX1" fmla="*/ 285007 w 1615044"/>
                  <a:gd name="connsiteY1" fmla="*/ 0 h 890650"/>
                  <a:gd name="connsiteX2" fmla="*/ 1615044 w 1615044"/>
                  <a:gd name="connsiteY2" fmla="*/ 83128 h 890650"/>
                  <a:gd name="connsiteX3" fmla="*/ 166254 w 1615044"/>
                  <a:gd name="connsiteY3" fmla="*/ 890650 h 890650"/>
                  <a:gd name="connsiteX4" fmla="*/ 0 w 1615044"/>
                  <a:gd name="connsiteY4" fmla="*/ 463138 h 890650"/>
                  <a:gd name="connsiteX0" fmla="*/ 0 w 1615044"/>
                  <a:gd name="connsiteY0" fmla="*/ 463138 h 890650"/>
                  <a:gd name="connsiteX1" fmla="*/ 285007 w 1615044"/>
                  <a:gd name="connsiteY1" fmla="*/ 0 h 890650"/>
                  <a:gd name="connsiteX2" fmla="*/ 1615044 w 1615044"/>
                  <a:gd name="connsiteY2" fmla="*/ 83128 h 890650"/>
                  <a:gd name="connsiteX3" fmla="*/ 166254 w 1615044"/>
                  <a:gd name="connsiteY3" fmla="*/ 890650 h 890650"/>
                  <a:gd name="connsiteX4" fmla="*/ 0 w 1615044"/>
                  <a:gd name="connsiteY4" fmla="*/ 463138 h 890650"/>
                  <a:gd name="connsiteX0" fmla="*/ 59377 w 1674421"/>
                  <a:gd name="connsiteY0" fmla="*/ 463138 h 700645"/>
                  <a:gd name="connsiteX1" fmla="*/ 344384 w 1674421"/>
                  <a:gd name="connsiteY1" fmla="*/ 0 h 700645"/>
                  <a:gd name="connsiteX2" fmla="*/ 1674421 w 1674421"/>
                  <a:gd name="connsiteY2" fmla="*/ 83128 h 700645"/>
                  <a:gd name="connsiteX3" fmla="*/ 0 w 1674421"/>
                  <a:gd name="connsiteY3" fmla="*/ 700645 h 700645"/>
                  <a:gd name="connsiteX4" fmla="*/ 59377 w 1674421"/>
                  <a:gd name="connsiteY4" fmla="*/ 463138 h 700645"/>
                  <a:gd name="connsiteX0" fmla="*/ 59377 w 1674421"/>
                  <a:gd name="connsiteY0" fmla="*/ 463138 h 700645"/>
                  <a:gd name="connsiteX1" fmla="*/ 344384 w 1674421"/>
                  <a:gd name="connsiteY1" fmla="*/ 0 h 700645"/>
                  <a:gd name="connsiteX2" fmla="*/ 1674421 w 1674421"/>
                  <a:gd name="connsiteY2" fmla="*/ 83128 h 700645"/>
                  <a:gd name="connsiteX3" fmla="*/ 0 w 1674421"/>
                  <a:gd name="connsiteY3" fmla="*/ 700645 h 700645"/>
                  <a:gd name="connsiteX4" fmla="*/ 59377 w 1674421"/>
                  <a:gd name="connsiteY4" fmla="*/ 463138 h 700645"/>
                  <a:gd name="connsiteX0" fmla="*/ 59377 w 1294411"/>
                  <a:gd name="connsiteY0" fmla="*/ 463138 h 700645"/>
                  <a:gd name="connsiteX1" fmla="*/ 344384 w 1294411"/>
                  <a:gd name="connsiteY1" fmla="*/ 0 h 700645"/>
                  <a:gd name="connsiteX2" fmla="*/ 1294411 w 1294411"/>
                  <a:gd name="connsiteY2" fmla="*/ 296884 h 700645"/>
                  <a:gd name="connsiteX3" fmla="*/ 0 w 1294411"/>
                  <a:gd name="connsiteY3" fmla="*/ 700645 h 700645"/>
                  <a:gd name="connsiteX4" fmla="*/ 59377 w 1294411"/>
                  <a:gd name="connsiteY4" fmla="*/ 463138 h 700645"/>
                  <a:gd name="connsiteX0" fmla="*/ 59377 w 1294411"/>
                  <a:gd name="connsiteY0" fmla="*/ 463138 h 700645"/>
                  <a:gd name="connsiteX1" fmla="*/ 344384 w 1294411"/>
                  <a:gd name="connsiteY1" fmla="*/ 0 h 700645"/>
                  <a:gd name="connsiteX2" fmla="*/ 1294411 w 1294411"/>
                  <a:gd name="connsiteY2" fmla="*/ 296884 h 700645"/>
                  <a:gd name="connsiteX3" fmla="*/ 0 w 1294411"/>
                  <a:gd name="connsiteY3" fmla="*/ 700645 h 700645"/>
                  <a:gd name="connsiteX4" fmla="*/ 59377 w 1294411"/>
                  <a:gd name="connsiteY4" fmla="*/ 463138 h 700645"/>
                  <a:gd name="connsiteX0" fmla="*/ 59377 w 1389414"/>
                  <a:gd name="connsiteY0" fmla="*/ 463138 h 700645"/>
                  <a:gd name="connsiteX1" fmla="*/ 344384 w 1389414"/>
                  <a:gd name="connsiteY1" fmla="*/ 0 h 700645"/>
                  <a:gd name="connsiteX2" fmla="*/ 1389414 w 1389414"/>
                  <a:gd name="connsiteY2" fmla="*/ 439388 h 700645"/>
                  <a:gd name="connsiteX3" fmla="*/ 0 w 1389414"/>
                  <a:gd name="connsiteY3" fmla="*/ 700645 h 700645"/>
                  <a:gd name="connsiteX4" fmla="*/ 59377 w 1389414"/>
                  <a:gd name="connsiteY4" fmla="*/ 463138 h 700645"/>
                  <a:gd name="connsiteX0" fmla="*/ 59377 w 1389414"/>
                  <a:gd name="connsiteY0" fmla="*/ 463138 h 700645"/>
                  <a:gd name="connsiteX1" fmla="*/ 344384 w 1389414"/>
                  <a:gd name="connsiteY1" fmla="*/ 0 h 700645"/>
                  <a:gd name="connsiteX2" fmla="*/ 1389414 w 1389414"/>
                  <a:gd name="connsiteY2" fmla="*/ 439388 h 700645"/>
                  <a:gd name="connsiteX3" fmla="*/ 0 w 1389414"/>
                  <a:gd name="connsiteY3" fmla="*/ 700645 h 700645"/>
                  <a:gd name="connsiteX4" fmla="*/ 59377 w 1389414"/>
                  <a:gd name="connsiteY4" fmla="*/ 463138 h 700645"/>
                  <a:gd name="connsiteX0" fmla="*/ 59377 w 1389414"/>
                  <a:gd name="connsiteY0" fmla="*/ 415637 h 653144"/>
                  <a:gd name="connsiteX1" fmla="*/ 605641 w 1389414"/>
                  <a:gd name="connsiteY1" fmla="*/ 0 h 653144"/>
                  <a:gd name="connsiteX2" fmla="*/ 1389414 w 1389414"/>
                  <a:gd name="connsiteY2" fmla="*/ 391887 h 653144"/>
                  <a:gd name="connsiteX3" fmla="*/ 0 w 1389414"/>
                  <a:gd name="connsiteY3" fmla="*/ 653144 h 653144"/>
                  <a:gd name="connsiteX4" fmla="*/ 59377 w 1389414"/>
                  <a:gd name="connsiteY4" fmla="*/ 415637 h 653144"/>
                  <a:gd name="connsiteX0" fmla="*/ 59377 w 1389414"/>
                  <a:gd name="connsiteY0" fmla="*/ 415637 h 653144"/>
                  <a:gd name="connsiteX1" fmla="*/ 605641 w 1389414"/>
                  <a:gd name="connsiteY1" fmla="*/ 0 h 653144"/>
                  <a:gd name="connsiteX2" fmla="*/ 1389414 w 1389414"/>
                  <a:gd name="connsiteY2" fmla="*/ 391887 h 653144"/>
                  <a:gd name="connsiteX3" fmla="*/ 0 w 1389414"/>
                  <a:gd name="connsiteY3" fmla="*/ 653144 h 653144"/>
                  <a:gd name="connsiteX4" fmla="*/ 59377 w 1389414"/>
                  <a:gd name="connsiteY4" fmla="*/ 415637 h 653144"/>
                  <a:gd name="connsiteX0" fmla="*/ 59377 w 1389414"/>
                  <a:gd name="connsiteY0" fmla="*/ 591907 h 829414"/>
                  <a:gd name="connsiteX1" fmla="*/ 429371 w 1389414"/>
                  <a:gd name="connsiteY1" fmla="*/ 0 h 829414"/>
                  <a:gd name="connsiteX2" fmla="*/ 1389414 w 1389414"/>
                  <a:gd name="connsiteY2" fmla="*/ 568157 h 829414"/>
                  <a:gd name="connsiteX3" fmla="*/ 0 w 1389414"/>
                  <a:gd name="connsiteY3" fmla="*/ 829414 h 829414"/>
                  <a:gd name="connsiteX4" fmla="*/ 59377 w 1389414"/>
                  <a:gd name="connsiteY4" fmla="*/ 591907 h 829414"/>
                  <a:gd name="connsiteX0" fmla="*/ 59377 w 1786022"/>
                  <a:gd name="connsiteY0" fmla="*/ 591907 h 829414"/>
                  <a:gd name="connsiteX1" fmla="*/ 429371 w 1786022"/>
                  <a:gd name="connsiteY1" fmla="*/ 0 h 829414"/>
                  <a:gd name="connsiteX2" fmla="*/ 1786022 w 1786022"/>
                  <a:gd name="connsiteY2" fmla="*/ 369854 h 829414"/>
                  <a:gd name="connsiteX3" fmla="*/ 0 w 1786022"/>
                  <a:gd name="connsiteY3" fmla="*/ 829414 h 829414"/>
                  <a:gd name="connsiteX4" fmla="*/ 59377 w 1786022"/>
                  <a:gd name="connsiteY4" fmla="*/ 591907 h 829414"/>
                  <a:gd name="connsiteX0" fmla="*/ 59377 w 1786022"/>
                  <a:gd name="connsiteY0" fmla="*/ 591907 h 829414"/>
                  <a:gd name="connsiteX1" fmla="*/ 429371 w 1786022"/>
                  <a:gd name="connsiteY1" fmla="*/ 0 h 829414"/>
                  <a:gd name="connsiteX2" fmla="*/ 1786022 w 1786022"/>
                  <a:gd name="connsiteY2" fmla="*/ 369854 h 829414"/>
                  <a:gd name="connsiteX3" fmla="*/ 0 w 1786022"/>
                  <a:gd name="connsiteY3" fmla="*/ 829414 h 829414"/>
                  <a:gd name="connsiteX4" fmla="*/ 59377 w 1786022"/>
                  <a:gd name="connsiteY4" fmla="*/ 591907 h 829414"/>
                  <a:gd name="connsiteX0" fmla="*/ 59377 w 1786022"/>
                  <a:gd name="connsiteY0" fmla="*/ 591907 h 829414"/>
                  <a:gd name="connsiteX1" fmla="*/ 429371 w 1786022"/>
                  <a:gd name="connsiteY1" fmla="*/ 0 h 829414"/>
                  <a:gd name="connsiteX2" fmla="*/ 1786022 w 1786022"/>
                  <a:gd name="connsiteY2" fmla="*/ 369854 h 829414"/>
                  <a:gd name="connsiteX3" fmla="*/ 0 w 1786022"/>
                  <a:gd name="connsiteY3" fmla="*/ 829414 h 829414"/>
                  <a:gd name="connsiteX4" fmla="*/ 59377 w 1786022"/>
                  <a:gd name="connsiteY4" fmla="*/ 591907 h 829414"/>
                  <a:gd name="connsiteX0" fmla="*/ 59377 w 1786022"/>
                  <a:gd name="connsiteY0" fmla="*/ 591907 h 829414"/>
                  <a:gd name="connsiteX1" fmla="*/ 429371 w 1786022"/>
                  <a:gd name="connsiteY1" fmla="*/ 0 h 829414"/>
                  <a:gd name="connsiteX2" fmla="*/ 1786022 w 1786022"/>
                  <a:gd name="connsiteY2" fmla="*/ 369854 h 829414"/>
                  <a:gd name="connsiteX3" fmla="*/ 0 w 1786022"/>
                  <a:gd name="connsiteY3" fmla="*/ 829414 h 829414"/>
                  <a:gd name="connsiteX4" fmla="*/ 59377 w 1786022"/>
                  <a:gd name="connsiteY4" fmla="*/ 591907 h 829414"/>
                  <a:gd name="connsiteX0" fmla="*/ 59377 w 1786022"/>
                  <a:gd name="connsiteY0" fmla="*/ 591907 h 829414"/>
                  <a:gd name="connsiteX1" fmla="*/ 429371 w 1786022"/>
                  <a:gd name="connsiteY1" fmla="*/ 0 h 829414"/>
                  <a:gd name="connsiteX2" fmla="*/ 1786022 w 1786022"/>
                  <a:gd name="connsiteY2" fmla="*/ 369854 h 829414"/>
                  <a:gd name="connsiteX3" fmla="*/ 0 w 1786022"/>
                  <a:gd name="connsiteY3" fmla="*/ 829414 h 829414"/>
                  <a:gd name="connsiteX4" fmla="*/ 59377 w 1786022"/>
                  <a:gd name="connsiteY4" fmla="*/ 591907 h 829414"/>
                  <a:gd name="connsiteX0" fmla="*/ 81411 w 1786022"/>
                  <a:gd name="connsiteY0" fmla="*/ 393603 h 829414"/>
                  <a:gd name="connsiteX1" fmla="*/ 429371 w 1786022"/>
                  <a:gd name="connsiteY1" fmla="*/ 0 h 829414"/>
                  <a:gd name="connsiteX2" fmla="*/ 1786022 w 1786022"/>
                  <a:gd name="connsiteY2" fmla="*/ 369854 h 829414"/>
                  <a:gd name="connsiteX3" fmla="*/ 0 w 1786022"/>
                  <a:gd name="connsiteY3" fmla="*/ 829414 h 829414"/>
                  <a:gd name="connsiteX4" fmla="*/ 81411 w 1786022"/>
                  <a:gd name="connsiteY4" fmla="*/ 393603 h 829414"/>
                  <a:gd name="connsiteX0" fmla="*/ 81411 w 1786022"/>
                  <a:gd name="connsiteY0" fmla="*/ 393603 h 829414"/>
                  <a:gd name="connsiteX1" fmla="*/ 429371 w 1786022"/>
                  <a:gd name="connsiteY1" fmla="*/ 0 h 829414"/>
                  <a:gd name="connsiteX2" fmla="*/ 1786022 w 1786022"/>
                  <a:gd name="connsiteY2" fmla="*/ 369854 h 829414"/>
                  <a:gd name="connsiteX3" fmla="*/ 0 w 1786022"/>
                  <a:gd name="connsiteY3" fmla="*/ 829414 h 829414"/>
                  <a:gd name="connsiteX4" fmla="*/ 81411 w 1786022"/>
                  <a:gd name="connsiteY4" fmla="*/ 393603 h 829414"/>
                  <a:gd name="connsiteX0" fmla="*/ 81411 w 1786022"/>
                  <a:gd name="connsiteY0" fmla="*/ 393603 h 829414"/>
                  <a:gd name="connsiteX1" fmla="*/ 429371 w 1786022"/>
                  <a:gd name="connsiteY1" fmla="*/ 0 h 829414"/>
                  <a:gd name="connsiteX2" fmla="*/ 1786022 w 1786022"/>
                  <a:gd name="connsiteY2" fmla="*/ 325786 h 829414"/>
                  <a:gd name="connsiteX3" fmla="*/ 0 w 1786022"/>
                  <a:gd name="connsiteY3" fmla="*/ 829414 h 829414"/>
                  <a:gd name="connsiteX4" fmla="*/ 81411 w 1786022"/>
                  <a:gd name="connsiteY4" fmla="*/ 393603 h 829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86022" h="829414">
                    <a:moveTo>
                      <a:pt x="81411" y="393603"/>
                    </a:moveTo>
                    <a:cubicBezTo>
                      <a:pt x="307042" y="310476"/>
                      <a:pt x="265550" y="210465"/>
                      <a:pt x="429371" y="0"/>
                    </a:cubicBezTo>
                    <a:cubicBezTo>
                      <a:pt x="716335" y="244471"/>
                      <a:pt x="915164" y="290636"/>
                      <a:pt x="1786022" y="325786"/>
                    </a:cubicBezTo>
                    <a:cubicBezTo>
                      <a:pt x="561099" y="527000"/>
                      <a:pt x="601683" y="583990"/>
                      <a:pt x="0" y="829414"/>
                    </a:cubicBezTo>
                    <a:lnTo>
                      <a:pt x="81411" y="393603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56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6" name="Oval 280">
                <a:extLst>
                  <a:ext uri="{FF2B5EF4-FFF2-40B4-BE49-F238E27FC236}">
                    <a16:creationId xmlns:a16="http://schemas.microsoft.com/office/drawing/2014/main" id="{53A1D106-421A-1B49-B553-2CBF9788D9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9071" y="2226350"/>
                <a:ext cx="2047875" cy="771802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37" name="Text Box 276">
                <a:extLst>
                  <a:ext uri="{FF2B5EF4-FFF2-40B4-BE49-F238E27FC236}">
                    <a16:creationId xmlns:a16="http://schemas.microsoft.com/office/drawing/2014/main" id="{B7A9E3BA-2BF5-CE43-8B30-86D6044354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1471" y="2312106"/>
                <a:ext cx="1781175" cy="5653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/>
                  </a:rPr>
                  <a:t>managing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  <a:cs typeface="Arial"/>
                  </a:rPr>
                  <a:t>server/controller</a:t>
                </a:r>
              </a:p>
            </p:txBody>
          </p:sp>
          <p:grpSp>
            <p:nvGrpSpPr>
              <p:cNvPr id="341" name="Group 340">
                <a:extLst>
                  <a:ext uri="{FF2B5EF4-FFF2-40B4-BE49-F238E27FC236}">
                    <a16:creationId xmlns:a16="http://schemas.microsoft.com/office/drawing/2014/main" id="{8A56D922-8607-8842-BA7E-E5BD077F86C3}"/>
                  </a:ext>
                </a:extLst>
              </p:cNvPr>
              <p:cNvGrpSpPr/>
              <p:nvPr/>
            </p:nvGrpSpPr>
            <p:grpSpPr>
              <a:xfrm>
                <a:off x="2936918" y="2788771"/>
                <a:ext cx="820613" cy="395103"/>
                <a:chOff x="7338951" y="1864426"/>
                <a:chExt cx="427511" cy="344384"/>
              </a:xfrm>
            </p:grpSpPr>
            <p:sp>
              <p:nvSpPr>
                <p:cNvPr id="342" name="Can 341">
                  <a:extLst>
                    <a:ext uri="{FF2B5EF4-FFF2-40B4-BE49-F238E27FC236}">
                      <a16:creationId xmlns:a16="http://schemas.microsoft.com/office/drawing/2014/main" id="{74EE4027-61E0-3D42-9FDE-09FA0ACD0582}"/>
                    </a:ext>
                  </a:extLst>
                </p:cNvPr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3" name="Text Box 305">
                  <a:extLst>
                    <a:ext uri="{FF2B5EF4-FFF2-40B4-BE49-F238E27FC236}">
                      <a16:creationId xmlns:a16="http://schemas.microsoft.com/office/drawing/2014/main" id="{F32717F6-5E52-0140-9736-59C98FBC2B2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04793" y="1927928"/>
                  <a:ext cx="281197" cy="2682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A8"/>
                      </a:solidFill>
                      <a:effectLst/>
                      <a:uLnTx/>
                      <a:uFillTx/>
                      <a:latin typeface="Arial"/>
                      <a:ea typeface="ＭＳ Ｐゴシック" charset="0"/>
                      <a:cs typeface="Arial"/>
                    </a:rPr>
                    <a:t>data</a:t>
                  </a: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6C7BD6B1-0D37-394A-8FEE-E1CF482D0787}"/>
                </a:ext>
              </a:extLst>
            </p:cNvPr>
            <p:cNvGrpSpPr/>
            <p:nvPr/>
          </p:nvGrpSpPr>
          <p:grpSpPr>
            <a:xfrm>
              <a:off x="9957872" y="3853309"/>
              <a:ext cx="683116" cy="378456"/>
              <a:chOff x="7493876" y="2774731"/>
              <a:chExt cx="1481958" cy="894622"/>
            </a:xfrm>
          </p:grpSpPr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15AF3D12-A1F8-E345-AFFD-6154902F741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41C6D9AC-1050-844E-B28D-4F7C7CBA744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88" name="Group 287">
                <a:extLst>
                  <a:ext uri="{FF2B5EF4-FFF2-40B4-BE49-F238E27FC236}">
                    <a16:creationId xmlns:a16="http://schemas.microsoft.com/office/drawing/2014/main" id="{31C6E39C-0F89-344F-820D-D71E68DCBAD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89" name="Freeform 288">
                  <a:extLst>
                    <a:ext uri="{FF2B5EF4-FFF2-40B4-BE49-F238E27FC236}">
                      <a16:creationId xmlns:a16="http://schemas.microsoft.com/office/drawing/2014/main" id="{B6CED07E-98D7-694D-832D-3D9535C66A5A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0" name="Freeform 289">
                  <a:extLst>
                    <a:ext uri="{FF2B5EF4-FFF2-40B4-BE49-F238E27FC236}">
                      <a16:creationId xmlns:a16="http://schemas.microsoft.com/office/drawing/2014/main" id="{5E6F4760-9FD6-B149-95FE-47F730DA78B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1" name="Freeform 290">
                  <a:extLst>
                    <a:ext uri="{FF2B5EF4-FFF2-40B4-BE49-F238E27FC236}">
                      <a16:creationId xmlns:a16="http://schemas.microsoft.com/office/drawing/2014/main" id="{04098128-9D46-994D-A11B-766BA3DCDD6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2" name="Freeform 291">
                  <a:extLst>
                    <a:ext uri="{FF2B5EF4-FFF2-40B4-BE49-F238E27FC236}">
                      <a16:creationId xmlns:a16="http://schemas.microsoft.com/office/drawing/2014/main" id="{0519119D-A741-7245-9E62-0959CD1DB90C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3" name="Group 44">
              <a:extLst>
                <a:ext uri="{FF2B5EF4-FFF2-40B4-BE49-F238E27FC236}">
                  <a16:creationId xmlns:a16="http://schemas.microsoft.com/office/drawing/2014/main" id="{7784175B-3008-1947-BC32-53D444A93B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38940" y="2593196"/>
              <a:ext cx="903288" cy="727075"/>
              <a:chOff x="-44" y="1473"/>
              <a:chExt cx="981" cy="1105"/>
            </a:xfrm>
          </p:grpSpPr>
          <p:pic>
            <p:nvPicPr>
              <p:cNvPr id="174" name="Picture 45" descr="desktop_computer_stylized_medium">
                <a:extLst>
                  <a:ext uri="{FF2B5EF4-FFF2-40B4-BE49-F238E27FC236}">
                    <a16:creationId xmlns:a16="http://schemas.microsoft.com/office/drawing/2014/main" id="{4244FFAF-2F3E-B149-A967-52DC6A75D5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" name="Freeform 46">
                <a:extLst>
                  <a:ext uri="{FF2B5EF4-FFF2-40B4-BE49-F238E27FC236}">
                    <a16:creationId xmlns:a16="http://schemas.microsoft.com/office/drawing/2014/main" id="{253467A2-6E4A-E345-9120-C1C292DE791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013479D8-647E-ED40-9E3A-796896B7987C}"/>
                </a:ext>
              </a:extLst>
            </p:cNvPr>
            <p:cNvGrpSpPr/>
            <p:nvPr/>
          </p:nvGrpSpPr>
          <p:grpSpPr>
            <a:xfrm>
              <a:off x="7290439" y="2181342"/>
              <a:ext cx="3471211" cy="2974551"/>
              <a:chOff x="3831136" y="2159308"/>
              <a:chExt cx="3471211" cy="2974551"/>
            </a:xfrm>
          </p:grpSpPr>
          <p:cxnSp>
            <p:nvCxnSpPr>
              <p:cNvPr id="357" name="Straight Arrow Connector 356">
                <a:extLst>
                  <a:ext uri="{FF2B5EF4-FFF2-40B4-BE49-F238E27FC236}">
                    <a16:creationId xmlns:a16="http://schemas.microsoft.com/office/drawing/2014/main" id="{C55AE397-27AA-BE4B-975E-8544311A4C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3870" y="3013112"/>
                <a:ext cx="0" cy="2120747"/>
              </a:xfrm>
              <a:prstGeom prst="straightConnector1">
                <a:avLst/>
              </a:prstGeom>
              <a:ln w="34925">
                <a:solidFill>
                  <a:srgbClr val="C0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Straight Arrow Connector 358">
                <a:extLst>
                  <a:ext uri="{FF2B5EF4-FFF2-40B4-BE49-F238E27FC236}">
                    <a16:creationId xmlns:a16="http://schemas.microsoft.com/office/drawing/2014/main" id="{82DB823B-7FF4-1D4C-9AAC-0F7C4CB366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1136" y="3020190"/>
                <a:ext cx="3471211" cy="1856610"/>
              </a:xfrm>
              <a:prstGeom prst="straightConnector1">
                <a:avLst/>
              </a:prstGeom>
              <a:ln w="34925">
                <a:solidFill>
                  <a:srgbClr val="C0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Straight Arrow Connector 360">
                <a:extLst>
                  <a:ext uri="{FF2B5EF4-FFF2-40B4-BE49-F238E27FC236}">
                    <a16:creationId xmlns:a16="http://schemas.microsoft.com/office/drawing/2014/main" id="{C3E2E8C5-9CBE-7642-9F35-4C488B987B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1136" y="3026864"/>
                <a:ext cx="3294941" cy="599523"/>
              </a:xfrm>
              <a:prstGeom prst="straightConnector1">
                <a:avLst/>
              </a:prstGeom>
              <a:ln w="34925">
                <a:solidFill>
                  <a:srgbClr val="C0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Straight Arrow Connector 364">
                <a:extLst>
                  <a:ext uri="{FF2B5EF4-FFF2-40B4-BE49-F238E27FC236}">
                    <a16:creationId xmlns:a16="http://schemas.microsoft.com/office/drawing/2014/main" id="{421FB380-DB5B-BC41-AFD4-3F7E253971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1147" y="2159308"/>
                <a:ext cx="3084791" cy="860882"/>
              </a:xfrm>
              <a:prstGeom prst="straightConnector1">
                <a:avLst/>
              </a:prstGeom>
              <a:ln w="34925">
                <a:solidFill>
                  <a:srgbClr val="C0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Straight Arrow Connector 366">
                <a:extLst>
                  <a:ext uri="{FF2B5EF4-FFF2-40B4-BE49-F238E27FC236}">
                    <a16:creationId xmlns:a16="http://schemas.microsoft.com/office/drawing/2014/main" id="{ACF9E385-09DB-C84D-AE7B-3C13EDBFC0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4473" y="3023527"/>
                <a:ext cx="458433" cy="837885"/>
              </a:xfrm>
              <a:prstGeom prst="straightConnector1">
                <a:avLst/>
              </a:prstGeom>
              <a:ln w="34925">
                <a:solidFill>
                  <a:srgbClr val="C0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6" name="Rectangle 3">
            <a:extLst>
              <a:ext uri="{FF2B5EF4-FFF2-40B4-BE49-F238E27FC236}">
                <a16:creationId xmlns:a16="http://schemas.microsoft.com/office/drawing/2014/main" id="{B1F7E91D-9830-244A-9EAC-A7AA760D51B8}"/>
              </a:ext>
            </a:extLst>
          </p:cNvPr>
          <p:cNvSpPr txBox="1">
            <a:spLocks noChangeArrowheads="1"/>
          </p:cNvSpPr>
          <p:nvPr/>
        </p:nvSpPr>
        <p:spPr>
          <a:xfrm>
            <a:off x="564423" y="1441374"/>
            <a:ext cx="5560956" cy="1224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>
              <a:buNone/>
            </a:pPr>
            <a:r>
              <a:rPr lang="en-US" sz="3000" dirty="0">
                <a:solidFill>
                  <a:srgbClr val="C00000"/>
                </a:solidFill>
              </a:rPr>
              <a:t>CLI </a:t>
            </a:r>
            <a:r>
              <a:rPr lang="en-US" sz="2600" dirty="0"/>
              <a:t>(Command Line Interface) </a:t>
            </a:r>
            <a:endParaRPr lang="en-US" sz="3000" dirty="0"/>
          </a:p>
          <a:p>
            <a:pPr lvl="1"/>
            <a:r>
              <a:rPr lang="en-US" sz="2200" dirty="0"/>
              <a:t>operator issues (types, scripts) direct to individual devices (e.g., vis </a:t>
            </a:r>
            <a:r>
              <a:rPr lang="en-US" sz="2200" dirty="0" err="1"/>
              <a:t>ssh</a:t>
            </a:r>
            <a:r>
              <a:rPr lang="en-US" sz="2200" dirty="0"/>
              <a:t>)</a:t>
            </a:r>
          </a:p>
        </p:txBody>
      </p:sp>
      <p:sp>
        <p:nvSpPr>
          <p:cNvPr id="177" name="Rectangle 3">
            <a:extLst>
              <a:ext uri="{FF2B5EF4-FFF2-40B4-BE49-F238E27FC236}">
                <a16:creationId xmlns:a16="http://schemas.microsoft.com/office/drawing/2014/main" id="{D3894652-CA4D-D44B-BE08-C92193D797CF}"/>
              </a:ext>
            </a:extLst>
          </p:cNvPr>
          <p:cNvSpPr txBox="1">
            <a:spLocks noChangeArrowheads="1"/>
          </p:cNvSpPr>
          <p:nvPr/>
        </p:nvSpPr>
        <p:spPr>
          <a:xfrm>
            <a:off x="595637" y="2673427"/>
            <a:ext cx="5441606" cy="1535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>
              <a:buNone/>
            </a:pPr>
            <a:r>
              <a:rPr lang="en-US" sz="3000" dirty="0">
                <a:solidFill>
                  <a:srgbClr val="C00000"/>
                </a:solidFill>
              </a:rPr>
              <a:t>SNMP/MIB </a:t>
            </a:r>
          </a:p>
          <a:p>
            <a:pPr lvl="1"/>
            <a:r>
              <a:rPr lang="en-US" sz="2200" dirty="0"/>
              <a:t>operator queries/sets devices data (MIB) using Simple Network Management Protocol (SNMP)</a:t>
            </a:r>
          </a:p>
        </p:txBody>
      </p:sp>
      <p:sp>
        <p:nvSpPr>
          <p:cNvPr id="178" name="Rectangle 3">
            <a:extLst>
              <a:ext uri="{FF2B5EF4-FFF2-40B4-BE49-F238E27FC236}">
                <a16:creationId xmlns:a16="http://schemas.microsoft.com/office/drawing/2014/main" id="{55B528AC-68CA-274E-8AC0-BF0DA82DA8AE}"/>
              </a:ext>
            </a:extLst>
          </p:cNvPr>
          <p:cNvSpPr txBox="1">
            <a:spLocks noChangeArrowheads="1"/>
          </p:cNvSpPr>
          <p:nvPr/>
        </p:nvSpPr>
        <p:spPr>
          <a:xfrm>
            <a:off x="595637" y="4232314"/>
            <a:ext cx="6102618" cy="235577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>
              <a:spcBef>
                <a:spcPts val="0"/>
              </a:spcBef>
              <a:buNone/>
            </a:pPr>
            <a:r>
              <a:rPr lang="en-US" sz="3000" dirty="0">
                <a:solidFill>
                  <a:srgbClr val="C00000"/>
                </a:solidFill>
              </a:rPr>
              <a:t>NETCONF/YANG</a:t>
            </a:r>
          </a:p>
          <a:p>
            <a:pPr lvl="1">
              <a:spcBef>
                <a:spcPts val="0"/>
              </a:spcBef>
            </a:pPr>
            <a:r>
              <a:rPr lang="en-US" sz="2200" dirty="0"/>
              <a:t>more abstract, network-wide, holistic</a:t>
            </a:r>
          </a:p>
          <a:p>
            <a:pPr lvl="1">
              <a:spcBef>
                <a:spcPts val="0"/>
              </a:spcBef>
            </a:pPr>
            <a:r>
              <a:rPr lang="en-US" sz="2200" dirty="0"/>
              <a:t>emphasis on multi-device configuration management. </a:t>
            </a:r>
          </a:p>
          <a:p>
            <a:pPr lvl="1">
              <a:spcBef>
                <a:spcPts val="0"/>
              </a:spcBef>
            </a:pPr>
            <a:r>
              <a:rPr lang="en-US" sz="2200" dirty="0"/>
              <a:t>YANG: data modeling language </a:t>
            </a:r>
          </a:p>
          <a:p>
            <a:pPr lvl="1">
              <a:spcBef>
                <a:spcPts val="0"/>
              </a:spcBef>
            </a:pPr>
            <a:r>
              <a:rPr lang="en-US" sz="2200" dirty="0"/>
              <a:t>NETCONF: communicate YANG-compatible actions/data to/from/among remote devices </a:t>
            </a:r>
          </a:p>
        </p:txBody>
      </p:sp>
    </p:spTree>
    <p:extLst>
      <p:ext uri="{BB962C8B-B14F-4D97-AF65-F5344CB8AC3E}">
        <p14:creationId xmlns:p14="http://schemas.microsoft.com/office/powerpoint/2010/main" val="42252419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2C614-69D2-7153-BE81-7161C666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997"/>
            <a:ext cx="10515600" cy="1325563"/>
          </a:xfrm>
        </p:spPr>
        <p:txBody>
          <a:bodyPr/>
          <a:lstStyle/>
          <a:p>
            <a:r>
              <a:rPr lang="en-US" dirty="0"/>
              <a:t>Next week: The link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9F1C72-2D1F-ED6F-7191-BD5FBD0FF357}"/>
              </a:ext>
            </a:extLst>
          </p:cNvPr>
          <p:cNvSpPr txBox="1"/>
          <p:nvPr/>
        </p:nvSpPr>
        <p:spPr>
          <a:xfrm>
            <a:off x="3201373" y="6455287"/>
            <a:ext cx="866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ArialMT"/>
              </a:rPr>
              <a:t>Please read pp 449-456 (stop at single bit parity); 461-470; 477-501; 505-519. 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282E57-897F-C5DC-DD9C-E4C041213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642" y="5707360"/>
            <a:ext cx="3981504" cy="106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1800" dirty="0">
                <a:latin typeface="+mn-lt"/>
              </a:rPr>
              <a:t>Computer Networking: A Top-Down Approach . 8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 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Jim Kurose, Keith Ross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Pearson, 2020</a:t>
            </a:r>
          </a:p>
        </p:txBody>
      </p:sp>
      <p:pic>
        <p:nvPicPr>
          <p:cNvPr id="6" name="Picture 5" descr="Textbook cover: Computer Networking: A Top-Down Approach, 8th edition.">
            <a:extLst>
              <a:ext uri="{FF2B5EF4-FFF2-40B4-BE49-F238E27FC236}">
                <a16:creationId xmlns:a16="http://schemas.microsoft.com/office/drawing/2014/main" id="{24320224-E3B4-C3BF-8786-FF32AEC9C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42" y="1746361"/>
            <a:ext cx="3040743" cy="38009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BAB39F-90C7-1FCC-450E-65DD56623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2273" y="1183341"/>
            <a:ext cx="6500784" cy="522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601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15136</TotalTime>
  <Words>3561</Words>
  <Application>Microsoft Macintosh PowerPoint</Application>
  <PresentationFormat>Widescreen</PresentationFormat>
  <Paragraphs>811</Paragraphs>
  <Slides>54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6" baseType="lpstr">
      <vt:lpstr>ArialMT</vt:lpstr>
      <vt:lpstr>ＭＳ Ｐゴシック</vt:lpstr>
      <vt:lpstr>TimesLTPro</vt:lpstr>
      <vt:lpstr>ZapfDingbats</vt:lpstr>
      <vt:lpstr>Aptos</vt:lpstr>
      <vt:lpstr>Aptos Display</vt:lpstr>
      <vt:lpstr>Arial</vt:lpstr>
      <vt:lpstr>Calibri</vt:lpstr>
      <vt:lpstr>Gill Sans MT</vt:lpstr>
      <vt:lpstr>Wingdings</vt:lpstr>
      <vt:lpstr>Office Theme</vt:lpstr>
      <vt:lpstr>Clip</vt:lpstr>
      <vt:lpstr>INST 346 Spring 2025</vt:lpstr>
      <vt:lpstr>Network layer control plane</vt:lpstr>
      <vt:lpstr>Network layer functions</vt:lpstr>
      <vt:lpstr>Network-layer functions</vt:lpstr>
      <vt:lpstr>Per-router control plane</vt:lpstr>
      <vt:lpstr>Software-Defined Networking (SDN) control plane</vt:lpstr>
      <vt:lpstr>Scalable routing</vt:lpstr>
      <vt:lpstr>Internet approach to scalable routing</vt:lpstr>
      <vt:lpstr>Internet approach to scalable routing</vt:lpstr>
      <vt:lpstr>Making routing scalable</vt:lpstr>
      <vt:lpstr>Intra-AS routing:  routing within an AS</vt:lpstr>
      <vt:lpstr>OSPF (Open Shortest Path First) routing</vt:lpstr>
      <vt:lpstr>Hierarchical OSPF</vt:lpstr>
      <vt:lpstr>Routing among the ISPs: BGP</vt:lpstr>
      <vt:lpstr>Internet inter-AS routing: BGP</vt:lpstr>
      <vt:lpstr>Internet inter-AS routing: BGP</vt:lpstr>
      <vt:lpstr>eBGP, iBGP connections</vt:lpstr>
      <vt:lpstr>BGP basics</vt:lpstr>
      <vt:lpstr>BGP basics</vt:lpstr>
      <vt:lpstr>Path attributes and BGP routes</vt:lpstr>
      <vt:lpstr>Path attributes and BGP routes</vt:lpstr>
      <vt:lpstr>Why different Intra-, Inter-AS routing ? </vt:lpstr>
      <vt:lpstr>Hot potato routing</vt:lpstr>
      <vt:lpstr>BGP: achieving policy via advertisements</vt:lpstr>
      <vt:lpstr>BGP: achieving policy via advertisements (more)</vt:lpstr>
      <vt:lpstr>BGP route selection</vt:lpstr>
      <vt:lpstr>Software defined networking (SDN)</vt:lpstr>
      <vt:lpstr>Software defined networking (SDN)</vt:lpstr>
      <vt:lpstr>Per-router control plane</vt:lpstr>
      <vt:lpstr>Software-Defined Networking (SDN) control plane</vt:lpstr>
      <vt:lpstr>Software defined networking (SDN)</vt:lpstr>
      <vt:lpstr>SDN analogy: mainframe to PC revolution</vt:lpstr>
      <vt:lpstr>SDN analogy: mainframe to PC revolution</vt:lpstr>
      <vt:lpstr>Traffic engineering: difficult with traditional routing</vt:lpstr>
      <vt:lpstr>Traffic engineering: difficult with traditional routing</vt:lpstr>
      <vt:lpstr>Traffic engineering: difficult with traditional routing</vt:lpstr>
      <vt:lpstr>Software defined networking (SDN)</vt:lpstr>
      <vt:lpstr>Software defined networking (SDN)</vt:lpstr>
      <vt:lpstr>Software defined networking (SDN)</vt:lpstr>
      <vt:lpstr>Software defined networking (SDN)</vt:lpstr>
      <vt:lpstr>ICMP</vt:lpstr>
      <vt:lpstr>ICMP: internet control message protocol</vt:lpstr>
      <vt:lpstr>ICMP: internet control message protocol</vt:lpstr>
      <vt:lpstr>Traceroute and ICMP</vt:lpstr>
      <vt:lpstr>Traceroute and ICMP</vt:lpstr>
      <vt:lpstr>Traceroute and ICMP</vt:lpstr>
      <vt:lpstr>Traceroute and ICMP</vt:lpstr>
      <vt:lpstr>Network management</vt:lpstr>
      <vt:lpstr>What is network management?</vt:lpstr>
      <vt:lpstr>Components of network management</vt:lpstr>
      <vt:lpstr>Components of network management</vt:lpstr>
      <vt:lpstr>Components of network management</vt:lpstr>
      <vt:lpstr>Network operator approaches to management</vt:lpstr>
      <vt:lpstr>Next week: The link layer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Keith Ansel Marzullo</dc:creator>
  <cp:lastModifiedBy>Keith Ansel Marzullo</cp:lastModifiedBy>
  <cp:revision>72</cp:revision>
  <dcterms:created xsi:type="dcterms:W3CDTF">2024-12-31T16:59:50Z</dcterms:created>
  <dcterms:modified xsi:type="dcterms:W3CDTF">2025-04-06T21:54:19Z</dcterms:modified>
</cp:coreProperties>
</file>