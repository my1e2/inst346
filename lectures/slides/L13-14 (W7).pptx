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notesMasterIdLst>
    <p:notesMasterId r:id="rId71"/>
  </p:notesMasterIdLst>
  <p:sldIdLst>
    <p:sldId id="256" r:id="rId2"/>
    <p:sldId id="263" r:id="rId3"/>
    <p:sldId id="1221" r:id="rId4"/>
    <p:sldId id="1163" r:id="rId5"/>
    <p:sldId id="1164" r:id="rId6"/>
    <p:sldId id="1165" r:id="rId7"/>
    <p:sldId id="1166" r:id="rId8"/>
    <p:sldId id="1167" r:id="rId9"/>
    <p:sldId id="1168" r:id="rId10"/>
    <p:sldId id="1169" r:id="rId11"/>
    <p:sldId id="1170" r:id="rId12"/>
    <p:sldId id="1171" r:id="rId13"/>
    <p:sldId id="1216" r:id="rId14"/>
    <p:sldId id="1173" r:id="rId15"/>
    <p:sldId id="1175" r:id="rId16"/>
    <p:sldId id="1220" r:id="rId17"/>
    <p:sldId id="1068" r:id="rId18"/>
    <p:sldId id="1069" r:id="rId19"/>
    <p:sldId id="1070" r:id="rId20"/>
    <p:sldId id="1072" r:id="rId21"/>
    <p:sldId id="1073" r:id="rId22"/>
    <p:sldId id="1074" r:id="rId23"/>
    <p:sldId id="1076" r:id="rId24"/>
    <p:sldId id="1077" r:id="rId25"/>
    <p:sldId id="1078" r:id="rId26"/>
    <p:sldId id="1079" r:id="rId27"/>
    <p:sldId id="1080" r:id="rId28"/>
    <p:sldId id="1081" r:id="rId29"/>
    <p:sldId id="1083" r:id="rId30"/>
    <p:sldId id="1085" r:id="rId31"/>
    <p:sldId id="1086" r:id="rId32"/>
    <p:sldId id="1087" r:id="rId33"/>
    <p:sldId id="1218" r:id="rId34"/>
    <p:sldId id="1219" r:id="rId35"/>
    <p:sldId id="1088" r:id="rId36"/>
    <p:sldId id="1224" r:id="rId37"/>
    <p:sldId id="1098" r:id="rId38"/>
    <p:sldId id="1099" r:id="rId39"/>
    <p:sldId id="1222" r:id="rId40"/>
    <p:sldId id="1112" r:id="rId41"/>
    <p:sldId id="1113" r:id="rId42"/>
    <p:sldId id="1114" r:id="rId43"/>
    <p:sldId id="1115" r:id="rId44"/>
    <p:sldId id="1213" r:id="rId45"/>
    <p:sldId id="1116" r:id="rId46"/>
    <p:sldId id="1125" r:id="rId47"/>
    <p:sldId id="1117" r:id="rId48"/>
    <p:sldId id="1118" r:id="rId49"/>
    <p:sldId id="1119" r:id="rId50"/>
    <p:sldId id="1120" r:id="rId51"/>
    <p:sldId id="1123" r:id="rId52"/>
    <p:sldId id="1124" r:id="rId53"/>
    <p:sldId id="1223" r:id="rId54"/>
    <p:sldId id="1135" r:id="rId55"/>
    <p:sldId id="1138" r:id="rId56"/>
    <p:sldId id="1161" r:id="rId57"/>
    <p:sldId id="1142" r:id="rId58"/>
    <p:sldId id="1143" r:id="rId59"/>
    <p:sldId id="1139" r:id="rId60"/>
    <p:sldId id="1140" r:id="rId61"/>
    <p:sldId id="1144" r:id="rId62"/>
    <p:sldId id="1146" r:id="rId63"/>
    <p:sldId id="1225" r:id="rId64"/>
    <p:sldId id="1226" r:id="rId65"/>
    <p:sldId id="1231" r:id="rId66"/>
    <p:sldId id="1227" r:id="rId67"/>
    <p:sldId id="1232" r:id="rId68"/>
    <p:sldId id="1217" r:id="rId69"/>
    <p:sldId id="1201" r:id="rId70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useTimings="0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0"/>
      </p:ext>
    </p:extLst>
  </p:showPr>
  <p:clrMru>
    <a:srgbClr val="F8F6F4"/>
    <a:srgbClr val="F8F6E3"/>
    <a:srgbClr val="F5F3D6"/>
    <a:srgbClr val="FFFCF5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21429"/>
    <p:restoredTop sz="92911"/>
  </p:normalViewPr>
  <p:slideViewPr>
    <p:cSldViewPr snapToGrid="0">
      <p:cViewPr varScale="1">
        <p:scale>
          <a:sx n="106" d="100"/>
          <a:sy n="106" d="100"/>
        </p:scale>
        <p:origin x="456" y="18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80" d="100"/>
        <a:sy n="80" d="100"/>
      </p:scale>
      <p:origin x="0" y="0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66" Type="http://schemas.openxmlformats.org/officeDocument/2006/relationships/slide" Target="slides/slide65.xml"/><Relationship Id="rId74" Type="http://schemas.openxmlformats.org/officeDocument/2006/relationships/theme" Target="theme/theme1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presProps" Target="presProps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viewProps" Target="view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" Type="http://schemas.openxmlformats.org/officeDocument/2006/relationships/slide" Target="slides/slide6.xml"/><Relationship Id="rId71" Type="http://schemas.openxmlformats.org/officeDocument/2006/relationships/notesMaster" Target="notesMasters/notesMaster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BD626453-750E-724B-BE6B-DF4ECAD2EAD3}" type="datetimeFigureOut">
              <a:rPr lang="en-US" smtClean="0"/>
              <a:t>3/10/25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EDF08047-D801-1648-BFB7-E42211166F3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66794977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0450222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51246070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66682991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7720021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87561757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69039000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23986172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94032539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38850945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95F8FF2-F361-52CB-97C1-CAB21CB6B5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3709FEC-646F-4718-7A07-A8514CC6918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463A758-A55D-019D-16CB-5118A31BAD2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5A9DA82-81C6-1756-3887-E63A92DB706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45212499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01012001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49510302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38180762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16898345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28282042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4336578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50244797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98747489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02681270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63708775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70093083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46501802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83101760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39146625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t’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68649445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t’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24268993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t’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0379230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t’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92231890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4B96393-4C9A-CE1F-0FAF-0C9A87C9ED6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66B1389-9E44-3808-584B-A7B928FF109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4D74E0A8-470A-802A-EBAE-5FFBAB0D262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t’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CA2B9B7-14B6-F74F-5C0A-10B0C95C1EC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75293187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8ECAF1-97B2-0C2E-7845-8937A596954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CDB9439B-DD7D-63F4-771A-A7F9FB2D120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44667298-48ED-E76A-6D8F-2D7245670B5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t’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49F98EE-5696-D7EB-E947-5CEC060A842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33636967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re:</a:t>
            </a:r>
            <a:r>
              <a:rPr lang="en-US" baseline="0" dirty="0"/>
              <a:t> poor content providers – like in real-estate, location is everything.  servers want to be close to clients.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34248577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t’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28394136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shortest job first: decreased average delay!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45729976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22697811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43596369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62565467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15336629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72573938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96137343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87836013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15389143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29320398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02505820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26155895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08916417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77821829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31093240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25625315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77659677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65488509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40105676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14477718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84119369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11219760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53630257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993" name="Rectangle 7">
            <a:extLst>
              <a:ext uri="{FF2B5EF4-FFF2-40B4-BE49-F238E27FC236}">
                <a16:creationId xmlns:a16="http://schemas.microsoft.com/office/drawing/2014/main" id="{F97C318A-17ED-1542-9AD9-7A2248F12DFC}"/>
              </a:ext>
            </a:extLst>
          </p:cNvPr>
          <p:cNvSpPr txBox="1">
            <a:spLocks noGrp="1" noChangeArrowheads="1"/>
          </p:cNvSpPr>
          <p:nvPr/>
        </p:nvSpPr>
        <p:spPr bwMode="auto">
          <a:xfrm>
            <a:off x="4144963" y="9121775"/>
            <a:ext cx="3170237" cy="479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49" tIns="48325" rIns="96649" bIns="48325" anchor="b"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66788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58888FC7-8584-A54F-A1F0-E9C044658D3E}" type="slidenum">
              <a:rPr kumimoji="0" lang="en-US" altLang="en-US" sz="13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pPr marL="0" marR="0" lvl="0" indent="0" algn="r" defTabSz="966788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63</a:t>
            </a:fld>
            <a:endParaRPr kumimoji="0" lang="en-US" altLang="en-US" sz="13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12994" name="Rectangle 2">
            <a:extLst>
              <a:ext uri="{FF2B5EF4-FFF2-40B4-BE49-F238E27FC236}">
                <a16:creationId xmlns:a16="http://schemas.microsoft.com/office/drawing/2014/main" id="{927CF829-8DED-9448-A937-FB315CAB3C7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2995" name="Rectangle 3">
            <a:extLst>
              <a:ext uri="{FF2B5EF4-FFF2-40B4-BE49-F238E27FC236}">
                <a16:creationId xmlns:a16="http://schemas.microsoft.com/office/drawing/2014/main" id="{8C1486BF-9C4F-0F43-9A4E-0E1429CFECC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dirty="0">
              <a:ea typeface="ＭＳ Ｐゴシック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694864206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D16DB0-1AF9-2283-0DB1-D3C42B02DC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993" name="Rectangle 7">
            <a:extLst>
              <a:ext uri="{FF2B5EF4-FFF2-40B4-BE49-F238E27FC236}">
                <a16:creationId xmlns:a16="http://schemas.microsoft.com/office/drawing/2014/main" id="{D26B5979-5F0E-22A2-EF43-1BFDBD047D11}"/>
              </a:ext>
            </a:extLst>
          </p:cNvPr>
          <p:cNvSpPr txBox="1">
            <a:spLocks noGrp="1" noChangeArrowheads="1"/>
          </p:cNvSpPr>
          <p:nvPr/>
        </p:nvSpPr>
        <p:spPr bwMode="auto">
          <a:xfrm>
            <a:off x="4144963" y="9121775"/>
            <a:ext cx="3170237" cy="479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49" tIns="48325" rIns="96649" bIns="48325" anchor="b"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66788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58888FC7-8584-A54F-A1F0-E9C044658D3E}" type="slidenum">
              <a:rPr kumimoji="0" lang="en-US" altLang="en-US" sz="13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pPr marL="0" marR="0" lvl="0" indent="0" algn="r" defTabSz="966788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64</a:t>
            </a:fld>
            <a:endParaRPr kumimoji="0" lang="en-US" altLang="en-US" sz="13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12994" name="Rectangle 2">
            <a:extLst>
              <a:ext uri="{FF2B5EF4-FFF2-40B4-BE49-F238E27FC236}">
                <a16:creationId xmlns:a16="http://schemas.microsoft.com/office/drawing/2014/main" id="{356AC3CB-2FD8-F42D-89B2-1D612AAD1A0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2995" name="Rectangle 3">
            <a:extLst>
              <a:ext uri="{FF2B5EF4-FFF2-40B4-BE49-F238E27FC236}">
                <a16:creationId xmlns:a16="http://schemas.microsoft.com/office/drawing/2014/main" id="{2F5472E1-AEA8-1F63-DA2B-9E9B0A2F09D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dirty="0">
              <a:ea typeface="ＭＳ Ｐゴシック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171060832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210CBC5-EC89-0890-1E5D-4BBFF15452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993" name="Rectangle 7">
            <a:extLst>
              <a:ext uri="{FF2B5EF4-FFF2-40B4-BE49-F238E27FC236}">
                <a16:creationId xmlns:a16="http://schemas.microsoft.com/office/drawing/2014/main" id="{1A45D7EB-599C-8DF2-BD9A-138496EE2C2D}"/>
              </a:ext>
            </a:extLst>
          </p:cNvPr>
          <p:cNvSpPr txBox="1">
            <a:spLocks noGrp="1" noChangeArrowheads="1"/>
          </p:cNvSpPr>
          <p:nvPr/>
        </p:nvSpPr>
        <p:spPr bwMode="auto">
          <a:xfrm>
            <a:off x="4144963" y="9121775"/>
            <a:ext cx="3170237" cy="479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49" tIns="48325" rIns="96649" bIns="48325" anchor="b"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66788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58888FC7-8584-A54F-A1F0-E9C044658D3E}" type="slidenum">
              <a:rPr kumimoji="0" lang="en-US" altLang="en-US" sz="13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pPr marL="0" marR="0" lvl="0" indent="0" algn="r" defTabSz="966788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65</a:t>
            </a:fld>
            <a:endParaRPr kumimoji="0" lang="en-US" altLang="en-US" sz="13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12994" name="Rectangle 2">
            <a:extLst>
              <a:ext uri="{FF2B5EF4-FFF2-40B4-BE49-F238E27FC236}">
                <a16:creationId xmlns:a16="http://schemas.microsoft.com/office/drawing/2014/main" id="{3DC0868E-8665-A6D5-AF50-F164A1A020D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2995" name="Rectangle 3">
            <a:extLst>
              <a:ext uri="{FF2B5EF4-FFF2-40B4-BE49-F238E27FC236}">
                <a16:creationId xmlns:a16="http://schemas.microsoft.com/office/drawing/2014/main" id="{5697F7A2-F511-686A-1074-1BFA564A53FB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dirty="0">
              <a:ea typeface="ＭＳ Ｐゴシック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320426638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0F61BE0-7B34-2E33-3C8D-D16057FCEC6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993" name="Rectangle 7">
            <a:extLst>
              <a:ext uri="{FF2B5EF4-FFF2-40B4-BE49-F238E27FC236}">
                <a16:creationId xmlns:a16="http://schemas.microsoft.com/office/drawing/2014/main" id="{2DF58138-D556-C925-B3FB-EAB33EFC4AA2}"/>
              </a:ext>
            </a:extLst>
          </p:cNvPr>
          <p:cNvSpPr txBox="1">
            <a:spLocks noGrp="1" noChangeArrowheads="1"/>
          </p:cNvSpPr>
          <p:nvPr/>
        </p:nvSpPr>
        <p:spPr bwMode="auto">
          <a:xfrm>
            <a:off x="4144963" y="9121775"/>
            <a:ext cx="3170237" cy="479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49" tIns="48325" rIns="96649" bIns="48325" anchor="b"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66788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58888FC7-8584-A54F-A1F0-E9C044658D3E}" type="slidenum">
              <a:rPr kumimoji="0" lang="en-US" altLang="en-US" sz="13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pPr marL="0" marR="0" lvl="0" indent="0" algn="r" defTabSz="966788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66</a:t>
            </a:fld>
            <a:endParaRPr kumimoji="0" lang="en-US" altLang="en-US" sz="13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12994" name="Rectangle 2">
            <a:extLst>
              <a:ext uri="{FF2B5EF4-FFF2-40B4-BE49-F238E27FC236}">
                <a16:creationId xmlns:a16="http://schemas.microsoft.com/office/drawing/2014/main" id="{C21C9B73-24B4-8BF0-F39D-5F8695F68F8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2995" name="Rectangle 3">
            <a:extLst>
              <a:ext uri="{FF2B5EF4-FFF2-40B4-BE49-F238E27FC236}">
                <a16:creationId xmlns:a16="http://schemas.microsoft.com/office/drawing/2014/main" id="{092AE816-8F4A-46B2-DF1D-A631BA915B5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dirty="0">
              <a:ea typeface="ＭＳ Ｐゴシック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405639653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5957E1B-EE87-B9EC-71D6-5FBF2D23CD6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993" name="Rectangle 7">
            <a:extLst>
              <a:ext uri="{FF2B5EF4-FFF2-40B4-BE49-F238E27FC236}">
                <a16:creationId xmlns:a16="http://schemas.microsoft.com/office/drawing/2014/main" id="{2BF9A520-3613-3273-BE41-2BBD574A6C0B}"/>
              </a:ext>
            </a:extLst>
          </p:cNvPr>
          <p:cNvSpPr txBox="1">
            <a:spLocks noGrp="1" noChangeArrowheads="1"/>
          </p:cNvSpPr>
          <p:nvPr/>
        </p:nvSpPr>
        <p:spPr bwMode="auto">
          <a:xfrm>
            <a:off x="4144963" y="9121775"/>
            <a:ext cx="3170237" cy="479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49" tIns="48325" rIns="96649" bIns="48325" anchor="b"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66788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58888FC7-8584-A54F-A1F0-E9C044658D3E}" type="slidenum">
              <a:rPr kumimoji="0" lang="en-US" altLang="en-US" sz="13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pPr marL="0" marR="0" lvl="0" indent="0" algn="r" defTabSz="966788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67</a:t>
            </a:fld>
            <a:endParaRPr kumimoji="0" lang="en-US" altLang="en-US" sz="13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12994" name="Rectangle 2">
            <a:extLst>
              <a:ext uri="{FF2B5EF4-FFF2-40B4-BE49-F238E27FC236}">
                <a16:creationId xmlns:a16="http://schemas.microsoft.com/office/drawing/2014/main" id="{1ADE823B-C098-ABB7-3EB4-AC312857F97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2995" name="Rectangle 3">
            <a:extLst>
              <a:ext uri="{FF2B5EF4-FFF2-40B4-BE49-F238E27FC236}">
                <a16:creationId xmlns:a16="http://schemas.microsoft.com/office/drawing/2014/main" id="{5B26A495-442C-F324-EB82-43E3B746BAB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dirty="0">
              <a:ea typeface="ＭＳ Ｐゴシック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814178017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ED15A73-F1A6-7FE2-2DC0-59F6A608BBC8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EA7F5CA0-9313-A9F6-6B18-28FD7CB2EB2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D3BFF97-7CB9-4933-C3F2-6FA80D59A3F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CEBBD9A-1EFC-CE40-A13E-952BF6BE397F}" type="datetimeFigureOut">
              <a:rPr lang="en-US" smtClean="0"/>
              <a:t>3/10/25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0D935AA-ADA9-0ABE-FA76-B78343D8AE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9BAA19F-535D-DCDA-13EF-7918CCCC4D0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E0DB58-C183-F046-A871-16CA88A4351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9708118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1B879F8-E637-966C-C2B9-448D356C020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A17F910-C644-4F76-1676-932A001CC5E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27D85E6-9865-6D3B-AC2A-40F5ACA2C73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CEBBD9A-1EFC-CE40-A13E-952BF6BE397F}" type="datetimeFigureOut">
              <a:rPr lang="en-US" smtClean="0"/>
              <a:t>3/10/25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B148C11-9BEF-CF6B-DB44-A9C8896D1C2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8DB0379-A108-400E-23F9-F58DEE76E8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E0DB58-C183-F046-A871-16CA88A4351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5121018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1A344AC-39C2-82AD-F182-CCFBD4619FE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67DDE7A-19C5-1F83-E234-66E6EE6837B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82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82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502BEA6-1CC9-3704-3CEB-E019B423BF3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CEBBD9A-1EFC-CE40-A13E-952BF6BE397F}" type="datetimeFigureOut">
              <a:rPr lang="en-US" smtClean="0"/>
              <a:t>3/10/25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4383CD7-B872-ABB1-B0D0-8A04AA721B1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345AE01-48BA-9149-7C8E-06316C4C992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E0DB58-C183-F046-A871-16CA88A4351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85930864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DEDE82C-38F0-39F4-B9E8-2B8499C0503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8B7971E-8473-2136-9343-FC87E6C4B837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B779B9AB-EFFA-5754-F56F-B42D6D04C3B1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9AEE6A9F-0791-9988-4468-29EB2A5FF71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CEBBD9A-1EFC-CE40-A13E-952BF6BE397F}" type="datetimeFigureOut">
              <a:rPr lang="en-US" smtClean="0"/>
              <a:t>3/10/25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E8F185DD-E073-8C2E-67E7-DB0F7503BED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499E5CCB-0C42-BC54-BBAA-33506B63146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E0DB58-C183-F046-A871-16CA88A4351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8678913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0CD673A-0690-53D2-98D4-0B03373D5B8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426D754E-FF04-70A2-BA8C-D3D523A1B7F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A59B3A45-CF6A-4F40-30AD-5E4CD095C81E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6110C20-0B71-4AC3-6D43-A25C2CAC14CC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87B0524F-9F35-0A15-E28E-539B02958455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4149F0BC-8716-1D79-58DA-CD52B9272AB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CEBBD9A-1EFC-CE40-A13E-952BF6BE397F}" type="datetimeFigureOut">
              <a:rPr lang="en-US" smtClean="0"/>
              <a:t>3/10/25</a:t>
            </a:fld>
            <a:endParaRPr lang="en-US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71CF52A1-3FAA-2683-099A-40C88055EF1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A0F9A612-3A35-3264-50AC-3106CDF2314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E0DB58-C183-F046-A871-16CA88A4351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6313879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7DEBD0B-892B-B5C5-C2E6-FD29650E795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5B600A42-C39D-8CB0-17C7-92C73883888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CEBBD9A-1EFC-CE40-A13E-952BF6BE397F}" type="datetimeFigureOut">
              <a:rPr lang="en-US" smtClean="0"/>
              <a:t>3/10/25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383BA52B-43AE-27A2-1FCA-9CCE59B5131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4028E3-53D9-7235-68DC-A29CD9ADD76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E0DB58-C183-F046-A871-16CA88A4351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79448877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E4E88603-58C0-B2C9-0154-911F968746D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CEBBD9A-1EFC-CE40-A13E-952BF6BE397F}" type="datetimeFigureOut">
              <a:rPr lang="en-US" smtClean="0"/>
              <a:t>3/10/25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0A46D60A-BC2D-23F4-C871-4E134242D64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11DAE3C-751C-8CCB-C6D1-4BA25F360F6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E0DB58-C183-F046-A871-16CA88A4351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18277103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212E007-0454-2953-6B78-799109D63B0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A287A90-24BF-21A6-8CCB-AA4B1990CEE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7658D8F2-5EE5-3916-6F7A-0CB77B8431C4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F14AA4E0-EB1F-5413-B913-1990BAC4833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CEBBD9A-1EFC-CE40-A13E-952BF6BE397F}" type="datetimeFigureOut">
              <a:rPr lang="en-US" smtClean="0"/>
              <a:t>3/10/25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0DFDFC74-6CCF-BCA1-9024-BD3DFC891BE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AE3E7B1B-D48D-1777-711F-D5B47ED9344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E0DB58-C183-F046-A871-16CA88A4351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9491966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96F28EE-DD3D-8CF2-8C3A-FB885B7186A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FBD5B8F2-FAE3-91CF-5F2E-288757C191ED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50B81AB-331B-187D-AB9F-A590EABCD972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F59A0465-BCB6-A683-9F21-32BF1169BCC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CEBBD9A-1EFC-CE40-A13E-952BF6BE397F}" type="datetimeFigureOut">
              <a:rPr lang="en-US" smtClean="0"/>
              <a:t>3/10/25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88C25F60-400E-9B76-1A7C-AC2685E9420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292C59F8-8B68-48AC-34B6-FD7D78600D7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E0DB58-C183-F046-A871-16CA88A4351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76352476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E4FD1A1-8E6C-5C2D-BF58-15F86E5EB21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944C2732-E758-7DD0-AA8C-2CCAFEEA686C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AAD62C9-F275-D537-A035-9B239BF232A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CEBBD9A-1EFC-CE40-A13E-952BF6BE397F}" type="datetimeFigureOut">
              <a:rPr lang="en-US" smtClean="0"/>
              <a:t>3/10/25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B89B2F7-8803-6D19-D092-657D9CCB349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4C6477A-B84B-092E-4E67-236184B32D6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E0DB58-C183-F046-A871-16CA88A4351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05029146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4D5AFB8E-747B-48C1-B6AA-8850333A8D80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33443F2C-5DB2-0CAA-3ACB-29582DDF66F4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B1CE58E-D677-DF7E-1D80-075EF4A994C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CEBBD9A-1EFC-CE40-A13E-952BF6BE397F}" type="datetimeFigureOut">
              <a:rPr lang="en-US" smtClean="0"/>
              <a:t>3/10/25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D17E530-1A4C-8E9F-798D-74639477D47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167E047-2D83-86D3-5C58-B436144639A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E0DB58-C183-F046-A871-16CA88A4351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7363938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00">
            <a:alpha val="17000"/>
          </a:srgb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CCCEC894-7AE1-02D6-C6DB-02FCF336042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181C704-2C7D-32A2-0D67-5FE2568697D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B3563520-EE92-94F7-B336-AFEF5B764007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1CEBBD9A-1EFC-CE40-A13E-952BF6BE397F}" type="datetimeFigureOut">
              <a:rPr lang="en-US" smtClean="0"/>
              <a:t>3/10/25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FB5B3BD-BB61-C7E2-A82A-E19080207E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885218C-19B6-2DD7-3906-E0CFF98880F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58E0DB58-C183-F046-A871-16CA88A4351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0514479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6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13" Type="http://schemas.openxmlformats.org/officeDocument/2006/relationships/image" Target="../media/image11.png"/><Relationship Id="rId18" Type="http://schemas.openxmlformats.org/officeDocument/2006/relationships/image" Target="../media/image16.png"/><Relationship Id="rId3" Type="http://schemas.openxmlformats.org/officeDocument/2006/relationships/image" Target="../media/image1.png"/><Relationship Id="rId21" Type="http://schemas.openxmlformats.org/officeDocument/2006/relationships/image" Target="../media/image19.png"/><Relationship Id="rId7" Type="http://schemas.openxmlformats.org/officeDocument/2006/relationships/image" Target="../media/image5.png"/><Relationship Id="rId12" Type="http://schemas.openxmlformats.org/officeDocument/2006/relationships/image" Target="../media/image10.png"/><Relationship Id="rId17" Type="http://schemas.openxmlformats.org/officeDocument/2006/relationships/image" Target="../media/image15.png"/><Relationship Id="rId2" Type="http://schemas.openxmlformats.org/officeDocument/2006/relationships/notesSlide" Target="../notesSlides/notesSlide2.xml"/><Relationship Id="rId16" Type="http://schemas.openxmlformats.org/officeDocument/2006/relationships/image" Target="../media/image14.png"/><Relationship Id="rId20" Type="http://schemas.openxmlformats.org/officeDocument/2006/relationships/image" Target="../media/image18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4.png"/><Relationship Id="rId11" Type="http://schemas.openxmlformats.org/officeDocument/2006/relationships/image" Target="../media/image9.png"/><Relationship Id="rId5" Type="http://schemas.openxmlformats.org/officeDocument/2006/relationships/image" Target="../media/image3.png"/><Relationship Id="rId15" Type="http://schemas.openxmlformats.org/officeDocument/2006/relationships/image" Target="../media/image13.png"/><Relationship Id="rId23" Type="http://schemas.openxmlformats.org/officeDocument/2006/relationships/image" Target="../media/image21.png"/><Relationship Id="rId10" Type="http://schemas.openxmlformats.org/officeDocument/2006/relationships/image" Target="../media/image8.png"/><Relationship Id="rId19" Type="http://schemas.openxmlformats.org/officeDocument/2006/relationships/image" Target="../media/image17.png"/><Relationship Id="rId4" Type="http://schemas.openxmlformats.org/officeDocument/2006/relationships/image" Target="../media/image2.png"/><Relationship Id="rId9" Type="http://schemas.openxmlformats.org/officeDocument/2006/relationships/image" Target="../media/image7.png"/><Relationship Id="rId14" Type="http://schemas.openxmlformats.org/officeDocument/2006/relationships/image" Target="../media/image12.png"/><Relationship Id="rId22" Type="http://schemas.openxmlformats.org/officeDocument/2006/relationships/image" Target="../media/image20.pn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13" Type="http://schemas.openxmlformats.org/officeDocument/2006/relationships/image" Target="../media/image11.png"/><Relationship Id="rId18" Type="http://schemas.openxmlformats.org/officeDocument/2006/relationships/image" Target="../media/image16.png"/><Relationship Id="rId3" Type="http://schemas.openxmlformats.org/officeDocument/2006/relationships/image" Target="../media/image1.png"/><Relationship Id="rId21" Type="http://schemas.openxmlformats.org/officeDocument/2006/relationships/image" Target="../media/image19.png"/><Relationship Id="rId7" Type="http://schemas.openxmlformats.org/officeDocument/2006/relationships/image" Target="../media/image5.png"/><Relationship Id="rId12" Type="http://schemas.openxmlformats.org/officeDocument/2006/relationships/image" Target="../media/image10.png"/><Relationship Id="rId17" Type="http://schemas.openxmlformats.org/officeDocument/2006/relationships/image" Target="../media/image15.png"/><Relationship Id="rId2" Type="http://schemas.openxmlformats.org/officeDocument/2006/relationships/notesSlide" Target="../notesSlides/notesSlide3.xml"/><Relationship Id="rId16" Type="http://schemas.openxmlformats.org/officeDocument/2006/relationships/image" Target="../media/image14.png"/><Relationship Id="rId20" Type="http://schemas.openxmlformats.org/officeDocument/2006/relationships/image" Target="../media/image18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4.png"/><Relationship Id="rId11" Type="http://schemas.openxmlformats.org/officeDocument/2006/relationships/image" Target="../media/image9.png"/><Relationship Id="rId5" Type="http://schemas.openxmlformats.org/officeDocument/2006/relationships/image" Target="../media/image3.png"/><Relationship Id="rId15" Type="http://schemas.openxmlformats.org/officeDocument/2006/relationships/image" Target="../media/image13.png"/><Relationship Id="rId23" Type="http://schemas.openxmlformats.org/officeDocument/2006/relationships/image" Target="../media/image21.png"/><Relationship Id="rId10" Type="http://schemas.openxmlformats.org/officeDocument/2006/relationships/image" Target="../media/image8.png"/><Relationship Id="rId19" Type="http://schemas.openxmlformats.org/officeDocument/2006/relationships/image" Target="../media/image17.png"/><Relationship Id="rId4" Type="http://schemas.openxmlformats.org/officeDocument/2006/relationships/image" Target="../media/image2.png"/><Relationship Id="rId9" Type="http://schemas.openxmlformats.org/officeDocument/2006/relationships/image" Target="../media/image7.png"/><Relationship Id="rId14" Type="http://schemas.openxmlformats.org/officeDocument/2006/relationships/image" Target="../media/image12.png"/><Relationship Id="rId22" Type="http://schemas.openxmlformats.org/officeDocument/2006/relationships/image" Target="../media/image20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13" Type="http://schemas.openxmlformats.org/officeDocument/2006/relationships/image" Target="../media/image12.png"/><Relationship Id="rId18" Type="http://schemas.openxmlformats.org/officeDocument/2006/relationships/image" Target="../media/image18.png"/><Relationship Id="rId3" Type="http://schemas.openxmlformats.org/officeDocument/2006/relationships/image" Target="../media/image1.png"/><Relationship Id="rId21" Type="http://schemas.openxmlformats.org/officeDocument/2006/relationships/image" Target="../media/image21.png"/><Relationship Id="rId7" Type="http://schemas.openxmlformats.org/officeDocument/2006/relationships/image" Target="../media/image5.png"/><Relationship Id="rId12" Type="http://schemas.openxmlformats.org/officeDocument/2006/relationships/image" Target="../media/image11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4.xml"/><Relationship Id="rId16" Type="http://schemas.openxmlformats.org/officeDocument/2006/relationships/image" Target="../media/image16.png"/><Relationship Id="rId20" Type="http://schemas.openxmlformats.org/officeDocument/2006/relationships/image" Target="../media/image20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4.png"/><Relationship Id="rId11" Type="http://schemas.openxmlformats.org/officeDocument/2006/relationships/image" Target="../media/image10.png"/><Relationship Id="rId5" Type="http://schemas.openxmlformats.org/officeDocument/2006/relationships/image" Target="../media/image3.png"/><Relationship Id="rId15" Type="http://schemas.openxmlformats.org/officeDocument/2006/relationships/image" Target="../media/image15.png"/><Relationship Id="rId23" Type="http://schemas.openxmlformats.org/officeDocument/2006/relationships/image" Target="../media/image13.png"/><Relationship Id="rId10" Type="http://schemas.openxmlformats.org/officeDocument/2006/relationships/image" Target="../media/image8.png"/><Relationship Id="rId19" Type="http://schemas.openxmlformats.org/officeDocument/2006/relationships/image" Target="../media/image19.png"/><Relationship Id="rId4" Type="http://schemas.openxmlformats.org/officeDocument/2006/relationships/image" Target="../media/image2.png"/><Relationship Id="rId9" Type="http://schemas.openxmlformats.org/officeDocument/2006/relationships/image" Target="../media/image7.png"/><Relationship Id="rId14" Type="http://schemas.openxmlformats.org/officeDocument/2006/relationships/image" Target="../media/image14.png"/><Relationship Id="rId22" Type="http://schemas.openxmlformats.org/officeDocument/2006/relationships/image" Target="../media/image9.png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6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6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6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6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6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6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6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6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6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22.png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6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6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6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6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6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6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6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6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6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6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24.pn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6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6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25.png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25.png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25.png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27.png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6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6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6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6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6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6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6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6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6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6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6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6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6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6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6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4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1.jpeg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1.jpeg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jpe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4.png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6.png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8.jpeg"/><Relationship Id="rId5" Type="http://schemas.openxmlformats.org/officeDocument/2006/relationships/image" Target="../media/image37.png"/><Relationship Id="rId4" Type="http://schemas.openxmlformats.org/officeDocument/2006/relationships/image" Target="../media/image36.png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8.jpeg"/><Relationship Id="rId5" Type="http://schemas.openxmlformats.org/officeDocument/2006/relationships/image" Target="../media/image37.png"/><Relationship Id="rId4" Type="http://schemas.openxmlformats.org/officeDocument/2006/relationships/image" Target="../media/image36.png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8.jpeg"/><Relationship Id="rId5" Type="http://schemas.openxmlformats.org/officeDocument/2006/relationships/image" Target="../media/image37.png"/><Relationship Id="rId4" Type="http://schemas.openxmlformats.org/officeDocument/2006/relationships/image" Target="../media/image36.png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8.jpeg"/><Relationship Id="rId5" Type="http://schemas.openxmlformats.org/officeDocument/2006/relationships/image" Target="../media/image37.png"/><Relationship Id="rId4" Type="http://schemas.openxmlformats.org/officeDocument/2006/relationships/image" Target="../media/image36.png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jp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BD0BEE0-E3AE-7F43-0A5B-25DAD014B058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/>
              <a:t>INST 346 Spring 2025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0D409E59-C154-C1A8-CF0A-802409C96240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Lectures 13 and 14 </a:t>
            </a:r>
          </a:p>
          <a:p>
            <a:r>
              <a:rPr lang="en-US" dirty="0"/>
              <a:t>March 10 and 12, 2025</a:t>
            </a:r>
          </a:p>
          <a:p>
            <a:r>
              <a:rPr lang="en-US" dirty="0"/>
              <a:t>Professor Keith Marzullo</a:t>
            </a:r>
          </a:p>
        </p:txBody>
      </p:sp>
    </p:spTree>
    <p:extLst>
      <p:ext uri="{BB962C8B-B14F-4D97-AF65-F5344CB8AC3E}">
        <p14:creationId xmlns:p14="http://schemas.microsoft.com/office/powerpoint/2010/main" val="1515061805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BE474D-B7CF-27C6-2221-6D2108011C2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Application layer: Learning objectives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F673A30-D0CC-3567-5812-766306FD524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pPr marL="0" indent="0">
              <a:buNone/>
            </a:pPr>
            <a:r>
              <a:rPr lang="en-US" dirty="0"/>
              <a:t>A broad look, introducing key concepts and terminology</a:t>
            </a:r>
          </a:p>
          <a:p>
            <a:r>
              <a:rPr lang="en-US" dirty="0"/>
              <a:t>Principles of network applications</a:t>
            </a:r>
            <a:endParaRPr lang="en-US" altLang="en-US" sz="2800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Web and HTTP</a:t>
            </a:r>
            <a:endParaRPr lang="en-US" altLang="en-US" sz="2800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The Domain Name Systems</a:t>
            </a:r>
            <a:endParaRPr lang="en-US" altLang="en-US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Video streaming and content distribution networks</a:t>
            </a:r>
          </a:p>
          <a:p>
            <a:pPr marL="0" indent="0">
              <a:buNone/>
            </a:pPr>
            <a:endParaRPr lang="en-US" dirty="0"/>
          </a:p>
          <a:p>
            <a:pPr marL="0" indent="0">
              <a:buNone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47559901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56B76D8-4053-B207-57CA-8A921124CC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A53774D-E2BC-14AD-020D-A872367798D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sz="5400" dirty="0"/>
              <a:t>Principles of network applications</a:t>
            </a:r>
          </a:p>
        </p:txBody>
      </p:sp>
    </p:spTree>
    <p:extLst>
      <p:ext uri="{BB962C8B-B14F-4D97-AF65-F5344CB8AC3E}">
        <p14:creationId xmlns:p14="http://schemas.microsoft.com/office/powerpoint/2010/main" val="1041785013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Some </a:t>
            </a:r>
            <a:r>
              <a:rPr lang="en-US" altLang="en-US" dirty="0">
                <a:ea typeface="ＭＳ Ｐゴシック" panose="020B0600070205080204" pitchFamily="34" charset="-128"/>
              </a:rPr>
              <a:t>n</a:t>
            </a:r>
            <a:r>
              <a:rPr lang="en-US" altLang="en-US" sz="4400" dirty="0">
                <a:ea typeface="ＭＳ Ｐゴシック" panose="020B0600070205080204" pitchFamily="34" charset="-128"/>
              </a:rPr>
              <a:t>etwork apps</a:t>
            </a:r>
            <a:endParaRPr lang="en-US" sz="4400" dirty="0"/>
          </a:p>
        </p:txBody>
      </p:sp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80CCA17D-ECA8-CE46-82AC-A0AF8C3B62BD}"/>
              </a:ext>
            </a:extLst>
          </p:cNvPr>
          <p:cNvSpPr txBox="1">
            <a:spLocks/>
          </p:cNvSpPr>
          <p:nvPr/>
        </p:nvSpPr>
        <p:spPr>
          <a:xfrm>
            <a:off x="914400" y="1456928"/>
            <a:ext cx="5309184" cy="4351338"/>
          </a:xfrm>
          <a:prstGeom prst="rect">
            <a:avLst/>
          </a:prstGeom>
        </p:spPr>
        <p:txBody>
          <a:bodyPr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6075" marR="0" lvl="0" indent="-3317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social networking</a:t>
            </a:r>
          </a:p>
          <a:p>
            <a:pPr marL="346075" marR="0" lvl="0" indent="-3317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Web</a:t>
            </a:r>
          </a:p>
          <a:p>
            <a:pPr marL="346075" marR="0" lvl="0" indent="-3317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text messaging</a:t>
            </a:r>
          </a:p>
          <a:p>
            <a:pPr marL="346075" marR="0" lvl="0" indent="-3317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e-mail</a:t>
            </a:r>
          </a:p>
          <a:p>
            <a:pPr marL="346075" marR="0" lvl="0" indent="-3317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multi-user network games</a:t>
            </a:r>
          </a:p>
          <a:p>
            <a:pPr marL="346075" marR="0" lvl="0" indent="-3317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streaming stored video (YouTube, Hulu, Netflix) </a:t>
            </a:r>
          </a:p>
          <a:p>
            <a:pPr marL="346075" marR="0" lvl="0" indent="-3317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P2P file sharing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sz="3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Content Placeholder 3">
            <a:extLst>
              <a:ext uri="{FF2B5EF4-FFF2-40B4-BE49-F238E27FC236}">
                <a16:creationId xmlns:a16="http://schemas.microsoft.com/office/drawing/2014/main" id="{8EDF5219-071B-3D4F-9DD6-1CD36C0FFD4F}"/>
              </a:ext>
            </a:extLst>
          </p:cNvPr>
          <p:cNvSpPr txBox="1">
            <a:spLocks/>
          </p:cNvSpPr>
          <p:nvPr/>
        </p:nvSpPr>
        <p:spPr>
          <a:xfrm>
            <a:off x="6468101" y="1456928"/>
            <a:ext cx="5309184" cy="4351338"/>
          </a:xfrm>
          <a:prstGeom prst="rect">
            <a:avLst/>
          </a:prstGeom>
        </p:spPr>
        <p:txBody>
          <a:bodyPr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6075" marR="0" lvl="0" indent="-3317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voice over IP (e.g., Skype)</a:t>
            </a:r>
          </a:p>
          <a:p>
            <a:pPr marL="346075" marR="0" lvl="0" indent="-3317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real-time video conferencing (e.g., Zoom)</a:t>
            </a:r>
          </a:p>
          <a:p>
            <a:pPr marL="346075" marR="0" lvl="0" indent="-3317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Internet search</a:t>
            </a:r>
          </a:p>
          <a:p>
            <a:pPr marL="346075" marR="0" lvl="0" indent="-3317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remote login</a:t>
            </a:r>
          </a:p>
          <a:p>
            <a:pPr marL="346075" marR="0" lvl="0" indent="-3317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…</a:t>
            </a:r>
          </a:p>
          <a:p>
            <a:pPr marL="14287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sz="3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81174506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Creating a network </a:t>
            </a:r>
            <a:r>
              <a:rPr lang="en-US" altLang="en-US" dirty="0">
                <a:ea typeface="ＭＳ Ｐゴシック" panose="020B0600070205080204" pitchFamily="34" charset="-128"/>
              </a:rPr>
              <a:t>a</a:t>
            </a:r>
            <a:r>
              <a:rPr lang="en-US" altLang="en-US" sz="4400" dirty="0">
                <a:ea typeface="ＭＳ Ｐゴシック" panose="020B0600070205080204" pitchFamily="34" charset="-128"/>
              </a:rPr>
              <a:t>pp</a:t>
            </a:r>
            <a:endParaRPr lang="en-US" sz="4400" dirty="0"/>
          </a:p>
        </p:txBody>
      </p:sp>
      <p:sp>
        <p:nvSpPr>
          <p:cNvPr id="656" name="Content Placeholder 3">
            <a:extLst>
              <a:ext uri="{FF2B5EF4-FFF2-40B4-BE49-F238E27FC236}">
                <a16:creationId xmlns:a16="http://schemas.microsoft.com/office/drawing/2014/main" id="{97C6B0DF-3B81-1046-A02E-98C8247EB000}"/>
              </a:ext>
            </a:extLst>
          </p:cNvPr>
          <p:cNvSpPr txBox="1">
            <a:spLocks/>
          </p:cNvSpPr>
          <p:nvPr/>
        </p:nvSpPr>
        <p:spPr>
          <a:xfrm>
            <a:off x="889178" y="1334086"/>
            <a:ext cx="5309184" cy="4974698"/>
          </a:xfrm>
          <a:prstGeom prst="rect">
            <a:avLst/>
          </a:prstGeom>
        </p:spPr>
        <p:txBody>
          <a:bodyPr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4287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write programs that:</a:t>
            </a:r>
          </a:p>
          <a:p>
            <a:pPr marL="346075" marR="0" lvl="0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run on (different) end systems</a:t>
            </a:r>
          </a:p>
          <a:p>
            <a:pPr marL="346075" marR="0" lvl="0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communicate over network</a:t>
            </a:r>
          </a:p>
          <a:p>
            <a:pPr marL="346075" marR="0" lvl="0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e.g., web server software communicates with browser software</a:t>
            </a:r>
          </a:p>
          <a:p>
            <a:pPr marL="14287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 need to write software for network-core devices</a:t>
            </a:r>
          </a:p>
          <a:p>
            <a:pPr marL="346075" marR="0" lvl="0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network-core devices do not run user applications </a:t>
            </a:r>
          </a:p>
          <a:p>
            <a:pPr marL="346075" marR="0" lvl="0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applications on end systems  allows for rapid app development, propagation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" name="Group 1" descr="Our standard Internet diagram showing the five-level stack as being used for a network app">
            <a:extLst>
              <a:ext uri="{FF2B5EF4-FFF2-40B4-BE49-F238E27FC236}">
                <a16:creationId xmlns:a16="http://schemas.microsoft.com/office/drawing/2014/main" id="{6189FA74-4F37-DC06-34E4-CC40E07D8E1A}"/>
              </a:ext>
            </a:extLst>
          </p:cNvPr>
          <p:cNvGrpSpPr/>
          <p:nvPr/>
        </p:nvGrpSpPr>
        <p:grpSpPr>
          <a:xfrm>
            <a:off x="6539916" y="1168489"/>
            <a:ext cx="5359400" cy="5179933"/>
            <a:chOff x="6539916" y="1168489"/>
            <a:chExt cx="5359400" cy="5179933"/>
          </a:xfrm>
        </p:grpSpPr>
        <p:sp>
          <p:nvSpPr>
            <p:cNvPr id="371" name="Freeform 370">
              <a:extLst>
                <a:ext uri="{FF2B5EF4-FFF2-40B4-BE49-F238E27FC236}">
                  <a16:creationId xmlns:a16="http://schemas.microsoft.com/office/drawing/2014/main" id="{21662630-62BB-AE4A-A779-AEACD21E6D7C}"/>
                </a:ext>
              </a:extLst>
            </p:cNvPr>
            <p:cNvSpPr/>
            <p:nvPr/>
          </p:nvSpPr>
          <p:spPr>
            <a:xfrm>
              <a:off x="8985188" y="3065778"/>
              <a:ext cx="1124807" cy="133791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82604 w 1558990"/>
                <a:gd name="connsiteY0" fmla="*/ 534641 h 1810599"/>
                <a:gd name="connsiteX1" fmla="*/ 22252 w 1558990"/>
                <a:gd name="connsiteY1" fmla="*/ 940200 h 1810599"/>
                <a:gd name="connsiteX2" fmla="*/ 167457 w 1558990"/>
                <a:gd name="connsiteY2" fmla="*/ 1672556 h 1810599"/>
                <a:gd name="connsiteX3" fmla="*/ 1208772 w 1558990"/>
                <a:gd name="connsiteY3" fmla="*/ 1775650 h 1810599"/>
                <a:gd name="connsiteX4" fmla="*/ 1543003 w 1558990"/>
                <a:gd name="connsiteY4" fmla="*/ 1257671 h 1810599"/>
                <a:gd name="connsiteX5" fmla="*/ 1490762 w 1558990"/>
                <a:gd name="connsiteY5" fmla="*/ 672856 h 1810599"/>
                <a:gd name="connsiteX6" fmla="*/ 1359176 w 1558990"/>
                <a:gd name="connsiteY6" fmla="*/ 154877 h 1810599"/>
                <a:gd name="connsiteX7" fmla="*/ 861336 w 1558990"/>
                <a:gd name="connsiteY7" fmla="*/ 21205 h 1810599"/>
                <a:gd name="connsiteX8" fmla="*/ 382604 w 1558990"/>
                <a:gd name="connsiteY8" fmla="*/ 534641 h 1810599"/>
                <a:gd name="connsiteX0" fmla="*/ 393458 w 1593840"/>
                <a:gd name="connsiteY0" fmla="*/ 534641 h 1793264"/>
                <a:gd name="connsiteX1" fmla="*/ 33106 w 1593840"/>
                <a:gd name="connsiteY1" fmla="*/ 940200 h 1793264"/>
                <a:gd name="connsiteX2" fmla="*/ 178311 w 1593840"/>
                <a:gd name="connsiteY2" fmla="*/ 1672556 h 1793264"/>
                <a:gd name="connsiteX3" fmla="*/ 1464139 w 1593840"/>
                <a:gd name="connsiteY3" fmla="*/ 1752440 h 1793264"/>
                <a:gd name="connsiteX4" fmla="*/ 1553857 w 1593840"/>
                <a:gd name="connsiteY4" fmla="*/ 1257671 h 1793264"/>
                <a:gd name="connsiteX5" fmla="*/ 1501616 w 1593840"/>
                <a:gd name="connsiteY5" fmla="*/ 672856 h 1793264"/>
                <a:gd name="connsiteX6" fmla="*/ 1370030 w 1593840"/>
                <a:gd name="connsiteY6" fmla="*/ 154877 h 1793264"/>
                <a:gd name="connsiteX7" fmla="*/ 872190 w 1593840"/>
                <a:gd name="connsiteY7" fmla="*/ 21205 h 1793264"/>
                <a:gd name="connsiteX8" fmla="*/ 393458 w 1593840"/>
                <a:gd name="connsiteY8" fmla="*/ 534641 h 1793264"/>
                <a:gd name="connsiteX0" fmla="*/ 393458 w 1566550"/>
                <a:gd name="connsiteY0" fmla="*/ 534641 h 1840341"/>
                <a:gd name="connsiteX1" fmla="*/ 33106 w 1566550"/>
                <a:gd name="connsiteY1" fmla="*/ 940200 h 1840341"/>
                <a:gd name="connsiteX2" fmla="*/ 178311 w 1566550"/>
                <a:gd name="connsiteY2" fmla="*/ 1672556 h 1840341"/>
                <a:gd name="connsiteX3" fmla="*/ 1464139 w 1566550"/>
                <a:gd name="connsiteY3" fmla="*/ 1752440 h 1840341"/>
                <a:gd name="connsiteX4" fmla="*/ 1553857 w 1566550"/>
                <a:gd name="connsiteY4" fmla="*/ 1257671 h 1840341"/>
                <a:gd name="connsiteX5" fmla="*/ 1501616 w 1566550"/>
                <a:gd name="connsiteY5" fmla="*/ 672856 h 1840341"/>
                <a:gd name="connsiteX6" fmla="*/ 1370030 w 1566550"/>
                <a:gd name="connsiteY6" fmla="*/ 154877 h 1840341"/>
                <a:gd name="connsiteX7" fmla="*/ 872190 w 1566550"/>
                <a:gd name="connsiteY7" fmla="*/ 21205 h 1840341"/>
                <a:gd name="connsiteX8" fmla="*/ 393458 w 1566550"/>
                <a:gd name="connsiteY8" fmla="*/ 534641 h 1840341"/>
                <a:gd name="connsiteX0" fmla="*/ 393458 w 1555557"/>
                <a:gd name="connsiteY0" fmla="*/ 534641 h 1787187"/>
                <a:gd name="connsiteX1" fmla="*/ 33106 w 1555557"/>
                <a:gd name="connsiteY1" fmla="*/ 940200 h 1787187"/>
                <a:gd name="connsiteX2" fmla="*/ 178311 w 1555557"/>
                <a:gd name="connsiteY2" fmla="*/ 1672556 h 1787187"/>
                <a:gd name="connsiteX3" fmla="*/ 1464139 w 1555557"/>
                <a:gd name="connsiteY3" fmla="*/ 1752440 h 1787187"/>
                <a:gd name="connsiteX4" fmla="*/ 1553857 w 1555557"/>
                <a:gd name="connsiteY4" fmla="*/ 1257671 h 1787187"/>
                <a:gd name="connsiteX5" fmla="*/ 1501616 w 1555557"/>
                <a:gd name="connsiteY5" fmla="*/ 672856 h 1787187"/>
                <a:gd name="connsiteX6" fmla="*/ 1370030 w 1555557"/>
                <a:gd name="connsiteY6" fmla="*/ 154877 h 1787187"/>
                <a:gd name="connsiteX7" fmla="*/ 872190 w 1555557"/>
                <a:gd name="connsiteY7" fmla="*/ 21205 h 1787187"/>
                <a:gd name="connsiteX8" fmla="*/ 393458 w 1555557"/>
                <a:gd name="connsiteY8" fmla="*/ 534641 h 1787187"/>
                <a:gd name="connsiteX0" fmla="*/ 401126 w 1664928"/>
                <a:gd name="connsiteY0" fmla="*/ 534641 h 1783934"/>
                <a:gd name="connsiteX1" fmla="*/ 40774 w 1664928"/>
                <a:gd name="connsiteY1" fmla="*/ 940200 h 1783934"/>
                <a:gd name="connsiteX2" fmla="*/ 185979 w 1664928"/>
                <a:gd name="connsiteY2" fmla="*/ 1672556 h 1783934"/>
                <a:gd name="connsiteX3" fmla="*/ 1618513 w 1664928"/>
                <a:gd name="connsiteY3" fmla="*/ 1747798 h 1783934"/>
                <a:gd name="connsiteX4" fmla="*/ 1561525 w 1664928"/>
                <a:gd name="connsiteY4" fmla="*/ 1257671 h 1783934"/>
                <a:gd name="connsiteX5" fmla="*/ 1509284 w 1664928"/>
                <a:gd name="connsiteY5" fmla="*/ 672856 h 1783934"/>
                <a:gd name="connsiteX6" fmla="*/ 1377698 w 1664928"/>
                <a:gd name="connsiteY6" fmla="*/ 154877 h 1783934"/>
                <a:gd name="connsiteX7" fmla="*/ 879858 w 1664928"/>
                <a:gd name="connsiteY7" fmla="*/ 21205 h 1783934"/>
                <a:gd name="connsiteX8" fmla="*/ 401126 w 1664928"/>
                <a:gd name="connsiteY8" fmla="*/ 534641 h 1783934"/>
                <a:gd name="connsiteX0" fmla="*/ 408119 w 1718774"/>
                <a:gd name="connsiteY0" fmla="*/ 534641 h 1826522"/>
                <a:gd name="connsiteX1" fmla="*/ 47767 w 1718774"/>
                <a:gd name="connsiteY1" fmla="*/ 940200 h 1826522"/>
                <a:gd name="connsiteX2" fmla="*/ 179001 w 1718774"/>
                <a:gd name="connsiteY2" fmla="*/ 1742186 h 1826522"/>
                <a:gd name="connsiteX3" fmla="*/ 1625506 w 1718774"/>
                <a:gd name="connsiteY3" fmla="*/ 1747798 h 1826522"/>
                <a:gd name="connsiteX4" fmla="*/ 1568518 w 1718774"/>
                <a:gd name="connsiteY4" fmla="*/ 1257671 h 1826522"/>
                <a:gd name="connsiteX5" fmla="*/ 1516277 w 1718774"/>
                <a:gd name="connsiteY5" fmla="*/ 672856 h 1826522"/>
                <a:gd name="connsiteX6" fmla="*/ 1384691 w 1718774"/>
                <a:gd name="connsiteY6" fmla="*/ 154877 h 1826522"/>
                <a:gd name="connsiteX7" fmla="*/ 886851 w 1718774"/>
                <a:gd name="connsiteY7" fmla="*/ 21205 h 1826522"/>
                <a:gd name="connsiteX8" fmla="*/ 408119 w 1718774"/>
                <a:gd name="connsiteY8" fmla="*/ 534641 h 1826522"/>
                <a:gd name="connsiteX0" fmla="*/ 477759 w 1796623"/>
                <a:gd name="connsiteY0" fmla="*/ 534641 h 1818043"/>
                <a:gd name="connsiteX1" fmla="*/ 117407 w 1796623"/>
                <a:gd name="connsiteY1" fmla="*/ 940200 h 1818043"/>
                <a:gd name="connsiteX2" fmla="*/ 136864 w 1796623"/>
                <a:gd name="connsiteY2" fmla="*/ 1728260 h 1818043"/>
                <a:gd name="connsiteX3" fmla="*/ 1695146 w 1796623"/>
                <a:gd name="connsiteY3" fmla="*/ 1747798 h 1818043"/>
                <a:gd name="connsiteX4" fmla="*/ 1638158 w 1796623"/>
                <a:gd name="connsiteY4" fmla="*/ 1257671 h 1818043"/>
                <a:gd name="connsiteX5" fmla="*/ 1585917 w 1796623"/>
                <a:gd name="connsiteY5" fmla="*/ 672856 h 1818043"/>
                <a:gd name="connsiteX6" fmla="*/ 1454331 w 1796623"/>
                <a:gd name="connsiteY6" fmla="*/ 154877 h 1818043"/>
                <a:gd name="connsiteX7" fmla="*/ 956491 w 1796623"/>
                <a:gd name="connsiteY7" fmla="*/ 21205 h 1818043"/>
                <a:gd name="connsiteX8" fmla="*/ 477759 w 1796623"/>
                <a:gd name="connsiteY8" fmla="*/ 534641 h 1818043"/>
                <a:gd name="connsiteX0" fmla="*/ 396783 w 1688820"/>
                <a:gd name="connsiteY0" fmla="*/ 534641 h 1815615"/>
                <a:gd name="connsiteX1" fmla="*/ 36431 w 1688820"/>
                <a:gd name="connsiteY1" fmla="*/ 940200 h 1815615"/>
                <a:gd name="connsiteX2" fmla="*/ 55888 w 1688820"/>
                <a:gd name="connsiteY2" fmla="*/ 1728260 h 1815615"/>
                <a:gd name="connsiteX3" fmla="*/ 421834 w 1688820"/>
                <a:gd name="connsiteY3" fmla="*/ 1798118 h 1815615"/>
                <a:gd name="connsiteX4" fmla="*/ 1614170 w 1688820"/>
                <a:gd name="connsiteY4" fmla="*/ 1747798 h 1815615"/>
                <a:gd name="connsiteX5" fmla="*/ 1557182 w 1688820"/>
                <a:gd name="connsiteY5" fmla="*/ 1257671 h 1815615"/>
                <a:gd name="connsiteX6" fmla="*/ 1504941 w 1688820"/>
                <a:gd name="connsiteY6" fmla="*/ 672856 h 1815615"/>
                <a:gd name="connsiteX7" fmla="*/ 1373355 w 1688820"/>
                <a:gd name="connsiteY7" fmla="*/ 154877 h 1815615"/>
                <a:gd name="connsiteX8" fmla="*/ 875515 w 1688820"/>
                <a:gd name="connsiteY8" fmla="*/ 21205 h 1815615"/>
                <a:gd name="connsiteX9" fmla="*/ 396783 w 1688820"/>
                <a:gd name="connsiteY9" fmla="*/ 534641 h 1815615"/>
                <a:gd name="connsiteX0" fmla="*/ 394951 w 1689541"/>
                <a:gd name="connsiteY0" fmla="*/ 534641 h 1877271"/>
                <a:gd name="connsiteX1" fmla="*/ 34599 w 1689541"/>
                <a:gd name="connsiteY1" fmla="*/ 940200 h 1877271"/>
                <a:gd name="connsiteX2" fmla="*/ 54056 w 1689541"/>
                <a:gd name="connsiteY2" fmla="*/ 1728260 h 1877271"/>
                <a:gd name="connsiteX3" fmla="*/ 385071 w 1689541"/>
                <a:gd name="connsiteY3" fmla="*/ 1877032 h 1877271"/>
                <a:gd name="connsiteX4" fmla="*/ 1612338 w 1689541"/>
                <a:gd name="connsiteY4" fmla="*/ 1747798 h 1877271"/>
                <a:gd name="connsiteX5" fmla="*/ 1555350 w 1689541"/>
                <a:gd name="connsiteY5" fmla="*/ 1257671 h 1877271"/>
                <a:gd name="connsiteX6" fmla="*/ 1503109 w 1689541"/>
                <a:gd name="connsiteY6" fmla="*/ 672856 h 1877271"/>
                <a:gd name="connsiteX7" fmla="*/ 1371523 w 1689541"/>
                <a:gd name="connsiteY7" fmla="*/ 154877 h 1877271"/>
                <a:gd name="connsiteX8" fmla="*/ 873683 w 1689541"/>
                <a:gd name="connsiteY8" fmla="*/ 21205 h 1877271"/>
                <a:gd name="connsiteX9" fmla="*/ 394951 w 1689541"/>
                <a:gd name="connsiteY9" fmla="*/ 534641 h 1877271"/>
                <a:gd name="connsiteX0" fmla="*/ 394949 w 1689541"/>
                <a:gd name="connsiteY0" fmla="*/ 534641 h 1877032"/>
                <a:gd name="connsiteX1" fmla="*/ 34597 w 1689541"/>
                <a:gd name="connsiteY1" fmla="*/ 940200 h 1877032"/>
                <a:gd name="connsiteX2" fmla="*/ 54054 w 1689541"/>
                <a:gd name="connsiteY2" fmla="*/ 1728260 h 1877032"/>
                <a:gd name="connsiteX3" fmla="*/ 385069 w 1689541"/>
                <a:gd name="connsiteY3" fmla="*/ 1877032 h 1877032"/>
                <a:gd name="connsiteX4" fmla="*/ 1612336 w 1689541"/>
                <a:gd name="connsiteY4" fmla="*/ 1747798 h 1877032"/>
                <a:gd name="connsiteX5" fmla="*/ 1555348 w 1689541"/>
                <a:gd name="connsiteY5" fmla="*/ 1257671 h 1877032"/>
                <a:gd name="connsiteX6" fmla="*/ 1503107 w 1689541"/>
                <a:gd name="connsiteY6" fmla="*/ 672856 h 1877032"/>
                <a:gd name="connsiteX7" fmla="*/ 1371521 w 1689541"/>
                <a:gd name="connsiteY7" fmla="*/ 154877 h 1877032"/>
                <a:gd name="connsiteX8" fmla="*/ 873681 w 1689541"/>
                <a:gd name="connsiteY8" fmla="*/ 21205 h 1877032"/>
                <a:gd name="connsiteX9" fmla="*/ 394949 w 1689541"/>
                <a:gd name="connsiteY9" fmla="*/ 534641 h 1877032"/>
                <a:gd name="connsiteX0" fmla="*/ 394949 w 1683795"/>
                <a:gd name="connsiteY0" fmla="*/ 534641 h 1877032"/>
                <a:gd name="connsiteX1" fmla="*/ 34597 w 1683795"/>
                <a:gd name="connsiteY1" fmla="*/ 940200 h 1877032"/>
                <a:gd name="connsiteX2" fmla="*/ 54054 w 1683795"/>
                <a:gd name="connsiteY2" fmla="*/ 1728260 h 1877032"/>
                <a:gd name="connsiteX3" fmla="*/ 385069 w 1683795"/>
                <a:gd name="connsiteY3" fmla="*/ 1877032 h 1877032"/>
                <a:gd name="connsiteX4" fmla="*/ 1605349 w 1683795"/>
                <a:gd name="connsiteY4" fmla="*/ 1798860 h 1877032"/>
                <a:gd name="connsiteX5" fmla="*/ 1555348 w 1683795"/>
                <a:gd name="connsiteY5" fmla="*/ 1257671 h 1877032"/>
                <a:gd name="connsiteX6" fmla="*/ 1503107 w 1683795"/>
                <a:gd name="connsiteY6" fmla="*/ 672856 h 1877032"/>
                <a:gd name="connsiteX7" fmla="*/ 1371521 w 1683795"/>
                <a:gd name="connsiteY7" fmla="*/ 154877 h 1877032"/>
                <a:gd name="connsiteX8" fmla="*/ 873681 w 1683795"/>
                <a:gd name="connsiteY8" fmla="*/ 21205 h 1877032"/>
                <a:gd name="connsiteX9" fmla="*/ 394949 w 1683795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671512"/>
                <a:gd name="connsiteY0" fmla="*/ 534641 h 1877032"/>
                <a:gd name="connsiteX1" fmla="*/ 34597 w 1671512"/>
                <a:gd name="connsiteY1" fmla="*/ 940200 h 1877032"/>
                <a:gd name="connsiteX2" fmla="*/ 54054 w 1671512"/>
                <a:gd name="connsiteY2" fmla="*/ 1728260 h 1877032"/>
                <a:gd name="connsiteX3" fmla="*/ 385069 w 1671512"/>
                <a:gd name="connsiteY3" fmla="*/ 1877032 h 1877032"/>
                <a:gd name="connsiteX4" fmla="*/ 1605349 w 1671512"/>
                <a:gd name="connsiteY4" fmla="*/ 1798860 h 1877032"/>
                <a:gd name="connsiteX5" fmla="*/ 1555348 w 1671512"/>
                <a:gd name="connsiteY5" fmla="*/ 1257671 h 1877032"/>
                <a:gd name="connsiteX6" fmla="*/ 1503107 w 1671512"/>
                <a:gd name="connsiteY6" fmla="*/ 672856 h 1877032"/>
                <a:gd name="connsiteX7" fmla="*/ 1371521 w 1671512"/>
                <a:gd name="connsiteY7" fmla="*/ 154877 h 1877032"/>
                <a:gd name="connsiteX8" fmla="*/ 873681 w 1671512"/>
                <a:gd name="connsiteY8" fmla="*/ 21205 h 1877032"/>
                <a:gd name="connsiteX9" fmla="*/ 394949 w 1671512"/>
                <a:gd name="connsiteY9" fmla="*/ 534641 h 1877032"/>
                <a:gd name="connsiteX0" fmla="*/ 394949 w 1677296"/>
                <a:gd name="connsiteY0" fmla="*/ 534641 h 1877032"/>
                <a:gd name="connsiteX1" fmla="*/ 34597 w 1677296"/>
                <a:gd name="connsiteY1" fmla="*/ 940200 h 1877032"/>
                <a:gd name="connsiteX2" fmla="*/ 54054 w 1677296"/>
                <a:gd name="connsiteY2" fmla="*/ 1728260 h 1877032"/>
                <a:gd name="connsiteX3" fmla="*/ 385069 w 1677296"/>
                <a:gd name="connsiteY3" fmla="*/ 1877032 h 1877032"/>
                <a:gd name="connsiteX4" fmla="*/ 1612334 w 1677296"/>
                <a:gd name="connsiteY4" fmla="*/ 1840637 h 1877032"/>
                <a:gd name="connsiteX5" fmla="*/ 1555348 w 1677296"/>
                <a:gd name="connsiteY5" fmla="*/ 1257671 h 1877032"/>
                <a:gd name="connsiteX6" fmla="*/ 1503107 w 1677296"/>
                <a:gd name="connsiteY6" fmla="*/ 672856 h 1877032"/>
                <a:gd name="connsiteX7" fmla="*/ 1371521 w 1677296"/>
                <a:gd name="connsiteY7" fmla="*/ 154877 h 1877032"/>
                <a:gd name="connsiteX8" fmla="*/ 873681 w 1677296"/>
                <a:gd name="connsiteY8" fmla="*/ 21205 h 1877032"/>
                <a:gd name="connsiteX9" fmla="*/ 394949 w 1677296"/>
                <a:gd name="connsiteY9" fmla="*/ 534641 h 1877032"/>
                <a:gd name="connsiteX0" fmla="*/ 394949 w 1677298"/>
                <a:gd name="connsiteY0" fmla="*/ 534641 h 1877032"/>
                <a:gd name="connsiteX1" fmla="*/ 34597 w 1677298"/>
                <a:gd name="connsiteY1" fmla="*/ 940200 h 1877032"/>
                <a:gd name="connsiteX2" fmla="*/ 54054 w 1677298"/>
                <a:gd name="connsiteY2" fmla="*/ 1728260 h 1877032"/>
                <a:gd name="connsiteX3" fmla="*/ 385069 w 1677298"/>
                <a:gd name="connsiteY3" fmla="*/ 1877032 h 1877032"/>
                <a:gd name="connsiteX4" fmla="*/ 1612334 w 1677298"/>
                <a:gd name="connsiteY4" fmla="*/ 1840637 h 1877032"/>
                <a:gd name="connsiteX5" fmla="*/ 1555348 w 1677298"/>
                <a:gd name="connsiteY5" fmla="*/ 1257671 h 1877032"/>
                <a:gd name="connsiteX6" fmla="*/ 1503107 w 1677298"/>
                <a:gd name="connsiteY6" fmla="*/ 672856 h 1877032"/>
                <a:gd name="connsiteX7" fmla="*/ 1371521 w 1677298"/>
                <a:gd name="connsiteY7" fmla="*/ 154877 h 1877032"/>
                <a:gd name="connsiteX8" fmla="*/ 873681 w 1677298"/>
                <a:gd name="connsiteY8" fmla="*/ 21205 h 1877032"/>
                <a:gd name="connsiteX9" fmla="*/ 394949 w 1677298"/>
                <a:gd name="connsiteY9" fmla="*/ 534641 h 1877032"/>
                <a:gd name="connsiteX0" fmla="*/ 394949 w 1677296"/>
                <a:gd name="connsiteY0" fmla="*/ 534641 h 1904936"/>
                <a:gd name="connsiteX1" fmla="*/ 34597 w 1677296"/>
                <a:gd name="connsiteY1" fmla="*/ 940200 h 1904936"/>
                <a:gd name="connsiteX2" fmla="*/ 54054 w 1677296"/>
                <a:gd name="connsiteY2" fmla="*/ 1728260 h 1904936"/>
                <a:gd name="connsiteX3" fmla="*/ 385069 w 1677296"/>
                <a:gd name="connsiteY3" fmla="*/ 1877032 h 1904936"/>
                <a:gd name="connsiteX4" fmla="*/ 1612334 w 1677296"/>
                <a:gd name="connsiteY4" fmla="*/ 1840637 h 1904936"/>
                <a:gd name="connsiteX5" fmla="*/ 1555348 w 1677296"/>
                <a:gd name="connsiteY5" fmla="*/ 1257671 h 1904936"/>
                <a:gd name="connsiteX6" fmla="*/ 1503107 w 1677296"/>
                <a:gd name="connsiteY6" fmla="*/ 672856 h 1904936"/>
                <a:gd name="connsiteX7" fmla="*/ 1371521 w 1677296"/>
                <a:gd name="connsiteY7" fmla="*/ 154877 h 1904936"/>
                <a:gd name="connsiteX8" fmla="*/ 873681 w 1677296"/>
                <a:gd name="connsiteY8" fmla="*/ 21205 h 1904936"/>
                <a:gd name="connsiteX9" fmla="*/ 394949 w 1677296"/>
                <a:gd name="connsiteY9" fmla="*/ 534641 h 1904936"/>
                <a:gd name="connsiteX0" fmla="*/ 461539 w 1743887"/>
                <a:gd name="connsiteY0" fmla="*/ 534641 h 1904936"/>
                <a:gd name="connsiteX1" fmla="*/ 101187 w 1743887"/>
                <a:gd name="connsiteY1" fmla="*/ 940200 h 1904936"/>
                <a:gd name="connsiteX2" fmla="*/ 22840 w 1743887"/>
                <a:gd name="connsiteY2" fmla="*/ 1737812 h 1904936"/>
                <a:gd name="connsiteX3" fmla="*/ 451659 w 1743887"/>
                <a:gd name="connsiteY3" fmla="*/ 1877032 h 1904936"/>
                <a:gd name="connsiteX4" fmla="*/ 1678924 w 1743887"/>
                <a:gd name="connsiteY4" fmla="*/ 1840637 h 1904936"/>
                <a:gd name="connsiteX5" fmla="*/ 1621938 w 1743887"/>
                <a:gd name="connsiteY5" fmla="*/ 1257671 h 1904936"/>
                <a:gd name="connsiteX6" fmla="*/ 1569697 w 1743887"/>
                <a:gd name="connsiteY6" fmla="*/ 672856 h 1904936"/>
                <a:gd name="connsiteX7" fmla="*/ 1438111 w 1743887"/>
                <a:gd name="connsiteY7" fmla="*/ 154877 h 1904936"/>
                <a:gd name="connsiteX8" fmla="*/ 940271 w 1743887"/>
                <a:gd name="connsiteY8" fmla="*/ 21205 h 1904936"/>
                <a:gd name="connsiteX9" fmla="*/ 461539 w 1743887"/>
                <a:gd name="connsiteY9" fmla="*/ 534641 h 1904936"/>
                <a:gd name="connsiteX0" fmla="*/ 452050 w 1756359"/>
                <a:gd name="connsiteY0" fmla="*/ 534641 h 1891359"/>
                <a:gd name="connsiteX1" fmla="*/ 91698 w 1756359"/>
                <a:gd name="connsiteY1" fmla="*/ 940200 h 1891359"/>
                <a:gd name="connsiteX2" fmla="*/ 13351 w 1756359"/>
                <a:gd name="connsiteY2" fmla="*/ 1737812 h 1891359"/>
                <a:gd name="connsiteX3" fmla="*/ 309435 w 1756359"/>
                <a:gd name="connsiteY3" fmla="*/ 1891359 h 1891359"/>
                <a:gd name="connsiteX4" fmla="*/ 1669435 w 1756359"/>
                <a:gd name="connsiteY4" fmla="*/ 1840637 h 1891359"/>
                <a:gd name="connsiteX5" fmla="*/ 1612449 w 1756359"/>
                <a:gd name="connsiteY5" fmla="*/ 1257671 h 1891359"/>
                <a:gd name="connsiteX6" fmla="*/ 1560208 w 1756359"/>
                <a:gd name="connsiteY6" fmla="*/ 672856 h 1891359"/>
                <a:gd name="connsiteX7" fmla="*/ 1428622 w 1756359"/>
                <a:gd name="connsiteY7" fmla="*/ 154877 h 1891359"/>
                <a:gd name="connsiteX8" fmla="*/ 930782 w 1756359"/>
                <a:gd name="connsiteY8" fmla="*/ 21205 h 1891359"/>
                <a:gd name="connsiteX9" fmla="*/ 452050 w 1756359"/>
                <a:gd name="connsiteY9" fmla="*/ 534641 h 1891359"/>
                <a:gd name="connsiteX0" fmla="*/ 452050 w 1756257"/>
                <a:gd name="connsiteY0" fmla="*/ 534641 h 1891359"/>
                <a:gd name="connsiteX1" fmla="*/ 91698 w 1756257"/>
                <a:gd name="connsiteY1" fmla="*/ 940200 h 1891359"/>
                <a:gd name="connsiteX2" fmla="*/ 13351 w 1756257"/>
                <a:gd name="connsiteY2" fmla="*/ 1737812 h 1891359"/>
                <a:gd name="connsiteX3" fmla="*/ 309435 w 1756257"/>
                <a:gd name="connsiteY3" fmla="*/ 1891359 h 1891359"/>
                <a:gd name="connsiteX4" fmla="*/ 1669435 w 1756257"/>
                <a:gd name="connsiteY4" fmla="*/ 1840637 h 1891359"/>
                <a:gd name="connsiteX5" fmla="*/ 1612449 w 1756257"/>
                <a:gd name="connsiteY5" fmla="*/ 1257671 h 1891359"/>
                <a:gd name="connsiteX6" fmla="*/ 1563496 w 1756257"/>
                <a:gd name="connsiteY6" fmla="*/ 959631 h 1891359"/>
                <a:gd name="connsiteX7" fmla="*/ 1560208 w 1756257"/>
                <a:gd name="connsiteY7" fmla="*/ 672856 h 1891359"/>
                <a:gd name="connsiteX8" fmla="*/ 1428622 w 1756257"/>
                <a:gd name="connsiteY8" fmla="*/ 154877 h 1891359"/>
                <a:gd name="connsiteX9" fmla="*/ 930782 w 1756257"/>
                <a:gd name="connsiteY9" fmla="*/ 21205 h 1891359"/>
                <a:gd name="connsiteX10" fmla="*/ 452050 w 1756257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64592"/>
                <a:gd name="connsiteY0" fmla="*/ 534641 h 1891359"/>
                <a:gd name="connsiteX1" fmla="*/ 91698 w 1764592"/>
                <a:gd name="connsiteY1" fmla="*/ 940200 h 1891359"/>
                <a:gd name="connsiteX2" fmla="*/ 13351 w 1764592"/>
                <a:gd name="connsiteY2" fmla="*/ 1737812 h 1891359"/>
                <a:gd name="connsiteX3" fmla="*/ 309435 w 1764592"/>
                <a:gd name="connsiteY3" fmla="*/ 1891359 h 1891359"/>
                <a:gd name="connsiteX4" fmla="*/ 1669435 w 1764592"/>
                <a:gd name="connsiteY4" fmla="*/ 1840637 h 1891359"/>
                <a:gd name="connsiteX5" fmla="*/ 1612449 w 1764592"/>
                <a:gd name="connsiteY5" fmla="*/ 1257671 h 1891359"/>
                <a:gd name="connsiteX6" fmla="*/ 1309780 w 1764592"/>
                <a:gd name="connsiteY6" fmla="*/ 1046341 h 1891359"/>
                <a:gd name="connsiteX7" fmla="*/ 1560208 w 1764592"/>
                <a:gd name="connsiteY7" fmla="*/ 672856 h 1891359"/>
                <a:gd name="connsiteX8" fmla="*/ 1428622 w 1764592"/>
                <a:gd name="connsiteY8" fmla="*/ 154877 h 1891359"/>
                <a:gd name="connsiteX9" fmla="*/ 930782 w 1764592"/>
                <a:gd name="connsiteY9" fmla="*/ 21205 h 1891359"/>
                <a:gd name="connsiteX10" fmla="*/ 452050 w 1764592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92731"/>
                <a:gd name="connsiteY0" fmla="*/ 534641 h 1891359"/>
                <a:gd name="connsiteX1" fmla="*/ 91698 w 1792731"/>
                <a:gd name="connsiteY1" fmla="*/ 940200 h 1891359"/>
                <a:gd name="connsiteX2" fmla="*/ 13351 w 1792731"/>
                <a:gd name="connsiteY2" fmla="*/ 1737812 h 1891359"/>
                <a:gd name="connsiteX3" fmla="*/ 309435 w 1792731"/>
                <a:gd name="connsiteY3" fmla="*/ 1891359 h 1891359"/>
                <a:gd name="connsiteX4" fmla="*/ 1669435 w 1792731"/>
                <a:gd name="connsiteY4" fmla="*/ 1840637 h 1891359"/>
                <a:gd name="connsiteX5" fmla="*/ 1688563 w 1792731"/>
                <a:gd name="connsiteY5" fmla="*/ 1292355 h 1891359"/>
                <a:gd name="connsiteX6" fmla="*/ 1309780 w 1792731"/>
                <a:gd name="connsiteY6" fmla="*/ 1046341 h 1891359"/>
                <a:gd name="connsiteX7" fmla="*/ 1560208 w 1792731"/>
                <a:gd name="connsiteY7" fmla="*/ 672856 h 1891359"/>
                <a:gd name="connsiteX8" fmla="*/ 1428622 w 1792731"/>
                <a:gd name="connsiteY8" fmla="*/ 154877 h 1891359"/>
                <a:gd name="connsiteX9" fmla="*/ 930782 w 1792731"/>
                <a:gd name="connsiteY9" fmla="*/ 21205 h 1891359"/>
                <a:gd name="connsiteX10" fmla="*/ 452050 w 1792731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560208 w 1814809"/>
                <a:gd name="connsiteY7" fmla="*/ 672856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619996 w 1814809"/>
                <a:gd name="connsiteY7" fmla="*/ 526399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42872 h 1899590"/>
                <a:gd name="connsiteX1" fmla="*/ 91698 w 1814809"/>
                <a:gd name="connsiteY1" fmla="*/ 948431 h 1899590"/>
                <a:gd name="connsiteX2" fmla="*/ 13351 w 1814809"/>
                <a:gd name="connsiteY2" fmla="*/ 1746043 h 1899590"/>
                <a:gd name="connsiteX3" fmla="*/ 309435 w 1814809"/>
                <a:gd name="connsiteY3" fmla="*/ 1899590 h 1899590"/>
                <a:gd name="connsiteX4" fmla="*/ 1669435 w 1814809"/>
                <a:gd name="connsiteY4" fmla="*/ 1848868 h 1899590"/>
                <a:gd name="connsiteX5" fmla="*/ 1688563 w 1814809"/>
                <a:gd name="connsiteY5" fmla="*/ 1300586 h 1899590"/>
                <a:gd name="connsiteX6" fmla="*/ 1309780 w 1814809"/>
                <a:gd name="connsiteY6" fmla="*/ 1054572 h 1899590"/>
                <a:gd name="connsiteX7" fmla="*/ 1619996 w 1814809"/>
                <a:gd name="connsiteY7" fmla="*/ 534630 h 1899590"/>
                <a:gd name="connsiteX8" fmla="*/ 1488411 w 1814809"/>
                <a:gd name="connsiteY8" fmla="*/ 129049 h 1899590"/>
                <a:gd name="connsiteX9" fmla="*/ 930782 w 1814809"/>
                <a:gd name="connsiteY9" fmla="*/ 29436 h 1899590"/>
                <a:gd name="connsiteX10" fmla="*/ 452050 w 1814809"/>
                <a:gd name="connsiteY10" fmla="*/ 542872 h 1899590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288567 w 1811701"/>
                <a:gd name="connsiteY0" fmla="*/ 555674 h 1898251"/>
                <a:gd name="connsiteX1" fmla="*/ 88590 w 1811701"/>
                <a:gd name="connsiteY1" fmla="*/ 947092 h 1898251"/>
                <a:gd name="connsiteX2" fmla="*/ 10243 w 1811701"/>
                <a:gd name="connsiteY2" fmla="*/ 1744704 h 1898251"/>
                <a:gd name="connsiteX3" fmla="*/ 306327 w 1811701"/>
                <a:gd name="connsiteY3" fmla="*/ 1898251 h 1898251"/>
                <a:gd name="connsiteX4" fmla="*/ 1666327 w 1811701"/>
                <a:gd name="connsiteY4" fmla="*/ 1847529 h 1898251"/>
                <a:gd name="connsiteX5" fmla="*/ 1685455 w 1811701"/>
                <a:gd name="connsiteY5" fmla="*/ 1299247 h 1898251"/>
                <a:gd name="connsiteX6" fmla="*/ 1306672 w 1811701"/>
                <a:gd name="connsiteY6" fmla="*/ 1053233 h 1898251"/>
                <a:gd name="connsiteX7" fmla="*/ 1616888 w 1811701"/>
                <a:gd name="connsiteY7" fmla="*/ 533291 h 1898251"/>
                <a:gd name="connsiteX8" fmla="*/ 1485303 w 1811701"/>
                <a:gd name="connsiteY8" fmla="*/ 127710 h 1898251"/>
                <a:gd name="connsiteX9" fmla="*/ 927674 w 1811701"/>
                <a:gd name="connsiteY9" fmla="*/ 28097 h 1898251"/>
                <a:gd name="connsiteX10" fmla="*/ 288567 w 1811701"/>
                <a:gd name="connsiteY10" fmla="*/ 555674 h 1898251"/>
                <a:gd name="connsiteX0" fmla="*/ 288567 w 1811701"/>
                <a:gd name="connsiteY0" fmla="*/ 479828 h 1822405"/>
                <a:gd name="connsiteX1" fmla="*/ 88590 w 1811701"/>
                <a:gd name="connsiteY1" fmla="*/ 871246 h 1822405"/>
                <a:gd name="connsiteX2" fmla="*/ 10243 w 1811701"/>
                <a:gd name="connsiteY2" fmla="*/ 1668858 h 1822405"/>
                <a:gd name="connsiteX3" fmla="*/ 306327 w 1811701"/>
                <a:gd name="connsiteY3" fmla="*/ 1822405 h 1822405"/>
                <a:gd name="connsiteX4" fmla="*/ 1666327 w 1811701"/>
                <a:gd name="connsiteY4" fmla="*/ 1771683 h 1822405"/>
                <a:gd name="connsiteX5" fmla="*/ 1685455 w 1811701"/>
                <a:gd name="connsiteY5" fmla="*/ 1223401 h 1822405"/>
                <a:gd name="connsiteX6" fmla="*/ 1306672 w 1811701"/>
                <a:gd name="connsiteY6" fmla="*/ 977387 h 1822405"/>
                <a:gd name="connsiteX7" fmla="*/ 1616888 w 1811701"/>
                <a:gd name="connsiteY7" fmla="*/ 457445 h 1822405"/>
                <a:gd name="connsiteX8" fmla="*/ 1485303 w 1811701"/>
                <a:gd name="connsiteY8" fmla="*/ 51864 h 1822405"/>
                <a:gd name="connsiteX9" fmla="*/ 895599 w 1811701"/>
                <a:gd name="connsiteY9" fmla="*/ 79530 h 1822405"/>
                <a:gd name="connsiteX10" fmla="*/ 288567 w 1811701"/>
                <a:gd name="connsiteY10" fmla="*/ 479828 h 182240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616888 w 1811701"/>
                <a:gd name="connsiteY7" fmla="*/ 396875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584814 w 1811701"/>
                <a:gd name="connsiteY7" fmla="*/ 510012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770444"/>
                <a:gd name="connsiteY0" fmla="*/ 419258 h 1761835"/>
                <a:gd name="connsiteX1" fmla="*/ 88590 w 1770444"/>
                <a:gd name="connsiteY1" fmla="*/ 810676 h 1761835"/>
                <a:gd name="connsiteX2" fmla="*/ 10243 w 1770444"/>
                <a:gd name="connsiteY2" fmla="*/ 1608288 h 1761835"/>
                <a:gd name="connsiteX3" fmla="*/ 306327 w 1770444"/>
                <a:gd name="connsiteY3" fmla="*/ 1761835 h 1761835"/>
                <a:gd name="connsiteX4" fmla="*/ 1666327 w 1770444"/>
                <a:gd name="connsiteY4" fmla="*/ 1711113 h 1761835"/>
                <a:gd name="connsiteX5" fmla="*/ 1589229 w 1770444"/>
                <a:gd name="connsiteY5" fmla="*/ 1176973 h 1761835"/>
                <a:gd name="connsiteX6" fmla="*/ 1306672 w 1770444"/>
                <a:gd name="connsiteY6" fmla="*/ 916817 h 1761835"/>
                <a:gd name="connsiteX7" fmla="*/ 1584814 w 1770444"/>
                <a:gd name="connsiteY7" fmla="*/ 510012 h 1761835"/>
                <a:gd name="connsiteX8" fmla="*/ 1373040 w 1770444"/>
                <a:gd name="connsiteY8" fmla="*/ 118574 h 1761835"/>
                <a:gd name="connsiteX9" fmla="*/ 895599 w 1770444"/>
                <a:gd name="connsiteY9" fmla="*/ 18960 h 1761835"/>
                <a:gd name="connsiteX10" fmla="*/ 288567 w 1770444"/>
                <a:gd name="connsiteY10" fmla="*/ 419258 h 1761835"/>
                <a:gd name="connsiteX0" fmla="*/ 288567 w 1592514"/>
                <a:gd name="connsiteY0" fmla="*/ 419258 h 1863058"/>
                <a:gd name="connsiteX1" fmla="*/ 88590 w 1592514"/>
                <a:gd name="connsiteY1" fmla="*/ 810676 h 1863058"/>
                <a:gd name="connsiteX2" fmla="*/ 10243 w 1592514"/>
                <a:gd name="connsiteY2" fmla="*/ 1608288 h 1863058"/>
                <a:gd name="connsiteX3" fmla="*/ 306327 w 1592514"/>
                <a:gd name="connsiteY3" fmla="*/ 1761835 h 1863058"/>
                <a:gd name="connsiteX4" fmla="*/ 1377650 w 1592514"/>
                <a:gd name="connsiteY4" fmla="*/ 1838393 h 1863058"/>
                <a:gd name="connsiteX5" fmla="*/ 1589229 w 1592514"/>
                <a:gd name="connsiteY5" fmla="*/ 1176973 h 1863058"/>
                <a:gd name="connsiteX6" fmla="*/ 1306672 w 1592514"/>
                <a:gd name="connsiteY6" fmla="*/ 916817 h 1863058"/>
                <a:gd name="connsiteX7" fmla="*/ 1584814 w 1592514"/>
                <a:gd name="connsiteY7" fmla="*/ 510012 h 1863058"/>
                <a:gd name="connsiteX8" fmla="*/ 1373040 w 1592514"/>
                <a:gd name="connsiteY8" fmla="*/ 118574 h 1863058"/>
                <a:gd name="connsiteX9" fmla="*/ 895599 w 1592514"/>
                <a:gd name="connsiteY9" fmla="*/ 18960 h 1863058"/>
                <a:gd name="connsiteX10" fmla="*/ 288567 w 1592514"/>
                <a:gd name="connsiteY10" fmla="*/ 419258 h 1863058"/>
                <a:gd name="connsiteX0" fmla="*/ 421322 w 1594935"/>
                <a:gd name="connsiteY0" fmla="*/ 616342 h 1876292"/>
                <a:gd name="connsiteX1" fmla="*/ 91011 w 1594935"/>
                <a:gd name="connsiteY1" fmla="*/ 823910 h 1876292"/>
                <a:gd name="connsiteX2" fmla="*/ 12664 w 1594935"/>
                <a:gd name="connsiteY2" fmla="*/ 1621522 h 1876292"/>
                <a:gd name="connsiteX3" fmla="*/ 308748 w 1594935"/>
                <a:gd name="connsiteY3" fmla="*/ 1775069 h 1876292"/>
                <a:gd name="connsiteX4" fmla="*/ 1380071 w 1594935"/>
                <a:gd name="connsiteY4" fmla="*/ 1851627 h 1876292"/>
                <a:gd name="connsiteX5" fmla="*/ 1591650 w 1594935"/>
                <a:gd name="connsiteY5" fmla="*/ 1190207 h 1876292"/>
                <a:gd name="connsiteX6" fmla="*/ 1309093 w 1594935"/>
                <a:gd name="connsiteY6" fmla="*/ 930051 h 1876292"/>
                <a:gd name="connsiteX7" fmla="*/ 1587235 w 1594935"/>
                <a:gd name="connsiteY7" fmla="*/ 523246 h 1876292"/>
                <a:gd name="connsiteX8" fmla="*/ 1375461 w 1594935"/>
                <a:gd name="connsiteY8" fmla="*/ 131808 h 1876292"/>
                <a:gd name="connsiteX9" fmla="*/ 898020 w 1594935"/>
                <a:gd name="connsiteY9" fmla="*/ 32194 h 1876292"/>
                <a:gd name="connsiteX10" fmla="*/ 421322 w 1594935"/>
                <a:gd name="connsiteY10" fmla="*/ 616342 h 1876292"/>
                <a:gd name="connsiteX0" fmla="*/ 413257 w 1586870"/>
                <a:gd name="connsiteY0" fmla="*/ 616342 h 1876292"/>
                <a:gd name="connsiteX1" fmla="*/ 140873 w 1586870"/>
                <a:gd name="connsiteY1" fmla="*/ 993617 h 1876292"/>
                <a:gd name="connsiteX2" fmla="*/ 4599 w 1586870"/>
                <a:gd name="connsiteY2" fmla="*/ 1621522 h 1876292"/>
                <a:gd name="connsiteX3" fmla="*/ 300683 w 1586870"/>
                <a:gd name="connsiteY3" fmla="*/ 1775069 h 1876292"/>
                <a:gd name="connsiteX4" fmla="*/ 1372006 w 1586870"/>
                <a:gd name="connsiteY4" fmla="*/ 1851627 h 1876292"/>
                <a:gd name="connsiteX5" fmla="*/ 1583585 w 1586870"/>
                <a:gd name="connsiteY5" fmla="*/ 1190207 h 1876292"/>
                <a:gd name="connsiteX6" fmla="*/ 1301028 w 1586870"/>
                <a:gd name="connsiteY6" fmla="*/ 930051 h 1876292"/>
                <a:gd name="connsiteX7" fmla="*/ 1579170 w 1586870"/>
                <a:gd name="connsiteY7" fmla="*/ 523246 h 1876292"/>
                <a:gd name="connsiteX8" fmla="*/ 1367396 w 1586870"/>
                <a:gd name="connsiteY8" fmla="*/ 131808 h 1876292"/>
                <a:gd name="connsiteX9" fmla="*/ 889955 w 1586870"/>
                <a:gd name="connsiteY9" fmla="*/ 32194 h 1876292"/>
                <a:gd name="connsiteX10" fmla="*/ 413257 w 1586870"/>
                <a:gd name="connsiteY10" fmla="*/ 616342 h 1876292"/>
                <a:gd name="connsiteX0" fmla="*/ 284962 w 1458575"/>
                <a:gd name="connsiteY0" fmla="*/ 616342 h 1908017"/>
                <a:gd name="connsiteX1" fmla="*/ 12578 w 1458575"/>
                <a:gd name="connsiteY1" fmla="*/ 993617 h 1908017"/>
                <a:gd name="connsiteX2" fmla="*/ 172388 w 1458575"/>
                <a:gd name="connsiteY2" fmla="*/ 1775069 h 1908017"/>
                <a:gd name="connsiteX3" fmla="*/ 1243711 w 1458575"/>
                <a:gd name="connsiteY3" fmla="*/ 1851627 h 1908017"/>
                <a:gd name="connsiteX4" fmla="*/ 1455290 w 1458575"/>
                <a:gd name="connsiteY4" fmla="*/ 1190207 h 1908017"/>
                <a:gd name="connsiteX5" fmla="*/ 1172733 w 1458575"/>
                <a:gd name="connsiteY5" fmla="*/ 930051 h 1908017"/>
                <a:gd name="connsiteX6" fmla="*/ 1450875 w 1458575"/>
                <a:gd name="connsiteY6" fmla="*/ 523246 h 1908017"/>
                <a:gd name="connsiteX7" fmla="*/ 1239101 w 1458575"/>
                <a:gd name="connsiteY7" fmla="*/ 131808 h 1908017"/>
                <a:gd name="connsiteX8" fmla="*/ 761660 w 1458575"/>
                <a:gd name="connsiteY8" fmla="*/ 32194 h 1908017"/>
                <a:gd name="connsiteX9" fmla="*/ 284962 w 1458575"/>
                <a:gd name="connsiteY9" fmla="*/ 616342 h 1908017"/>
                <a:gd name="connsiteX0" fmla="*/ 343858 w 1519131"/>
                <a:gd name="connsiteY0" fmla="*/ 616342 h 1885036"/>
                <a:gd name="connsiteX1" fmla="*/ 71474 w 1519131"/>
                <a:gd name="connsiteY1" fmla="*/ 993617 h 1885036"/>
                <a:gd name="connsiteX2" fmla="*/ 115432 w 1519131"/>
                <a:gd name="connsiteY2" fmla="*/ 1704358 h 1885036"/>
                <a:gd name="connsiteX3" fmla="*/ 1302607 w 1519131"/>
                <a:gd name="connsiteY3" fmla="*/ 1851627 h 1885036"/>
                <a:gd name="connsiteX4" fmla="*/ 1514186 w 1519131"/>
                <a:gd name="connsiteY4" fmla="*/ 1190207 h 1885036"/>
                <a:gd name="connsiteX5" fmla="*/ 1231629 w 1519131"/>
                <a:gd name="connsiteY5" fmla="*/ 930051 h 1885036"/>
                <a:gd name="connsiteX6" fmla="*/ 1509771 w 1519131"/>
                <a:gd name="connsiteY6" fmla="*/ 523246 h 1885036"/>
                <a:gd name="connsiteX7" fmla="*/ 1297997 w 1519131"/>
                <a:gd name="connsiteY7" fmla="*/ 131808 h 1885036"/>
                <a:gd name="connsiteX8" fmla="*/ 820556 w 1519131"/>
                <a:gd name="connsiteY8" fmla="*/ 32194 h 1885036"/>
                <a:gd name="connsiteX9" fmla="*/ 343858 w 1519131"/>
                <a:gd name="connsiteY9" fmla="*/ 616342 h 1885036"/>
                <a:gd name="connsiteX0" fmla="*/ 343858 w 1549812"/>
                <a:gd name="connsiteY0" fmla="*/ 616342 h 1800235"/>
                <a:gd name="connsiteX1" fmla="*/ 71474 w 1549812"/>
                <a:gd name="connsiteY1" fmla="*/ 993617 h 1800235"/>
                <a:gd name="connsiteX2" fmla="*/ 115432 w 1549812"/>
                <a:gd name="connsiteY2" fmla="*/ 1704358 h 1800235"/>
                <a:gd name="connsiteX3" fmla="*/ 1389496 w 1549812"/>
                <a:gd name="connsiteY3" fmla="*/ 1724347 h 1800235"/>
                <a:gd name="connsiteX4" fmla="*/ 1514186 w 1549812"/>
                <a:gd name="connsiteY4" fmla="*/ 1190207 h 1800235"/>
                <a:gd name="connsiteX5" fmla="*/ 1231629 w 1549812"/>
                <a:gd name="connsiteY5" fmla="*/ 930051 h 1800235"/>
                <a:gd name="connsiteX6" fmla="*/ 1509771 w 1549812"/>
                <a:gd name="connsiteY6" fmla="*/ 523246 h 1800235"/>
                <a:gd name="connsiteX7" fmla="*/ 1297997 w 1549812"/>
                <a:gd name="connsiteY7" fmla="*/ 131808 h 1800235"/>
                <a:gd name="connsiteX8" fmla="*/ 820556 w 1549812"/>
                <a:gd name="connsiteY8" fmla="*/ 32194 h 1800235"/>
                <a:gd name="connsiteX9" fmla="*/ 343858 w 1549812"/>
                <a:gd name="connsiteY9" fmla="*/ 616342 h 1800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9812" h="1800235">
                  <a:moveTo>
                    <a:pt x="343858" y="616342"/>
                  </a:moveTo>
                  <a:cubicBezTo>
                    <a:pt x="219011" y="776579"/>
                    <a:pt x="109545" y="812281"/>
                    <a:pt x="71474" y="993617"/>
                  </a:cubicBezTo>
                  <a:cubicBezTo>
                    <a:pt x="33403" y="1174953"/>
                    <a:pt x="-89757" y="1561356"/>
                    <a:pt x="115432" y="1704358"/>
                  </a:cubicBezTo>
                  <a:cubicBezTo>
                    <a:pt x="320621" y="1847360"/>
                    <a:pt x="1156371" y="1810039"/>
                    <a:pt x="1389496" y="1724347"/>
                  </a:cubicBezTo>
                  <a:cubicBezTo>
                    <a:pt x="1622621" y="1638655"/>
                    <a:pt x="1540497" y="1322590"/>
                    <a:pt x="1514186" y="1190207"/>
                  </a:cubicBezTo>
                  <a:cubicBezTo>
                    <a:pt x="1487875" y="1057824"/>
                    <a:pt x="1240336" y="1148914"/>
                    <a:pt x="1231629" y="930051"/>
                  </a:cubicBezTo>
                  <a:cubicBezTo>
                    <a:pt x="1248292" y="693847"/>
                    <a:pt x="1498710" y="656286"/>
                    <a:pt x="1509771" y="523246"/>
                  </a:cubicBezTo>
                  <a:cubicBezTo>
                    <a:pt x="1520832" y="390206"/>
                    <a:pt x="1431655" y="305130"/>
                    <a:pt x="1297997" y="131808"/>
                  </a:cubicBezTo>
                  <a:cubicBezTo>
                    <a:pt x="1189251" y="36824"/>
                    <a:pt x="979579" y="-48562"/>
                    <a:pt x="820556" y="32194"/>
                  </a:cubicBezTo>
                  <a:cubicBezTo>
                    <a:pt x="661533" y="112950"/>
                    <a:pt x="468705" y="456105"/>
                    <a:pt x="343858" y="616342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" name="Freeform 417">
              <a:extLst>
                <a:ext uri="{FF2B5EF4-FFF2-40B4-BE49-F238E27FC236}">
                  <a16:creationId xmlns:a16="http://schemas.microsoft.com/office/drawing/2014/main" id="{22352293-C7A6-4C41-9DD8-CAA48CB29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4076" y="1826035"/>
              <a:ext cx="1736725" cy="1317704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4" name="Group 418">
              <a:extLst>
                <a:ext uri="{FF2B5EF4-FFF2-40B4-BE49-F238E27FC236}">
                  <a16:creationId xmlns:a16="http://schemas.microsoft.com/office/drawing/2014/main" id="{BE0D451A-5CE4-4C4B-B3DF-A408288EDA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05350" y="3289251"/>
              <a:ext cx="1458912" cy="933450"/>
              <a:chOff x="2889" y="1631"/>
              <a:chExt cx="980" cy="743"/>
            </a:xfrm>
          </p:grpSpPr>
          <p:sp>
            <p:nvSpPr>
              <p:cNvPr id="369" name="Rectangle 419">
                <a:extLst>
                  <a:ext uri="{FF2B5EF4-FFF2-40B4-BE49-F238E27FC236}">
                    <a16:creationId xmlns:a16="http://schemas.microsoft.com/office/drawing/2014/main" id="{F39DA03D-3BDA-2344-B3D3-3A95FB5EED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70" name="AutoShape 420">
                <a:extLst>
                  <a:ext uri="{FF2B5EF4-FFF2-40B4-BE49-F238E27FC236}">
                    <a16:creationId xmlns:a16="http://schemas.microsoft.com/office/drawing/2014/main" id="{579866B0-F884-A84A-B74A-EFEA50EBF8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CC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" name="Freeform 427">
              <a:extLst>
                <a:ext uri="{FF2B5EF4-FFF2-40B4-BE49-F238E27FC236}">
                  <a16:creationId xmlns:a16="http://schemas.microsoft.com/office/drawing/2014/main" id="{3F97D486-CCD5-C043-940C-EC1740EC7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2401" y="4683134"/>
              <a:ext cx="3079750" cy="1665288"/>
            </a:xfrm>
            <a:custGeom>
              <a:avLst/>
              <a:gdLst>
                <a:gd name="T0" fmla="*/ 2147483646 w 1940"/>
                <a:gd name="T1" fmla="*/ 2147483646 h 1049"/>
                <a:gd name="T2" fmla="*/ 2147483646 w 1940"/>
                <a:gd name="T3" fmla="*/ 2147483646 h 1049"/>
                <a:gd name="T4" fmla="*/ 2147483646 w 1940"/>
                <a:gd name="T5" fmla="*/ 2147483646 h 1049"/>
                <a:gd name="T6" fmla="*/ 2147483646 w 1940"/>
                <a:gd name="T7" fmla="*/ 2147483646 h 1049"/>
                <a:gd name="T8" fmla="*/ 2147483646 w 1940"/>
                <a:gd name="T9" fmla="*/ 2147483646 h 1049"/>
                <a:gd name="T10" fmla="*/ 2147483646 w 1940"/>
                <a:gd name="T11" fmla="*/ 2147483646 h 1049"/>
                <a:gd name="T12" fmla="*/ 2147483646 w 1940"/>
                <a:gd name="T13" fmla="*/ 2147483646 h 1049"/>
                <a:gd name="T14" fmla="*/ 2147483646 w 1940"/>
                <a:gd name="T15" fmla="*/ 2147483646 h 1049"/>
                <a:gd name="T16" fmla="*/ 2147483646 w 1940"/>
                <a:gd name="T17" fmla="*/ 2147483646 h 1049"/>
                <a:gd name="T18" fmla="*/ 2147483646 w 1940"/>
                <a:gd name="T19" fmla="*/ 2147483646 h 1049"/>
                <a:gd name="T20" fmla="*/ 2147483646 w 1940"/>
                <a:gd name="T21" fmla="*/ 2147483646 h 1049"/>
                <a:gd name="T22" fmla="*/ 2147483646 w 1940"/>
                <a:gd name="T23" fmla="*/ 2147483646 h 1049"/>
                <a:gd name="T24" fmla="*/ 2147483646 w 1940"/>
                <a:gd name="T25" fmla="*/ 2147483646 h 1049"/>
                <a:gd name="T26" fmla="*/ 2147483646 w 1940"/>
                <a:gd name="T27" fmla="*/ 2147483646 h 1049"/>
                <a:gd name="T28" fmla="*/ 2147483646 w 1940"/>
                <a:gd name="T29" fmla="*/ 2147483646 h 1049"/>
                <a:gd name="T30" fmla="*/ 2147483646 w 1940"/>
                <a:gd name="T31" fmla="*/ 214748364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940"/>
                <a:gd name="T49" fmla="*/ 0 h 1049"/>
                <a:gd name="T50" fmla="*/ 1940 w 1940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940" h="1049">
                  <a:moveTo>
                    <a:pt x="952" y="26"/>
                  </a:moveTo>
                  <a:cubicBezTo>
                    <a:pt x="867" y="45"/>
                    <a:pt x="832" y="118"/>
                    <a:pt x="755" y="125"/>
                  </a:cubicBezTo>
                  <a:cubicBezTo>
                    <a:pt x="678" y="132"/>
                    <a:pt x="587" y="72"/>
                    <a:pt x="488" y="68"/>
                  </a:cubicBezTo>
                  <a:cubicBezTo>
                    <a:pt x="389" y="64"/>
                    <a:pt x="237" y="48"/>
                    <a:pt x="158" y="101"/>
                  </a:cubicBezTo>
                  <a:cubicBezTo>
                    <a:pt x="79" y="154"/>
                    <a:pt x="28" y="298"/>
                    <a:pt x="14" y="389"/>
                  </a:cubicBezTo>
                  <a:cubicBezTo>
                    <a:pt x="0" y="480"/>
                    <a:pt x="25" y="595"/>
                    <a:pt x="71" y="648"/>
                  </a:cubicBezTo>
                  <a:cubicBezTo>
                    <a:pt x="117" y="701"/>
                    <a:pt x="205" y="665"/>
                    <a:pt x="288" y="706"/>
                  </a:cubicBezTo>
                  <a:cubicBezTo>
                    <a:pt x="371" y="747"/>
                    <a:pt x="450" y="842"/>
                    <a:pt x="568" y="893"/>
                  </a:cubicBezTo>
                  <a:cubicBezTo>
                    <a:pt x="686" y="944"/>
                    <a:pt x="852" y="991"/>
                    <a:pt x="996" y="1014"/>
                  </a:cubicBezTo>
                  <a:cubicBezTo>
                    <a:pt x="1140" y="1036"/>
                    <a:pt x="1309" y="1049"/>
                    <a:pt x="1433" y="1031"/>
                  </a:cubicBezTo>
                  <a:cubicBezTo>
                    <a:pt x="1557" y="1012"/>
                    <a:pt x="1657" y="960"/>
                    <a:pt x="1739" y="907"/>
                  </a:cubicBezTo>
                  <a:cubicBezTo>
                    <a:pt x="1821" y="855"/>
                    <a:pt x="1906" y="824"/>
                    <a:pt x="1923" y="714"/>
                  </a:cubicBezTo>
                  <a:cubicBezTo>
                    <a:pt x="1940" y="604"/>
                    <a:pt x="1898" y="350"/>
                    <a:pt x="1839" y="251"/>
                  </a:cubicBezTo>
                  <a:cubicBezTo>
                    <a:pt x="1780" y="151"/>
                    <a:pt x="1662" y="153"/>
                    <a:pt x="1566" y="114"/>
                  </a:cubicBezTo>
                  <a:cubicBezTo>
                    <a:pt x="1470" y="76"/>
                    <a:pt x="1365" y="30"/>
                    <a:pt x="1263" y="15"/>
                  </a:cubicBezTo>
                  <a:cubicBezTo>
                    <a:pt x="1161" y="0"/>
                    <a:pt x="1037" y="8"/>
                    <a:pt x="952" y="26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" name="Text Box 580">
              <a:extLst>
                <a:ext uri="{FF2B5EF4-FFF2-40B4-BE49-F238E27FC236}">
                  <a16:creationId xmlns:a16="http://schemas.microsoft.com/office/drawing/2014/main" id="{16C4E384-62E0-DC41-883F-EB2C4C99F8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79274" y="1488461"/>
              <a:ext cx="133940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mobile network</a:t>
              </a:r>
            </a:p>
          </p:txBody>
        </p:sp>
        <p:sp>
          <p:nvSpPr>
            <p:cNvPr id="69" name="Text Box 580">
              <a:extLst>
                <a:ext uri="{FF2B5EF4-FFF2-40B4-BE49-F238E27FC236}">
                  <a16:creationId xmlns:a16="http://schemas.microsoft.com/office/drawing/2014/main" id="{9AC056F8-729E-D344-BD7D-9178102179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0835" y="4191922"/>
              <a:ext cx="1955646" cy="2689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home network</a:t>
              </a:r>
            </a:p>
          </p:txBody>
        </p:sp>
        <p:sp>
          <p:nvSpPr>
            <p:cNvPr id="70" name="Text Box 580">
              <a:extLst>
                <a:ext uri="{FF2B5EF4-FFF2-40B4-BE49-F238E27FC236}">
                  <a16:creationId xmlns:a16="http://schemas.microsoft.com/office/drawing/2014/main" id="{8A1A4F41-0243-4946-9F02-F301CBD596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06908" y="5779775"/>
              <a:ext cx="1195135" cy="441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enterprise</a:t>
              </a:r>
            </a:p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          network</a:t>
              </a:r>
            </a:p>
          </p:txBody>
        </p:sp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C89E7C56-1DE4-7143-8EEB-E5965035CC42}"/>
                </a:ext>
              </a:extLst>
            </p:cNvPr>
            <p:cNvSpPr/>
            <p:nvPr/>
          </p:nvSpPr>
          <p:spPr>
            <a:xfrm>
              <a:off x="10222146" y="3179540"/>
              <a:ext cx="1273167" cy="1935748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534770"/>
                <a:gd name="connsiteY0" fmla="*/ 553225 h 1800672"/>
                <a:gd name="connsiteX1" fmla="*/ 3 w 1534770"/>
                <a:gd name="connsiteY1" fmla="*/ 958784 h 1800672"/>
                <a:gd name="connsiteX2" fmla="*/ 367657 w 1534770"/>
                <a:gd name="connsiteY2" fmla="*/ 1526890 h 1800672"/>
                <a:gd name="connsiteX3" fmla="*/ 1186523 w 1534770"/>
                <a:gd name="connsiteY3" fmla="*/ 1794234 h 1800672"/>
                <a:gd name="connsiteX4" fmla="*/ 1520754 w 1534770"/>
                <a:gd name="connsiteY4" fmla="*/ 1276255 h 1800672"/>
                <a:gd name="connsiteX5" fmla="*/ 1468513 w 1534770"/>
                <a:gd name="connsiteY5" fmla="*/ 691440 h 1800672"/>
                <a:gd name="connsiteX6" fmla="*/ 1435794 w 1534770"/>
                <a:gd name="connsiteY6" fmla="*/ 107761 h 1800672"/>
                <a:gd name="connsiteX7" fmla="*/ 839087 w 1534770"/>
                <a:gd name="connsiteY7" fmla="*/ 39789 h 1800672"/>
                <a:gd name="connsiteX8" fmla="*/ 360355 w 1534770"/>
                <a:gd name="connsiteY8" fmla="*/ 553225 h 1800672"/>
                <a:gd name="connsiteX0" fmla="*/ 360355 w 1580585"/>
                <a:gd name="connsiteY0" fmla="*/ 553225 h 1880420"/>
                <a:gd name="connsiteX1" fmla="*/ 3 w 1580585"/>
                <a:gd name="connsiteY1" fmla="*/ 958784 h 1880420"/>
                <a:gd name="connsiteX2" fmla="*/ 367657 w 1580585"/>
                <a:gd name="connsiteY2" fmla="*/ 1526890 h 1880420"/>
                <a:gd name="connsiteX3" fmla="*/ 1186523 w 1580585"/>
                <a:gd name="connsiteY3" fmla="*/ 1794234 h 1880420"/>
                <a:gd name="connsiteX4" fmla="*/ 1570188 w 1580585"/>
                <a:gd name="connsiteY4" fmla="*/ 1785433 h 1880420"/>
                <a:gd name="connsiteX5" fmla="*/ 1468513 w 1580585"/>
                <a:gd name="connsiteY5" fmla="*/ 691440 h 1880420"/>
                <a:gd name="connsiteX6" fmla="*/ 1435794 w 1580585"/>
                <a:gd name="connsiteY6" fmla="*/ 107761 h 1880420"/>
                <a:gd name="connsiteX7" fmla="*/ 839087 w 1580585"/>
                <a:gd name="connsiteY7" fmla="*/ 39789 h 1880420"/>
                <a:gd name="connsiteX8" fmla="*/ 360355 w 1580585"/>
                <a:gd name="connsiteY8" fmla="*/ 553225 h 1880420"/>
                <a:gd name="connsiteX0" fmla="*/ 316588 w 1580732"/>
                <a:gd name="connsiteY0" fmla="*/ 359285 h 1867156"/>
                <a:gd name="connsiteX1" fmla="*/ 150 w 1580732"/>
                <a:gd name="connsiteY1" fmla="*/ 945520 h 1867156"/>
                <a:gd name="connsiteX2" fmla="*/ 367804 w 1580732"/>
                <a:gd name="connsiteY2" fmla="*/ 1513626 h 1867156"/>
                <a:gd name="connsiteX3" fmla="*/ 1186670 w 1580732"/>
                <a:gd name="connsiteY3" fmla="*/ 1780970 h 1867156"/>
                <a:gd name="connsiteX4" fmla="*/ 1570335 w 1580732"/>
                <a:gd name="connsiteY4" fmla="*/ 1772169 h 1867156"/>
                <a:gd name="connsiteX5" fmla="*/ 1468660 w 1580732"/>
                <a:gd name="connsiteY5" fmla="*/ 678176 h 1867156"/>
                <a:gd name="connsiteX6" fmla="*/ 1435941 w 1580732"/>
                <a:gd name="connsiteY6" fmla="*/ 94497 h 1867156"/>
                <a:gd name="connsiteX7" fmla="*/ 839234 w 1580732"/>
                <a:gd name="connsiteY7" fmla="*/ 26525 h 1867156"/>
                <a:gd name="connsiteX8" fmla="*/ 316588 w 1580732"/>
                <a:gd name="connsiteY8" fmla="*/ 359285 h 1867156"/>
                <a:gd name="connsiteX0" fmla="*/ 163575 w 1427719"/>
                <a:gd name="connsiteY0" fmla="*/ 359285 h 1867156"/>
                <a:gd name="connsiteX1" fmla="*/ 836 w 1427719"/>
                <a:gd name="connsiteY1" fmla="*/ 1076921 h 1867156"/>
                <a:gd name="connsiteX2" fmla="*/ 214791 w 1427719"/>
                <a:gd name="connsiteY2" fmla="*/ 1513626 h 1867156"/>
                <a:gd name="connsiteX3" fmla="*/ 1033657 w 1427719"/>
                <a:gd name="connsiteY3" fmla="*/ 1780970 h 1867156"/>
                <a:gd name="connsiteX4" fmla="*/ 1417322 w 1427719"/>
                <a:gd name="connsiteY4" fmla="*/ 1772169 h 1867156"/>
                <a:gd name="connsiteX5" fmla="*/ 1315647 w 1427719"/>
                <a:gd name="connsiteY5" fmla="*/ 678176 h 1867156"/>
                <a:gd name="connsiteX6" fmla="*/ 1282928 w 1427719"/>
                <a:gd name="connsiteY6" fmla="*/ 94497 h 1867156"/>
                <a:gd name="connsiteX7" fmla="*/ 686221 w 1427719"/>
                <a:gd name="connsiteY7" fmla="*/ 26525 h 1867156"/>
                <a:gd name="connsiteX8" fmla="*/ 163575 w 1427719"/>
                <a:gd name="connsiteY8" fmla="*/ 359285 h 1867156"/>
                <a:gd name="connsiteX0" fmla="*/ 163575 w 1426632"/>
                <a:gd name="connsiteY0" fmla="*/ 394322 h 1902193"/>
                <a:gd name="connsiteX1" fmla="*/ 836 w 1426632"/>
                <a:gd name="connsiteY1" fmla="*/ 1111958 h 1902193"/>
                <a:gd name="connsiteX2" fmla="*/ 214791 w 1426632"/>
                <a:gd name="connsiteY2" fmla="*/ 1548663 h 1902193"/>
                <a:gd name="connsiteX3" fmla="*/ 1033657 w 1426632"/>
                <a:gd name="connsiteY3" fmla="*/ 1816007 h 1902193"/>
                <a:gd name="connsiteX4" fmla="*/ 1417322 w 1426632"/>
                <a:gd name="connsiteY4" fmla="*/ 1807206 h 1902193"/>
                <a:gd name="connsiteX5" fmla="*/ 1315647 w 1426632"/>
                <a:gd name="connsiteY5" fmla="*/ 713213 h 1902193"/>
                <a:gd name="connsiteX6" fmla="*/ 1401843 w 1426632"/>
                <a:gd name="connsiteY6" fmla="*/ 63834 h 1902193"/>
                <a:gd name="connsiteX7" fmla="*/ 686221 w 1426632"/>
                <a:gd name="connsiteY7" fmla="*/ 61562 h 1902193"/>
                <a:gd name="connsiteX8" fmla="*/ 163575 w 1426632"/>
                <a:gd name="connsiteY8" fmla="*/ 394322 h 1902193"/>
                <a:gd name="connsiteX0" fmla="*/ 163575 w 1435249"/>
                <a:gd name="connsiteY0" fmla="*/ 394322 h 1885560"/>
                <a:gd name="connsiteX1" fmla="*/ 836 w 1435249"/>
                <a:gd name="connsiteY1" fmla="*/ 1111958 h 1885560"/>
                <a:gd name="connsiteX2" fmla="*/ 214791 w 1435249"/>
                <a:gd name="connsiteY2" fmla="*/ 1548663 h 1885560"/>
                <a:gd name="connsiteX3" fmla="*/ 1033657 w 1435249"/>
                <a:gd name="connsiteY3" fmla="*/ 1816007 h 1885560"/>
                <a:gd name="connsiteX4" fmla="*/ 1417322 w 1435249"/>
                <a:gd name="connsiteY4" fmla="*/ 1807206 h 1885560"/>
                <a:gd name="connsiteX5" fmla="*/ 1375103 w 1435249"/>
                <a:gd name="connsiteY5" fmla="*/ 943164 h 1885560"/>
                <a:gd name="connsiteX6" fmla="*/ 1401843 w 1435249"/>
                <a:gd name="connsiteY6" fmla="*/ 63834 h 1885560"/>
                <a:gd name="connsiteX7" fmla="*/ 686221 w 1435249"/>
                <a:gd name="connsiteY7" fmla="*/ 61562 h 1885560"/>
                <a:gd name="connsiteX8" fmla="*/ 163575 w 1435249"/>
                <a:gd name="connsiteY8" fmla="*/ 394322 h 1885560"/>
                <a:gd name="connsiteX0" fmla="*/ 128947 w 1438213"/>
                <a:gd name="connsiteY0" fmla="*/ 345176 h 1883146"/>
                <a:gd name="connsiteX1" fmla="*/ 3802 w 1438213"/>
                <a:gd name="connsiteY1" fmla="*/ 1109544 h 1883146"/>
                <a:gd name="connsiteX2" fmla="*/ 217757 w 1438213"/>
                <a:gd name="connsiteY2" fmla="*/ 1546249 h 1883146"/>
                <a:gd name="connsiteX3" fmla="*/ 1036623 w 1438213"/>
                <a:gd name="connsiteY3" fmla="*/ 1813593 h 1883146"/>
                <a:gd name="connsiteX4" fmla="*/ 1420288 w 1438213"/>
                <a:gd name="connsiteY4" fmla="*/ 1804792 h 1883146"/>
                <a:gd name="connsiteX5" fmla="*/ 1378069 w 1438213"/>
                <a:gd name="connsiteY5" fmla="*/ 940750 h 1883146"/>
                <a:gd name="connsiteX6" fmla="*/ 1404809 w 1438213"/>
                <a:gd name="connsiteY6" fmla="*/ 61420 h 1883146"/>
                <a:gd name="connsiteX7" fmla="*/ 689187 w 1438213"/>
                <a:gd name="connsiteY7" fmla="*/ 59148 h 1883146"/>
                <a:gd name="connsiteX8" fmla="*/ 128947 w 1438213"/>
                <a:gd name="connsiteY8" fmla="*/ 345176 h 1883146"/>
                <a:gd name="connsiteX0" fmla="*/ 126587 w 1435854"/>
                <a:gd name="connsiteY0" fmla="*/ 353278 h 1891248"/>
                <a:gd name="connsiteX1" fmla="*/ 1442 w 1435854"/>
                <a:gd name="connsiteY1" fmla="*/ 1117646 h 1891248"/>
                <a:gd name="connsiteX2" fmla="*/ 215397 w 1435854"/>
                <a:gd name="connsiteY2" fmla="*/ 1554351 h 1891248"/>
                <a:gd name="connsiteX3" fmla="*/ 1034263 w 1435854"/>
                <a:gd name="connsiteY3" fmla="*/ 1821695 h 1891248"/>
                <a:gd name="connsiteX4" fmla="*/ 1417928 w 1435854"/>
                <a:gd name="connsiteY4" fmla="*/ 1812894 h 1891248"/>
                <a:gd name="connsiteX5" fmla="*/ 1375709 w 1435854"/>
                <a:gd name="connsiteY5" fmla="*/ 948852 h 1891248"/>
                <a:gd name="connsiteX6" fmla="*/ 1402449 w 1435854"/>
                <a:gd name="connsiteY6" fmla="*/ 69522 h 1891248"/>
                <a:gd name="connsiteX7" fmla="*/ 221605 w 1435854"/>
                <a:gd name="connsiteY7" fmla="*/ 47778 h 1891248"/>
                <a:gd name="connsiteX8" fmla="*/ 126587 w 1435854"/>
                <a:gd name="connsiteY8" fmla="*/ 353278 h 1891248"/>
                <a:gd name="connsiteX0" fmla="*/ 35803 w 1453152"/>
                <a:gd name="connsiteY0" fmla="*/ 439993 h 1896181"/>
                <a:gd name="connsiteX1" fmla="*/ 18740 w 1453152"/>
                <a:gd name="connsiteY1" fmla="*/ 1122579 h 1896181"/>
                <a:gd name="connsiteX2" fmla="*/ 232695 w 1453152"/>
                <a:gd name="connsiteY2" fmla="*/ 1559284 h 1896181"/>
                <a:gd name="connsiteX3" fmla="*/ 1051561 w 1453152"/>
                <a:gd name="connsiteY3" fmla="*/ 1826628 h 1896181"/>
                <a:gd name="connsiteX4" fmla="*/ 1435226 w 1453152"/>
                <a:gd name="connsiteY4" fmla="*/ 1817827 h 1896181"/>
                <a:gd name="connsiteX5" fmla="*/ 1393007 w 1453152"/>
                <a:gd name="connsiteY5" fmla="*/ 953785 h 1896181"/>
                <a:gd name="connsiteX6" fmla="*/ 1419747 w 1453152"/>
                <a:gd name="connsiteY6" fmla="*/ 74455 h 1896181"/>
                <a:gd name="connsiteX7" fmla="*/ 238903 w 1453152"/>
                <a:gd name="connsiteY7" fmla="*/ 52711 h 1896181"/>
                <a:gd name="connsiteX8" fmla="*/ 35803 w 1453152"/>
                <a:gd name="connsiteY8" fmla="*/ 439993 h 1896181"/>
                <a:gd name="connsiteX0" fmla="*/ 35803 w 1447873"/>
                <a:gd name="connsiteY0" fmla="*/ 439993 h 1952840"/>
                <a:gd name="connsiteX1" fmla="*/ 18740 w 1447873"/>
                <a:gd name="connsiteY1" fmla="*/ 1122579 h 1952840"/>
                <a:gd name="connsiteX2" fmla="*/ 232695 w 1447873"/>
                <a:gd name="connsiteY2" fmla="*/ 1559284 h 1952840"/>
                <a:gd name="connsiteX3" fmla="*/ 1130848 w 1447873"/>
                <a:gd name="connsiteY3" fmla="*/ 1925181 h 1952840"/>
                <a:gd name="connsiteX4" fmla="*/ 1435226 w 1447873"/>
                <a:gd name="connsiteY4" fmla="*/ 1817827 h 1952840"/>
                <a:gd name="connsiteX5" fmla="*/ 1393007 w 1447873"/>
                <a:gd name="connsiteY5" fmla="*/ 953785 h 1952840"/>
                <a:gd name="connsiteX6" fmla="*/ 1419747 w 1447873"/>
                <a:gd name="connsiteY6" fmla="*/ 74455 h 1952840"/>
                <a:gd name="connsiteX7" fmla="*/ 238903 w 1447873"/>
                <a:gd name="connsiteY7" fmla="*/ 52711 h 1952840"/>
                <a:gd name="connsiteX8" fmla="*/ 35803 w 1447873"/>
                <a:gd name="connsiteY8" fmla="*/ 439993 h 1952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47873" h="1952840">
                  <a:moveTo>
                    <a:pt x="35803" y="439993"/>
                  </a:moveTo>
                  <a:cubicBezTo>
                    <a:pt x="-891" y="618304"/>
                    <a:pt x="-14075" y="936031"/>
                    <a:pt x="18740" y="1122579"/>
                  </a:cubicBezTo>
                  <a:cubicBezTo>
                    <a:pt x="51555" y="1309127"/>
                    <a:pt x="47344" y="1425517"/>
                    <a:pt x="232695" y="1559284"/>
                  </a:cubicBezTo>
                  <a:cubicBezTo>
                    <a:pt x="418046" y="1693051"/>
                    <a:pt x="930426" y="1882091"/>
                    <a:pt x="1130848" y="1925181"/>
                  </a:cubicBezTo>
                  <a:cubicBezTo>
                    <a:pt x="1331270" y="1968271"/>
                    <a:pt x="1391533" y="1979726"/>
                    <a:pt x="1435226" y="1817827"/>
                  </a:cubicBezTo>
                  <a:cubicBezTo>
                    <a:pt x="1478919" y="1655928"/>
                    <a:pt x="1395587" y="1244347"/>
                    <a:pt x="1393007" y="953785"/>
                  </a:cubicBezTo>
                  <a:cubicBezTo>
                    <a:pt x="1390427" y="663223"/>
                    <a:pt x="1458740" y="183063"/>
                    <a:pt x="1419747" y="74455"/>
                  </a:cubicBezTo>
                  <a:cubicBezTo>
                    <a:pt x="1380754" y="-34153"/>
                    <a:pt x="469560" y="-8212"/>
                    <a:pt x="238903" y="52711"/>
                  </a:cubicBezTo>
                  <a:cubicBezTo>
                    <a:pt x="8246" y="113634"/>
                    <a:pt x="72497" y="261682"/>
                    <a:pt x="35803" y="43999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9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96BCCD85-1D07-EF4E-A878-EC23CD23096A}"/>
                </a:ext>
              </a:extLst>
            </p:cNvPr>
            <p:cNvGrpSpPr/>
            <p:nvPr/>
          </p:nvGrpSpPr>
          <p:grpSpPr>
            <a:xfrm>
              <a:off x="10837700" y="3928050"/>
              <a:ext cx="687393" cy="721548"/>
              <a:chOff x="5203089" y="1751190"/>
              <a:chExt cx="858331" cy="662414"/>
            </a:xfrm>
          </p:grpSpPr>
          <p:sp>
            <p:nvSpPr>
              <p:cNvPr id="382" name="Freeform 381">
                <a:extLst>
                  <a:ext uri="{FF2B5EF4-FFF2-40B4-BE49-F238E27FC236}">
                    <a16:creationId xmlns:a16="http://schemas.microsoft.com/office/drawing/2014/main" id="{D6FAD5AB-6E93-5E47-BE32-4993FD767B8F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3" name="Freeform 382">
                <a:extLst>
                  <a:ext uri="{FF2B5EF4-FFF2-40B4-BE49-F238E27FC236}">
                    <a16:creationId xmlns:a16="http://schemas.microsoft.com/office/drawing/2014/main" id="{2A115C8B-7EC0-084D-A3CF-7AEF0487F301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384" name="Straight Connector 383">
                <a:extLst>
                  <a:ext uri="{FF2B5EF4-FFF2-40B4-BE49-F238E27FC236}">
                    <a16:creationId xmlns:a16="http://schemas.microsoft.com/office/drawing/2014/main" id="{16F8043F-8502-904C-9632-B3658D71B8BE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5" name="Straight Connector 384">
                <a:extLst>
                  <a:ext uri="{FF2B5EF4-FFF2-40B4-BE49-F238E27FC236}">
                    <a16:creationId xmlns:a16="http://schemas.microsoft.com/office/drawing/2014/main" id="{B4B3A6DE-2E70-F74C-8CA1-13247C912682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6" name="Straight Connector 385">
                <a:extLst>
                  <a:ext uri="{FF2B5EF4-FFF2-40B4-BE49-F238E27FC236}">
                    <a16:creationId xmlns:a16="http://schemas.microsoft.com/office/drawing/2014/main" id="{4B9DB078-BD58-F64A-B873-E1187205EB94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Straight Connector 386">
                <a:extLst>
                  <a:ext uri="{FF2B5EF4-FFF2-40B4-BE49-F238E27FC236}">
                    <a16:creationId xmlns:a16="http://schemas.microsoft.com/office/drawing/2014/main" id="{D321DD82-9D22-0B49-ADF9-8BE310E97E71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id="{18A2FB0C-53B9-5248-AA65-9BA9B429FC4C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9" name="Straight Connector 388">
                <a:extLst>
                  <a:ext uri="{FF2B5EF4-FFF2-40B4-BE49-F238E27FC236}">
                    <a16:creationId xmlns:a16="http://schemas.microsoft.com/office/drawing/2014/main" id="{44FBB965-69F3-F546-AE9F-4AD14078F37E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1" name="Group 390">
              <a:extLst>
                <a:ext uri="{FF2B5EF4-FFF2-40B4-BE49-F238E27FC236}">
                  <a16:creationId xmlns:a16="http://schemas.microsoft.com/office/drawing/2014/main" id="{BDA3EF41-5873-7D4B-8A04-F8D62DFD2DB6}"/>
                </a:ext>
              </a:extLst>
            </p:cNvPr>
            <p:cNvGrpSpPr/>
            <p:nvPr/>
          </p:nvGrpSpPr>
          <p:grpSpPr>
            <a:xfrm>
              <a:off x="10771171" y="3194171"/>
              <a:ext cx="594613" cy="648336"/>
              <a:chOff x="5203089" y="1751190"/>
              <a:chExt cx="858331" cy="662414"/>
            </a:xfrm>
          </p:grpSpPr>
          <p:sp>
            <p:nvSpPr>
              <p:cNvPr id="399" name="Freeform 398">
                <a:extLst>
                  <a:ext uri="{FF2B5EF4-FFF2-40B4-BE49-F238E27FC236}">
                    <a16:creationId xmlns:a16="http://schemas.microsoft.com/office/drawing/2014/main" id="{325473B9-6F55-684D-B22D-FF70325540CE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0" name="Freeform 399">
                <a:extLst>
                  <a:ext uri="{FF2B5EF4-FFF2-40B4-BE49-F238E27FC236}">
                    <a16:creationId xmlns:a16="http://schemas.microsoft.com/office/drawing/2014/main" id="{06CE85F7-18B2-3947-975F-CEA32EE2FBA7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401" name="Straight Connector 400">
                <a:extLst>
                  <a:ext uri="{FF2B5EF4-FFF2-40B4-BE49-F238E27FC236}">
                    <a16:creationId xmlns:a16="http://schemas.microsoft.com/office/drawing/2014/main" id="{F3F3D0FA-374D-9147-8047-2B7B3AAF05DF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2" name="Straight Connector 401">
                <a:extLst>
                  <a:ext uri="{FF2B5EF4-FFF2-40B4-BE49-F238E27FC236}">
                    <a16:creationId xmlns:a16="http://schemas.microsoft.com/office/drawing/2014/main" id="{AFF00F79-7128-E243-BBD5-A97200EABABC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3" name="Straight Connector 402">
                <a:extLst>
                  <a:ext uri="{FF2B5EF4-FFF2-40B4-BE49-F238E27FC236}">
                    <a16:creationId xmlns:a16="http://schemas.microsoft.com/office/drawing/2014/main" id="{729D9C8D-B396-A049-9B7A-BE878812629D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4" name="Straight Connector 403">
                <a:extLst>
                  <a:ext uri="{FF2B5EF4-FFF2-40B4-BE49-F238E27FC236}">
                    <a16:creationId xmlns:a16="http://schemas.microsoft.com/office/drawing/2014/main" id="{4B32C41F-58E3-CC4F-9625-B6688BEB2140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5" name="Straight Connector 404">
                <a:extLst>
                  <a:ext uri="{FF2B5EF4-FFF2-40B4-BE49-F238E27FC236}">
                    <a16:creationId xmlns:a16="http://schemas.microsoft.com/office/drawing/2014/main" id="{58933865-B1C6-3244-A0F5-136E4C6DD92E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6" name="Straight Connector 405">
                <a:extLst>
                  <a:ext uri="{FF2B5EF4-FFF2-40B4-BE49-F238E27FC236}">
                    <a16:creationId xmlns:a16="http://schemas.microsoft.com/office/drawing/2014/main" id="{76C939A7-C3F0-5A45-B81D-4E775CF1C92C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62" name="Freeform 561">
              <a:extLst>
                <a:ext uri="{FF2B5EF4-FFF2-40B4-BE49-F238E27FC236}">
                  <a16:creationId xmlns:a16="http://schemas.microsoft.com/office/drawing/2014/main" id="{BE088278-C41B-3E4A-87CE-FD65749FA13D}"/>
                </a:ext>
              </a:extLst>
            </p:cNvPr>
            <p:cNvSpPr/>
            <p:nvPr/>
          </p:nvSpPr>
          <p:spPr>
            <a:xfrm>
              <a:off x="9540813" y="1782042"/>
              <a:ext cx="1497864" cy="138645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494463"/>
                <a:gd name="connsiteY0" fmla="*/ 534641 h 1775651"/>
                <a:gd name="connsiteX1" fmla="*/ 3 w 1494463"/>
                <a:gd name="connsiteY1" fmla="*/ 940200 h 1775651"/>
                <a:gd name="connsiteX2" fmla="*/ 367657 w 1494463"/>
                <a:gd name="connsiteY2" fmla="*/ 1508306 h 1775651"/>
                <a:gd name="connsiteX3" fmla="*/ 1186523 w 1494463"/>
                <a:gd name="connsiteY3" fmla="*/ 1775650 h 1775651"/>
                <a:gd name="connsiteX4" fmla="*/ 1467465 w 1494463"/>
                <a:gd name="connsiteY4" fmla="*/ 1510813 h 1775651"/>
                <a:gd name="connsiteX5" fmla="*/ 1468513 w 1494463"/>
                <a:gd name="connsiteY5" fmla="*/ 672856 h 1775651"/>
                <a:gd name="connsiteX6" fmla="*/ 1336927 w 1494463"/>
                <a:gd name="connsiteY6" fmla="*/ 154877 h 1775651"/>
                <a:gd name="connsiteX7" fmla="*/ 839087 w 1494463"/>
                <a:gd name="connsiteY7" fmla="*/ 21205 h 1775651"/>
                <a:gd name="connsiteX8" fmla="*/ 360355 w 1494463"/>
                <a:gd name="connsiteY8" fmla="*/ 534641 h 1775651"/>
                <a:gd name="connsiteX0" fmla="*/ 360355 w 1491064"/>
                <a:gd name="connsiteY0" fmla="*/ 552327 h 1793337"/>
                <a:gd name="connsiteX1" fmla="*/ 3 w 1491064"/>
                <a:gd name="connsiteY1" fmla="*/ 957886 h 1793337"/>
                <a:gd name="connsiteX2" fmla="*/ 367657 w 1491064"/>
                <a:gd name="connsiteY2" fmla="*/ 1525992 h 1793337"/>
                <a:gd name="connsiteX3" fmla="*/ 1186523 w 1491064"/>
                <a:gd name="connsiteY3" fmla="*/ 1793336 h 1793337"/>
                <a:gd name="connsiteX4" fmla="*/ 1467465 w 1491064"/>
                <a:gd name="connsiteY4" fmla="*/ 1528499 h 1793337"/>
                <a:gd name="connsiteX5" fmla="*/ 1468513 w 1491064"/>
                <a:gd name="connsiteY5" fmla="*/ 690542 h 1793337"/>
                <a:gd name="connsiteX6" fmla="*/ 1407977 w 1491064"/>
                <a:gd name="connsiteY6" fmla="*/ 109278 h 1793337"/>
                <a:gd name="connsiteX7" fmla="*/ 839087 w 1491064"/>
                <a:gd name="connsiteY7" fmla="*/ 38891 h 1793337"/>
                <a:gd name="connsiteX8" fmla="*/ 360355 w 1491064"/>
                <a:gd name="connsiteY8" fmla="*/ 552327 h 1793337"/>
                <a:gd name="connsiteX0" fmla="*/ 360355 w 1502818"/>
                <a:gd name="connsiteY0" fmla="*/ 552327 h 1612281"/>
                <a:gd name="connsiteX1" fmla="*/ 3 w 1502818"/>
                <a:gd name="connsiteY1" fmla="*/ 957886 h 1612281"/>
                <a:gd name="connsiteX2" fmla="*/ 367657 w 1502818"/>
                <a:gd name="connsiteY2" fmla="*/ 1525992 h 1612281"/>
                <a:gd name="connsiteX3" fmla="*/ 1026659 w 1502818"/>
                <a:gd name="connsiteY3" fmla="*/ 1582385 h 1612281"/>
                <a:gd name="connsiteX4" fmla="*/ 1467465 w 1502818"/>
                <a:gd name="connsiteY4" fmla="*/ 1528499 h 1612281"/>
                <a:gd name="connsiteX5" fmla="*/ 1468513 w 1502818"/>
                <a:gd name="connsiteY5" fmla="*/ 690542 h 1612281"/>
                <a:gd name="connsiteX6" fmla="*/ 1407977 w 1502818"/>
                <a:gd name="connsiteY6" fmla="*/ 109278 h 1612281"/>
                <a:gd name="connsiteX7" fmla="*/ 839087 w 1502818"/>
                <a:gd name="connsiteY7" fmla="*/ 38891 h 1612281"/>
                <a:gd name="connsiteX8" fmla="*/ 360355 w 1502818"/>
                <a:gd name="connsiteY8" fmla="*/ 552327 h 1612281"/>
                <a:gd name="connsiteX0" fmla="*/ 360384 w 1502847"/>
                <a:gd name="connsiteY0" fmla="*/ 552327 h 1803602"/>
                <a:gd name="connsiteX1" fmla="*/ 32 w 1502847"/>
                <a:gd name="connsiteY1" fmla="*/ 957886 h 1803602"/>
                <a:gd name="connsiteX2" fmla="*/ 385448 w 1502847"/>
                <a:gd name="connsiteY2" fmla="*/ 1779134 h 1803602"/>
                <a:gd name="connsiteX3" fmla="*/ 1026688 w 1502847"/>
                <a:gd name="connsiteY3" fmla="*/ 1582385 h 1803602"/>
                <a:gd name="connsiteX4" fmla="*/ 1467494 w 1502847"/>
                <a:gd name="connsiteY4" fmla="*/ 1528499 h 1803602"/>
                <a:gd name="connsiteX5" fmla="*/ 1468542 w 1502847"/>
                <a:gd name="connsiteY5" fmla="*/ 690542 h 1803602"/>
                <a:gd name="connsiteX6" fmla="*/ 1408006 w 1502847"/>
                <a:gd name="connsiteY6" fmla="*/ 109278 h 1803602"/>
                <a:gd name="connsiteX7" fmla="*/ 839116 w 1502847"/>
                <a:gd name="connsiteY7" fmla="*/ 38891 h 1803602"/>
                <a:gd name="connsiteX8" fmla="*/ 360384 w 1502847"/>
                <a:gd name="connsiteY8" fmla="*/ 552327 h 1803602"/>
                <a:gd name="connsiteX0" fmla="*/ 360384 w 1502847"/>
                <a:gd name="connsiteY0" fmla="*/ 552327 h 1826319"/>
                <a:gd name="connsiteX1" fmla="*/ 32 w 1502847"/>
                <a:gd name="connsiteY1" fmla="*/ 957886 h 1826319"/>
                <a:gd name="connsiteX2" fmla="*/ 385448 w 1502847"/>
                <a:gd name="connsiteY2" fmla="*/ 1779134 h 1826319"/>
                <a:gd name="connsiteX3" fmla="*/ 1026688 w 1502847"/>
                <a:gd name="connsiteY3" fmla="*/ 1582385 h 1826319"/>
                <a:gd name="connsiteX4" fmla="*/ 1467494 w 1502847"/>
                <a:gd name="connsiteY4" fmla="*/ 1528499 h 1826319"/>
                <a:gd name="connsiteX5" fmla="*/ 1468542 w 1502847"/>
                <a:gd name="connsiteY5" fmla="*/ 690542 h 1826319"/>
                <a:gd name="connsiteX6" fmla="*/ 1408006 w 1502847"/>
                <a:gd name="connsiteY6" fmla="*/ 109278 h 1826319"/>
                <a:gd name="connsiteX7" fmla="*/ 839116 w 1502847"/>
                <a:gd name="connsiteY7" fmla="*/ 38891 h 1826319"/>
                <a:gd name="connsiteX8" fmla="*/ 360384 w 1502847"/>
                <a:gd name="connsiteY8" fmla="*/ 552327 h 1826319"/>
                <a:gd name="connsiteX0" fmla="*/ 289852 w 1503366"/>
                <a:gd name="connsiteY0" fmla="*/ 461730 h 1820101"/>
                <a:gd name="connsiteX1" fmla="*/ 551 w 1503366"/>
                <a:gd name="connsiteY1" fmla="*/ 951668 h 1820101"/>
                <a:gd name="connsiteX2" fmla="*/ 385967 w 1503366"/>
                <a:gd name="connsiteY2" fmla="*/ 1772916 h 1820101"/>
                <a:gd name="connsiteX3" fmla="*/ 1027207 w 1503366"/>
                <a:gd name="connsiteY3" fmla="*/ 1576167 h 1820101"/>
                <a:gd name="connsiteX4" fmla="*/ 1468013 w 1503366"/>
                <a:gd name="connsiteY4" fmla="*/ 1522281 h 1820101"/>
                <a:gd name="connsiteX5" fmla="*/ 1469061 w 1503366"/>
                <a:gd name="connsiteY5" fmla="*/ 684324 h 1820101"/>
                <a:gd name="connsiteX6" fmla="*/ 1408525 w 1503366"/>
                <a:gd name="connsiteY6" fmla="*/ 103060 h 1820101"/>
                <a:gd name="connsiteX7" fmla="*/ 839635 w 1503366"/>
                <a:gd name="connsiteY7" fmla="*/ 32673 h 1820101"/>
                <a:gd name="connsiteX8" fmla="*/ 289852 w 1503366"/>
                <a:gd name="connsiteY8" fmla="*/ 461730 h 1820101"/>
                <a:gd name="connsiteX0" fmla="*/ 293376 w 1506890"/>
                <a:gd name="connsiteY0" fmla="*/ 461730 h 1820101"/>
                <a:gd name="connsiteX1" fmla="*/ 4075 w 1506890"/>
                <a:gd name="connsiteY1" fmla="*/ 951668 h 1820101"/>
                <a:gd name="connsiteX2" fmla="*/ 389491 w 1506890"/>
                <a:gd name="connsiteY2" fmla="*/ 1772916 h 1820101"/>
                <a:gd name="connsiteX3" fmla="*/ 1030731 w 1506890"/>
                <a:gd name="connsiteY3" fmla="*/ 1576167 h 1820101"/>
                <a:gd name="connsiteX4" fmla="*/ 1471537 w 1506890"/>
                <a:gd name="connsiteY4" fmla="*/ 1522281 h 1820101"/>
                <a:gd name="connsiteX5" fmla="*/ 1472585 w 1506890"/>
                <a:gd name="connsiteY5" fmla="*/ 684324 h 1820101"/>
                <a:gd name="connsiteX6" fmla="*/ 1412049 w 1506890"/>
                <a:gd name="connsiteY6" fmla="*/ 103060 h 1820101"/>
                <a:gd name="connsiteX7" fmla="*/ 843159 w 1506890"/>
                <a:gd name="connsiteY7" fmla="*/ 32673 h 1820101"/>
                <a:gd name="connsiteX8" fmla="*/ 293376 w 1506890"/>
                <a:gd name="connsiteY8" fmla="*/ 461730 h 1820101"/>
                <a:gd name="connsiteX0" fmla="*/ 203955 w 1545103"/>
                <a:gd name="connsiteY0" fmla="*/ 206126 h 1802639"/>
                <a:gd name="connsiteX1" fmla="*/ 42288 w 1545103"/>
                <a:gd name="connsiteY1" fmla="*/ 934206 h 1802639"/>
                <a:gd name="connsiteX2" fmla="*/ 427704 w 1545103"/>
                <a:gd name="connsiteY2" fmla="*/ 1755454 h 1802639"/>
                <a:gd name="connsiteX3" fmla="*/ 1068944 w 1545103"/>
                <a:gd name="connsiteY3" fmla="*/ 1558705 h 1802639"/>
                <a:gd name="connsiteX4" fmla="*/ 1509750 w 1545103"/>
                <a:gd name="connsiteY4" fmla="*/ 1504819 h 1802639"/>
                <a:gd name="connsiteX5" fmla="*/ 1510798 w 1545103"/>
                <a:gd name="connsiteY5" fmla="*/ 666862 h 1802639"/>
                <a:gd name="connsiteX6" fmla="*/ 1450262 w 1545103"/>
                <a:gd name="connsiteY6" fmla="*/ 85598 h 1802639"/>
                <a:gd name="connsiteX7" fmla="*/ 881372 w 1545103"/>
                <a:gd name="connsiteY7" fmla="*/ 15211 h 1802639"/>
                <a:gd name="connsiteX8" fmla="*/ 203955 w 1545103"/>
                <a:gd name="connsiteY8" fmla="*/ 206126 h 1802639"/>
                <a:gd name="connsiteX0" fmla="*/ 147252 w 1634267"/>
                <a:gd name="connsiteY0" fmla="*/ 113266 h 1796376"/>
                <a:gd name="connsiteX1" fmla="*/ 131452 w 1634267"/>
                <a:gd name="connsiteY1" fmla="*/ 927943 h 1796376"/>
                <a:gd name="connsiteX2" fmla="*/ 516868 w 1634267"/>
                <a:gd name="connsiteY2" fmla="*/ 1749191 h 1796376"/>
                <a:gd name="connsiteX3" fmla="*/ 1158108 w 1634267"/>
                <a:gd name="connsiteY3" fmla="*/ 1552442 h 1796376"/>
                <a:gd name="connsiteX4" fmla="*/ 1598914 w 1634267"/>
                <a:gd name="connsiteY4" fmla="*/ 1498556 h 1796376"/>
                <a:gd name="connsiteX5" fmla="*/ 1599962 w 1634267"/>
                <a:gd name="connsiteY5" fmla="*/ 660599 h 1796376"/>
                <a:gd name="connsiteX6" fmla="*/ 1539426 w 1634267"/>
                <a:gd name="connsiteY6" fmla="*/ 79335 h 1796376"/>
                <a:gd name="connsiteX7" fmla="*/ 970536 w 1634267"/>
                <a:gd name="connsiteY7" fmla="*/ 8948 h 1796376"/>
                <a:gd name="connsiteX8" fmla="*/ 147252 w 1634267"/>
                <a:gd name="connsiteY8" fmla="*/ 113266 h 1796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34267" h="1796376">
                  <a:moveTo>
                    <a:pt x="147252" y="113266"/>
                  </a:moveTo>
                  <a:cubicBezTo>
                    <a:pt x="-139307" y="245497"/>
                    <a:pt x="69849" y="655289"/>
                    <a:pt x="131452" y="927943"/>
                  </a:cubicBezTo>
                  <a:cubicBezTo>
                    <a:pt x="193055" y="1200597"/>
                    <a:pt x="345759" y="1645108"/>
                    <a:pt x="516868" y="1749191"/>
                  </a:cubicBezTo>
                  <a:cubicBezTo>
                    <a:pt x="687977" y="1853274"/>
                    <a:pt x="1013294" y="1784070"/>
                    <a:pt x="1158108" y="1552442"/>
                  </a:cubicBezTo>
                  <a:cubicBezTo>
                    <a:pt x="1302922" y="1320814"/>
                    <a:pt x="1525272" y="1647197"/>
                    <a:pt x="1598914" y="1498556"/>
                  </a:cubicBezTo>
                  <a:cubicBezTo>
                    <a:pt x="1672556" y="1349916"/>
                    <a:pt x="1609877" y="897136"/>
                    <a:pt x="1599962" y="660599"/>
                  </a:cubicBezTo>
                  <a:cubicBezTo>
                    <a:pt x="1590047" y="424062"/>
                    <a:pt x="1578419" y="187943"/>
                    <a:pt x="1539426" y="79335"/>
                  </a:cubicBezTo>
                  <a:cubicBezTo>
                    <a:pt x="1500433" y="-29273"/>
                    <a:pt x="1202565" y="3293"/>
                    <a:pt x="970536" y="8948"/>
                  </a:cubicBezTo>
                  <a:cubicBezTo>
                    <a:pt x="738507" y="14603"/>
                    <a:pt x="433811" y="-18965"/>
                    <a:pt x="147252" y="11326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7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59DB778E-F23D-6C41-8A2D-8F08BD46CBCB}"/>
                </a:ext>
              </a:extLst>
            </p:cNvPr>
            <p:cNvSpPr txBox="1"/>
            <p:nvPr/>
          </p:nvSpPr>
          <p:spPr>
            <a:xfrm>
              <a:off x="9427201" y="1851195"/>
              <a:ext cx="1725088" cy="2862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national or global ISP</a:t>
              </a:r>
            </a:p>
          </p:txBody>
        </p:sp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2DCB9395-41DC-D844-A0B1-59B5BDD3151F}"/>
                </a:ext>
              </a:extLst>
            </p:cNvPr>
            <p:cNvSpPr/>
            <p:nvPr/>
          </p:nvSpPr>
          <p:spPr>
            <a:xfrm>
              <a:off x="9279068" y="3677908"/>
              <a:ext cx="305749" cy="197847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3" name="TextBox 652">
              <a:extLst>
                <a:ext uri="{FF2B5EF4-FFF2-40B4-BE49-F238E27FC236}">
                  <a16:creationId xmlns:a16="http://schemas.microsoft.com/office/drawing/2014/main" id="{C34CA97E-4007-3540-925A-3C739C254049}"/>
                </a:ext>
              </a:extLst>
            </p:cNvPr>
            <p:cNvSpPr txBox="1"/>
            <p:nvPr/>
          </p:nvSpPr>
          <p:spPr>
            <a:xfrm>
              <a:off x="8766162" y="3447919"/>
              <a:ext cx="1040639" cy="4801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local or regional ISP</a:t>
              </a:r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7DCF99E9-1DFC-0241-B2E7-471998268663}"/>
                </a:ext>
              </a:extLst>
            </p:cNvPr>
            <p:cNvSpPr txBox="1"/>
            <p:nvPr/>
          </p:nvSpPr>
          <p:spPr>
            <a:xfrm>
              <a:off x="10917767" y="4677937"/>
              <a:ext cx="813043" cy="3831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datacenter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173BD163-3F4D-944E-B86B-3275B779D5A8}"/>
                </a:ext>
              </a:extLst>
            </p:cNvPr>
            <p:cNvSpPr txBox="1"/>
            <p:nvPr/>
          </p:nvSpPr>
          <p:spPr>
            <a:xfrm>
              <a:off x="10063018" y="4228248"/>
              <a:ext cx="843051" cy="6740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content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provider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830" name="Straight Connector 829">
              <a:extLst>
                <a:ext uri="{FF2B5EF4-FFF2-40B4-BE49-F238E27FC236}">
                  <a16:creationId xmlns:a16="http://schemas.microsoft.com/office/drawing/2014/main" id="{B163CA8C-EB1E-A14C-9A66-BC297C1207E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>
              <a:extLst>
                <a:ext uri="{FF2B5EF4-FFF2-40B4-BE49-F238E27FC236}">
                  <a16:creationId xmlns:a16="http://schemas.microsoft.com/office/drawing/2014/main" id="{5423E50E-9196-7E41-B2E3-7EFFBB80785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>
              <a:extLst>
                <a:ext uri="{FF2B5EF4-FFF2-40B4-BE49-F238E27FC236}">
                  <a16:creationId xmlns:a16="http://schemas.microsoft.com/office/drawing/2014/main" id="{D736E0FF-D607-3B4C-A87A-D415301D67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>
              <a:extLst>
                <a:ext uri="{FF2B5EF4-FFF2-40B4-BE49-F238E27FC236}">
                  <a16:creationId xmlns:a16="http://schemas.microsoft.com/office/drawing/2014/main" id="{412118DA-F614-8A42-80A7-8D427CB9D06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>
              <a:extLst>
                <a:ext uri="{FF2B5EF4-FFF2-40B4-BE49-F238E27FC236}">
                  <a16:creationId xmlns:a16="http://schemas.microsoft.com/office/drawing/2014/main" id="{1F000A1C-019C-AC40-8B26-99394BC90A3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>
              <a:extLst>
                <a:ext uri="{FF2B5EF4-FFF2-40B4-BE49-F238E27FC236}">
                  <a16:creationId xmlns:a16="http://schemas.microsoft.com/office/drawing/2014/main" id="{E581177E-ADBB-324A-BE56-FFA64730F3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D0BFF2F4-0B07-CF45-A69B-7B91FA12DE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>
              <a:extLst>
                <a:ext uri="{FF2B5EF4-FFF2-40B4-BE49-F238E27FC236}">
                  <a16:creationId xmlns:a16="http://schemas.microsoft.com/office/drawing/2014/main" id="{E3568D00-797E-F542-B47B-DC40257A1A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B5D2DFB3-E4DE-3C49-8F72-DC09F553A5F3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id="{F9A85AAA-3DAA-6946-B559-D97F731B61D5}"/>
                </a:ext>
              </a:extLst>
            </p:cNvPr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>
              <a:extLst>
                <a:ext uri="{FF2B5EF4-FFF2-40B4-BE49-F238E27FC236}">
                  <a16:creationId xmlns:a16="http://schemas.microsoft.com/office/drawing/2014/main" id="{12CE73BA-DDE8-5741-9E5E-64CA353BA9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4429D23B-C424-D54E-A99F-D3FC646B3D08}"/>
                </a:ext>
              </a:extLst>
            </p:cNvPr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C0FB38C4-8D4E-FD46-8BA5-A01F983C9AF5}"/>
                  </a:ext>
                </a:extLst>
              </p:cNvPr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>
                  <a:extLst>
                    <a:ext uri="{FF2B5EF4-FFF2-40B4-BE49-F238E27FC236}">
                      <a16:creationId xmlns:a16="http://schemas.microsoft.com/office/drawing/2014/main" id="{28DDE19D-11FD-214B-B68A-9F6AAEA3AA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8" name="Line 435">
                  <a:extLst>
                    <a:ext uri="{FF2B5EF4-FFF2-40B4-BE49-F238E27FC236}">
                      <a16:creationId xmlns:a16="http://schemas.microsoft.com/office/drawing/2014/main" id="{D2EFF5DE-9380-7D46-847C-7986E80C63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7" name="Line 440">
                  <a:extLst>
                    <a:ext uri="{FF2B5EF4-FFF2-40B4-BE49-F238E27FC236}">
                      <a16:creationId xmlns:a16="http://schemas.microsoft.com/office/drawing/2014/main" id="{E3BCB46D-EF32-8C42-A43A-1B0DAF759B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CE6E1140-BC2F-9947-9B51-91DC5079ABB1}"/>
                    </a:ext>
                  </a:extLst>
                </p:cNvPr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9EF5B4FA-3960-F54C-936B-C64147078447}"/>
                    </a:ext>
                  </a:extLst>
                </p:cNvPr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691B45AC-C5E3-D24E-9C63-05D00B08C71D}"/>
                    </a:ext>
                  </a:extLst>
                </p:cNvPr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59EB46BB-F3EA-4248-B631-AC80BEB74EF0}"/>
                    </a:ext>
                  </a:extLst>
                </p:cNvPr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C562C7DD-3FD1-0E4C-B308-744C6C87FC79}"/>
                    </a:ext>
                  </a:extLst>
                </p:cNvPr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6793D61B-AD50-A246-A5C0-38DF48C17738}"/>
                    </a:ext>
                  </a:extLst>
                </p:cNvPr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EDD09B84-3AA8-0948-AB6C-1D5CBFFC5293}"/>
                    </a:ext>
                  </a:extLst>
                </p:cNvPr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C777BA08-17B1-254B-BCB6-583E10254EC6}"/>
                    </a:ext>
                  </a:extLst>
                </p:cNvPr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>
                  <a:extLst>
                    <a:ext uri="{FF2B5EF4-FFF2-40B4-BE49-F238E27FC236}">
                      <a16:creationId xmlns:a16="http://schemas.microsoft.com/office/drawing/2014/main" id="{C44ADC96-78DA-C64F-AF97-4FFA68D2E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" name="Line 424">
                  <a:extLst>
                    <a:ext uri="{FF2B5EF4-FFF2-40B4-BE49-F238E27FC236}">
                      <a16:creationId xmlns:a16="http://schemas.microsoft.com/office/drawing/2014/main" id="{845B46BE-685D-2D4E-AD26-5684794D19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262" name="Picture 778" descr="antenna_radiation_stylized">
                <a:extLst>
                  <a:ext uri="{FF2B5EF4-FFF2-40B4-BE49-F238E27FC236}">
                    <a16:creationId xmlns:a16="http://schemas.microsoft.com/office/drawing/2014/main" id="{B73E5F98-BC74-DB47-BA02-5F29DC675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>
                <a:extLst>
                  <a:ext uri="{FF2B5EF4-FFF2-40B4-BE49-F238E27FC236}">
                    <a16:creationId xmlns:a16="http://schemas.microsoft.com/office/drawing/2014/main" id="{5F858A2F-D0F0-7E47-8EF1-4C37898F9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>
                <a:extLst>
                  <a:ext uri="{FF2B5EF4-FFF2-40B4-BE49-F238E27FC236}">
                    <a16:creationId xmlns:a16="http://schemas.microsoft.com/office/drawing/2014/main" id="{271D03F6-D85B-EC41-803D-EFAA96DAE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39" name="Line 426">
              <a:extLst>
                <a:ext uri="{FF2B5EF4-FFF2-40B4-BE49-F238E27FC236}">
                  <a16:creationId xmlns:a16="http://schemas.microsoft.com/office/drawing/2014/main" id="{DDAEB50C-98DD-DA43-B9C4-9AB7F9ED5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07860" y="2700359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41" name="Group 783">
              <a:extLst>
                <a:ext uri="{FF2B5EF4-FFF2-40B4-BE49-F238E27FC236}">
                  <a16:creationId xmlns:a16="http://schemas.microsoft.com/office/drawing/2014/main" id="{02FEAFB4-9831-B64A-9F54-92C532E8F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0698" y="2309376"/>
              <a:ext cx="298450" cy="464008"/>
              <a:chOff x="3130" y="3288"/>
              <a:chExt cx="410" cy="742"/>
            </a:xfrm>
          </p:grpSpPr>
          <p:sp>
            <p:nvSpPr>
              <p:cNvPr id="244" name="Line 270">
                <a:extLst>
                  <a:ext uri="{FF2B5EF4-FFF2-40B4-BE49-F238E27FC236}">
                    <a16:creationId xmlns:a16="http://schemas.microsoft.com/office/drawing/2014/main" id="{A9300902-94F3-8949-9A54-8B95986ACB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5" name="Line 271">
                <a:extLst>
                  <a:ext uri="{FF2B5EF4-FFF2-40B4-BE49-F238E27FC236}">
                    <a16:creationId xmlns:a16="http://schemas.microsoft.com/office/drawing/2014/main" id="{B93F32E3-8690-BD4B-B848-94E1FAAB5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Line 272">
                <a:extLst>
                  <a:ext uri="{FF2B5EF4-FFF2-40B4-BE49-F238E27FC236}">
                    <a16:creationId xmlns:a16="http://schemas.microsoft.com/office/drawing/2014/main" id="{AB0BEDC3-F0F0-4E42-A55F-57AC0548D5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7" name="Line 273">
                <a:extLst>
                  <a:ext uri="{FF2B5EF4-FFF2-40B4-BE49-F238E27FC236}">
                    <a16:creationId xmlns:a16="http://schemas.microsoft.com/office/drawing/2014/main" id="{3AF299DE-8F54-D84C-B398-5B3B44C53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8" name="Line 274">
                <a:extLst>
                  <a:ext uri="{FF2B5EF4-FFF2-40B4-BE49-F238E27FC236}">
                    <a16:creationId xmlns:a16="http://schemas.microsoft.com/office/drawing/2014/main" id="{C2005C3C-C4BA-FD44-A127-E5C4FE594D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9" name="Line 275">
                <a:extLst>
                  <a:ext uri="{FF2B5EF4-FFF2-40B4-BE49-F238E27FC236}">
                    <a16:creationId xmlns:a16="http://schemas.microsoft.com/office/drawing/2014/main" id="{948DF918-9246-AF45-A55F-C5B7436635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0" name="Line 276">
                <a:extLst>
                  <a:ext uri="{FF2B5EF4-FFF2-40B4-BE49-F238E27FC236}">
                    <a16:creationId xmlns:a16="http://schemas.microsoft.com/office/drawing/2014/main" id="{3D1534AB-9253-A140-B4C5-81F085C452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1" name="Line 277">
                <a:extLst>
                  <a:ext uri="{FF2B5EF4-FFF2-40B4-BE49-F238E27FC236}">
                    <a16:creationId xmlns:a16="http://schemas.microsoft.com/office/drawing/2014/main" id="{3BA377A2-6A51-F64B-AA8B-4FB90FAA7D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2" name="Line 278">
                <a:extLst>
                  <a:ext uri="{FF2B5EF4-FFF2-40B4-BE49-F238E27FC236}">
                    <a16:creationId xmlns:a16="http://schemas.microsoft.com/office/drawing/2014/main" id="{FA310FA6-4B1E-0047-8066-8AF44673F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3" name="Line 279">
                <a:extLst>
                  <a:ext uri="{FF2B5EF4-FFF2-40B4-BE49-F238E27FC236}">
                    <a16:creationId xmlns:a16="http://schemas.microsoft.com/office/drawing/2014/main" id="{254B094E-F3D3-0F46-BF4E-A226644B01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4" name="Line 280">
                <a:extLst>
                  <a:ext uri="{FF2B5EF4-FFF2-40B4-BE49-F238E27FC236}">
                    <a16:creationId xmlns:a16="http://schemas.microsoft.com/office/drawing/2014/main" id="{9805319A-9CA5-7340-811A-8DBCB5A2BA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5" name="Line 281">
                <a:extLst>
                  <a:ext uri="{FF2B5EF4-FFF2-40B4-BE49-F238E27FC236}">
                    <a16:creationId xmlns:a16="http://schemas.microsoft.com/office/drawing/2014/main" id="{6042C4DF-7427-904B-A064-26708AF480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6" name="Line 282">
                <a:extLst>
                  <a:ext uri="{FF2B5EF4-FFF2-40B4-BE49-F238E27FC236}">
                    <a16:creationId xmlns:a16="http://schemas.microsoft.com/office/drawing/2014/main" id="{21FF36A4-E56F-C94A-8E67-9A6E4DA844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7" name="Line 283">
                <a:extLst>
                  <a:ext uri="{FF2B5EF4-FFF2-40B4-BE49-F238E27FC236}">
                    <a16:creationId xmlns:a16="http://schemas.microsoft.com/office/drawing/2014/main" id="{C6A0831D-FA2C-E744-8FE0-FDFDDB5FDD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8" name="Line 284">
                <a:extLst>
                  <a:ext uri="{FF2B5EF4-FFF2-40B4-BE49-F238E27FC236}">
                    <a16:creationId xmlns:a16="http://schemas.microsoft.com/office/drawing/2014/main" id="{65548550-729A-4849-9DC4-127F8FE86B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pic>
          <p:nvPicPr>
            <p:cNvPr id="261" name="Picture 777" descr="access_point_stylized_small">
              <a:extLst>
                <a:ext uri="{FF2B5EF4-FFF2-40B4-BE49-F238E27FC236}">
                  <a16:creationId xmlns:a16="http://schemas.microsoft.com/office/drawing/2014/main" id="{FA9A412B-D725-D449-8707-A3626DCB48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3882" y="3861899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>
              <a:extLst>
                <a:ext uri="{FF2B5EF4-FFF2-40B4-BE49-F238E27FC236}">
                  <a16:creationId xmlns:a16="http://schemas.microsoft.com/office/drawing/2014/main" id="{AC22920E-0555-BA45-9B6A-B76172153C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0610" y="5524232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DE035BC7-2762-3044-BE80-C91EC827E65C}"/>
                </a:ext>
              </a:extLst>
            </p:cNvPr>
            <p:cNvGrpSpPr/>
            <p:nvPr/>
          </p:nvGrpSpPr>
          <p:grpSpPr>
            <a:xfrm>
              <a:off x="9783558" y="4989983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BEE06200-7AF9-4A43-9447-2349DCBFF94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3340A80C-5091-6D49-89E5-375F02E948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id="{B2821126-95C5-B044-AEBC-BA333FAF6B2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>
                  <a:extLst>
                    <a:ext uri="{FF2B5EF4-FFF2-40B4-BE49-F238E27FC236}">
                      <a16:creationId xmlns:a16="http://schemas.microsoft.com/office/drawing/2014/main" id="{B76A81D4-5DC8-C241-B209-B819BC6D74F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6" name="Freeform 475">
                  <a:extLst>
                    <a:ext uri="{FF2B5EF4-FFF2-40B4-BE49-F238E27FC236}">
                      <a16:creationId xmlns:a16="http://schemas.microsoft.com/office/drawing/2014/main" id="{6F6ED06A-086C-754C-BE82-59E2830CF0D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7" name="Freeform 476">
                  <a:extLst>
                    <a:ext uri="{FF2B5EF4-FFF2-40B4-BE49-F238E27FC236}">
                      <a16:creationId xmlns:a16="http://schemas.microsoft.com/office/drawing/2014/main" id="{A32340AB-4CC3-5442-987B-A47EF2040F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AC0AB71B-FD2B-9C4A-AE22-B586FC33568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60B6F784-668B-5D4B-A622-66CCE6350B84}"/>
                </a:ext>
              </a:extLst>
            </p:cNvPr>
            <p:cNvGrpSpPr/>
            <p:nvPr/>
          </p:nvGrpSpPr>
          <p:grpSpPr>
            <a:xfrm>
              <a:off x="9849365" y="5339037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>
                <a:extLst>
                  <a:ext uri="{FF2B5EF4-FFF2-40B4-BE49-F238E27FC236}">
                    <a16:creationId xmlns:a16="http://schemas.microsoft.com/office/drawing/2014/main" id="{275B9F34-60F1-4A43-AAD4-D58802DAAC8F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2" name="Freeform 521">
                <a:extLst>
                  <a:ext uri="{FF2B5EF4-FFF2-40B4-BE49-F238E27FC236}">
                    <a16:creationId xmlns:a16="http://schemas.microsoft.com/office/drawing/2014/main" id="{778A1510-2C69-F848-B6B3-6C73FF16369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85BFF772-B3A6-F548-BDE0-8AEB95F33FBE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id="{B37A32DB-8119-5447-A58C-87AD1FDF0EB7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id="{58EF4D92-6D83-864D-92A9-A1264053688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79E03014-7882-0546-B7FE-50715AB53593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id="{530508B2-B7B9-B347-8151-5F7967C6BEDA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11A03BFE-097D-3B42-AA2B-11FFEA70FF5B}"/>
                </a:ext>
              </a:extLst>
            </p:cNvPr>
            <p:cNvGrpSpPr/>
            <p:nvPr/>
          </p:nvGrpSpPr>
          <p:grpSpPr>
            <a:xfrm>
              <a:off x="8676619" y="4967420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89B10910-D4AF-3246-860A-25F1D908938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81" name="Oval 480">
                <a:extLst>
                  <a:ext uri="{FF2B5EF4-FFF2-40B4-BE49-F238E27FC236}">
                    <a16:creationId xmlns:a16="http://schemas.microsoft.com/office/drawing/2014/main" id="{F9BAB47F-DDD3-BE44-9A9E-FC2F670519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82" name="Group 481">
                <a:extLst>
                  <a:ext uri="{FF2B5EF4-FFF2-40B4-BE49-F238E27FC236}">
                    <a16:creationId xmlns:a16="http://schemas.microsoft.com/office/drawing/2014/main" id="{753018A5-48AB-6D40-BB99-E6281192F8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>
                  <a:extLst>
                    <a:ext uri="{FF2B5EF4-FFF2-40B4-BE49-F238E27FC236}">
                      <a16:creationId xmlns:a16="http://schemas.microsoft.com/office/drawing/2014/main" id="{BD7DB5A0-40AC-504F-93F8-89A5617E2AE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4" name="Freeform 483">
                  <a:extLst>
                    <a:ext uri="{FF2B5EF4-FFF2-40B4-BE49-F238E27FC236}">
                      <a16:creationId xmlns:a16="http://schemas.microsoft.com/office/drawing/2014/main" id="{DBEBB83D-40BF-8849-BAAA-59AB22EA085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18930CC0-2525-0C49-9555-463122A4FBB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0C651989-7B8A-F043-A1B6-F47D8764FCE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29" name="Group 528">
              <a:extLst>
                <a:ext uri="{FF2B5EF4-FFF2-40B4-BE49-F238E27FC236}">
                  <a16:creationId xmlns:a16="http://schemas.microsoft.com/office/drawing/2014/main" id="{DE45D3AB-47E3-364E-81D6-324D69CE101C}"/>
                </a:ext>
              </a:extLst>
            </p:cNvPr>
            <p:cNvGrpSpPr/>
            <p:nvPr/>
          </p:nvGrpSpPr>
          <p:grpSpPr>
            <a:xfrm>
              <a:off x="8311520" y="5194433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>
                <a:extLst>
                  <a:ext uri="{FF2B5EF4-FFF2-40B4-BE49-F238E27FC236}">
                    <a16:creationId xmlns:a16="http://schemas.microsoft.com/office/drawing/2014/main" id="{72425686-3D93-0646-A923-6ADF75485CDC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1" name="Freeform 530">
                <a:extLst>
                  <a:ext uri="{FF2B5EF4-FFF2-40B4-BE49-F238E27FC236}">
                    <a16:creationId xmlns:a16="http://schemas.microsoft.com/office/drawing/2014/main" id="{6ADFF160-CF04-7049-A6D4-1C789FDD39AE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32" name="Group 531">
                <a:extLst>
                  <a:ext uri="{FF2B5EF4-FFF2-40B4-BE49-F238E27FC236}">
                    <a16:creationId xmlns:a16="http://schemas.microsoft.com/office/drawing/2014/main" id="{AFDD9D33-8D17-F840-A9A5-3807DD3BA314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3AF3452D-972F-6944-8123-ECA4288786D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BA43E42C-CD9B-1744-BEEC-9E664114AC8E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42EF7BB0-4257-F646-805E-AFBA92B62F9D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6" name="Freeform 535">
                  <a:extLst>
                    <a:ext uri="{FF2B5EF4-FFF2-40B4-BE49-F238E27FC236}">
                      <a16:creationId xmlns:a16="http://schemas.microsoft.com/office/drawing/2014/main" id="{95AEC175-56C0-C14B-9DC5-693400B124AB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CBD7A282-C22D-714A-88F1-C7D4EDD107F8}"/>
                </a:ext>
              </a:extLst>
            </p:cNvPr>
            <p:cNvGrpSpPr/>
            <p:nvPr/>
          </p:nvGrpSpPr>
          <p:grpSpPr>
            <a:xfrm>
              <a:off x="8439827" y="2812309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3C206862-9269-EE48-877D-EE261101A4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09" name="Oval 408">
                <a:extLst>
                  <a:ext uri="{FF2B5EF4-FFF2-40B4-BE49-F238E27FC236}">
                    <a16:creationId xmlns:a16="http://schemas.microsoft.com/office/drawing/2014/main" id="{9B69A2C6-F31C-E749-B77A-1818B15E1B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10" name="Group 409">
                <a:extLst>
                  <a:ext uri="{FF2B5EF4-FFF2-40B4-BE49-F238E27FC236}">
                    <a16:creationId xmlns:a16="http://schemas.microsoft.com/office/drawing/2014/main" id="{08BE9AB8-F5DA-4D4A-9621-9AB05D691F0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56E730F0-5BB3-6446-9D5B-82D51B9EDAF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5BA37E27-2FC6-BA43-8A97-14171CB51FD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CCB37CB3-304F-6144-85D0-8B420BDD088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4" name="Freeform 413">
                  <a:extLst>
                    <a:ext uri="{FF2B5EF4-FFF2-40B4-BE49-F238E27FC236}">
                      <a16:creationId xmlns:a16="http://schemas.microsoft.com/office/drawing/2014/main" id="{BD0CA8E5-A033-834A-A402-E2EFB2FBBF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0DE4078-0801-A244-9A82-F7502B8B24A0}"/>
                </a:ext>
              </a:extLst>
            </p:cNvPr>
            <p:cNvGrpSpPr/>
            <p:nvPr/>
          </p:nvGrpSpPr>
          <p:grpSpPr>
            <a:xfrm>
              <a:off x="8050070" y="3965994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id="{EA784F43-D793-4342-92F3-EBC3632212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17" name="Oval 416">
                <a:extLst>
                  <a:ext uri="{FF2B5EF4-FFF2-40B4-BE49-F238E27FC236}">
                    <a16:creationId xmlns:a16="http://schemas.microsoft.com/office/drawing/2014/main" id="{75841943-4184-5D4E-AAD4-8FEAC9D7330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18" name="Group 417">
                <a:extLst>
                  <a:ext uri="{FF2B5EF4-FFF2-40B4-BE49-F238E27FC236}">
                    <a16:creationId xmlns:a16="http://schemas.microsoft.com/office/drawing/2014/main" id="{23FBC748-DCBA-AA41-A6F7-895374D50C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>
                  <a:extLst>
                    <a:ext uri="{FF2B5EF4-FFF2-40B4-BE49-F238E27FC236}">
                      <a16:creationId xmlns:a16="http://schemas.microsoft.com/office/drawing/2014/main" id="{96DA1F2B-2063-8C40-BF46-086C20D317A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0" name="Freeform 419">
                  <a:extLst>
                    <a:ext uri="{FF2B5EF4-FFF2-40B4-BE49-F238E27FC236}">
                      <a16:creationId xmlns:a16="http://schemas.microsoft.com/office/drawing/2014/main" id="{8A1EF987-02EE-DA4D-8224-02537D5034D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1" name="Freeform 420">
                  <a:extLst>
                    <a:ext uri="{FF2B5EF4-FFF2-40B4-BE49-F238E27FC236}">
                      <a16:creationId xmlns:a16="http://schemas.microsoft.com/office/drawing/2014/main" id="{1FC5854A-AF8F-6841-92AD-B18DDAF1E99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A510FA68-BEB6-B54A-A1D4-984168F8571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55" name="Group 454">
              <a:extLst>
                <a:ext uri="{FF2B5EF4-FFF2-40B4-BE49-F238E27FC236}">
                  <a16:creationId xmlns:a16="http://schemas.microsoft.com/office/drawing/2014/main" id="{52B7B73B-1125-084D-8669-C68CC371DDC6}"/>
                </a:ext>
              </a:extLst>
            </p:cNvPr>
            <p:cNvGrpSpPr/>
            <p:nvPr/>
          </p:nvGrpSpPr>
          <p:grpSpPr>
            <a:xfrm>
              <a:off x="10884085" y="3601365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3196A4F9-B139-4D4B-B210-0318216604F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id="{1D1C7F3A-BE45-014B-AF9C-58CA77DA029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58" name="Group 457">
                <a:extLst>
                  <a:ext uri="{FF2B5EF4-FFF2-40B4-BE49-F238E27FC236}">
                    <a16:creationId xmlns:a16="http://schemas.microsoft.com/office/drawing/2014/main" id="{83DFFE47-64E8-F54C-8ABC-E896DA957F0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>
                  <a:extLst>
                    <a:ext uri="{FF2B5EF4-FFF2-40B4-BE49-F238E27FC236}">
                      <a16:creationId xmlns:a16="http://schemas.microsoft.com/office/drawing/2014/main" id="{2A9F0EE2-8F99-EB4D-9331-7AE3BDCBE9C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0" name="Freeform 459">
                  <a:extLst>
                    <a:ext uri="{FF2B5EF4-FFF2-40B4-BE49-F238E27FC236}">
                      <a16:creationId xmlns:a16="http://schemas.microsoft.com/office/drawing/2014/main" id="{2E314A90-8DB8-2A49-8BB6-D51C2DAE9CF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1" name="Freeform 460">
                  <a:extLst>
                    <a:ext uri="{FF2B5EF4-FFF2-40B4-BE49-F238E27FC236}">
                      <a16:creationId xmlns:a16="http://schemas.microsoft.com/office/drawing/2014/main" id="{7D8C0277-204E-2B4D-B954-94739B9DE72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2" name="Freeform 461">
                  <a:extLst>
                    <a:ext uri="{FF2B5EF4-FFF2-40B4-BE49-F238E27FC236}">
                      <a16:creationId xmlns:a16="http://schemas.microsoft.com/office/drawing/2014/main" id="{69955D3C-6D1B-EA40-8228-73DF0156415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15" name="Group 614">
              <a:extLst>
                <a:ext uri="{FF2B5EF4-FFF2-40B4-BE49-F238E27FC236}">
                  <a16:creationId xmlns:a16="http://schemas.microsoft.com/office/drawing/2014/main" id="{E166183D-5423-4E4A-AD63-A361EDE184C0}"/>
                </a:ext>
              </a:extLst>
            </p:cNvPr>
            <p:cNvGrpSpPr/>
            <p:nvPr/>
          </p:nvGrpSpPr>
          <p:grpSpPr>
            <a:xfrm>
              <a:off x="10410609" y="3496138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>
                <a:extLst>
                  <a:ext uri="{FF2B5EF4-FFF2-40B4-BE49-F238E27FC236}">
                    <a16:creationId xmlns:a16="http://schemas.microsoft.com/office/drawing/2014/main" id="{8470D159-2329-7F46-9191-000B96A32C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id="{825BDAE5-F4DB-9148-9BC8-0F6F2D1E653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237F0420-A845-064A-97A2-458F63D673C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>
                  <a:extLst>
                    <a:ext uri="{FF2B5EF4-FFF2-40B4-BE49-F238E27FC236}">
                      <a16:creationId xmlns:a16="http://schemas.microsoft.com/office/drawing/2014/main" id="{D11109B9-8A56-A945-BA04-5A564B1030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0" name="Freeform 619">
                  <a:extLst>
                    <a:ext uri="{FF2B5EF4-FFF2-40B4-BE49-F238E27FC236}">
                      <a16:creationId xmlns:a16="http://schemas.microsoft.com/office/drawing/2014/main" id="{170AB2AC-06DB-034E-A5C4-0C8F62E3BE4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1" name="Freeform 620">
                  <a:extLst>
                    <a:ext uri="{FF2B5EF4-FFF2-40B4-BE49-F238E27FC236}">
                      <a16:creationId xmlns:a16="http://schemas.microsoft.com/office/drawing/2014/main" id="{E41AEAC2-F85C-4A4E-B0B9-D5C02217D60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2" name="Freeform 621">
                  <a:extLst>
                    <a:ext uri="{FF2B5EF4-FFF2-40B4-BE49-F238E27FC236}">
                      <a16:creationId xmlns:a16="http://schemas.microsoft.com/office/drawing/2014/main" id="{7955A7EE-741F-9740-8344-A2BC817675A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C471E59B-7A0B-AE4F-95D6-F76514D2D55A}"/>
                </a:ext>
              </a:extLst>
            </p:cNvPr>
            <p:cNvGrpSpPr/>
            <p:nvPr/>
          </p:nvGrpSpPr>
          <p:grpSpPr>
            <a:xfrm>
              <a:off x="9948724" y="2202292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>
                <a:extLst>
                  <a:ext uri="{FF2B5EF4-FFF2-40B4-BE49-F238E27FC236}">
                    <a16:creationId xmlns:a16="http://schemas.microsoft.com/office/drawing/2014/main" id="{8CD016E7-5480-8E4E-94F7-201A1C6046D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id="{593A573C-B6D6-684E-BA73-8F7F7FA8D57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80" name="Group 579">
                <a:extLst>
                  <a:ext uri="{FF2B5EF4-FFF2-40B4-BE49-F238E27FC236}">
                    <a16:creationId xmlns:a16="http://schemas.microsoft.com/office/drawing/2014/main" id="{2C09AC60-D16C-A948-B25E-01CF60EAAD7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>
                  <a:extLst>
                    <a:ext uri="{FF2B5EF4-FFF2-40B4-BE49-F238E27FC236}">
                      <a16:creationId xmlns:a16="http://schemas.microsoft.com/office/drawing/2014/main" id="{D9A85682-B6A6-2344-B24D-66A792630B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82" name="Freeform 581">
                  <a:extLst>
                    <a:ext uri="{FF2B5EF4-FFF2-40B4-BE49-F238E27FC236}">
                      <a16:creationId xmlns:a16="http://schemas.microsoft.com/office/drawing/2014/main" id="{52EBCF47-0621-B64C-B884-20683D14D9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83" name="Freeform 582">
                  <a:extLst>
                    <a:ext uri="{FF2B5EF4-FFF2-40B4-BE49-F238E27FC236}">
                      <a16:creationId xmlns:a16="http://schemas.microsoft.com/office/drawing/2014/main" id="{83AAD1CC-D818-A245-9CF9-C4877A62A5D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84" name="Freeform 583">
                  <a:extLst>
                    <a:ext uri="{FF2B5EF4-FFF2-40B4-BE49-F238E27FC236}">
                      <a16:creationId xmlns:a16="http://schemas.microsoft.com/office/drawing/2014/main" id="{51F55DD1-3A8F-0242-A470-690BE99AC68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93" name="Group 592">
              <a:extLst>
                <a:ext uri="{FF2B5EF4-FFF2-40B4-BE49-F238E27FC236}">
                  <a16:creationId xmlns:a16="http://schemas.microsoft.com/office/drawing/2014/main" id="{7BF36121-B4F6-2447-9F5B-F29B627F3B2A}"/>
                </a:ext>
              </a:extLst>
            </p:cNvPr>
            <p:cNvGrpSpPr/>
            <p:nvPr/>
          </p:nvGrpSpPr>
          <p:grpSpPr>
            <a:xfrm>
              <a:off x="10527214" y="2613367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D13949CD-BE6A-5744-98EE-61BE5EE60D4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id="{F3651F16-DD17-4D47-9A8D-8EFA601CA85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96" name="Group 595">
                <a:extLst>
                  <a:ext uri="{FF2B5EF4-FFF2-40B4-BE49-F238E27FC236}">
                    <a16:creationId xmlns:a16="http://schemas.microsoft.com/office/drawing/2014/main" id="{10CA9012-91B2-A449-8A2E-65BA6061B48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>
                  <a:extLst>
                    <a:ext uri="{FF2B5EF4-FFF2-40B4-BE49-F238E27FC236}">
                      <a16:creationId xmlns:a16="http://schemas.microsoft.com/office/drawing/2014/main" id="{964BBEA0-D220-6747-850B-459388ABF25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8" name="Freeform 597">
                  <a:extLst>
                    <a:ext uri="{FF2B5EF4-FFF2-40B4-BE49-F238E27FC236}">
                      <a16:creationId xmlns:a16="http://schemas.microsoft.com/office/drawing/2014/main" id="{ADEC5ED7-ED4C-584D-AB78-AA02A93E946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9" name="Freeform 598">
                  <a:extLst>
                    <a:ext uri="{FF2B5EF4-FFF2-40B4-BE49-F238E27FC236}">
                      <a16:creationId xmlns:a16="http://schemas.microsoft.com/office/drawing/2014/main" id="{F45598BF-44BC-354D-9020-97A874C585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0" name="Freeform 599">
                  <a:extLst>
                    <a:ext uri="{FF2B5EF4-FFF2-40B4-BE49-F238E27FC236}">
                      <a16:creationId xmlns:a16="http://schemas.microsoft.com/office/drawing/2014/main" id="{3A2BDF5D-2CA0-2145-8059-D8F121D4D32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01" name="Group 600">
              <a:extLst>
                <a:ext uri="{FF2B5EF4-FFF2-40B4-BE49-F238E27FC236}">
                  <a16:creationId xmlns:a16="http://schemas.microsoft.com/office/drawing/2014/main" id="{187A607B-CA61-BE46-8032-8E34596E7689}"/>
                </a:ext>
              </a:extLst>
            </p:cNvPr>
            <p:cNvGrpSpPr/>
            <p:nvPr/>
          </p:nvGrpSpPr>
          <p:grpSpPr>
            <a:xfrm>
              <a:off x="10643825" y="2107963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id="{EB8C3753-6F83-F64B-9439-656B124AA3B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id="{F476EE06-2893-8D4D-AF54-92697A0FE8A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5DED3EC9-29B0-8D48-BC37-13731DFE683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>
                  <a:extLst>
                    <a:ext uri="{FF2B5EF4-FFF2-40B4-BE49-F238E27FC236}">
                      <a16:creationId xmlns:a16="http://schemas.microsoft.com/office/drawing/2014/main" id="{D08D678C-613A-3543-B832-EE51616C693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6" name="Freeform 605">
                  <a:extLst>
                    <a:ext uri="{FF2B5EF4-FFF2-40B4-BE49-F238E27FC236}">
                      <a16:creationId xmlns:a16="http://schemas.microsoft.com/office/drawing/2014/main" id="{9EB7819C-4684-3347-AA14-421D743ECB9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7" name="Freeform 606">
                  <a:extLst>
                    <a:ext uri="{FF2B5EF4-FFF2-40B4-BE49-F238E27FC236}">
                      <a16:creationId xmlns:a16="http://schemas.microsoft.com/office/drawing/2014/main" id="{F23E654E-4CEA-E346-A508-15310ABC704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8" name="Freeform 607">
                  <a:extLst>
                    <a:ext uri="{FF2B5EF4-FFF2-40B4-BE49-F238E27FC236}">
                      <a16:creationId xmlns:a16="http://schemas.microsoft.com/office/drawing/2014/main" id="{EF443A10-9F41-BB4D-8E65-E94AEE09BDA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id="{7CCD8656-0FD3-B844-BC6C-33CE0577598D}"/>
                </a:ext>
              </a:extLst>
            </p:cNvPr>
            <p:cNvGrpSpPr/>
            <p:nvPr/>
          </p:nvGrpSpPr>
          <p:grpSpPr>
            <a:xfrm>
              <a:off x="9098788" y="3956624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>
                <a:extLst>
                  <a:ext uri="{FF2B5EF4-FFF2-40B4-BE49-F238E27FC236}">
                    <a16:creationId xmlns:a16="http://schemas.microsoft.com/office/drawing/2014/main" id="{7CF4B187-63BE-654E-852A-09C69503C97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3B5270E4-3067-1643-B96C-CE5CEE09747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3BECC0F9-CE1F-254B-B04F-1EAA89C59C9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7C55C6EE-4672-4F4F-A2F8-2821804F594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9" name="Freeform 558">
                  <a:extLst>
                    <a:ext uri="{FF2B5EF4-FFF2-40B4-BE49-F238E27FC236}">
                      <a16:creationId xmlns:a16="http://schemas.microsoft.com/office/drawing/2014/main" id="{C3B242E2-FAA3-F340-B7F0-35D87BB6BAA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0" name="Freeform 559">
                  <a:extLst>
                    <a:ext uri="{FF2B5EF4-FFF2-40B4-BE49-F238E27FC236}">
                      <a16:creationId xmlns:a16="http://schemas.microsoft.com/office/drawing/2014/main" id="{87ED7762-177B-454C-AA37-EB518D75B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1" name="Freeform 560">
                  <a:extLst>
                    <a:ext uri="{FF2B5EF4-FFF2-40B4-BE49-F238E27FC236}">
                      <a16:creationId xmlns:a16="http://schemas.microsoft.com/office/drawing/2014/main" id="{AD88A8A1-4E2B-154E-845D-5419478A1D2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85" name="Group 584">
              <a:extLst>
                <a:ext uri="{FF2B5EF4-FFF2-40B4-BE49-F238E27FC236}">
                  <a16:creationId xmlns:a16="http://schemas.microsoft.com/office/drawing/2014/main" id="{1A0C1583-3B4A-E44D-BB19-B20517502EBD}"/>
                </a:ext>
              </a:extLst>
            </p:cNvPr>
            <p:cNvGrpSpPr/>
            <p:nvPr/>
          </p:nvGrpSpPr>
          <p:grpSpPr>
            <a:xfrm>
              <a:off x="9980126" y="2661565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196997C3-A7DB-5041-AC08-10F980FB77EC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id="{5F84A336-003F-D045-8717-1066774A69E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FF876992-AF96-3545-9CEA-A02174E1151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>
                  <a:extLst>
                    <a:ext uri="{FF2B5EF4-FFF2-40B4-BE49-F238E27FC236}">
                      <a16:creationId xmlns:a16="http://schemas.microsoft.com/office/drawing/2014/main" id="{668E6E88-4A46-6C47-A59A-CB9D07441C1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0" name="Freeform 589">
                  <a:extLst>
                    <a:ext uri="{FF2B5EF4-FFF2-40B4-BE49-F238E27FC236}">
                      <a16:creationId xmlns:a16="http://schemas.microsoft.com/office/drawing/2014/main" id="{C179B4BA-1D8B-E542-8032-CCB2C08DB97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1" name="Freeform 590">
                  <a:extLst>
                    <a:ext uri="{FF2B5EF4-FFF2-40B4-BE49-F238E27FC236}">
                      <a16:creationId xmlns:a16="http://schemas.microsoft.com/office/drawing/2014/main" id="{DCACB29E-ABE8-BA42-AD55-DAF519C17B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2" name="Freeform 591">
                  <a:extLst>
                    <a:ext uri="{FF2B5EF4-FFF2-40B4-BE49-F238E27FC236}">
                      <a16:creationId xmlns:a16="http://schemas.microsoft.com/office/drawing/2014/main" id="{FD35A0ED-997C-6D46-9D96-FA8D433982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158E5A4C-7065-8643-BDC2-3A235B56FEA4}"/>
                </a:ext>
              </a:extLst>
            </p:cNvPr>
            <p:cNvGrpSpPr/>
            <p:nvPr/>
          </p:nvGrpSpPr>
          <p:grpSpPr>
            <a:xfrm>
              <a:off x="9497138" y="3394032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>
                <a:extLst>
                  <a:ext uri="{FF2B5EF4-FFF2-40B4-BE49-F238E27FC236}">
                    <a16:creationId xmlns:a16="http://schemas.microsoft.com/office/drawing/2014/main" id="{CA8EFAEE-3EA1-2A49-A68E-588F301B692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40" name="Oval 539">
                <a:extLst>
                  <a:ext uri="{FF2B5EF4-FFF2-40B4-BE49-F238E27FC236}">
                    <a16:creationId xmlns:a16="http://schemas.microsoft.com/office/drawing/2014/main" id="{7A05A3F9-D6B9-D14C-83C8-6C79F0B6B2C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id="{8AAC1FAD-B7BA-744A-8599-5670C6B0E7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id="{A016DA82-50DC-224C-84FF-C492EDE01B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3" name="Freeform 542">
                  <a:extLst>
                    <a:ext uri="{FF2B5EF4-FFF2-40B4-BE49-F238E27FC236}">
                      <a16:creationId xmlns:a16="http://schemas.microsoft.com/office/drawing/2014/main" id="{3D2D51D6-0AC0-9D43-A55C-E94B7DCA77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4" name="Freeform 543">
                  <a:extLst>
                    <a:ext uri="{FF2B5EF4-FFF2-40B4-BE49-F238E27FC236}">
                      <a16:creationId xmlns:a16="http://schemas.microsoft.com/office/drawing/2014/main" id="{76C27F31-4CE4-1242-9801-166D4F66B5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5" name="Freeform 544">
                  <a:extLst>
                    <a:ext uri="{FF2B5EF4-FFF2-40B4-BE49-F238E27FC236}">
                      <a16:creationId xmlns:a16="http://schemas.microsoft.com/office/drawing/2014/main" id="{9BC7E87F-2555-8D4C-80CB-0E2F5F4BB0F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46" name="Group 545">
              <a:extLst>
                <a:ext uri="{FF2B5EF4-FFF2-40B4-BE49-F238E27FC236}">
                  <a16:creationId xmlns:a16="http://schemas.microsoft.com/office/drawing/2014/main" id="{4DAC2AB4-F1E4-D740-A4AF-07EE55303854}"/>
                </a:ext>
              </a:extLst>
            </p:cNvPr>
            <p:cNvGrpSpPr/>
            <p:nvPr/>
          </p:nvGrpSpPr>
          <p:grpSpPr>
            <a:xfrm>
              <a:off x="9601554" y="3999763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>
                <a:extLst>
                  <a:ext uri="{FF2B5EF4-FFF2-40B4-BE49-F238E27FC236}">
                    <a16:creationId xmlns:a16="http://schemas.microsoft.com/office/drawing/2014/main" id="{23E59006-14B9-C64E-A05E-0BD7C00C4A6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48" name="Oval 547">
                <a:extLst>
                  <a:ext uri="{FF2B5EF4-FFF2-40B4-BE49-F238E27FC236}">
                    <a16:creationId xmlns:a16="http://schemas.microsoft.com/office/drawing/2014/main" id="{2AD17789-C54D-4948-95E6-741F42B1FB2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278D7FE0-D307-E941-967D-E4145732CEE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id="{1ADC6420-4AC2-F544-B940-D0A18615CA5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1" name="Freeform 550">
                  <a:extLst>
                    <a:ext uri="{FF2B5EF4-FFF2-40B4-BE49-F238E27FC236}">
                      <a16:creationId xmlns:a16="http://schemas.microsoft.com/office/drawing/2014/main" id="{223E40C5-E2E3-3B42-A86A-26D2D130B7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2" name="Freeform 551">
                  <a:extLst>
                    <a:ext uri="{FF2B5EF4-FFF2-40B4-BE49-F238E27FC236}">
                      <a16:creationId xmlns:a16="http://schemas.microsoft.com/office/drawing/2014/main" id="{C6AA2152-8609-214A-AE62-E7DFD1A9E7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3" name="Freeform 552">
                  <a:extLst>
                    <a:ext uri="{FF2B5EF4-FFF2-40B4-BE49-F238E27FC236}">
                      <a16:creationId xmlns:a16="http://schemas.microsoft.com/office/drawing/2014/main" id="{7CB5E54A-6719-9747-80B7-8D19331BE78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23" name="Group 622">
              <a:extLst>
                <a:ext uri="{FF2B5EF4-FFF2-40B4-BE49-F238E27FC236}">
                  <a16:creationId xmlns:a16="http://schemas.microsoft.com/office/drawing/2014/main" id="{EA34A94C-D92D-084C-BFEA-F4C8DF0AD275}"/>
                </a:ext>
              </a:extLst>
            </p:cNvPr>
            <p:cNvGrpSpPr/>
            <p:nvPr/>
          </p:nvGrpSpPr>
          <p:grpSpPr>
            <a:xfrm>
              <a:off x="10375259" y="3992325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>
                <a:extLst>
                  <a:ext uri="{FF2B5EF4-FFF2-40B4-BE49-F238E27FC236}">
                    <a16:creationId xmlns:a16="http://schemas.microsoft.com/office/drawing/2014/main" id="{E1E1C6E8-4D60-7F43-BB0E-6D883F10D4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25" name="Oval 624">
                <a:extLst>
                  <a:ext uri="{FF2B5EF4-FFF2-40B4-BE49-F238E27FC236}">
                    <a16:creationId xmlns:a16="http://schemas.microsoft.com/office/drawing/2014/main" id="{50975E36-0C2A-6844-A407-23F033DB4BD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26" name="Group 625">
                <a:extLst>
                  <a:ext uri="{FF2B5EF4-FFF2-40B4-BE49-F238E27FC236}">
                    <a16:creationId xmlns:a16="http://schemas.microsoft.com/office/drawing/2014/main" id="{3F7EBA29-30EF-C741-94EE-735398C6CFA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>
                  <a:extLst>
                    <a:ext uri="{FF2B5EF4-FFF2-40B4-BE49-F238E27FC236}">
                      <a16:creationId xmlns:a16="http://schemas.microsoft.com/office/drawing/2014/main" id="{B3AD45B5-1F4B-FF4A-843D-9D062939267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id="{A6F160FF-CBBD-9147-8D0B-92A36BEBF8A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9" name="Freeform 628">
                  <a:extLst>
                    <a:ext uri="{FF2B5EF4-FFF2-40B4-BE49-F238E27FC236}">
                      <a16:creationId xmlns:a16="http://schemas.microsoft.com/office/drawing/2014/main" id="{421F3589-EC70-074A-903F-D618ED6F789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30" name="Freeform 629">
                  <a:extLst>
                    <a:ext uri="{FF2B5EF4-FFF2-40B4-BE49-F238E27FC236}">
                      <a16:creationId xmlns:a16="http://schemas.microsoft.com/office/drawing/2014/main" id="{CEC8DEB8-8E24-2948-9AF6-0F3EF908CD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63" name="Group 462">
              <a:extLst>
                <a:ext uri="{FF2B5EF4-FFF2-40B4-BE49-F238E27FC236}">
                  <a16:creationId xmlns:a16="http://schemas.microsoft.com/office/drawing/2014/main" id="{A8C4B740-B92E-8942-8EF4-347710C32F2C}"/>
                </a:ext>
              </a:extLst>
            </p:cNvPr>
            <p:cNvGrpSpPr/>
            <p:nvPr/>
          </p:nvGrpSpPr>
          <p:grpSpPr>
            <a:xfrm>
              <a:off x="9247893" y="4775686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71A9C1C2-E4A0-D74C-8C05-2AD307E7B3E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0F366A03-D9E7-9F45-99D3-1CAC10EE2C7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66" name="Group 465">
                <a:extLst>
                  <a:ext uri="{FF2B5EF4-FFF2-40B4-BE49-F238E27FC236}">
                    <a16:creationId xmlns:a16="http://schemas.microsoft.com/office/drawing/2014/main" id="{10CB8A50-A713-2549-9F44-B792D2C30C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>
                  <a:extLst>
                    <a:ext uri="{FF2B5EF4-FFF2-40B4-BE49-F238E27FC236}">
                      <a16:creationId xmlns:a16="http://schemas.microsoft.com/office/drawing/2014/main" id="{DC4E3153-8354-1145-82FC-C287EF5FE6C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8" name="Freeform 467">
                  <a:extLst>
                    <a:ext uri="{FF2B5EF4-FFF2-40B4-BE49-F238E27FC236}">
                      <a16:creationId xmlns:a16="http://schemas.microsoft.com/office/drawing/2014/main" id="{99B3C81B-87BA-1A4F-BCAD-DF0EF9C582C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9" name="Freeform 468">
                  <a:extLst>
                    <a:ext uri="{FF2B5EF4-FFF2-40B4-BE49-F238E27FC236}">
                      <a16:creationId xmlns:a16="http://schemas.microsoft.com/office/drawing/2014/main" id="{DEEA64E4-A29A-E742-B32E-C111E6BF42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0" name="Freeform 469">
                  <a:extLst>
                    <a:ext uri="{FF2B5EF4-FFF2-40B4-BE49-F238E27FC236}">
                      <a16:creationId xmlns:a16="http://schemas.microsoft.com/office/drawing/2014/main" id="{43676372-2E7B-9445-80AD-B31686FE67E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id="{314E0C43-2359-9440-BEF9-9E1924BED605}"/>
                </a:ext>
              </a:extLst>
            </p:cNvPr>
            <p:cNvGrpSpPr/>
            <p:nvPr/>
          </p:nvGrpSpPr>
          <p:grpSpPr>
            <a:xfrm>
              <a:off x="10925982" y="4369125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9737FFD7-2DCB-A148-A405-977351501C2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49" name="Oval 448">
                <a:extLst>
                  <a:ext uri="{FF2B5EF4-FFF2-40B4-BE49-F238E27FC236}">
                    <a16:creationId xmlns:a16="http://schemas.microsoft.com/office/drawing/2014/main" id="{9739DB09-38E5-A347-93BF-13C80AD8453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id="{04079280-378E-384D-9681-BF41B82BF6C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>
                  <a:extLst>
                    <a:ext uri="{FF2B5EF4-FFF2-40B4-BE49-F238E27FC236}">
                      <a16:creationId xmlns:a16="http://schemas.microsoft.com/office/drawing/2014/main" id="{914AA044-3657-1448-A5E9-2F003DC03F6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2" name="Freeform 451">
                  <a:extLst>
                    <a:ext uri="{FF2B5EF4-FFF2-40B4-BE49-F238E27FC236}">
                      <a16:creationId xmlns:a16="http://schemas.microsoft.com/office/drawing/2014/main" id="{29FDF0B8-7E9A-1F4D-8C99-CE1C68A134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3" name="Freeform 452">
                  <a:extLst>
                    <a:ext uri="{FF2B5EF4-FFF2-40B4-BE49-F238E27FC236}">
                      <a16:creationId xmlns:a16="http://schemas.microsoft.com/office/drawing/2014/main" id="{49A96193-2E73-4C43-843C-2C8C4DCEE47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F5358318-953E-E249-9021-E0B5DF66E3B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85" name="Group 784">
              <a:extLst>
                <a:ext uri="{FF2B5EF4-FFF2-40B4-BE49-F238E27FC236}">
                  <a16:creationId xmlns:a16="http://schemas.microsoft.com/office/drawing/2014/main" id="{91E02B81-5B35-4545-A954-B7E923AB7286}"/>
                </a:ext>
              </a:extLst>
            </p:cNvPr>
            <p:cNvGrpSpPr/>
            <p:nvPr/>
          </p:nvGrpSpPr>
          <p:grpSpPr>
            <a:xfrm>
              <a:off x="7439074" y="2356613"/>
              <a:ext cx="534987" cy="407988"/>
              <a:chOff x="7432700" y="2327293"/>
              <a:chExt cx="534987" cy="407988"/>
            </a:xfrm>
          </p:grpSpPr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2700" y="232729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4" name="Picture 1018" descr="laptop_keyboard">
                <a:extLst>
                  <a:ext uri="{FF2B5EF4-FFF2-40B4-BE49-F238E27FC236}">
                    <a16:creationId xmlns:a16="http://schemas.microsoft.com/office/drawing/2014/main" id="{7087B8D0-FFCB-0746-A889-28909002C2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" name="Freeform 1019">
                <a:extLst>
                  <a:ext uri="{FF2B5EF4-FFF2-40B4-BE49-F238E27FC236}">
                    <a16:creationId xmlns:a16="http://schemas.microsoft.com/office/drawing/2014/main" id="{7C75BC30-0808-D44D-AF7A-A72B4A529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6" name="Picture 1020" descr="screen">
                <a:extLst>
                  <a:ext uri="{FF2B5EF4-FFF2-40B4-BE49-F238E27FC236}">
                    <a16:creationId xmlns:a16="http://schemas.microsoft.com/office/drawing/2014/main" id="{2D732B7A-74CB-D547-ADB5-C721526D5E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7" name="Freeform 1021">
                <a:extLst>
                  <a:ext uri="{FF2B5EF4-FFF2-40B4-BE49-F238E27FC236}">
                    <a16:creationId xmlns:a16="http://schemas.microsoft.com/office/drawing/2014/main" id="{FBD1A429-9B8F-F940-AD09-4638CC316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" name="Freeform 1022">
                <a:extLst>
                  <a:ext uri="{FF2B5EF4-FFF2-40B4-BE49-F238E27FC236}">
                    <a16:creationId xmlns:a16="http://schemas.microsoft.com/office/drawing/2014/main" id="{376C8B48-3441-F643-B92D-5DC759EDA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" name="Freeform 1023">
                <a:extLst>
                  <a:ext uri="{FF2B5EF4-FFF2-40B4-BE49-F238E27FC236}">
                    <a16:creationId xmlns:a16="http://schemas.microsoft.com/office/drawing/2014/main" id="{4DFECD03-4AF0-1342-8138-6CEC8249A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0" name="Freeform 1024">
                <a:extLst>
                  <a:ext uri="{FF2B5EF4-FFF2-40B4-BE49-F238E27FC236}">
                    <a16:creationId xmlns:a16="http://schemas.microsoft.com/office/drawing/2014/main" id="{8AA57D4B-3E9B-994B-AF13-DB646178B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" name="Freeform 1025">
                <a:extLst>
                  <a:ext uri="{FF2B5EF4-FFF2-40B4-BE49-F238E27FC236}">
                    <a16:creationId xmlns:a16="http://schemas.microsoft.com/office/drawing/2014/main" id="{59DA24E7-1981-0E44-8060-2B7CE58EB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" name="Freeform 1026">
                <a:extLst>
                  <a:ext uri="{FF2B5EF4-FFF2-40B4-BE49-F238E27FC236}">
                    <a16:creationId xmlns:a16="http://schemas.microsoft.com/office/drawing/2014/main" id="{DB3D3129-2B70-5643-96C2-83638DE57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83" name="Group 1027">
                <a:extLst>
                  <a:ext uri="{FF2B5EF4-FFF2-40B4-BE49-F238E27FC236}">
                    <a16:creationId xmlns:a16="http://schemas.microsoft.com/office/drawing/2014/main" id="{8C6DEC60-5C97-D546-9977-EBD182221D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169" name="Freeform 1028">
                  <a:extLst>
                    <a:ext uri="{FF2B5EF4-FFF2-40B4-BE49-F238E27FC236}">
                      <a16:creationId xmlns:a16="http://schemas.microsoft.com/office/drawing/2014/main" id="{5D16627E-DE34-BC4F-9513-7A7D4707F7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0" name="Freeform 1029">
                  <a:extLst>
                    <a:ext uri="{FF2B5EF4-FFF2-40B4-BE49-F238E27FC236}">
                      <a16:creationId xmlns:a16="http://schemas.microsoft.com/office/drawing/2014/main" id="{D8D65D68-18A4-E54D-8916-1DEF36844C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1" name="Freeform 1030">
                  <a:extLst>
                    <a:ext uri="{FF2B5EF4-FFF2-40B4-BE49-F238E27FC236}">
                      <a16:creationId xmlns:a16="http://schemas.microsoft.com/office/drawing/2014/main" id="{3C79D147-9974-F341-96E9-F9AD19F140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2" name="Freeform 1031">
                  <a:extLst>
                    <a:ext uri="{FF2B5EF4-FFF2-40B4-BE49-F238E27FC236}">
                      <a16:creationId xmlns:a16="http://schemas.microsoft.com/office/drawing/2014/main" id="{5E0CE9D2-21FD-2644-9691-743CC3E130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3" name="Freeform 1032">
                  <a:extLst>
                    <a:ext uri="{FF2B5EF4-FFF2-40B4-BE49-F238E27FC236}">
                      <a16:creationId xmlns:a16="http://schemas.microsoft.com/office/drawing/2014/main" id="{5691098F-1432-0D44-8573-312C3A566A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4" name="Freeform 1033">
                  <a:extLst>
                    <a:ext uri="{FF2B5EF4-FFF2-40B4-BE49-F238E27FC236}">
                      <a16:creationId xmlns:a16="http://schemas.microsoft.com/office/drawing/2014/main" id="{2D4A77A2-D0F1-164A-A67D-A509543869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4" name="Freeform 1034">
                <a:extLst>
                  <a:ext uri="{FF2B5EF4-FFF2-40B4-BE49-F238E27FC236}">
                    <a16:creationId xmlns:a16="http://schemas.microsoft.com/office/drawing/2014/main" id="{A283BD8E-0AD2-B743-8237-483C3A6A6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5" name="Freeform 1035">
                <a:extLst>
                  <a:ext uri="{FF2B5EF4-FFF2-40B4-BE49-F238E27FC236}">
                    <a16:creationId xmlns:a16="http://schemas.microsoft.com/office/drawing/2014/main" id="{AA215C2D-4069-DE48-884E-A1816F7D4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" name="Freeform 1036">
                <a:extLst>
                  <a:ext uri="{FF2B5EF4-FFF2-40B4-BE49-F238E27FC236}">
                    <a16:creationId xmlns:a16="http://schemas.microsoft.com/office/drawing/2014/main" id="{421821F5-5AD5-4D4E-A4F9-5D46E41A4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" name="Freeform 1037">
                <a:extLst>
                  <a:ext uri="{FF2B5EF4-FFF2-40B4-BE49-F238E27FC236}">
                    <a16:creationId xmlns:a16="http://schemas.microsoft.com/office/drawing/2014/main" id="{499D2FC7-7022-A944-98B2-E74E9B2E5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" name="Freeform 1038">
                <a:extLst>
                  <a:ext uri="{FF2B5EF4-FFF2-40B4-BE49-F238E27FC236}">
                    <a16:creationId xmlns:a16="http://schemas.microsoft.com/office/drawing/2014/main" id="{37918171-6E71-A846-A2B5-7C65DD745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" name="Freeform 1039">
                <a:extLst>
                  <a:ext uri="{FF2B5EF4-FFF2-40B4-BE49-F238E27FC236}">
                    <a16:creationId xmlns:a16="http://schemas.microsoft.com/office/drawing/2014/main" id="{68ECFF60-AA48-2D4C-9A67-90DB18F81D47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740" name="Group 739">
              <a:extLst>
                <a:ext uri="{FF2B5EF4-FFF2-40B4-BE49-F238E27FC236}">
                  <a16:creationId xmlns:a16="http://schemas.microsoft.com/office/drawing/2014/main" id="{504BAA5F-BBD8-8242-BC48-7D0E761F340A}"/>
                </a:ext>
              </a:extLst>
            </p:cNvPr>
            <p:cNvGrpSpPr/>
            <p:nvPr/>
          </p:nvGrpSpPr>
          <p:grpSpPr>
            <a:xfrm>
              <a:off x="8637781" y="2319727"/>
              <a:ext cx="530702" cy="478009"/>
              <a:chOff x="8631407" y="2290407"/>
              <a:chExt cx="530702" cy="478009"/>
            </a:xfrm>
          </p:grpSpPr>
          <p:pic>
            <p:nvPicPr>
              <p:cNvPr id="110" name="Picture 568" descr="light2.png">
                <a:extLst>
                  <a:ext uri="{FF2B5EF4-FFF2-40B4-BE49-F238E27FC236}">
                    <a16:creationId xmlns:a16="http://schemas.microsoft.com/office/drawing/2014/main" id="{D96B693D-26FC-E443-A112-C4AFFE90DC3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8825293" y="2362969"/>
                <a:ext cx="92772" cy="40544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1407" y="229040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6" name="Group 785">
              <a:extLst>
                <a:ext uri="{FF2B5EF4-FFF2-40B4-BE49-F238E27FC236}">
                  <a16:creationId xmlns:a16="http://schemas.microsoft.com/office/drawing/2014/main" id="{46F998A3-3B85-214A-927A-3BF067B7C2A0}"/>
                </a:ext>
              </a:extLst>
            </p:cNvPr>
            <p:cNvGrpSpPr/>
            <p:nvPr/>
          </p:nvGrpSpPr>
          <p:grpSpPr>
            <a:xfrm>
              <a:off x="8499539" y="2059124"/>
              <a:ext cx="849312" cy="226109"/>
              <a:chOff x="8493165" y="2029804"/>
              <a:chExt cx="849312" cy="226109"/>
            </a:xfrm>
          </p:grpSpPr>
          <p:pic>
            <p:nvPicPr>
              <p:cNvPr id="48" name="Picture 603" descr="car_icon_small">
                <a:extLst>
                  <a:ext uri="{FF2B5EF4-FFF2-40B4-BE49-F238E27FC236}">
                    <a16:creationId xmlns:a16="http://schemas.microsoft.com/office/drawing/2014/main" id="{147E2796-D425-6645-93B3-B97E69B146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93" name="Group 792">
              <a:extLst>
                <a:ext uri="{FF2B5EF4-FFF2-40B4-BE49-F238E27FC236}">
                  <a16:creationId xmlns:a16="http://schemas.microsoft.com/office/drawing/2014/main" id="{93351559-0D4C-F04C-928E-5CDA57B5EB47}"/>
                </a:ext>
              </a:extLst>
            </p:cNvPr>
            <p:cNvGrpSpPr/>
            <p:nvPr/>
          </p:nvGrpSpPr>
          <p:grpSpPr>
            <a:xfrm>
              <a:off x="7493518" y="3325424"/>
              <a:ext cx="857739" cy="583764"/>
              <a:chOff x="7487144" y="3296104"/>
              <a:chExt cx="857739" cy="583764"/>
            </a:xfrm>
          </p:grpSpPr>
          <p:grpSp>
            <p:nvGrpSpPr>
              <p:cNvPr id="792" name="Group 791">
                <a:extLst>
                  <a:ext uri="{FF2B5EF4-FFF2-40B4-BE49-F238E27FC236}">
                    <a16:creationId xmlns:a16="http://schemas.microsoft.com/office/drawing/2014/main" id="{084B6293-559E-5D43-AF2B-4CB5E09EC6C5}"/>
                  </a:ext>
                </a:extLst>
              </p:cNvPr>
              <p:cNvGrpSpPr/>
              <p:nvPr/>
            </p:nvGrpSpPr>
            <p:grpSpPr>
              <a:xfrm>
                <a:off x="7487144" y="3389820"/>
                <a:ext cx="350807" cy="305517"/>
                <a:chOff x="7487144" y="3389820"/>
                <a:chExt cx="350807" cy="305517"/>
              </a:xfrm>
            </p:grpSpPr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7144" y="338982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2" name="Picture 1116" descr="laptop_keyboard">
                  <a:extLst>
                    <a:ext uri="{FF2B5EF4-FFF2-40B4-BE49-F238E27FC236}">
                      <a16:creationId xmlns:a16="http://schemas.microsoft.com/office/drawing/2014/main" id="{7F05CE3B-E67B-1B40-9D5B-2914F0B9BFB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504001" y="3575889"/>
                  <a:ext cx="286699" cy="11944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3" name="Freeform 1117">
                  <a:extLst>
                    <a:ext uri="{FF2B5EF4-FFF2-40B4-BE49-F238E27FC236}">
                      <a16:creationId xmlns:a16="http://schemas.microsoft.com/office/drawing/2014/main" id="{B52A07C5-D801-5B41-BD20-C20958925D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014" y="3459979"/>
                  <a:ext cx="230764" cy="155883"/>
                </a:xfrm>
                <a:custGeom>
                  <a:avLst/>
                  <a:gdLst>
                    <a:gd name="T0" fmla="*/ 143665061 w 2982"/>
                    <a:gd name="T1" fmla="*/ 0 h 2442"/>
                    <a:gd name="T2" fmla="*/ 0 w 2982"/>
                    <a:gd name="T3" fmla="*/ 66329557 h 2442"/>
                    <a:gd name="T4" fmla="*/ 573719931 w 2982"/>
                    <a:gd name="T5" fmla="*/ 82975142 h 2442"/>
                    <a:gd name="T6" fmla="*/ 717384993 w 2982"/>
                    <a:gd name="T7" fmla="*/ 16645585 h 2442"/>
                    <a:gd name="T8" fmla="*/ 143665061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94" name="Picture 1118" descr="screen">
                  <a:extLst>
                    <a:ext uri="{FF2B5EF4-FFF2-40B4-BE49-F238E27FC236}">
                      <a16:creationId xmlns:a16="http://schemas.microsoft.com/office/drawing/2014/main" id="{2EA30B4E-5447-0340-8DAD-349A843F2AC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10380" y="3463988"/>
                  <a:ext cx="209692" cy="14185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5" name="Freeform 1119">
                  <a:extLst>
                    <a:ext uri="{FF2B5EF4-FFF2-40B4-BE49-F238E27FC236}">
                      <a16:creationId xmlns:a16="http://schemas.microsoft.com/office/drawing/2014/main" id="{1137F6C6-A7C9-9A4D-BCE3-048DB90EF7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41029" y="3455381"/>
                  <a:ext cx="195517" cy="29007"/>
                </a:xfrm>
                <a:custGeom>
                  <a:avLst/>
                  <a:gdLst>
                    <a:gd name="T0" fmla="*/ 35620212 w 2528"/>
                    <a:gd name="T1" fmla="*/ 0 h 455"/>
                    <a:gd name="T2" fmla="*/ 608343257 w 2528"/>
                    <a:gd name="T3" fmla="*/ 16582250 h 455"/>
                    <a:gd name="T4" fmla="*/ 572256449 w 2528"/>
                    <a:gd name="T5" fmla="*/ 16582250 h 455"/>
                    <a:gd name="T6" fmla="*/ 0 w 2528"/>
                    <a:gd name="T7" fmla="*/ 16582250 h 455"/>
                    <a:gd name="T8" fmla="*/ 35620212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6" name="Freeform 1120">
                  <a:extLst>
                    <a:ext uri="{FF2B5EF4-FFF2-40B4-BE49-F238E27FC236}">
                      <a16:creationId xmlns:a16="http://schemas.microsoft.com/office/drawing/2014/main" id="{7A0060E2-767D-1545-8656-29ED1A4712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971" y="3455145"/>
                  <a:ext cx="54275" cy="120745"/>
                </a:xfrm>
                <a:custGeom>
                  <a:avLst/>
                  <a:gdLst>
                    <a:gd name="T0" fmla="*/ 142804406 w 702"/>
                    <a:gd name="T1" fmla="*/ 0 h 1893"/>
                    <a:gd name="T2" fmla="*/ 0 w 702"/>
                    <a:gd name="T3" fmla="*/ 66174575 h 1893"/>
                    <a:gd name="T4" fmla="*/ 35584530 w 702"/>
                    <a:gd name="T5" fmla="*/ 66174575 h 1893"/>
                    <a:gd name="T6" fmla="*/ 178855222 w 702"/>
                    <a:gd name="T7" fmla="*/ 16607700 h 1893"/>
                    <a:gd name="T8" fmla="*/ 142804406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7" name="Freeform 1121">
                  <a:extLst>
                    <a:ext uri="{FF2B5EF4-FFF2-40B4-BE49-F238E27FC236}">
                      <a16:creationId xmlns:a16="http://schemas.microsoft.com/office/drawing/2014/main" id="{15790F5A-ABAC-8D49-A4F9-E2F576550D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76652" y="3476723"/>
                  <a:ext cx="58489" cy="139375"/>
                </a:xfrm>
                <a:custGeom>
                  <a:avLst/>
                  <a:gdLst>
                    <a:gd name="T0" fmla="*/ 179213623 w 756"/>
                    <a:gd name="T1" fmla="*/ 0 h 2184"/>
                    <a:gd name="T2" fmla="*/ 35656008 w 756"/>
                    <a:gd name="T3" fmla="*/ 82904513 h 2184"/>
                    <a:gd name="T4" fmla="*/ 0 w 756"/>
                    <a:gd name="T5" fmla="*/ 82904513 h 2184"/>
                    <a:gd name="T6" fmla="*/ 143090785 w 756"/>
                    <a:gd name="T7" fmla="*/ 16632211 h 2184"/>
                    <a:gd name="T8" fmla="*/ 179213623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8" name="Freeform 1122">
                  <a:extLst>
                    <a:ext uri="{FF2B5EF4-FFF2-40B4-BE49-F238E27FC236}">
                      <a16:creationId xmlns:a16="http://schemas.microsoft.com/office/drawing/2014/main" id="{8898B7ED-5BCF-8C4E-B1AA-B82AD50FD1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332" y="3569758"/>
                  <a:ext cx="214545" cy="47048"/>
                </a:xfrm>
                <a:custGeom>
                  <a:avLst/>
                  <a:gdLst>
                    <a:gd name="T0" fmla="*/ 35658648 w 2773"/>
                    <a:gd name="T1" fmla="*/ 0 h 738"/>
                    <a:gd name="T2" fmla="*/ 0 w 2773"/>
                    <a:gd name="T3" fmla="*/ 16581742 h 738"/>
                    <a:gd name="T4" fmla="*/ 573357470 w 2773"/>
                    <a:gd name="T5" fmla="*/ 33163485 h 738"/>
                    <a:gd name="T6" fmla="*/ 573357470 w 2773"/>
                    <a:gd name="T7" fmla="*/ 16581742 h 738"/>
                    <a:gd name="T8" fmla="*/ 35658648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9" name="Freeform 1123">
                  <a:extLst>
                    <a:ext uri="{FF2B5EF4-FFF2-40B4-BE49-F238E27FC236}">
                      <a16:creationId xmlns:a16="http://schemas.microsoft.com/office/drawing/2014/main" id="{5A7F91EF-AD6B-D64E-B73E-C762D73A7A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83165" y="3477902"/>
                  <a:ext cx="54786" cy="139965"/>
                </a:xfrm>
                <a:custGeom>
                  <a:avLst/>
                  <a:gdLst>
                    <a:gd name="T0" fmla="*/ 656550006 w 637"/>
                    <a:gd name="T1" fmla="*/ 0 h 1659"/>
                    <a:gd name="T2" fmla="*/ 656550006 w 637"/>
                    <a:gd name="T3" fmla="*/ 0 h 1659"/>
                    <a:gd name="T4" fmla="*/ 54716163 w 637"/>
                    <a:gd name="T5" fmla="*/ 2147483646 h 1659"/>
                    <a:gd name="T6" fmla="*/ 0 w 637"/>
                    <a:gd name="T7" fmla="*/ 2147483646 h 1659"/>
                    <a:gd name="T8" fmla="*/ 65655000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0" name="Freeform 1124">
                  <a:extLst>
                    <a:ext uri="{FF2B5EF4-FFF2-40B4-BE49-F238E27FC236}">
                      <a16:creationId xmlns:a16="http://schemas.microsoft.com/office/drawing/2014/main" id="{BBB1B153-2E6F-7246-9B11-B68D01DF60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588" y="3576007"/>
                  <a:ext cx="190792" cy="46458"/>
                </a:xfrm>
                <a:custGeom>
                  <a:avLst/>
                  <a:gdLst>
                    <a:gd name="T0" fmla="*/ 0 w 2216"/>
                    <a:gd name="T1" fmla="*/ 0 h 550"/>
                    <a:gd name="T2" fmla="*/ 54884212 w 2216"/>
                    <a:gd name="T3" fmla="*/ 101852492 h 550"/>
                    <a:gd name="T4" fmla="*/ 2147483646 w 2216"/>
                    <a:gd name="T5" fmla="*/ 1017940055 h 550"/>
                    <a:gd name="T6" fmla="*/ 2147483646 w 2216"/>
                    <a:gd name="T7" fmla="*/ 865464562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01" name="Group 1125">
                  <a:extLst>
                    <a:ext uri="{FF2B5EF4-FFF2-40B4-BE49-F238E27FC236}">
                      <a16:creationId xmlns:a16="http://schemas.microsoft.com/office/drawing/2014/main" id="{57060979-075D-9D4D-B12E-DA0CCD4C6B8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3395" y="3625649"/>
                  <a:ext cx="64747" cy="27592"/>
                  <a:chOff x="1740" y="2642"/>
                  <a:chExt cx="752" cy="327"/>
                </a:xfrm>
              </p:grpSpPr>
              <p:sp>
                <p:nvSpPr>
                  <p:cNvPr id="140" name="Freeform 1126">
                    <a:extLst>
                      <a:ext uri="{FF2B5EF4-FFF2-40B4-BE49-F238E27FC236}">
                        <a16:creationId xmlns:a16="http://schemas.microsoft.com/office/drawing/2014/main" id="{8DFFF656-1361-C546-8336-177F79E469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1" name="Freeform 1127">
                    <a:extLst>
                      <a:ext uri="{FF2B5EF4-FFF2-40B4-BE49-F238E27FC236}">
                        <a16:creationId xmlns:a16="http://schemas.microsoft.com/office/drawing/2014/main" id="{60C6C6B3-72DE-664B-B4DE-3C04B0C5BF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2" name="Freeform 1128">
                    <a:extLst>
                      <a:ext uri="{FF2B5EF4-FFF2-40B4-BE49-F238E27FC236}">
                        <a16:creationId xmlns:a16="http://schemas.microsoft.com/office/drawing/2014/main" id="{0D48292A-917D-D046-A974-043CEE5A41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3" name="Freeform 1129">
                    <a:extLst>
                      <a:ext uri="{FF2B5EF4-FFF2-40B4-BE49-F238E27FC236}">
                        <a16:creationId xmlns:a16="http://schemas.microsoft.com/office/drawing/2014/main" id="{DB6BAAEB-BADD-0A4F-8A9D-D72AFCA99A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4" name="Freeform 1130">
                    <a:extLst>
                      <a:ext uri="{FF2B5EF4-FFF2-40B4-BE49-F238E27FC236}">
                        <a16:creationId xmlns:a16="http://schemas.microsoft.com/office/drawing/2014/main" id="{05D5969F-F3B9-414D-975E-A6700098F2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5" name="Freeform 1131">
                    <a:extLst>
                      <a:ext uri="{FF2B5EF4-FFF2-40B4-BE49-F238E27FC236}">
                        <a16:creationId xmlns:a16="http://schemas.microsoft.com/office/drawing/2014/main" id="{41BB174D-6019-384D-A5AC-1B4D92D938B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02" name="Freeform 1132">
                  <a:extLst>
                    <a:ext uri="{FF2B5EF4-FFF2-40B4-BE49-F238E27FC236}">
                      <a16:creationId xmlns:a16="http://schemas.microsoft.com/office/drawing/2014/main" id="{F8739864-4836-E447-8FC8-5886923FF4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04243" y="3629776"/>
                  <a:ext cx="78411" cy="60608"/>
                </a:xfrm>
                <a:custGeom>
                  <a:avLst/>
                  <a:gdLst>
                    <a:gd name="T0" fmla="*/ 39250883 w 990"/>
                    <a:gd name="T1" fmla="*/ 342828616 h 792"/>
                    <a:gd name="T2" fmla="*/ 354255671 w 990"/>
                    <a:gd name="T3" fmla="*/ 0 h 792"/>
                    <a:gd name="T4" fmla="*/ 354255671 w 990"/>
                    <a:gd name="T5" fmla="*/ 34504242 h 792"/>
                    <a:gd name="T6" fmla="*/ 0 w 990"/>
                    <a:gd name="T7" fmla="*/ 342828616 h 792"/>
                    <a:gd name="T8" fmla="*/ 39250883 w 990"/>
                    <a:gd name="T9" fmla="*/ 342828616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3" name="Freeform 1133">
                  <a:extLst>
                    <a:ext uri="{FF2B5EF4-FFF2-40B4-BE49-F238E27FC236}">
                      <a16:creationId xmlns:a16="http://schemas.microsoft.com/office/drawing/2014/main" id="{C59CADF3-CD09-FB48-A672-C2C50B66CE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129" y="3634611"/>
                  <a:ext cx="200625" cy="55302"/>
                </a:xfrm>
                <a:custGeom>
                  <a:avLst/>
                  <a:gdLst>
                    <a:gd name="T0" fmla="*/ 39302216 w 2532"/>
                    <a:gd name="T1" fmla="*/ 0 h 723"/>
                    <a:gd name="T2" fmla="*/ 39302216 w 2532"/>
                    <a:gd name="T3" fmla="*/ 0 h 723"/>
                    <a:gd name="T4" fmla="*/ 867084690 w 2532"/>
                    <a:gd name="T5" fmla="*/ 307891170 h 723"/>
                    <a:gd name="T6" fmla="*/ 867084690 w 2532"/>
                    <a:gd name="T7" fmla="*/ 342351506 h 723"/>
                    <a:gd name="T8" fmla="*/ 0 w 2532"/>
                    <a:gd name="T9" fmla="*/ 34009889 h 723"/>
                    <a:gd name="T10" fmla="*/ 39302216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" name="Freeform 1134">
                  <a:extLst>
                    <a:ext uri="{FF2B5EF4-FFF2-40B4-BE49-F238E27FC236}">
                      <a16:creationId xmlns:a16="http://schemas.microsoft.com/office/drawing/2014/main" id="{628AB6FD-35F6-0345-BD13-22EAAF9EC2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257" y="3624470"/>
                  <a:ext cx="2171" cy="11202"/>
                </a:xfrm>
                <a:custGeom>
                  <a:avLst/>
                  <a:gdLst>
                    <a:gd name="T0" fmla="*/ 48903362 w 26"/>
                    <a:gd name="T1" fmla="*/ 33634500 h 147"/>
                    <a:gd name="T2" fmla="*/ 48903362 w 26"/>
                    <a:gd name="T3" fmla="*/ 67263209 h 147"/>
                    <a:gd name="T4" fmla="*/ 0 w 26"/>
                    <a:gd name="T5" fmla="*/ 67263209 h 147"/>
                    <a:gd name="T6" fmla="*/ 48903362 w 26"/>
                    <a:gd name="T7" fmla="*/ 0 h 147"/>
                    <a:gd name="T8" fmla="*/ 48903362 w 26"/>
                    <a:gd name="T9" fmla="*/ 33634500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" name="Freeform 1135">
                  <a:extLst>
                    <a:ext uri="{FF2B5EF4-FFF2-40B4-BE49-F238E27FC236}">
                      <a16:creationId xmlns:a16="http://schemas.microsoft.com/office/drawing/2014/main" id="{76529D44-B4FD-DE4D-812E-E461A0FCCA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384" y="3578837"/>
                  <a:ext cx="93225" cy="46340"/>
                </a:xfrm>
                <a:custGeom>
                  <a:avLst/>
                  <a:gdLst>
                    <a:gd name="T0" fmla="*/ 395043791 w 1176"/>
                    <a:gd name="T1" fmla="*/ 0 h 606"/>
                    <a:gd name="T2" fmla="*/ 0 w 1176"/>
                    <a:gd name="T3" fmla="*/ 273654982 h 606"/>
                    <a:gd name="T4" fmla="*/ 39357994 w 1176"/>
                    <a:gd name="T5" fmla="*/ 273654982 h 606"/>
                    <a:gd name="T6" fmla="*/ 395043791 w 1176"/>
                    <a:gd name="T7" fmla="*/ 33985420 h 606"/>
                    <a:gd name="T8" fmla="*/ 395043791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6" name="Freeform 1136">
                  <a:extLst>
                    <a:ext uri="{FF2B5EF4-FFF2-40B4-BE49-F238E27FC236}">
                      <a16:creationId xmlns:a16="http://schemas.microsoft.com/office/drawing/2014/main" id="{44CD9A89-0E3B-2C40-8436-71B7526BA6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10642" y="3626829"/>
                  <a:ext cx="190281" cy="53180"/>
                </a:xfrm>
                <a:custGeom>
                  <a:avLst/>
                  <a:gdLst>
                    <a:gd name="T0" fmla="*/ 31829833 w 2532"/>
                    <a:gd name="T1" fmla="*/ 0 h 723"/>
                    <a:gd name="T2" fmla="*/ 31829833 w 2532"/>
                    <a:gd name="T3" fmla="*/ 0 h 723"/>
                    <a:gd name="T4" fmla="*/ 382827787 w 2532"/>
                    <a:gd name="T5" fmla="*/ 175498781 h 723"/>
                    <a:gd name="T6" fmla="*/ 382827787 w 2532"/>
                    <a:gd name="T7" fmla="*/ 175498781 h 723"/>
                    <a:gd name="T8" fmla="*/ 0 w 2532"/>
                    <a:gd name="T9" fmla="*/ 29448186 h 723"/>
                    <a:gd name="T10" fmla="*/ 31829833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7" name="Freeform 1137">
                  <a:extLst>
                    <a:ext uri="{FF2B5EF4-FFF2-40B4-BE49-F238E27FC236}">
                      <a16:creationId xmlns:a16="http://schemas.microsoft.com/office/drawing/2014/main" id="{92BF681C-02FC-8F49-A2CD-8F3446ECE5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00668" y="3623055"/>
                  <a:ext cx="77645" cy="55066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302641137 h 723"/>
                    <a:gd name="T6" fmla="*/ 0 w 2532"/>
                    <a:gd name="T7" fmla="*/ 302641137 h 723"/>
                    <a:gd name="T8" fmla="*/ 0 w 2532"/>
                    <a:gd name="T9" fmla="*/ 33575256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8" name="Group 1139">
                <a:extLst>
                  <a:ext uri="{FF2B5EF4-FFF2-40B4-BE49-F238E27FC236}">
                    <a16:creationId xmlns:a16="http://schemas.microsoft.com/office/drawing/2014/main" id="{904B7C12-C509-8641-BB63-56DEDB95F95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985622" y="3537823"/>
                <a:ext cx="359261" cy="342045"/>
                <a:chOff x="2839" y="3501"/>
                <a:chExt cx="755" cy="803"/>
              </a:xfrm>
            </p:grpSpPr>
            <p:pic>
              <p:nvPicPr>
                <p:cNvPr id="138" name="Picture 1140" descr="desktop_computer_stylized_medium">
                  <a:extLst>
                    <a:ext uri="{FF2B5EF4-FFF2-40B4-BE49-F238E27FC236}">
                      <a16:creationId xmlns:a16="http://schemas.microsoft.com/office/drawing/2014/main" id="{BDC7F552-21C9-C942-90FF-0162099A3D5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9" y="3501"/>
                  <a:ext cx="755" cy="8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39" name="Freeform 1141">
                  <a:extLst>
                    <a:ext uri="{FF2B5EF4-FFF2-40B4-BE49-F238E27FC236}">
                      <a16:creationId xmlns:a16="http://schemas.microsoft.com/office/drawing/2014/main" id="{654B43BA-608E-5D4D-B11B-71762CFBEE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6" y="3578"/>
                  <a:ext cx="356" cy="368"/>
                </a:xfrm>
                <a:custGeom>
                  <a:avLst/>
                  <a:gdLst>
                    <a:gd name="T0" fmla="*/ 0 w 356"/>
                    <a:gd name="T1" fmla="*/ 0 h 368"/>
                    <a:gd name="T2" fmla="*/ 300 w 356"/>
                    <a:gd name="T3" fmla="*/ 14 h 368"/>
                    <a:gd name="T4" fmla="*/ 356 w 356"/>
                    <a:gd name="T5" fmla="*/ 294 h 368"/>
                    <a:gd name="T6" fmla="*/ 78 w 356"/>
                    <a:gd name="T7" fmla="*/ 36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94" name="Group 693">
                <a:extLst>
                  <a:ext uri="{FF2B5EF4-FFF2-40B4-BE49-F238E27FC236}">
                    <a16:creationId xmlns:a16="http://schemas.microsoft.com/office/drawing/2014/main" id="{14715B6C-9A50-FE4B-A8D2-1E669BF891E3}"/>
                  </a:ext>
                </a:extLst>
              </p:cNvPr>
              <p:cNvGrpSpPr/>
              <p:nvPr/>
            </p:nvGrpSpPr>
            <p:grpSpPr>
              <a:xfrm>
                <a:off x="7797061" y="3296104"/>
                <a:ext cx="347997" cy="396620"/>
                <a:chOff x="7797061" y="3296104"/>
                <a:chExt cx="347997" cy="396620"/>
              </a:xfrm>
            </p:grpSpPr>
            <p:pic>
              <p:nvPicPr>
                <p:cNvPr id="113" name="Picture 571" descr="fridge2.png">
                  <a:extLst>
                    <a:ext uri="{FF2B5EF4-FFF2-40B4-BE49-F238E27FC236}">
                      <a16:creationId xmlns:a16="http://schemas.microsoft.com/office/drawing/2014/main" id="{29DD0F98-F93B-0145-A925-F4125ED490D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6825" y="3355697"/>
                  <a:ext cx="189578" cy="3370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97061" y="329610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5" name="Group 794">
              <a:extLst>
                <a:ext uri="{FF2B5EF4-FFF2-40B4-BE49-F238E27FC236}">
                  <a16:creationId xmlns:a16="http://schemas.microsoft.com/office/drawing/2014/main" id="{AF73DE4B-526E-9C4F-9242-9BC0D43F8CBA}"/>
                </a:ext>
              </a:extLst>
            </p:cNvPr>
            <p:cNvGrpSpPr/>
            <p:nvPr/>
          </p:nvGrpSpPr>
          <p:grpSpPr>
            <a:xfrm>
              <a:off x="11064947" y="3428485"/>
              <a:ext cx="518448" cy="1212242"/>
              <a:chOff x="11058573" y="3399165"/>
              <a:chExt cx="518448" cy="1212242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87182" y="415959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58573" y="339916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71" name="Group 950">
              <a:extLst>
                <a:ext uri="{FF2B5EF4-FFF2-40B4-BE49-F238E27FC236}">
                  <a16:creationId xmlns:a16="http://schemas.microsoft.com/office/drawing/2014/main" id="{2B0A745F-DA32-E140-AB36-BC5E1C4E2D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288915" y="5273951"/>
              <a:ext cx="177192" cy="330833"/>
              <a:chOff x="4140" y="429"/>
              <a:chExt cx="1425" cy="2396"/>
            </a:xfrm>
          </p:grpSpPr>
          <p:sp>
            <p:nvSpPr>
              <p:cNvPr id="207" name="Freeform 951">
                <a:extLst>
                  <a:ext uri="{FF2B5EF4-FFF2-40B4-BE49-F238E27FC236}">
                    <a16:creationId xmlns:a16="http://schemas.microsoft.com/office/drawing/2014/main" id="{12CB3660-4D63-014F-8CC9-FDFB8140A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8" name="Rectangle 952">
                <a:extLst>
                  <a:ext uri="{FF2B5EF4-FFF2-40B4-BE49-F238E27FC236}">
                    <a16:creationId xmlns:a16="http://schemas.microsoft.com/office/drawing/2014/main" id="{EFE1382F-B768-3541-8BD1-06AB71BFA8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953">
                <a:extLst>
                  <a:ext uri="{FF2B5EF4-FFF2-40B4-BE49-F238E27FC236}">
                    <a16:creationId xmlns:a16="http://schemas.microsoft.com/office/drawing/2014/main" id="{FB363E8F-CA06-2449-A66C-B14735894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0" name="Freeform 954">
                <a:extLst>
                  <a:ext uri="{FF2B5EF4-FFF2-40B4-BE49-F238E27FC236}">
                    <a16:creationId xmlns:a16="http://schemas.microsoft.com/office/drawing/2014/main" id="{8A74E36A-A735-7440-A2B1-55846B516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1" name="Rectangle 955">
                <a:extLst>
                  <a:ext uri="{FF2B5EF4-FFF2-40B4-BE49-F238E27FC236}">
                    <a16:creationId xmlns:a16="http://schemas.microsoft.com/office/drawing/2014/main" id="{FC433BF5-02C8-F540-AE86-53BF569600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212" name="Group 956">
                <a:extLst>
                  <a:ext uri="{FF2B5EF4-FFF2-40B4-BE49-F238E27FC236}">
                    <a16:creationId xmlns:a16="http://schemas.microsoft.com/office/drawing/2014/main" id="{969A0B36-D994-A24C-8329-146363A51C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37" name="AutoShape 957">
                  <a:extLst>
                    <a:ext uri="{FF2B5EF4-FFF2-40B4-BE49-F238E27FC236}">
                      <a16:creationId xmlns:a16="http://schemas.microsoft.com/office/drawing/2014/main" id="{75A7B329-681F-2B4A-8470-FC0231FE257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38" name="AutoShape 958">
                  <a:extLst>
                    <a:ext uri="{FF2B5EF4-FFF2-40B4-BE49-F238E27FC236}">
                      <a16:creationId xmlns:a16="http://schemas.microsoft.com/office/drawing/2014/main" id="{197CEF08-20F4-5741-AC2B-1EBB072FA54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13" name="Rectangle 959">
                <a:extLst>
                  <a:ext uri="{FF2B5EF4-FFF2-40B4-BE49-F238E27FC236}">
                    <a16:creationId xmlns:a16="http://schemas.microsoft.com/office/drawing/2014/main" id="{775AA9F7-199B-ED4C-B422-5E1B766FBA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214" name="Group 960">
                <a:extLst>
                  <a:ext uri="{FF2B5EF4-FFF2-40B4-BE49-F238E27FC236}">
                    <a16:creationId xmlns:a16="http://schemas.microsoft.com/office/drawing/2014/main" id="{4EED0C22-3BA6-E24F-B528-BF018CB34F5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35" name="AutoShape 961">
                  <a:extLst>
                    <a:ext uri="{FF2B5EF4-FFF2-40B4-BE49-F238E27FC236}">
                      <a16:creationId xmlns:a16="http://schemas.microsoft.com/office/drawing/2014/main" id="{FE30D28F-02DD-D041-8551-45D9D2836EA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36" name="AutoShape 962">
                  <a:extLst>
                    <a:ext uri="{FF2B5EF4-FFF2-40B4-BE49-F238E27FC236}">
                      <a16:creationId xmlns:a16="http://schemas.microsoft.com/office/drawing/2014/main" id="{92F33680-18D6-7C4A-88C2-46C4FA3D08E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15" name="Rectangle 963">
                <a:extLst>
                  <a:ext uri="{FF2B5EF4-FFF2-40B4-BE49-F238E27FC236}">
                    <a16:creationId xmlns:a16="http://schemas.microsoft.com/office/drawing/2014/main" id="{A0014856-A5F8-544F-98BE-B1D6878A67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16" name="Rectangle 964">
                <a:extLst>
                  <a:ext uri="{FF2B5EF4-FFF2-40B4-BE49-F238E27FC236}">
                    <a16:creationId xmlns:a16="http://schemas.microsoft.com/office/drawing/2014/main" id="{0E6FC61A-EACA-7D4E-9AA7-C7690D0936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217" name="Group 965">
                <a:extLst>
                  <a:ext uri="{FF2B5EF4-FFF2-40B4-BE49-F238E27FC236}">
                    <a16:creationId xmlns:a16="http://schemas.microsoft.com/office/drawing/2014/main" id="{CF083CE2-2403-FD4E-8F7D-758E7F67FF5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33" name="AutoShape 966">
                  <a:extLst>
                    <a:ext uri="{FF2B5EF4-FFF2-40B4-BE49-F238E27FC236}">
                      <a16:creationId xmlns:a16="http://schemas.microsoft.com/office/drawing/2014/main" id="{5ED8E2CD-DB59-0040-9493-378A5D7DF18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34" name="AutoShape 967">
                  <a:extLst>
                    <a:ext uri="{FF2B5EF4-FFF2-40B4-BE49-F238E27FC236}">
                      <a16:creationId xmlns:a16="http://schemas.microsoft.com/office/drawing/2014/main" id="{F249F021-1652-2041-9D37-82D9ADAF20C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18" name="Freeform 968">
                <a:extLst>
                  <a:ext uri="{FF2B5EF4-FFF2-40B4-BE49-F238E27FC236}">
                    <a16:creationId xmlns:a16="http://schemas.microsoft.com/office/drawing/2014/main" id="{2DA20985-B59E-DD4F-B452-9726DAD28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19" name="Group 969">
                <a:extLst>
                  <a:ext uri="{FF2B5EF4-FFF2-40B4-BE49-F238E27FC236}">
                    <a16:creationId xmlns:a16="http://schemas.microsoft.com/office/drawing/2014/main" id="{68489279-23CF-FB42-9AE3-CAB3A000B96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31" name="AutoShape 970">
                  <a:extLst>
                    <a:ext uri="{FF2B5EF4-FFF2-40B4-BE49-F238E27FC236}">
                      <a16:creationId xmlns:a16="http://schemas.microsoft.com/office/drawing/2014/main" id="{12532EDD-6029-FD41-90A0-EB4B9A3B8C3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32" name="AutoShape 971">
                  <a:extLst>
                    <a:ext uri="{FF2B5EF4-FFF2-40B4-BE49-F238E27FC236}">
                      <a16:creationId xmlns:a16="http://schemas.microsoft.com/office/drawing/2014/main" id="{2ADE9625-767F-5247-8211-3638BECC98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20" name="Rectangle 972">
                <a:extLst>
                  <a:ext uri="{FF2B5EF4-FFF2-40B4-BE49-F238E27FC236}">
                    <a16:creationId xmlns:a16="http://schemas.microsoft.com/office/drawing/2014/main" id="{71E52DA0-9A54-7744-90B9-E438CBE00C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973">
                <a:extLst>
                  <a:ext uri="{FF2B5EF4-FFF2-40B4-BE49-F238E27FC236}">
                    <a16:creationId xmlns:a16="http://schemas.microsoft.com/office/drawing/2014/main" id="{D950FAED-4EC6-7B4B-AFA5-CA2701F74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2" name="Freeform 974">
                <a:extLst>
                  <a:ext uri="{FF2B5EF4-FFF2-40B4-BE49-F238E27FC236}">
                    <a16:creationId xmlns:a16="http://schemas.microsoft.com/office/drawing/2014/main" id="{55AF3FE0-BBE4-A74C-A9EF-B8F3AA7A0D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3" name="Oval 975">
                <a:extLst>
                  <a:ext uri="{FF2B5EF4-FFF2-40B4-BE49-F238E27FC236}">
                    <a16:creationId xmlns:a16="http://schemas.microsoft.com/office/drawing/2014/main" id="{AC808981-49D6-D840-800C-F21BB91061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976">
                <a:extLst>
                  <a:ext uri="{FF2B5EF4-FFF2-40B4-BE49-F238E27FC236}">
                    <a16:creationId xmlns:a16="http://schemas.microsoft.com/office/drawing/2014/main" id="{EBD04B6D-F8F6-FE45-BBD9-3CFFE7B28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5" name="AutoShape 977">
                <a:extLst>
                  <a:ext uri="{FF2B5EF4-FFF2-40B4-BE49-F238E27FC236}">
                    <a16:creationId xmlns:a16="http://schemas.microsoft.com/office/drawing/2014/main" id="{EB968B78-CEDA-2949-925F-D6EE71A8ED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26" name="AutoShape 978">
                <a:extLst>
                  <a:ext uri="{FF2B5EF4-FFF2-40B4-BE49-F238E27FC236}">
                    <a16:creationId xmlns:a16="http://schemas.microsoft.com/office/drawing/2014/main" id="{6127245D-2639-C841-ABBD-0A2EB87194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27" name="Oval 979">
                <a:extLst>
                  <a:ext uri="{FF2B5EF4-FFF2-40B4-BE49-F238E27FC236}">
                    <a16:creationId xmlns:a16="http://schemas.microsoft.com/office/drawing/2014/main" id="{CBCE7727-73A7-814E-B244-E80EED405F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28" name="Oval 980">
                <a:extLst>
                  <a:ext uri="{FF2B5EF4-FFF2-40B4-BE49-F238E27FC236}">
                    <a16:creationId xmlns:a16="http://schemas.microsoft.com/office/drawing/2014/main" id="{7A66ECF6-DDAE-2842-92B5-EA8F14A121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29" name="Oval 981">
                <a:extLst>
                  <a:ext uri="{FF2B5EF4-FFF2-40B4-BE49-F238E27FC236}">
                    <a16:creationId xmlns:a16="http://schemas.microsoft.com/office/drawing/2014/main" id="{5A97568E-F028-FD44-8E47-C92EC6C012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0" name="Rectangle 982">
                <a:extLst>
                  <a:ext uri="{FF2B5EF4-FFF2-40B4-BE49-F238E27FC236}">
                    <a16:creationId xmlns:a16="http://schemas.microsoft.com/office/drawing/2014/main" id="{A834B858-68E5-0D45-8391-2A0A996FA3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44" name="Group 590">
              <a:extLst>
                <a:ext uri="{FF2B5EF4-FFF2-40B4-BE49-F238E27FC236}">
                  <a16:creationId xmlns:a16="http://schemas.microsoft.com/office/drawing/2014/main" id="{2648262B-E78D-1D4B-B3FD-3AE9CD5C321E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0855" y="4900161"/>
              <a:ext cx="345630" cy="320302"/>
              <a:chOff x="2839" y="3501"/>
              <a:chExt cx="755" cy="803"/>
            </a:xfrm>
          </p:grpSpPr>
          <p:pic>
            <p:nvPicPr>
              <p:cNvPr id="367" name="Picture 591" descr="desktop_computer_stylized_medium">
                <a:extLst>
                  <a:ext uri="{FF2B5EF4-FFF2-40B4-BE49-F238E27FC236}">
                    <a16:creationId xmlns:a16="http://schemas.microsoft.com/office/drawing/2014/main" id="{35FBE2DB-60A7-B340-A5BB-B3699CCC02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68" name="Freeform 592">
                <a:extLst>
                  <a:ext uri="{FF2B5EF4-FFF2-40B4-BE49-F238E27FC236}">
                    <a16:creationId xmlns:a16="http://schemas.microsoft.com/office/drawing/2014/main" id="{0263E665-BF2A-2F4A-ADA8-20F44C312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90" name="Group 1064">
              <a:extLst>
                <a:ext uri="{FF2B5EF4-FFF2-40B4-BE49-F238E27FC236}">
                  <a16:creationId xmlns:a16="http://schemas.microsoft.com/office/drawing/2014/main" id="{1E483C21-97F2-6C41-9217-2187E09B54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201681" y="5852809"/>
              <a:ext cx="310186" cy="307808"/>
              <a:chOff x="877" y="1008"/>
              <a:chExt cx="2747" cy="2591"/>
            </a:xfrm>
          </p:grpSpPr>
          <p:pic>
            <p:nvPicPr>
              <p:cNvPr id="146" name="Picture 1065" descr="antenna_stylized">
                <a:extLst>
                  <a:ext uri="{FF2B5EF4-FFF2-40B4-BE49-F238E27FC236}">
                    <a16:creationId xmlns:a16="http://schemas.microsoft.com/office/drawing/2014/main" id="{EC1E8FF9-A5AB-904A-91B8-DF49382605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47" name="Picture 1066" descr="laptop_keyboard">
                <a:extLst>
                  <a:ext uri="{FF2B5EF4-FFF2-40B4-BE49-F238E27FC236}">
                    <a16:creationId xmlns:a16="http://schemas.microsoft.com/office/drawing/2014/main" id="{71E89937-428E-3447-B221-C34E0D71AC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48" name="Freeform 1067">
                <a:extLst>
                  <a:ext uri="{FF2B5EF4-FFF2-40B4-BE49-F238E27FC236}">
                    <a16:creationId xmlns:a16="http://schemas.microsoft.com/office/drawing/2014/main" id="{43C21467-3265-FC4F-AF31-44A028163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2 w 2982"/>
                  <a:gd name="T5" fmla="*/ 1 h 2442"/>
                  <a:gd name="T6" fmla="*/ 2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149" name="Picture 1068" descr="screen">
                <a:extLst>
                  <a:ext uri="{FF2B5EF4-FFF2-40B4-BE49-F238E27FC236}">
                    <a16:creationId xmlns:a16="http://schemas.microsoft.com/office/drawing/2014/main" id="{9868250A-D477-2944-B0F8-A7DE63DA46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0" name="Freeform 1069">
                <a:extLst>
                  <a:ext uri="{FF2B5EF4-FFF2-40B4-BE49-F238E27FC236}">
                    <a16:creationId xmlns:a16="http://schemas.microsoft.com/office/drawing/2014/main" id="{A4015B9E-FE1F-594E-AFA2-A5277482E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2 w 2528"/>
                  <a:gd name="T3" fmla="*/ 1 h 455"/>
                  <a:gd name="T4" fmla="*/ 2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1" name="Freeform 1070">
                <a:extLst>
                  <a:ext uri="{FF2B5EF4-FFF2-40B4-BE49-F238E27FC236}">
                    <a16:creationId xmlns:a16="http://schemas.microsoft.com/office/drawing/2014/main" id="{1D5AA9CA-3334-2341-A3C4-E98372488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2" name="Freeform 1071">
                <a:extLst>
                  <a:ext uri="{FF2B5EF4-FFF2-40B4-BE49-F238E27FC236}">
                    <a16:creationId xmlns:a16="http://schemas.microsoft.com/office/drawing/2014/main" id="{408815EA-3342-2D4A-AB4D-6A6AD669E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3" name="Freeform 1072">
                <a:extLst>
                  <a:ext uri="{FF2B5EF4-FFF2-40B4-BE49-F238E27FC236}">
                    <a16:creationId xmlns:a16="http://schemas.microsoft.com/office/drawing/2014/main" id="{180DED07-429A-A242-A9E3-1BBEEAF42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2 w 2773"/>
                  <a:gd name="T5" fmla="*/ 1 h 738"/>
                  <a:gd name="T6" fmla="*/ 2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4" name="Freeform 1073">
                <a:extLst>
                  <a:ext uri="{FF2B5EF4-FFF2-40B4-BE49-F238E27FC236}">
                    <a16:creationId xmlns:a16="http://schemas.microsoft.com/office/drawing/2014/main" id="{A86B5E1C-D4A7-804E-9345-DD2099CCF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2 w 637"/>
                  <a:gd name="T1" fmla="*/ 0 h 1659"/>
                  <a:gd name="T2" fmla="*/ 2 w 637"/>
                  <a:gd name="T3" fmla="*/ 0 h 1659"/>
                  <a:gd name="T4" fmla="*/ 1 w 637"/>
                  <a:gd name="T5" fmla="*/ 15 h 1659"/>
                  <a:gd name="T6" fmla="*/ 0 w 637"/>
                  <a:gd name="T7" fmla="*/ 15 h 1659"/>
                  <a:gd name="T8" fmla="*/ 2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5" name="Freeform 1074">
                <a:extLst>
                  <a:ext uri="{FF2B5EF4-FFF2-40B4-BE49-F238E27FC236}">
                    <a16:creationId xmlns:a16="http://schemas.microsoft.com/office/drawing/2014/main" id="{278E44FF-9118-764F-B154-D54B6D088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9 w 2216"/>
                  <a:gd name="T5" fmla="*/ 5 h 550"/>
                  <a:gd name="T6" fmla="*/ 9 w 2216"/>
                  <a:gd name="T7" fmla="*/ 4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56" name="Group 1075">
                <a:extLst>
                  <a:ext uri="{FF2B5EF4-FFF2-40B4-BE49-F238E27FC236}">
                    <a16:creationId xmlns:a16="http://schemas.microsoft.com/office/drawing/2014/main" id="{B07A4D51-63EA-ED46-9283-3C066C8F805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163" name="Freeform 1076">
                  <a:extLst>
                    <a:ext uri="{FF2B5EF4-FFF2-40B4-BE49-F238E27FC236}">
                      <a16:creationId xmlns:a16="http://schemas.microsoft.com/office/drawing/2014/main" id="{362CE3DF-6498-9044-80D1-5B57C954BC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4" name="Freeform 1077">
                  <a:extLst>
                    <a:ext uri="{FF2B5EF4-FFF2-40B4-BE49-F238E27FC236}">
                      <a16:creationId xmlns:a16="http://schemas.microsoft.com/office/drawing/2014/main" id="{232B6CC8-39FA-8E41-89F9-D454D1953B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5" name="Freeform 1078">
                  <a:extLst>
                    <a:ext uri="{FF2B5EF4-FFF2-40B4-BE49-F238E27FC236}">
                      <a16:creationId xmlns:a16="http://schemas.microsoft.com/office/drawing/2014/main" id="{14BE6CD7-1B00-AE45-A0A2-B46139077D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6" name="Freeform 1079">
                  <a:extLst>
                    <a:ext uri="{FF2B5EF4-FFF2-40B4-BE49-F238E27FC236}">
                      <a16:creationId xmlns:a16="http://schemas.microsoft.com/office/drawing/2014/main" id="{17D2993A-DA09-154C-81CE-F00D6DF0DB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7" name="Freeform 1080">
                  <a:extLst>
                    <a:ext uri="{FF2B5EF4-FFF2-40B4-BE49-F238E27FC236}">
                      <a16:creationId xmlns:a16="http://schemas.microsoft.com/office/drawing/2014/main" id="{AD580132-3A72-CF47-B834-B58CA201F7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8" name="Freeform 1081">
                  <a:extLst>
                    <a:ext uri="{FF2B5EF4-FFF2-40B4-BE49-F238E27FC236}">
                      <a16:creationId xmlns:a16="http://schemas.microsoft.com/office/drawing/2014/main" id="{E900C928-6E45-6449-A6C9-3DBE801B01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57" name="Freeform 1082">
                <a:extLst>
                  <a:ext uri="{FF2B5EF4-FFF2-40B4-BE49-F238E27FC236}">
                    <a16:creationId xmlns:a16="http://schemas.microsoft.com/office/drawing/2014/main" id="{1ECD1A08-63F7-2B4E-84E4-3FA628039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2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2 h 792"/>
                  <a:gd name="T8" fmla="*/ 1 w 990"/>
                  <a:gd name="T9" fmla="*/ 2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8" name="Freeform 1083">
                <a:extLst>
                  <a:ext uri="{FF2B5EF4-FFF2-40B4-BE49-F238E27FC236}">
                    <a16:creationId xmlns:a16="http://schemas.microsoft.com/office/drawing/2014/main" id="{E0CE0778-AA7C-994B-8AC5-676F1A825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4 w 2532"/>
                  <a:gd name="T5" fmla="*/ 2 h 723"/>
                  <a:gd name="T6" fmla="*/ 4 w 2532"/>
                  <a:gd name="T7" fmla="*/ 2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9" name="Freeform 1084">
                <a:extLst>
                  <a:ext uri="{FF2B5EF4-FFF2-40B4-BE49-F238E27FC236}">
                    <a16:creationId xmlns:a16="http://schemas.microsoft.com/office/drawing/2014/main" id="{D2A296F6-56E0-0141-8E63-F209F1106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0" name="Freeform 1085">
                <a:extLst>
                  <a:ext uri="{FF2B5EF4-FFF2-40B4-BE49-F238E27FC236}">
                    <a16:creationId xmlns:a16="http://schemas.microsoft.com/office/drawing/2014/main" id="{06824F88-EE84-D347-A023-F053DA4B2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1" name="Freeform 1086">
                <a:extLst>
                  <a:ext uri="{FF2B5EF4-FFF2-40B4-BE49-F238E27FC236}">
                    <a16:creationId xmlns:a16="http://schemas.microsoft.com/office/drawing/2014/main" id="{36F4BB90-D696-0945-AC5D-7CBFD97A9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2" name="Freeform 1087">
                <a:extLst>
                  <a:ext uri="{FF2B5EF4-FFF2-40B4-BE49-F238E27FC236}">
                    <a16:creationId xmlns:a16="http://schemas.microsoft.com/office/drawing/2014/main" id="{9FC45AEE-F94E-2C41-BB56-2055DE618B24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2 h 723"/>
                  <a:gd name="T6" fmla="*/ 0 w 2532"/>
                  <a:gd name="T7" fmla="*/ 2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90" name="Group 590">
              <a:extLst>
                <a:ext uri="{FF2B5EF4-FFF2-40B4-BE49-F238E27FC236}">
                  <a16:creationId xmlns:a16="http://schemas.microsoft.com/office/drawing/2014/main" id="{A66A00B8-C906-204A-9EA8-BF8007089AFF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8153909" y="5504657"/>
              <a:ext cx="345630" cy="320302"/>
              <a:chOff x="2839" y="3501"/>
              <a:chExt cx="755" cy="803"/>
            </a:xfrm>
          </p:grpSpPr>
          <p:pic>
            <p:nvPicPr>
              <p:cNvPr id="491" name="Picture 591" descr="desktop_computer_stylized_medium">
                <a:extLst>
                  <a:ext uri="{FF2B5EF4-FFF2-40B4-BE49-F238E27FC236}">
                    <a16:creationId xmlns:a16="http://schemas.microsoft.com/office/drawing/2014/main" id="{0D26BE9F-5A6F-194D-95F5-9A26085A8B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92" name="Freeform 592">
                <a:extLst>
                  <a:ext uri="{FF2B5EF4-FFF2-40B4-BE49-F238E27FC236}">
                    <a16:creationId xmlns:a16="http://schemas.microsoft.com/office/drawing/2014/main" id="{F940FA7C-0178-FC42-989D-133C7D3EF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93" name="Group 590">
              <a:extLst>
                <a:ext uri="{FF2B5EF4-FFF2-40B4-BE49-F238E27FC236}">
                  <a16:creationId xmlns:a16="http://schemas.microsoft.com/office/drawing/2014/main" id="{AADF67FB-3BE7-EF42-B8A5-B005B506931A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8552134" y="5526130"/>
              <a:ext cx="345630" cy="320302"/>
              <a:chOff x="2839" y="3501"/>
              <a:chExt cx="755" cy="803"/>
            </a:xfrm>
          </p:grpSpPr>
          <p:pic>
            <p:nvPicPr>
              <p:cNvPr id="494" name="Picture 591" descr="desktop_computer_stylized_medium">
                <a:extLst>
                  <a:ext uri="{FF2B5EF4-FFF2-40B4-BE49-F238E27FC236}">
                    <a16:creationId xmlns:a16="http://schemas.microsoft.com/office/drawing/2014/main" id="{0BBC0FBB-DA3F-874A-8EBE-B51C772E06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95" name="Freeform 592">
                <a:extLst>
                  <a:ext uri="{FF2B5EF4-FFF2-40B4-BE49-F238E27FC236}">
                    <a16:creationId xmlns:a16="http://schemas.microsoft.com/office/drawing/2014/main" id="{A9932DBD-03D1-3E48-AE83-712DE720F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96" name="Group 1064">
              <a:extLst>
                <a:ext uri="{FF2B5EF4-FFF2-40B4-BE49-F238E27FC236}">
                  <a16:creationId xmlns:a16="http://schemas.microsoft.com/office/drawing/2014/main" id="{FC2552CF-9AC0-3243-8999-6808B911C7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34746" y="5795138"/>
              <a:ext cx="319264" cy="253379"/>
              <a:chOff x="877" y="1008"/>
              <a:chExt cx="2747" cy="2591"/>
            </a:xfrm>
          </p:grpSpPr>
          <p:pic>
            <p:nvPicPr>
              <p:cNvPr id="497" name="Picture 1065" descr="antenna_stylized">
                <a:extLst>
                  <a:ext uri="{FF2B5EF4-FFF2-40B4-BE49-F238E27FC236}">
                    <a16:creationId xmlns:a16="http://schemas.microsoft.com/office/drawing/2014/main" id="{87938519-94DB-D545-A29A-7EDE5E412B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98" name="Picture 1066" descr="laptop_keyboard">
                <a:extLst>
                  <a:ext uri="{FF2B5EF4-FFF2-40B4-BE49-F238E27FC236}">
                    <a16:creationId xmlns:a16="http://schemas.microsoft.com/office/drawing/2014/main" id="{2D71707C-83CA-1C4B-8508-67E56E2ADD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99" name="Freeform 1067">
                <a:extLst>
                  <a:ext uri="{FF2B5EF4-FFF2-40B4-BE49-F238E27FC236}">
                    <a16:creationId xmlns:a16="http://schemas.microsoft.com/office/drawing/2014/main" id="{73F0FEB4-8393-CC4E-8318-ED16B301B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2 w 2982"/>
                  <a:gd name="T5" fmla="*/ 1 h 2442"/>
                  <a:gd name="T6" fmla="*/ 2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500" name="Picture 1068" descr="screen">
                <a:extLst>
                  <a:ext uri="{FF2B5EF4-FFF2-40B4-BE49-F238E27FC236}">
                    <a16:creationId xmlns:a16="http://schemas.microsoft.com/office/drawing/2014/main" id="{7FE7C88C-9EAD-8349-A46B-E909AEA657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01" name="Freeform 1069">
                <a:extLst>
                  <a:ext uri="{FF2B5EF4-FFF2-40B4-BE49-F238E27FC236}">
                    <a16:creationId xmlns:a16="http://schemas.microsoft.com/office/drawing/2014/main" id="{0DBCF6AD-8352-3C40-B68E-0383519D2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2 w 2528"/>
                  <a:gd name="T3" fmla="*/ 1 h 455"/>
                  <a:gd name="T4" fmla="*/ 2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2" name="Freeform 1070">
                <a:extLst>
                  <a:ext uri="{FF2B5EF4-FFF2-40B4-BE49-F238E27FC236}">
                    <a16:creationId xmlns:a16="http://schemas.microsoft.com/office/drawing/2014/main" id="{3C23673E-599F-5241-B844-C8F96A051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3" name="Freeform 1071">
                <a:extLst>
                  <a:ext uri="{FF2B5EF4-FFF2-40B4-BE49-F238E27FC236}">
                    <a16:creationId xmlns:a16="http://schemas.microsoft.com/office/drawing/2014/main" id="{4D502A0C-8868-2C4E-B6B7-F46718640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4" name="Freeform 1072">
                <a:extLst>
                  <a:ext uri="{FF2B5EF4-FFF2-40B4-BE49-F238E27FC236}">
                    <a16:creationId xmlns:a16="http://schemas.microsoft.com/office/drawing/2014/main" id="{154DEECF-C451-B140-A650-9DB9DCC41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2 w 2773"/>
                  <a:gd name="T5" fmla="*/ 1 h 738"/>
                  <a:gd name="T6" fmla="*/ 2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5" name="Freeform 1073">
                <a:extLst>
                  <a:ext uri="{FF2B5EF4-FFF2-40B4-BE49-F238E27FC236}">
                    <a16:creationId xmlns:a16="http://schemas.microsoft.com/office/drawing/2014/main" id="{61C09639-BDA6-1848-86B4-033F9F997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2 w 637"/>
                  <a:gd name="T1" fmla="*/ 0 h 1659"/>
                  <a:gd name="T2" fmla="*/ 2 w 637"/>
                  <a:gd name="T3" fmla="*/ 0 h 1659"/>
                  <a:gd name="T4" fmla="*/ 1 w 637"/>
                  <a:gd name="T5" fmla="*/ 15 h 1659"/>
                  <a:gd name="T6" fmla="*/ 0 w 637"/>
                  <a:gd name="T7" fmla="*/ 15 h 1659"/>
                  <a:gd name="T8" fmla="*/ 2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6" name="Freeform 1074">
                <a:extLst>
                  <a:ext uri="{FF2B5EF4-FFF2-40B4-BE49-F238E27FC236}">
                    <a16:creationId xmlns:a16="http://schemas.microsoft.com/office/drawing/2014/main" id="{BBF9A35C-4B4A-604C-BCA3-20BC6C3D2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9 w 2216"/>
                  <a:gd name="T5" fmla="*/ 5 h 550"/>
                  <a:gd name="T6" fmla="*/ 9 w 2216"/>
                  <a:gd name="T7" fmla="*/ 4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07" name="Group 1075">
                <a:extLst>
                  <a:ext uri="{FF2B5EF4-FFF2-40B4-BE49-F238E27FC236}">
                    <a16:creationId xmlns:a16="http://schemas.microsoft.com/office/drawing/2014/main" id="{C228B10E-0BB1-8D40-9DB1-545E285C760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514" name="Freeform 1076">
                  <a:extLst>
                    <a:ext uri="{FF2B5EF4-FFF2-40B4-BE49-F238E27FC236}">
                      <a16:creationId xmlns:a16="http://schemas.microsoft.com/office/drawing/2014/main" id="{DBE93115-3362-AE4D-A30A-337520C739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5" name="Freeform 1077">
                  <a:extLst>
                    <a:ext uri="{FF2B5EF4-FFF2-40B4-BE49-F238E27FC236}">
                      <a16:creationId xmlns:a16="http://schemas.microsoft.com/office/drawing/2014/main" id="{E980EACA-94CF-194A-AC7A-1415DBB4CA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6" name="Freeform 1078">
                  <a:extLst>
                    <a:ext uri="{FF2B5EF4-FFF2-40B4-BE49-F238E27FC236}">
                      <a16:creationId xmlns:a16="http://schemas.microsoft.com/office/drawing/2014/main" id="{67C8CECC-A4D3-D543-A1C2-92A3DDD604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7" name="Freeform 1079">
                  <a:extLst>
                    <a:ext uri="{FF2B5EF4-FFF2-40B4-BE49-F238E27FC236}">
                      <a16:creationId xmlns:a16="http://schemas.microsoft.com/office/drawing/2014/main" id="{DF7F90DA-E9FF-E64E-979A-F2C4CF6F27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8" name="Freeform 1080">
                  <a:extLst>
                    <a:ext uri="{FF2B5EF4-FFF2-40B4-BE49-F238E27FC236}">
                      <a16:creationId xmlns:a16="http://schemas.microsoft.com/office/drawing/2014/main" id="{1FB7CFF5-5312-6B45-B1C9-1E8019D9AB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9" name="Freeform 1081">
                  <a:extLst>
                    <a:ext uri="{FF2B5EF4-FFF2-40B4-BE49-F238E27FC236}">
                      <a16:creationId xmlns:a16="http://schemas.microsoft.com/office/drawing/2014/main" id="{F6743163-40E8-634F-BDA5-FD850E9C93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08" name="Freeform 1082">
                <a:extLst>
                  <a:ext uri="{FF2B5EF4-FFF2-40B4-BE49-F238E27FC236}">
                    <a16:creationId xmlns:a16="http://schemas.microsoft.com/office/drawing/2014/main" id="{5C688E93-8024-AF4A-9FAE-F872353A7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2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2 h 792"/>
                  <a:gd name="T8" fmla="*/ 1 w 990"/>
                  <a:gd name="T9" fmla="*/ 2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9" name="Freeform 1083">
                <a:extLst>
                  <a:ext uri="{FF2B5EF4-FFF2-40B4-BE49-F238E27FC236}">
                    <a16:creationId xmlns:a16="http://schemas.microsoft.com/office/drawing/2014/main" id="{E2D8B864-6DD1-D042-9409-8862ACC1A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4 w 2532"/>
                  <a:gd name="T5" fmla="*/ 2 h 723"/>
                  <a:gd name="T6" fmla="*/ 4 w 2532"/>
                  <a:gd name="T7" fmla="*/ 2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0" name="Freeform 1084">
                <a:extLst>
                  <a:ext uri="{FF2B5EF4-FFF2-40B4-BE49-F238E27FC236}">
                    <a16:creationId xmlns:a16="http://schemas.microsoft.com/office/drawing/2014/main" id="{CC7A3F9E-B0BC-2945-B124-91C53102E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1" name="Freeform 1085">
                <a:extLst>
                  <a:ext uri="{FF2B5EF4-FFF2-40B4-BE49-F238E27FC236}">
                    <a16:creationId xmlns:a16="http://schemas.microsoft.com/office/drawing/2014/main" id="{B8E20EA9-88B9-0A42-A470-7AF9E8810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2" name="Freeform 1086">
                <a:extLst>
                  <a:ext uri="{FF2B5EF4-FFF2-40B4-BE49-F238E27FC236}">
                    <a16:creationId xmlns:a16="http://schemas.microsoft.com/office/drawing/2014/main" id="{A9D04135-B045-A743-95D7-CA5EF36EE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3" name="Freeform 1087">
                <a:extLst>
                  <a:ext uri="{FF2B5EF4-FFF2-40B4-BE49-F238E27FC236}">
                    <a16:creationId xmlns:a16="http://schemas.microsoft.com/office/drawing/2014/main" id="{C0583F57-71B7-B142-BC2A-15444A0CF4E5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2 h 723"/>
                  <a:gd name="T6" fmla="*/ 0 w 2532"/>
                  <a:gd name="T7" fmla="*/ 2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3593" y="5636971"/>
              <a:ext cx="34049" cy="332924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9970" y="5656923"/>
              <a:ext cx="20333" cy="308020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5518" y="5812753"/>
              <a:ext cx="31643" cy="27525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26299" y="5674399"/>
              <a:ext cx="71949" cy="68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091149" y="5671195"/>
              <a:ext cx="69903" cy="21117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27502" y="5722750"/>
              <a:ext cx="71949" cy="68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090909" y="5718672"/>
              <a:ext cx="69903" cy="19515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27502" y="5771101"/>
              <a:ext cx="71949" cy="68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28705" y="5814938"/>
              <a:ext cx="71949" cy="68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089465" y="5810860"/>
              <a:ext cx="70024" cy="2199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6000" y="5771101"/>
              <a:ext cx="31643" cy="27380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089946" y="5767169"/>
              <a:ext cx="70024" cy="20243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50946" y="5636388"/>
              <a:ext cx="8422" cy="332778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8887" y="5720566"/>
              <a:ext cx="28515" cy="31020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9248" y="5672943"/>
              <a:ext cx="29357" cy="34953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83311" y="5954166"/>
              <a:ext cx="6016" cy="1383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7684" y="5954603"/>
              <a:ext cx="29477" cy="29127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17877" y="5963487"/>
              <a:ext cx="143898" cy="218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26299" y="5969166"/>
              <a:ext cx="128257" cy="1150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38210" y="5920815"/>
              <a:ext cx="19130" cy="2068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59867" y="5920815"/>
              <a:ext cx="19130" cy="2068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80201" y="5920815"/>
              <a:ext cx="19130" cy="2068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29410" y="5841444"/>
              <a:ext cx="9625" cy="110538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04483029-0B46-154F-9CA3-FEA06875B8DB}"/>
                </a:ext>
              </a:extLst>
            </p:cNvPr>
            <p:cNvSpPr/>
            <p:nvPr/>
          </p:nvSpPr>
          <p:spPr>
            <a:xfrm>
              <a:off x="6539916" y="1365914"/>
              <a:ext cx="5359400" cy="4954628"/>
            </a:xfrm>
            <a:prstGeom prst="rect">
              <a:avLst/>
            </a:prstGeom>
            <a:solidFill>
              <a:schemeClr val="bg1">
                <a:alpha val="68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41AB30C9-9641-104B-9006-CB16D4919778}"/>
                </a:ext>
              </a:extLst>
            </p:cNvPr>
            <p:cNvGrpSpPr/>
            <p:nvPr/>
          </p:nvGrpSpPr>
          <p:grpSpPr>
            <a:xfrm>
              <a:off x="7680324" y="1814171"/>
              <a:ext cx="2755429" cy="4250670"/>
              <a:chOff x="7680324" y="1814171"/>
              <a:chExt cx="2755429" cy="4250670"/>
            </a:xfrm>
          </p:grpSpPr>
          <p:grpSp>
            <p:nvGrpSpPr>
              <p:cNvPr id="49" name="Group 652">
                <a:extLst>
                  <a:ext uri="{FF2B5EF4-FFF2-40B4-BE49-F238E27FC236}">
                    <a16:creationId xmlns:a16="http://schemas.microsoft.com/office/drawing/2014/main" id="{F4E63F52-683B-8244-A48E-D8CF833CC0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750224" y="1859725"/>
                <a:ext cx="415925" cy="385763"/>
                <a:chOff x="2751" y="1851"/>
                <a:chExt cx="462" cy="478"/>
              </a:xfrm>
            </p:grpSpPr>
            <p:pic>
              <p:nvPicPr>
                <p:cNvPr id="359" name="Picture 653" descr="iphone_stylized_small">
                  <a:extLst>
                    <a:ext uri="{FF2B5EF4-FFF2-40B4-BE49-F238E27FC236}">
                      <a16:creationId xmlns:a16="http://schemas.microsoft.com/office/drawing/2014/main" id="{EDF1EC93-A6E5-964F-B0D6-EE56B282AEB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Picture 654" descr="antenna_radiation_stylized">
                  <a:extLst>
                    <a:ext uri="{FF2B5EF4-FFF2-40B4-BE49-F238E27FC236}">
                      <a16:creationId xmlns:a16="http://schemas.microsoft.com/office/drawing/2014/main" id="{0A17C594-505E-6F41-AEEB-272A31DFD26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87" name="Group 590">
                <a:extLst>
                  <a:ext uri="{FF2B5EF4-FFF2-40B4-BE49-F238E27FC236}">
                    <a16:creationId xmlns:a16="http://schemas.microsoft.com/office/drawing/2014/main" id="{B2AAF0C3-BD73-634D-B492-B7CCF9735ED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773981" y="5281060"/>
                <a:ext cx="345630" cy="320302"/>
                <a:chOff x="2839" y="3501"/>
                <a:chExt cx="755" cy="803"/>
              </a:xfrm>
            </p:grpSpPr>
            <p:pic>
              <p:nvPicPr>
                <p:cNvPr id="488" name="Picture 591" descr="desktop_computer_stylized_medium">
                  <a:extLst>
                    <a:ext uri="{FF2B5EF4-FFF2-40B4-BE49-F238E27FC236}">
                      <a16:creationId xmlns:a16="http://schemas.microsoft.com/office/drawing/2014/main" id="{1B000E5D-AA79-9741-93EF-69776E79DCF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9" y="3501"/>
                  <a:ext cx="755" cy="8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489" name="Freeform 592">
                  <a:extLst>
                    <a:ext uri="{FF2B5EF4-FFF2-40B4-BE49-F238E27FC236}">
                      <a16:creationId xmlns:a16="http://schemas.microsoft.com/office/drawing/2014/main" id="{E285DBFE-A1C0-DE49-94FA-3F8D49F9AA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6" y="3578"/>
                  <a:ext cx="356" cy="368"/>
                </a:xfrm>
                <a:custGeom>
                  <a:avLst/>
                  <a:gdLst>
                    <a:gd name="T0" fmla="*/ 0 w 356"/>
                    <a:gd name="T1" fmla="*/ 0 h 368"/>
                    <a:gd name="T2" fmla="*/ 300 w 356"/>
                    <a:gd name="T3" fmla="*/ 14 h 368"/>
                    <a:gd name="T4" fmla="*/ 356 w 356"/>
                    <a:gd name="T5" fmla="*/ 294 h 368"/>
                    <a:gd name="T6" fmla="*/ 78 w 356"/>
                    <a:gd name="T7" fmla="*/ 36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12" name="Oval 611">
                <a:extLst>
                  <a:ext uri="{FF2B5EF4-FFF2-40B4-BE49-F238E27FC236}">
                    <a16:creationId xmlns:a16="http://schemas.microsoft.com/office/drawing/2014/main" id="{626C6AB3-E95B-4E45-912D-03BD50D0AB9E}"/>
                  </a:ext>
                </a:extLst>
              </p:cNvPr>
              <p:cNvSpPr/>
              <p:nvPr/>
            </p:nvSpPr>
            <p:spPr>
              <a:xfrm>
                <a:off x="7689254" y="5160841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5" name="Oval 634">
                <a:extLst>
                  <a:ext uri="{FF2B5EF4-FFF2-40B4-BE49-F238E27FC236}">
                    <a16:creationId xmlns:a16="http://schemas.microsoft.com/office/drawing/2014/main" id="{78E6AF30-B350-C649-8449-B69F6002DF42}"/>
                  </a:ext>
                </a:extLst>
              </p:cNvPr>
              <p:cNvSpPr/>
              <p:nvPr/>
            </p:nvSpPr>
            <p:spPr>
              <a:xfrm>
                <a:off x="7680324" y="1814171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8" name="Oval 637">
                <a:extLst>
                  <a:ext uri="{FF2B5EF4-FFF2-40B4-BE49-F238E27FC236}">
                    <a16:creationId xmlns:a16="http://schemas.microsoft.com/office/drawing/2014/main" id="{C1E7801D-A747-164C-BE12-1FDEB3DFE743}"/>
                  </a:ext>
                </a:extLst>
              </p:cNvPr>
              <p:cNvSpPr/>
              <p:nvPr/>
            </p:nvSpPr>
            <p:spPr>
              <a:xfrm>
                <a:off x="9823450" y="5554772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571" name="Group 618">
              <a:extLst>
                <a:ext uri="{FF2B5EF4-FFF2-40B4-BE49-F238E27FC236}">
                  <a16:creationId xmlns:a16="http://schemas.microsoft.com/office/drawing/2014/main" id="{580255E5-A809-CB45-994D-F69BD8D6F8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05845" y="1168489"/>
              <a:ext cx="1065213" cy="965200"/>
              <a:chOff x="4047" y="420"/>
              <a:chExt cx="671" cy="608"/>
            </a:xfrm>
          </p:grpSpPr>
          <p:sp>
            <p:nvSpPr>
              <p:cNvPr id="572" name="Rectangle 227">
                <a:extLst>
                  <a:ext uri="{FF2B5EF4-FFF2-40B4-BE49-F238E27FC236}">
                    <a16:creationId xmlns:a16="http://schemas.microsoft.com/office/drawing/2014/main" id="{B2F29371-16FD-D244-80BF-A52E1D7F8B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6" y="420"/>
                <a:ext cx="426" cy="489"/>
              </a:xfrm>
              <a:prstGeom prst="rect">
                <a:avLst/>
              </a:prstGeom>
              <a:solidFill>
                <a:srgbClr val="0000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75" name="Rectangle 228">
                <a:extLst>
                  <a:ext uri="{FF2B5EF4-FFF2-40B4-BE49-F238E27FC236}">
                    <a16:creationId xmlns:a16="http://schemas.microsoft.com/office/drawing/2014/main" id="{E66B124A-4E8B-D846-A7C2-C34B559B71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5" y="435"/>
                <a:ext cx="435" cy="504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76" name="Rectangle 229">
                <a:extLst>
                  <a:ext uri="{FF2B5EF4-FFF2-40B4-BE49-F238E27FC236}">
                    <a16:creationId xmlns:a16="http://schemas.microsoft.com/office/drawing/2014/main" id="{80574F4D-DD94-2C4B-B4A1-D4DE0E2DC1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1" y="438"/>
                <a:ext cx="426" cy="126"/>
              </a:xfrm>
              <a:prstGeom prst="rect">
                <a:avLst/>
              </a:prstGeom>
              <a:solidFill>
                <a:srgbClr val="C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09" name="Text Box 230">
                <a:extLst>
                  <a:ext uri="{FF2B5EF4-FFF2-40B4-BE49-F238E27FC236}">
                    <a16:creationId xmlns:a16="http://schemas.microsoft.com/office/drawing/2014/main" id="{2EABDC18-53BF-7B40-AB0D-A755F80C07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05" y="421"/>
                <a:ext cx="513" cy="5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application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transport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network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data link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physical</a:t>
                </a: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10" name="Line 231">
                <a:extLst>
                  <a:ext uri="{FF2B5EF4-FFF2-40B4-BE49-F238E27FC236}">
                    <a16:creationId xmlns:a16="http://schemas.microsoft.com/office/drawing/2014/main" id="{E5CDD0A1-21E2-6748-A493-24F315669C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45" y="651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1" name="Line 232">
                <a:extLst>
                  <a:ext uri="{FF2B5EF4-FFF2-40B4-BE49-F238E27FC236}">
                    <a16:creationId xmlns:a16="http://schemas.microsoft.com/office/drawing/2014/main" id="{CDA63567-EA65-5A46-877E-710FE9AD1D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51" y="738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3" name="Line 233">
                <a:extLst>
                  <a:ext uri="{FF2B5EF4-FFF2-40B4-BE49-F238E27FC236}">
                    <a16:creationId xmlns:a16="http://schemas.microsoft.com/office/drawing/2014/main" id="{7FE7B44D-4874-7642-8A70-AE45F5B800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51" y="825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4" name="Freeform 917">
                <a:extLst>
                  <a:ext uri="{FF2B5EF4-FFF2-40B4-BE49-F238E27FC236}">
                    <a16:creationId xmlns:a16="http://schemas.microsoft.com/office/drawing/2014/main" id="{9FBAE6C1-0ABD-B849-B7B3-8C34910CE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7" y="434"/>
                <a:ext cx="192" cy="594"/>
              </a:xfrm>
              <a:custGeom>
                <a:avLst/>
                <a:gdLst>
                  <a:gd name="T0" fmla="*/ 0 w 192"/>
                  <a:gd name="T1" fmla="*/ 594 h 594"/>
                  <a:gd name="T2" fmla="*/ 192 w 192"/>
                  <a:gd name="T3" fmla="*/ 0 h 594"/>
                  <a:gd name="T4" fmla="*/ 192 w 192"/>
                  <a:gd name="T5" fmla="*/ 515 h 594"/>
                  <a:gd name="T6" fmla="*/ 0 w 192"/>
                  <a:gd name="T7" fmla="*/ 594 h 59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2"/>
                  <a:gd name="T13" fmla="*/ 0 h 594"/>
                  <a:gd name="T14" fmla="*/ 192 w 192"/>
                  <a:gd name="T15" fmla="*/ 594 h 59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92" h="594">
                    <a:moveTo>
                      <a:pt x="0" y="594"/>
                    </a:moveTo>
                    <a:lnTo>
                      <a:pt x="192" y="0"/>
                    </a:lnTo>
                    <a:lnTo>
                      <a:pt x="192" y="515"/>
                    </a:lnTo>
                    <a:lnTo>
                      <a:pt x="0" y="594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rgbClr val="CC000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631" name="Group 619">
              <a:extLst>
                <a:ext uri="{FF2B5EF4-FFF2-40B4-BE49-F238E27FC236}">
                  <a16:creationId xmlns:a16="http://schemas.microsoft.com/office/drawing/2014/main" id="{14A407A0-EBD9-3449-9859-9B138D20D5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104523" y="4743539"/>
              <a:ext cx="1050926" cy="974725"/>
              <a:chOff x="4047" y="414"/>
              <a:chExt cx="662" cy="614"/>
            </a:xfrm>
          </p:grpSpPr>
          <p:sp>
            <p:nvSpPr>
              <p:cNvPr id="632" name="Rectangle 227">
                <a:extLst>
                  <a:ext uri="{FF2B5EF4-FFF2-40B4-BE49-F238E27FC236}">
                    <a16:creationId xmlns:a16="http://schemas.microsoft.com/office/drawing/2014/main" id="{875D12D0-0645-B449-8F48-0AC45EE186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6" y="420"/>
                <a:ext cx="426" cy="489"/>
              </a:xfrm>
              <a:prstGeom prst="rect">
                <a:avLst/>
              </a:prstGeom>
              <a:solidFill>
                <a:srgbClr val="0000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33" name="Rectangle 228">
                <a:extLst>
                  <a:ext uri="{FF2B5EF4-FFF2-40B4-BE49-F238E27FC236}">
                    <a16:creationId xmlns:a16="http://schemas.microsoft.com/office/drawing/2014/main" id="{F233A0F6-C3A3-1D47-A777-BFAC1494E3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5" y="435"/>
                <a:ext cx="435" cy="504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34" name="Rectangle 229">
                <a:extLst>
                  <a:ext uri="{FF2B5EF4-FFF2-40B4-BE49-F238E27FC236}">
                    <a16:creationId xmlns:a16="http://schemas.microsoft.com/office/drawing/2014/main" id="{3B52AB0C-7235-834F-A249-28BBCC6D2B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1" y="438"/>
                <a:ext cx="426" cy="126"/>
              </a:xfrm>
              <a:prstGeom prst="rect">
                <a:avLst/>
              </a:prstGeom>
              <a:solidFill>
                <a:srgbClr val="C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36" name="Text Box 230">
                <a:extLst>
                  <a:ext uri="{FF2B5EF4-FFF2-40B4-BE49-F238E27FC236}">
                    <a16:creationId xmlns:a16="http://schemas.microsoft.com/office/drawing/2014/main" id="{9B5B5523-DD29-8F46-BF07-8ECCDD6C78D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96" y="414"/>
                <a:ext cx="513" cy="5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application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transport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network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data link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physical</a:t>
                </a: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37" name="Line 231">
                <a:extLst>
                  <a:ext uri="{FF2B5EF4-FFF2-40B4-BE49-F238E27FC236}">
                    <a16:creationId xmlns:a16="http://schemas.microsoft.com/office/drawing/2014/main" id="{00E57763-CBA1-1542-B749-A48E642E00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45" y="651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9" name="Line 232">
                <a:extLst>
                  <a:ext uri="{FF2B5EF4-FFF2-40B4-BE49-F238E27FC236}">
                    <a16:creationId xmlns:a16="http://schemas.microsoft.com/office/drawing/2014/main" id="{E4657539-B4FE-304C-816A-A074251ABA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51" y="738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0" name="Line 233">
                <a:extLst>
                  <a:ext uri="{FF2B5EF4-FFF2-40B4-BE49-F238E27FC236}">
                    <a16:creationId xmlns:a16="http://schemas.microsoft.com/office/drawing/2014/main" id="{DE0F6076-B3CE-C540-BD00-B77A1E45F5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51" y="825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1" name="Freeform 917">
                <a:extLst>
                  <a:ext uri="{FF2B5EF4-FFF2-40B4-BE49-F238E27FC236}">
                    <a16:creationId xmlns:a16="http://schemas.microsoft.com/office/drawing/2014/main" id="{0111663E-DD9D-6043-8338-8C5285F74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7" y="434"/>
                <a:ext cx="192" cy="594"/>
              </a:xfrm>
              <a:custGeom>
                <a:avLst/>
                <a:gdLst>
                  <a:gd name="T0" fmla="*/ 0 w 192"/>
                  <a:gd name="T1" fmla="*/ 594 h 594"/>
                  <a:gd name="T2" fmla="*/ 192 w 192"/>
                  <a:gd name="T3" fmla="*/ 0 h 594"/>
                  <a:gd name="T4" fmla="*/ 192 w 192"/>
                  <a:gd name="T5" fmla="*/ 515 h 594"/>
                  <a:gd name="T6" fmla="*/ 0 w 192"/>
                  <a:gd name="T7" fmla="*/ 594 h 59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2"/>
                  <a:gd name="T13" fmla="*/ 0 h 594"/>
                  <a:gd name="T14" fmla="*/ 192 w 192"/>
                  <a:gd name="T15" fmla="*/ 594 h 59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92" h="594">
                    <a:moveTo>
                      <a:pt x="0" y="594"/>
                    </a:moveTo>
                    <a:lnTo>
                      <a:pt x="192" y="0"/>
                    </a:lnTo>
                    <a:lnTo>
                      <a:pt x="192" y="515"/>
                    </a:lnTo>
                    <a:lnTo>
                      <a:pt x="0" y="594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rgbClr val="CC000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642" name="Group 628">
              <a:extLst>
                <a:ext uri="{FF2B5EF4-FFF2-40B4-BE49-F238E27FC236}">
                  <a16:creationId xmlns:a16="http://schemas.microsoft.com/office/drawing/2014/main" id="{F65FBC4E-EE37-D144-AFDB-E6C408428C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62986" y="4374557"/>
              <a:ext cx="1060451" cy="965200"/>
              <a:chOff x="4047" y="420"/>
              <a:chExt cx="668" cy="608"/>
            </a:xfrm>
          </p:grpSpPr>
          <p:sp>
            <p:nvSpPr>
              <p:cNvPr id="643" name="Rectangle 227">
                <a:extLst>
                  <a:ext uri="{FF2B5EF4-FFF2-40B4-BE49-F238E27FC236}">
                    <a16:creationId xmlns:a16="http://schemas.microsoft.com/office/drawing/2014/main" id="{E92C3AA2-F23F-C148-8F92-1D04CB5008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6" y="420"/>
                <a:ext cx="426" cy="489"/>
              </a:xfrm>
              <a:prstGeom prst="rect">
                <a:avLst/>
              </a:prstGeom>
              <a:solidFill>
                <a:srgbClr val="0000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44" name="Rectangle 228">
                <a:extLst>
                  <a:ext uri="{FF2B5EF4-FFF2-40B4-BE49-F238E27FC236}">
                    <a16:creationId xmlns:a16="http://schemas.microsoft.com/office/drawing/2014/main" id="{6330CAEB-E474-6241-9D9F-EEB5C50916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5" y="435"/>
                <a:ext cx="435" cy="504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45" name="Rectangle 229">
                <a:extLst>
                  <a:ext uri="{FF2B5EF4-FFF2-40B4-BE49-F238E27FC236}">
                    <a16:creationId xmlns:a16="http://schemas.microsoft.com/office/drawing/2014/main" id="{AFA24D83-EF79-8246-AE25-393D0CCB23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1" y="438"/>
                <a:ext cx="426" cy="126"/>
              </a:xfrm>
              <a:prstGeom prst="rect">
                <a:avLst/>
              </a:prstGeom>
              <a:solidFill>
                <a:srgbClr val="C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46" name="Text Box 230">
                <a:extLst>
                  <a:ext uri="{FF2B5EF4-FFF2-40B4-BE49-F238E27FC236}">
                    <a16:creationId xmlns:a16="http://schemas.microsoft.com/office/drawing/2014/main" id="{3EEA565E-691A-5943-B9C1-2FBC1E5B7FC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02" y="423"/>
                <a:ext cx="513" cy="5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application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transport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network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data link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physical</a:t>
                </a: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47" name="Line 231">
                <a:extLst>
                  <a:ext uri="{FF2B5EF4-FFF2-40B4-BE49-F238E27FC236}">
                    <a16:creationId xmlns:a16="http://schemas.microsoft.com/office/drawing/2014/main" id="{8E2DC1D5-A1BA-E349-B4E3-5CB27DD1FF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45" y="651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8" name="Line 232">
                <a:extLst>
                  <a:ext uri="{FF2B5EF4-FFF2-40B4-BE49-F238E27FC236}">
                    <a16:creationId xmlns:a16="http://schemas.microsoft.com/office/drawing/2014/main" id="{0D97E1EE-0440-9746-9909-8846196F33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51" y="738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9" name="Line 233">
                <a:extLst>
                  <a:ext uri="{FF2B5EF4-FFF2-40B4-BE49-F238E27FC236}">
                    <a16:creationId xmlns:a16="http://schemas.microsoft.com/office/drawing/2014/main" id="{9453EBF5-7BBF-8943-8161-7DEB7997BF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51" y="825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0" name="Freeform 917">
                <a:extLst>
                  <a:ext uri="{FF2B5EF4-FFF2-40B4-BE49-F238E27FC236}">
                    <a16:creationId xmlns:a16="http://schemas.microsoft.com/office/drawing/2014/main" id="{B9EE01B3-0624-134E-8FD0-E4ADEDFD2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7" y="434"/>
                <a:ext cx="192" cy="594"/>
              </a:xfrm>
              <a:custGeom>
                <a:avLst/>
                <a:gdLst>
                  <a:gd name="T0" fmla="*/ 0 w 192"/>
                  <a:gd name="T1" fmla="*/ 594 h 594"/>
                  <a:gd name="T2" fmla="*/ 192 w 192"/>
                  <a:gd name="T3" fmla="*/ 0 h 594"/>
                  <a:gd name="T4" fmla="*/ 192 w 192"/>
                  <a:gd name="T5" fmla="*/ 515 h 594"/>
                  <a:gd name="T6" fmla="*/ 0 w 192"/>
                  <a:gd name="T7" fmla="*/ 594 h 59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2"/>
                  <a:gd name="T13" fmla="*/ 0 h 594"/>
                  <a:gd name="T14" fmla="*/ 192 w 192"/>
                  <a:gd name="T15" fmla="*/ 594 h 59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92" h="594">
                    <a:moveTo>
                      <a:pt x="0" y="594"/>
                    </a:moveTo>
                    <a:lnTo>
                      <a:pt x="192" y="0"/>
                    </a:lnTo>
                    <a:lnTo>
                      <a:pt x="192" y="515"/>
                    </a:lnTo>
                    <a:lnTo>
                      <a:pt x="0" y="594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rgbClr val="CC000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51" name="Line 913">
              <a:extLst>
                <a:ext uri="{FF2B5EF4-FFF2-40B4-BE49-F238E27FC236}">
                  <a16:creationId xmlns:a16="http://schemas.microsoft.com/office/drawing/2014/main" id="{47A3D5AF-94CC-B24F-922A-C603CC0A5A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998030" y="4451439"/>
              <a:ext cx="1290637" cy="541337"/>
            </a:xfrm>
            <a:prstGeom prst="line">
              <a:avLst/>
            </a:prstGeom>
            <a:noFill/>
            <a:ln w="76200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2" name="Line 911">
              <a:extLst>
                <a:ext uri="{FF2B5EF4-FFF2-40B4-BE49-F238E27FC236}">
                  <a16:creationId xmlns:a16="http://schemas.microsoft.com/office/drawing/2014/main" id="{8E6A54E5-62F1-544B-AE41-5137E62BFC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93280" y="1325651"/>
              <a:ext cx="1700212" cy="3386138"/>
            </a:xfrm>
            <a:prstGeom prst="line">
              <a:avLst/>
            </a:prstGeom>
            <a:noFill/>
            <a:ln w="76200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61" name="Group 950">
              <a:extLst>
                <a:ext uri="{FF2B5EF4-FFF2-40B4-BE49-F238E27FC236}">
                  <a16:creationId xmlns:a16="http://schemas.microsoft.com/office/drawing/2014/main" id="{221CDB90-F15F-3B40-BE7C-5642BDA8CF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002508" y="5616400"/>
              <a:ext cx="214974" cy="403920"/>
              <a:chOff x="4140" y="429"/>
              <a:chExt cx="1425" cy="2396"/>
            </a:xfrm>
          </p:grpSpPr>
          <p:sp>
            <p:nvSpPr>
              <p:cNvPr id="662" name="Freeform 951">
                <a:extLst>
                  <a:ext uri="{FF2B5EF4-FFF2-40B4-BE49-F238E27FC236}">
                    <a16:creationId xmlns:a16="http://schemas.microsoft.com/office/drawing/2014/main" id="{3F5BE32F-BF2D-5D43-A3F8-8015366B9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3" name="Rectangle 952">
                <a:extLst>
                  <a:ext uri="{FF2B5EF4-FFF2-40B4-BE49-F238E27FC236}">
                    <a16:creationId xmlns:a16="http://schemas.microsoft.com/office/drawing/2014/main" id="{74DD6C49-0B6B-3445-ABF4-46D45AE697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64" name="Freeform 953">
                <a:extLst>
                  <a:ext uri="{FF2B5EF4-FFF2-40B4-BE49-F238E27FC236}">
                    <a16:creationId xmlns:a16="http://schemas.microsoft.com/office/drawing/2014/main" id="{20913D95-E88A-A848-9963-B3BA4505F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5" name="Freeform 954">
                <a:extLst>
                  <a:ext uri="{FF2B5EF4-FFF2-40B4-BE49-F238E27FC236}">
                    <a16:creationId xmlns:a16="http://schemas.microsoft.com/office/drawing/2014/main" id="{0DE93F6C-FE6F-AA44-96FD-B6D85A46D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6" name="Rectangle 955">
                <a:extLst>
                  <a:ext uri="{FF2B5EF4-FFF2-40B4-BE49-F238E27FC236}">
                    <a16:creationId xmlns:a16="http://schemas.microsoft.com/office/drawing/2014/main" id="{529745F5-82EA-8148-9AA1-BA608BD7BE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667" name="Group 956">
                <a:extLst>
                  <a:ext uri="{FF2B5EF4-FFF2-40B4-BE49-F238E27FC236}">
                    <a16:creationId xmlns:a16="http://schemas.microsoft.com/office/drawing/2014/main" id="{B8FB9448-22B7-FE4A-8748-ABEF4BEADF5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692" name="AutoShape 957">
                  <a:extLst>
                    <a:ext uri="{FF2B5EF4-FFF2-40B4-BE49-F238E27FC236}">
                      <a16:creationId xmlns:a16="http://schemas.microsoft.com/office/drawing/2014/main" id="{EADB5D3D-04E2-EF48-B58E-48F7BABA0B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93" name="AutoShape 958">
                  <a:extLst>
                    <a:ext uri="{FF2B5EF4-FFF2-40B4-BE49-F238E27FC236}">
                      <a16:creationId xmlns:a16="http://schemas.microsoft.com/office/drawing/2014/main" id="{F98E41BE-EA39-754F-82C7-36D93FBD74F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668" name="Rectangle 959">
                <a:extLst>
                  <a:ext uri="{FF2B5EF4-FFF2-40B4-BE49-F238E27FC236}">
                    <a16:creationId xmlns:a16="http://schemas.microsoft.com/office/drawing/2014/main" id="{327755D1-B209-404D-9363-9EDC28F7F3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669" name="Group 960">
                <a:extLst>
                  <a:ext uri="{FF2B5EF4-FFF2-40B4-BE49-F238E27FC236}">
                    <a16:creationId xmlns:a16="http://schemas.microsoft.com/office/drawing/2014/main" id="{26E2E8A6-CFB6-044F-85B5-1DAAEA7FA1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690" name="AutoShape 961">
                  <a:extLst>
                    <a:ext uri="{FF2B5EF4-FFF2-40B4-BE49-F238E27FC236}">
                      <a16:creationId xmlns:a16="http://schemas.microsoft.com/office/drawing/2014/main" id="{17D69473-78FB-C74F-B4D2-8D565D3F9D8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91" name="AutoShape 962">
                  <a:extLst>
                    <a:ext uri="{FF2B5EF4-FFF2-40B4-BE49-F238E27FC236}">
                      <a16:creationId xmlns:a16="http://schemas.microsoft.com/office/drawing/2014/main" id="{17A1D2AB-658B-704B-AE35-B18C119E5AC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670" name="Rectangle 963">
                <a:extLst>
                  <a:ext uri="{FF2B5EF4-FFF2-40B4-BE49-F238E27FC236}">
                    <a16:creationId xmlns:a16="http://schemas.microsoft.com/office/drawing/2014/main" id="{F2475D91-5410-684E-A143-AE723E9081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71" name="Rectangle 964">
                <a:extLst>
                  <a:ext uri="{FF2B5EF4-FFF2-40B4-BE49-F238E27FC236}">
                    <a16:creationId xmlns:a16="http://schemas.microsoft.com/office/drawing/2014/main" id="{88C09684-E90D-B34B-AA01-5F070FE819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672" name="Group 965">
                <a:extLst>
                  <a:ext uri="{FF2B5EF4-FFF2-40B4-BE49-F238E27FC236}">
                    <a16:creationId xmlns:a16="http://schemas.microsoft.com/office/drawing/2014/main" id="{8ACC4595-9F78-AF46-887A-914807075EB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688" name="AutoShape 966">
                  <a:extLst>
                    <a:ext uri="{FF2B5EF4-FFF2-40B4-BE49-F238E27FC236}">
                      <a16:creationId xmlns:a16="http://schemas.microsoft.com/office/drawing/2014/main" id="{0A202C7C-1909-AC47-A2CA-695CE34F55E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89" name="AutoShape 967">
                  <a:extLst>
                    <a:ext uri="{FF2B5EF4-FFF2-40B4-BE49-F238E27FC236}">
                      <a16:creationId xmlns:a16="http://schemas.microsoft.com/office/drawing/2014/main" id="{E346AA42-C439-DA48-84D9-5D4DD0ABF0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673" name="Freeform 968">
                <a:extLst>
                  <a:ext uri="{FF2B5EF4-FFF2-40B4-BE49-F238E27FC236}">
                    <a16:creationId xmlns:a16="http://schemas.microsoft.com/office/drawing/2014/main" id="{5FD4884A-2CB1-894E-8CB9-2067C75F0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74" name="Group 969">
                <a:extLst>
                  <a:ext uri="{FF2B5EF4-FFF2-40B4-BE49-F238E27FC236}">
                    <a16:creationId xmlns:a16="http://schemas.microsoft.com/office/drawing/2014/main" id="{B2CB40CE-804C-0948-841C-9A509EE86B2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686" name="AutoShape 970">
                  <a:extLst>
                    <a:ext uri="{FF2B5EF4-FFF2-40B4-BE49-F238E27FC236}">
                      <a16:creationId xmlns:a16="http://schemas.microsoft.com/office/drawing/2014/main" id="{58614F2D-DA1A-F842-A886-A2F0D8C2BAF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87" name="AutoShape 971">
                  <a:extLst>
                    <a:ext uri="{FF2B5EF4-FFF2-40B4-BE49-F238E27FC236}">
                      <a16:creationId xmlns:a16="http://schemas.microsoft.com/office/drawing/2014/main" id="{8B641E3D-5D3B-2B4B-B634-292AB1DA657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675" name="Rectangle 972">
                <a:extLst>
                  <a:ext uri="{FF2B5EF4-FFF2-40B4-BE49-F238E27FC236}">
                    <a16:creationId xmlns:a16="http://schemas.microsoft.com/office/drawing/2014/main" id="{34776F72-1048-254B-9F43-F004B26E0C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76" name="Freeform 973">
                <a:extLst>
                  <a:ext uri="{FF2B5EF4-FFF2-40B4-BE49-F238E27FC236}">
                    <a16:creationId xmlns:a16="http://schemas.microsoft.com/office/drawing/2014/main" id="{A2E37FDF-DD02-AA46-A996-DF9614588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7" name="Freeform 974">
                <a:extLst>
                  <a:ext uri="{FF2B5EF4-FFF2-40B4-BE49-F238E27FC236}">
                    <a16:creationId xmlns:a16="http://schemas.microsoft.com/office/drawing/2014/main" id="{5E599968-E309-0C41-A6E5-1A2E8D0D7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8" name="Oval 975">
                <a:extLst>
                  <a:ext uri="{FF2B5EF4-FFF2-40B4-BE49-F238E27FC236}">
                    <a16:creationId xmlns:a16="http://schemas.microsoft.com/office/drawing/2014/main" id="{8B76954B-B2F9-7644-B168-314EF4AAF2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79" name="Freeform 976">
                <a:extLst>
                  <a:ext uri="{FF2B5EF4-FFF2-40B4-BE49-F238E27FC236}">
                    <a16:creationId xmlns:a16="http://schemas.microsoft.com/office/drawing/2014/main" id="{D9EAE5CF-636D-F54A-8351-01EA3167D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0" name="AutoShape 977">
                <a:extLst>
                  <a:ext uri="{FF2B5EF4-FFF2-40B4-BE49-F238E27FC236}">
                    <a16:creationId xmlns:a16="http://schemas.microsoft.com/office/drawing/2014/main" id="{BA3B7F84-E639-E547-B5C6-A02DC55829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1" name="AutoShape 978">
                <a:extLst>
                  <a:ext uri="{FF2B5EF4-FFF2-40B4-BE49-F238E27FC236}">
                    <a16:creationId xmlns:a16="http://schemas.microsoft.com/office/drawing/2014/main" id="{0442B1DD-1D97-9F4D-B5C4-F5A4F4BB48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2" name="Oval 979">
                <a:extLst>
                  <a:ext uri="{FF2B5EF4-FFF2-40B4-BE49-F238E27FC236}">
                    <a16:creationId xmlns:a16="http://schemas.microsoft.com/office/drawing/2014/main" id="{EA6FE86C-D41E-1949-A3C7-77647ACF0C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3" name="Oval 980">
                <a:extLst>
                  <a:ext uri="{FF2B5EF4-FFF2-40B4-BE49-F238E27FC236}">
                    <a16:creationId xmlns:a16="http://schemas.microsoft.com/office/drawing/2014/main" id="{38AA7182-25E5-E442-9745-7BAF64CEAA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4" name="Oval 981">
                <a:extLst>
                  <a:ext uri="{FF2B5EF4-FFF2-40B4-BE49-F238E27FC236}">
                    <a16:creationId xmlns:a16="http://schemas.microsoft.com/office/drawing/2014/main" id="{16842D0E-A2D6-0745-B8FB-E328BE5B32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5" name="Rectangle 982">
                <a:extLst>
                  <a:ext uri="{FF2B5EF4-FFF2-40B4-BE49-F238E27FC236}">
                    <a16:creationId xmlns:a16="http://schemas.microsoft.com/office/drawing/2014/main" id="{8F08011A-E991-A946-A958-0A487EA356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55900667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Client-server </a:t>
            </a:r>
            <a:r>
              <a:rPr lang="en-US" altLang="en-US" dirty="0">
                <a:ea typeface="ＭＳ Ｐゴシック" panose="020B0600070205080204" pitchFamily="34" charset="-128"/>
              </a:rPr>
              <a:t>p</a:t>
            </a:r>
            <a:r>
              <a:rPr lang="en-US" altLang="en-US" sz="4400" dirty="0">
                <a:ea typeface="ＭＳ Ｐゴシック" panose="020B0600070205080204" pitchFamily="34" charset="-128"/>
              </a:rPr>
              <a:t>aradigm</a:t>
            </a:r>
            <a:endParaRPr lang="en-US" sz="4400" dirty="0"/>
          </a:p>
        </p:txBody>
      </p:sp>
      <p:sp>
        <p:nvSpPr>
          <p:cNvPr id="656" name="Content Placeholder 3">
            <a:extLst>
              <a:ext uri="{FF2B5EF4-FFF2-40B4-BE49-F238E27FC236}">
                <a16:creationId xmlns:a16="http://schemas.microsoft.com/office/drawing/2014/main" id="{97C6B0DF-3B81-1046-A02E-98C8247EB000}"/>
              </a:ext>
            </a:extLst>
          </p:cNvPr>
          <p:cNvSpPr txBox="1">
            <a:spLocks/>
          </p:cNvSpPr>
          <p:nvPr/>
        </p:nvSpPr>
        <p:spPr>
          <a:xfrm>
            <a:off x="889178" y="1260346"/>
            <a:ext cx="5968498" cy="4974698"/>
          </a:xfrm>
          <a:prstGeom prst="rect">
            <a:avLst/>
          </a:prstGeom>
        </p:spPr>
        <p:txBody>
          <a:bodyPr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server: </a:t>
            </a:r>
          </a:p>
          <a:p>
            <a:pPr marL="466725" marR="0" lvl="0" indent="-233363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always-on host</a:t>
            </a:r>
          </a:p>
          <a:p>
            <a:pPr marL="466725" marR="0" lvl="0" indent="-233363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permanent IP address</a:t>
            </a:r>
          </a:p>
          <a:p>
            <a:pPr marL="466725" marR="0" lvl="0" indent="-233363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often in data centers, for scaling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ct val="75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clients:</a:t>
            </a:r>
          </a:p>
          <a:p>
            <a:pPr marL="466725" marR="0" lvl="0" indent="-233363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contact, communicate with server</a:t>
            </a:r>
          </a:p>
          <a:p>
            <a:pPr marL="466725" marR="0" lvl="0" indent="-233363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may be intermittently connected</a:t>
            </a:r>
          </a:p>
          <a:p>
            <a:pPr marL="466725" marR="0" lvl="0" indent="-233363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may have dynamic IP addresses</a:t>
            </a:r>
          </a:p>
          <a:p>
            <a:pPr marL="466725" marR="0" lvl="0" indent="-233363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do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not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communicate directly with each other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examples: HTTP, IMAP, FTP</a:t>
            </a:r>
          </a:p>
        </p:txBody>
      </p:sp>
      <p:grpSp>
        <p:nvGrpSpPr>
          <p:cNvPr id="2" name="Group 1" descr="Our standard Internet example showing clients are servers">
            <a:extLst>
              <a:ext uri="{FF2B5EF4-FFF2-40B4-BE49-F238E27FC236}">
                <a16:creationId xmlns:a16="http://schemas.microsoft.com/office/drawing/2014/main" id="{086EFBDB-EFE4-6A18-6D05-FB599D4E7DDE}"/>
              </a:ext>
            </a:extLst>
          </p:cNvPr>
          <p:cNvGrpSpPr/>
          <p:nvPr/>
        </p:nvGrpSpPr>
        <p:grpSpPr>
          <a:xfrm>
            <a:off x="6539916" y="1365914"/>
            <a:ext cx="5359400" cy="4982508"/>
            <a:chOff x="6539916" y="1365914"/>
            <a:chExt cx="5359400" cy="4982508"/>
          </a:xfrm>
        </p:grpSpPr>
        <p:sp>
          <p:nvSpPr>
            <p:cNvPr id="371" name="Freeform 370">
              <a:extLst>
                <a:ext uri="{FF2B5EF4-FFF2-40B4-BE49-F238E27FC236}">
                  <a16:creationId xmlns:a16="http://schemas.microsoft.com/office/drawing/2014/main" id="{21662630-62BB-AE4A-A779-AEACD21E6D7C}"/>
                </a:ext>
              </a:extLst>
            </p:cNvPr>
            <p:cNvSpPr/>
            <p:nvPr/>
          </p:nvSpPr>
          <p:spPr>
            <a:xfrm>
              <a:off x="8985188" y="3065778"/>
              <a:ext cx="1124807" cy="133791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82604 w 1558990"/>
                <a:gd name="connsiteY0" fmla="*/ 534641 h 1810599"/>
                <a:gd name="connsiteX1" fmla="*/ 22252 w 1558990"/>
                <a:gd name="connsiteY1" fmla="*/ 940200 h 1810599"/>
                <a:gd name="connsiteX2" fmla="*/ 167457 w 1558990"/>
                <a:gd name="connsiteY2" fmla="*/ 1672556 h 1810599"/>
                <a:gd name="connsiteX3" fmla="*/ 1208772 w 1558990"/>
                <a:gd name="connsiteY3" fmla="*/ 1775650 h 1810599"/>
                <a:gd name="connsiteX4" fmla="*/ 1543003 w 1558990"/>
                <a:gd name="connsiteY4" fmla="*/ 1257671 h 1810599"/>
                <a:gd name="connsiteX5" fmla="*/ 1490762 w 1558990"/>
                <a:gd name="connsiteY5" fmla="*/ 672856 h 1810599"/>
                <a:gd name="connsiteX6" fmla="*/ 1359176 w 1558990"/>
                <a:gd name="connsiteY6" fmla="*/ 154877 h 1810599"/>
                <a:gd name="connsiteX7" fmla="*/ 861336 w 1558990"/>
                <a:gd name="connsiteY7" fmla="*/ 21205 h 1810599"/>
                <a:gd name="connsiteX8" fmla="*/ 382604 w 1558990"/>
                <a:gd name="connsiteY8" fmla="*/ 534641 h 1810599"/>
                <a:gd name="connsiteX0" fmla="*/ 393458 w 1593840"/>
                <a:gd name="connsiteY0" fmla="*/ 534641 h 1793264"/>
                <a:gd name="connsiteX1" fmla="*/ 33106 w 1593840"/>
                <a:gd name="connsiteY1" fmla="*/ 940200 h 1793264"/>
                <a:gd name="connsiteX2" fmla="*/ 178311 w 1593840"/>
                <a:gd name="connsiteY2" fmla="*/ 1672556 h 1793264"/>
                <a:gd name="connsiteX3" fmla="*/ 1464139 w 1593840"/>
                <a:gd name="connsiteY3" fmla="*/ 1752440 h 1793264"/>
                <a:gd name="connsiteX4" fmla="*/ 1553857 w 1593840"/>
                <a:gd name="connsiteY4" fmla="*/ 1257671 h 1793264"/>
                <a:gd name="connsiteX5" fmla="*/ 1501616 w 1593840"/>
                <a:gd name="connsiteY5" fmla="*/ 672856 h 1793264"/>
                <a:gd name="connsiteX6" fmla="*/ 1370030 w 1593840"/>
                <a:gd name="connsiteY6" fmla="*/ 154877 h 1793264"/>
                <a:gd name="connsiteX7" fmla="*/ 872190 w 1593840"/>
                <a:gd name="connsiteY7" fmla="*/ 21205 h 1793264"/>
                <a:gd name="connsiteX8" fmla="*/ 393458 w 1593840"/>
                <a:gd name="connsiteY8" fmla="*/ 534641 h 1793264"/>
                <a:gd name="connsiteX0" fmla="*/ 393458 w 1566550"/>
                <a:gd name="connsiteY0" fmla="*/ 534641 h 1840341"/>
                <a:gd name="connsiteX1" fmla="*/ 33106 w 1566550"/>
                <a:gd name="connsiteY1" fmla="*/ 940200 h 1840341"/>
                <a:gd name="connsiteX2" fmla="*/ 178311 w 1566550"/>
                <a:gd name="connsiteY2" fmla="*/ 1672556 h 1840341"/>
                <a:gd name="connsiteX3" fmla="*/ 1464139 w 1566550"/>
                <a:gd name="connsiteY3" fmla="*/ 1752440 h 1840341"/>
                <a:gd name="connsiteX4" fmla="*/ 1553857 w 1566550"/>
                <a:gd name="connsiteY4" fmla="*/ 1257671 h 1840341"/>
                <a:gd name="connsiteX5" fmla="*/ 1501616 w 1566550"/>
                <a:gd name="connsiteY5" fmla="*/ 672856 h 1840341"/>
                <a:gd name="connsiteX6" fmla="*/ 1370030 w 1566550"/>
                <a:gd name="connsiteY6" fmla="*/ 154877 h 1840341"/>
                <a:gd name="connsiteX7" fmla="*/ 872190 w 1566550"/>
                <a:gd name="connsiteY7" fmla="*/ 21205 h 1840341"/>
                <a:gd name="connsiteX8" fmla="*/ 393458 w 1566550"/>
                <a:gd name="connsiteY8" fmla="*/ 534641 h 1840341"/>
                <a:gd name="connsiteX0" fmla="*/ 393458 w 1555557"/>
                <a:gd name="connsiteY0" fmla="*/ 534641 h 1787187"/>
                <a:gd name="connsiteX1" fmla="*/ 33106 w 1555557"/>
                <a:gd name="connsiteY1" fmla="*/ 940200 h 1787187"/>
                <a:gd name="connsiteX2" fmla="*/ 178311 w 1555557"/>
                <a:gd name="connsiteY2" fmla="*/ 1672556 h 1787187"/>
                <a:gd name="connsiteX3" fmla="*/ 1464139 w 1555557"/>
                <a:gd name="connsiteY3" fmla="*/ 1752440 h 1787187"/>
                <a:gd name="connsiteX4" fmla="*/ 1553857 w 1555557"/>
                <a:gd name="connsiteY4" fmla="*/ 1257671 h 1787187"/>
                <a:gd name="connsiteX5" fmla="*/ 1501616 w 1555557"/>
                <a:gd name="connsiteY5" fmla="*/ 672856 h 1787187"/>
                <a:gd name="connsiteX6" fmla="*/ 1370030 w 1555557"/>
                <a:gd name="connsiteY6" fmla="*/ 154877 h 1787187"/>
                <a:gd name="connsiteX7" fmla="*/ 872190 w 1555557"/>
                <a:gd name="connsiteY7" fmla="*/ 21205 h 1787187"/>
                <a:gd name="connsiteX8" fmla="*/ 393458 w 1555557"/>
                <a:gd name="connsiteY8" fmla="*/ 534641 h 1787187"/>
                <a:gd name="connsiteX0" fmla="*/ 401126 w 1664928"/>
                <a:gd name="connsiteY0" fmla="*/ 534641 h 1783934"/>
                <a:gd name="connsiteX1" fmla="*/ 40774 w 1664928"/>
                <a:gd name="connsiteY1" fmla="*/ 940200 h 1783934"/>
                <a:gd name="connsiteX2" fmla="*/ 185979 w 1664928"/>
                <a:gd name="connsiteY2" fmla="*/ 1672556 h 1783934"/>
                <a:gd name="connsiteX3" fmla="*/ 1618513 w 1664928"/>
                <a:gd name="connsiteY3" fmla="*/ 1747798 h 1783934"/>
                <a:gd name="connsiteX4" fmla="*/ 1561525 w 1664928"/>
                <a:gd name="connsiteY4" fmla="*/ 1257671 h 1783934"/>
                <a:gd name="connsiteX5" fmla="*/ 1509284 w 1664928"/>
                <a:gd name="connsiteY5" fmla="*/ 672856 h 1783934"/>
                <a:gd name="connsiteX6" fmla="*/ 1377698 w 1664928"/>
                <a:gd name="connsiteY6" fmla="*/ 154877 h 1783934"/>
                <a:gd name="connsiteX7" fmla="*/ 879858 w 1664928"/>
                <a:gd name="connsiteY7" fmla="*/ 21205 h 1783934"/>
                <a:gd name="connsiteX8" fmla="*/ 401126 w 1664928"/>
                <a:gd name="connsiteY8" fmla="*/ 534641 h 1783934"/>
                <a:gd name="connsiteX0" fmla="*/ 408119 w 1718774"/>
                <a:gd name="connsiteY0" fmla="*/ 534641 h 1826522"/>
                <a:gd name="connsiteX1" fmla="*/ 47767 w 1718774"/>
                <a:gd name="connsiteY1" fmla="*/ 940200 h 1826522"/>
                <a:gd name="connsiteX2" fmla="*/ 179001 w 1718774"/>
                <a:gd name="connsiteY2" fmla="*/ 1742186 h 1826522"/>
                <a:gd name="connsiteX3" fmla="*/ 1625506 w 1718774"/>
                <a:gd name="connsiteY3" fmla="*/ 1747798 h 1826522"/>
                <a:gd name="connsiteX4" fmla="*/ 1568518 w 1718774"/>
                <a:gd name="connsiteY4" fmla="*/ 1257671 h 1826522"/>
                <a:gd name="connsiteX5" fmla="*/ 1516277 w 1718774"/>
                <a:gd name="connsiteY5" fmla="*/ 672856 h 1826522"/>
                <a:gd name="connsiteX6" fmla="*/ 1384691 w 1718774"/>
                <a:gd name="connsiteY6" fmla="*/ 154877 h 1826522"/>
                <a:gd name="connsiteX7" fmla="*/ 886851 w 1718774"/>
                <a:gd name="connsiteY7" fmla="*/ 21205 h 1826522"/>
                <a:gd name="connsiteX8" fmla="*/ 408119 w 1718774"/>
                <a:gd name="connsiteY8" fmla="*/ 534641 h 1826522"/>
                <a:gd name="connsiteX0" fmla="*/ 477759 w 1796623"/>
                <a:gd name="connsiteY0" fmla="*/ 534641 h 1818043"/>
                <a:gd name="connsiteX1" fmla="*/ 117407 w 1796623"/>
                <a:gd name="connsiteY1" fmla="*/ 940200 h 1818043"/>
                <a:gd name="connsiteX2" fmla="*/ 136864 w 1796623"/>
                <a:gd name="connsiteY2" fmla="*/ 1728260 h 1818043"/>
                <a:gd name="connsiteX3" fmla="*/ 1695146 w 1796623"/>
                <a:gd name="connsiteY3" fmla="*/ 1747798 h 1818043"/>
                <a:gd name="connsiteX4" fmla="*/ 1638158 w 1796623"/>
                <a:gd name="connsiteY4" fmla="*/ 1257671 h 1818043"/>
                <a:gd name="connsiteX5" fmla="*/ 1585917 w 1796623"/>
                <a:gd name="connsiteY5" fmla="*/ 672856 h 1818043"/>
                <a:gd name="connsiteX6" fmla="*/ 1454331 w 1796623"/>
                <a:gd name="connsiteY6" fmla="*/ 154877 h 1818043"/>
                <a:gd name="connsiteX7" fmla="*/ 956491 w 1796623"/>
                <a:gd name="connsiteY7" fmla="*/ 21205 h 1818043"/>
                <a:gd name="connsiteX8" fmla="*/ 477759 w 1796623"/>
                <a:gd name="connsiteY8" fmla="*/ 534641 h 1818043"/>
                <a:gd name="connsiteX0" fmla="*/ 396783 w 1688820"/>
                <a:gd name="connsiteY0" fmla="*/ 534641 h 1815615"/>
                <a:gd name="connsiteX1" fmla="*/ 36431 w 1688820"/>
                <a:gd name="connsiteY1" fmla="*/ 940200 h 1815615"/>
                <a:gd name="connsiteX2" fmla="*/ 55888 w 1688820"/>
                <a:gd name="connsiteY2" fmla="*/ 1728260 h 1815615"/>
                <a:gd name="connsiteX3" fmla="*/ 421834 w 1688820"/>
                <a:gd name="connsiteY3" fmla="*/ 1798118 h 1815615"/>
                <a:gd name="connsiteX4" fmla="*/ 1614170 w 1688820"/>
                <a:gd name="connsiteY4" fmla="*/ 1747798 h 1815615"/>
                <a:gd name="connsiteX5" fmla="*/ 1557182 w 1688820"/>
                <a:gd name="connsiteY5" fmla="*/ 1257671 h 1815615"/>
                <a:gd name="connsiteX6" fmla="*/ 1504941 w 1688820"/>
                <a:gd name="connsiteY6" fmla="*/ 672856 h 1815615"/>
                <a:gd name="connsiteX7" fmla="*/ 1373355 w 1688820"/>
                <a:gd name="connsiteY7" fmla="*/ 154877 h 1815615"/>
                <a:gd name="connsiteX8" fmla="*/ 875515 w 1688820"/>
                <a:gd name="connsiteY8" fmla="*/ 21205 h 1815615"/>
                <a:gd name="connsiteX9" fmla="*/ 396783 w 1688820"/>
                <a:gd name="connsiteY9" fmla="*/ 534641 h 1815615"/>
                <a:gd name="connsiteX0" fmla="*/ 394951 w 1689541"/>
                <a:gd name="connsiteY0" fmla="*/ 534641 h 1877271"/>
                <a:gd name="connsiteX1" fmla="*/ 34599 w 1689541"/>
                <a:gd name="connsiteY1" fmla="*/ 940200 h 1877271"/>
                <a:gd name="connsiteX2" fmla="*/ 54056 w 1689541"/>
                <a:gd name="connsiteY2" fmla="*/ 1728260 h 1877271"/>
                <a:gd name="connsiteX3" fmla="*/ 385071 w 1689541"/>
                <a:gd name="connsiteY3" fmla="*/ 1877032 h 1877271"/>
                <a:gd name="connsiteX4" fmla="*/ 1612338 w 1689541"/>
                <a:gd name="connsiteY4" fmla="*/ 1747798 h 1877271"/>
                <a:gd name="connsiteX5" fmla="*/ 1555350 w 1689541"/>
                <a:gd name="connsiteY5" fmla="*/ 1257671 h 1877271"/>
                <a:gd name="connsiteX6" fmla="*/ 1503109 w 1689541"/>
                <a:gd name="connsiteY6" fmla="*/ 672856 h 1877271"/>
                <a:gd name="connsiteX7" fmla="*/ 1371523 w 1689541"/>
                <a:gd name="connsiteY7" fmla="*/ 154877 h 1877271"/>
                <a:gd name="connsiteX8" fmla="*/ 873683 w 1689541"/>
                <a:gd name="connsiteY8" fmla="*/ 21205 h 1877271"/>
                <a:gd name="connsiteX9" fmla="*/ 394951 w 1689541"/>
                <a:gd name="connsiteY9" fmla="*/ 534641 h 1877271"/>
                <a:gd name="connsiteX0" fmla="*/ 394949 w 1689541"/>
                <a:gd name="connsiteY0" fmla="*/ 534641 h 1877032"/>
                <a:gd name="connsiteX1" fmla="*/ 34597 w 1689541"/>
                <a:gd name="connsiteY1" fmla="*/ 940200 h 1877032"/>
                <a:gd name="connsiteX2" fmla="*/ 54054 w 1689541"/>
                <a:gd name="connsiteY2" fmla="*/ 1728260 h 1877032"/>
                <a:gd name="connsiteX3" fmla="*/ 385069 w 1689541"/>
                <a:gd name="connsiteY3" fmla="*/ 1877032 h 1877032"/>
                <a:gd name="connsiteX4" fmla="*/ 1612336 w 1689541"/>
                <a:gd name="connsiteY4" fmla="*/ 1747798 h 1877032"/>
                <a:gd name="connsiteX5" fmla="*/ 1555348 w 1689541"/>
                <a:gd name="connsiteY5" fmla="*/ 1257671 h 1877032"/>
                <a:gd name="connsiteX6" fmla="*/ 1503107 w 1689541"/>
                <a:gd name="connsiteY6" fmla="*/ 672856 h 1877032"/>
                <a:gd name="connsiteX7" fmla="*/ 1371521 w 1689541"/>
                <a:gd name="connsiteY7" fmla="*/ 154877 h 1877032"/>
                <a:gd name="connsiteX8" fmla="*/ 873681 w 1689541"/>
                <a:gd name="connsiteY8" fmla="*/ 21205 h 1877032"/>
                <a:gd name="connsiteX9" fmla="*/ 394949 w 1689541"/>
                <a:gd name="connsiteY9" fmla="*/ 534641 h 1877032"/>
                <a:gd name="connsiteX0" fmla="*/ 394949 w 1683795"/>
                <a:gd name="connsiteY0" fmla="*/ 534641 h 1877032"/>
                <a:gd name="connsiteX1" fmla="*/ 34597 w 1683795"/>
                <a:gd name="connsiteY1" fmla="*/ 940200 h 1877032"/>
                <a:gd name="connsiteX2" fmla="*/ 54054 w 1683795"/>
                <a:gd name="connsiteY2" fmla="*/ 1728260 h 1877032"/>
                <a:gd name="connsiteX3" fmla="*/ 385069 w 1683795"/>
                <a:gd name="connsiteY3" fmla="*/ 1877032 h 1877032"/>
                <a:gd name="connsiteX4" fmla="*/ 1605349 w 1683795"/>
                <a:gd name="connsiteY4" fmla="*/ 1798860 h 1877032"/>
                <a:gd name="connsiteX5" fmla="*/ 1555348 w 1683795"/>
                <a:gd name="connsiteY5" fmla="*/ 1257671 h 1877032"/>
                <a:gd name="connsiteX6" fmla="*/ 1503107 w 1683795"/>
                <a:gd name="connsiteY6" fmla="*/ 672856 h 1877032"/>
                <a:gd name="connsiteX7" fmla="*/ 1371521 w 1683795"/>
                <a:gd name="connsiteY7" fmla="*/ 154877 h 1877032"/>
                <a:gd name="connsiteX8" fmla="*/ 873681 w 1683795"/>
                <a:gd name="connsiteY8" fmla="*/ 21205 h 1877032"/>
                <a:gd name="connsiteX9" fmla="*/ 394949 w 1683795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671512"/>
                <a:gd name="connsiteY0" fmla="*/ 534641 h 1877032"/>
                <a:gd name="connsiteX1" fmla="*/ 34597 w 1671512"/>
                <a:gd name="connsiteY1" fmla="*/ 940200 h 1877032"/>
                <a:gd name="connsiteX2" fmla="*/ 54054 w 1671512"/>
                <a:gd name="connsiteY2" fmla="*/ 1728260 h 1877032"/>
                <a:gd name="connsiteX3" fmla="*/ 385069 w 1671512"/>
                <a:gd name="connsiteY3" fmla="*/ 1877032 h 1877032"/>
                <a:gd name="connsiteX4" fmla="*/ 1605349 w 1671512"/>
                <a:gd name="connsiteY4" fmla="*/ 1798860 h 1877032"/>
                <a:gd name="connsiteX5" fmla="*/ 1555348 w 1671512"/>
                <a:gd name="connsiteY5" fmla="*/ 1257671 h 1877032"/>
                <a:gd name="connsiteX6" fmla="*/ 1503107 w 1671512"/>
                <a:gd name="connsiteY6" fmla="*/ 672856 h 1877032"/>
                <a:gd name="connsiteX7" fmla="*/ 1371521 w 1671512"/>
                <a:gd name="connsiteY7" fmla="*/ 154877 h 1877032"/>
                <a:gd name="connsiteX8" fmla="*/ 873681 w 1671512"/>
                <a:gd name="connsiteY8" fmla="*/ 21205 h 1877032"/>
                <a:gd name="connsiteX9" fmla="*/ 394949 w 1671512"/>
                <a:gd name="connsiteY9" fmla="*/ 534641 h 1877032"/>
                <a:gd name="connsiteX0" fmla="*/ 394949 w 1677296"/>
                <a:gd name="connsiteY0" fmla="*/ 534641 h 1877032"/>
                <a:gd name="connsiteX1" fmla="*/ 34597 w 1677296"/>
                <a:gd name="connsiteY1" fmla="*/ 940200 h 1877032"/>
                <a:gd name="connsiteX2" fmla="*/ 54054 w 1677296"/>
                <a:gd name="connsiteY2" fmla="*/ 1728260 h 1877032"/>
                <a:gd name="connsiteX3" fmla="*/ 385069 w 1677296"/>
                <a:gd name="connsiteY3" fmla="*/ 1877032 h 1877032"/>
                <a:gd name="connsiteX4" fmla="*/ 1612334 w 1677296"/>
                <a:gd name="connsiteY4" fmla="*/ 1840637 h 1877032"/>
                <a:gd name="connsiteX5" fmla="*/ 1555348 w 1677296"/>
                <a:gd name="connsiteY5" fmla="*/ 1257671 h 1877032"/>
                <a:gd name="connsiteX6" fmla="*/ 1503107 w 1677296"/>
                <a:gd name="connsiteY6" fmla="*/ 672856 h 1877032"/>
                <a:gd name="connsiteX7" fmla="*/ 1371521 w 1677296"/>
                <a:gd name="connsiteY7" fmla="*/ 154877 h 1877032"/>
                <a:gd name="connsiteX8" fmla="*/ 873681 w 1677296"/>
                <a:gd name="connsiteY8" fmla="*/ 21205 h 1877032"/>
                <a:gd name="connsiteX9" fmla="*/ 394949 w 1677296"/>
                <a:gd name="connsiteY9" fmla="*/ 534641 h 1877032"/>
                <a:gd name="connsiteX0" fmla="*/ 394949 w 1677298"/>
                <a:gd name="connsiteY0" fmla="*/ 534641 h 1877032"/>
                <a:gd name="connsiteX1" fmla="*/ 34597 w 1677298"/>
                <a:gd name="connsiteY1" fmla="*/ 940200 h 1877032"/>
                <a:gd name="connsiteX2" fmla="*/ 54054 w 1677298"/>
                <a:gd name="connsiteY2" fmla="*/ 1728260 h 1877032"/>
                <a:gd name="connsiteX3" fmla="*/ 385069 w 1677298"/>
                <a:gd name="connsiteY3" fmla="*/ 1877032 h 1877032"/>
                <a:gd name="connsiteX4" fmla="*/ 1612334 w 1677298"/>
                <a:gd name="connsiteY4" fmla="*/ 1840637 h 1877032"/>
                <a:gd name="connsiteX5" fmla="*/ 1555348 w 1677298"/>
                <a:gd name="connsiteY5" fmla="*/ 1257671 h 1877032"/>
                <a:gd name="connsiteX6" fmla="*/ 1503107 w 1677298"/>
                <a:gd name="connsiteY6" fmla="*/ 672856 h 1877032"/>
                <a:gd name="connsiteX7" fmla="*/ 1371521 w 1677298"/>
                <a:gd name="connsiteY7" fmla="*/ 154877 h 1877032"/>
                <a:gd name="connsiteX8" fmla="*/ 873681 w 1677298"/>
                <a:gd name="connsiteY8" fmla="*/ 21205 h 1877032"/>
                <a:gd name="connsiteX9" fmla="*/ 394949 w 1677298"/>
                <a:gd name="connsiteY9" fmla="*/ 534641 h 1877032"/>
                <a:gd name="connsiteX0" fmla="*/ 394949 w 1677296"/>
                <a:gd name="connsiteY0" fmla="*/ 534641 h 1904936"/>
                <a:gd name="connsiteX1" fmla="*/ 34597 w 1677296"/>
                <a:gd name="connsiteY1" fmla="*/ 940200 h 1904936"/>
                <a:gd name="connsiteX2" fmla="*/ 54054 w 1677296"/>
                <a:gd name="connsiteY2" fmla="*/ 1728260 h 1904936"/>
                <a:gd name="connsiteX3" fmla="*/ 385069 w 1677296"/>
                <a:gd name="connsiteY3" fmla="*/ 1877032 h 1904936"/>
                <a:gd name="connsiteX4" fmla="*/ 1612334 w 1677296"/>
                <a:gd name="connsiteY4" fmla="*/ 1840637 h 1904936"/>
                <a:gd name="connsiteX5" fmla="*/ 1555348 w 1677296"/>
                <a:gd name="connsiteY5" fmla="*/ 1257671 h 1904936"/>
                <a:gd name="connsiteX6" fmla="*/ 1503107 w 1677296"/>
                <a:gd name="connsiteY6" fmla="*/ 672856 h 1904936"/>
                <a:gd name="connsiteX7" fmla="*/ 1371521 w 1677296"/>
                <a:gd name="connsiteY7" fmla="*/ 154877 h 1904936"/>
                <a:gd name="connsiteX8" fmla="*/ 873681 w 1677296"/>
                <a:gd name="connsiteY8" fmla="*/ 21205 h 1904936"/>
                <a:gd name="connsiteX9" fmla="*/ 394949 w 1677296"/>
                <a:gd name="connsiteY9" fmla="*/ 534641 h 1904936"/>
                <a:gd name="connsiteX0" fmla="*/ 461539 w 1743887"/>
                <a:gd name="connsiteY0" fmla="*/ 534641 h 1904936"/>
                <a:gd name="connsiteX1" fmla="*/ 101187 w 1743887"/>
                <a:gd name="connsiteY1" fmla="*/ 940200 h 1904936"/>
                <a:gd name="connsiteX2" fmla="*/ 22840 w 1743887"/>
                <a:gd name="connsiteY2" fmla="*/ 1737812 h 1904936"/>
                <a:gd name="connsiteX3" fmla="*/ 451659 w 1743887"/>
                <a:gd name="connsiteY3" fmla="*/ 1877032 h 1904936"/>
                <a:gd name="connsiteX4" fmla="*/ 1678924 w 1743887"/>
                <a:gd name="connsiteY4" fmla="*/ 1840637 h 1904936"/>
                <a:gd name="connsiteX5" fmla="*/ 1621938 w 1743887"/>
                <a:gd name="connsiteY5" fmla="*/ 1257671 h 1904936"/>
                <a:gd name="connsiteX6" fmla="*/ 1569697 w 1743887"/>
                <a:gd name="connsiteY6" fmla="*/ 672856 h 1904936"/>
                <a:gd name="connsiteX7" fmla="*/ 1438111 w 1743887"/>
                <a:gd name="connsiteY7" fmla="*/ 154877 h 1904936"/>
                <a:gd name="connsiteX8" fmla="*/ 940271 w 1743887"/>
                <a:gd name="connsiteY8" fmla="*/ 21205 h 1904936"/>
                <a:gd name="connsiteX9" fmla="*/ 461539 w 1743887"/>
                <a:gd name="connsiteY9" fmla="*/ 534641 h 1904936"/>
                <a:gd name="connsiteX0" fmla="*/ 452050 w 1756359"/>
                <a:gd name="connsiteY0" fmla="*/ 534641 h 1891359"/>
                <a:gd name="connsiteX1" fmla="*/ 91698 w 1756359"/>
                <a:gd name="connsiteY1" fmla="*/ 940200 h 1891359"/>
                <a:gd name="connsiteX2" fmla="*/ 13351 w 1756359"/>
                <a:gd name="connsiteY2" fmla="*/ 1737812 h 1891359"/>
                <a:gd name="connsiteX3" fmla="*/ 309435 w 1756359"/>
                <a:gd name="connsiteY3" fmla="*/ 1891359 h 1891359"/>
                <a:gd name="connsiteX4" fmla="*/ 1669435 w 1756359"/>
                <a:gd name="connsiteY4" fmla="*/ 1840637 h 1891359"/>
                <a:gd name="connsiteX5" fmla="*/ 1612449 w 1756359"/>
                <a:gd name="connsiteY5" fmla="*/ 1257671 h 1891359"/>
                <a:gd name="connsiteX6" fmla="*/ 1560208 w 1756359"/>
                <a:gd name="connsiteY6" fmla="*/ 672856 h 1891359"/>
                <a:gd name="connsiteX7" fmla="*/ 1428622 w 1756359"/>
                <a:gd name="connsiteY7" fmla="*/ 154877 h 1891359"/>
                <a:gd name="connsiteX8" fmla="*/ 930782 w 1756359"/>
                <a:gd name="connsiteY8" fmla="*/ 21205 h 1891359"/>
                <a:gd name="connsiteX9" fmla="*/ 452050 w 1756359"/>
                <a:gd name="connsiteY9" fmla="*/ 534641 h 1891359"/>
                <a:gd name="connsiteX0" fmla="*/ 452050 w 1756257"/>
                <a:gd name="connsiteY0" fmla="*/ 534641 h 1891359"/>
                <a:gd name="connsiteX1" fmla="*/ 91698 w 1756257"/>
                <a:gd name="connsiteY1" fmla="*/ 940200 h 1891359"/>
                <a:gd name="connsiteX2" fmla="*/ 13351 w 1756257"/>
                <a:gd name="connsiteY2" fmla="*/ 1737812 h 1891359"/>
                <a:gd name="connsiteX3" fmla="*/ 309435 w 1756257"/>
                <a:gd name="connsiteY3" fmla="*/ 1891359 h 1891359"/>
                <a:gd name="connsiteX4" fmla="*/ 1669435 w 1756257"/>
                <a:gd name="connsiteY4" fmla="*/ 1840637 h 1891359"/>
                <a:gd name="connsiteX5" fmla="*/ 1612449 w 1756257"/>
                <a:gd name="connsiteY5" fmla="*/ 1257671 h 1891359"/>
                <a:gd name="connsiteX6" fmla="*/ 1563496 w 1756257"/>
                <a:gd name="connsiteY6" fmla="*/ 959631 h 1891359"/>
                <a:gd name="connsiteX7" fmla="*/ 1560208 w 1756257"/>
                <a:gd name="connsiteY7" fmla="*/ 672856 h 1891359"/>
                <a:gd name="connsiteX8" fmla="*/ 1428622 w 1756257"/>
                <a:gd name="connsiteY8" fmla="*/ 154877 h 1891359"/>
                <a:gd name="connsiteX9" fmla="*/ 930782 w 1756257"/>
                <a:gd name="connsiteY9" fmla="*/ 21205 h 1891359"/>
                <a:gd name="connsiteX10" fmla="*/ 452050 w 1756257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64592"/>
                <a:gd name="connsiteY0" fmla="*/ 534641 h 1891359"/>
                <a:gd name="connsiteX1" fmla="*/ 91698 w 1764592"/>
                <a:gd name="connsiteY1" fmla="*/ 940200 h 1891359"/>
                <a:gd name="connsiteX2" fmla="*/ 13351 w 1764592"/>
                <a:gd name="connsiteY2" fmla="*/ 1737812 h 1891359"/>
                <a:gd name="connsiteX3" fmla="*/ 309435 w 1764592"/>
                <a:gd name="connsiteY3" fmla="*/ 1891359 h 1891359"/>
                <a:gd name="connsiteX4" fmla="*/ 1669435 w 1764592"/>
                <a:gd name="connsiteY4" fmla="*/ 1840637 h 1891359"/>
                <a:gd name="connsiteX5" fmla="*/ 1612449 w 1764592"/>
                <a:gd name="connsiteY5" fmla="*/ 1257671 h 1891359"/>
                <a:gd name="connsiteX6" fmla="*/ 1309780 w 1764592"/>
                <a:gd name="connsiteY6" fmla="*/ 1046341 h 1891359"/>
                <a:gd name="connsiteX7" fmla="*/ 1560208 w 1764592"/>
                <a:gd name="connsiteY7" fmla="*/ 672856 h 1891359"/>
                <a:gd name="connsiteX8" fmla="*/ 1428622 w 1764592"/>
                <a:gd name="connsiteY8" fmla="*/ 154877 h 1891359"/>
                <a:gd name="connsiteX9" fmla="*/ 930782 w 1764592"/>
                <a:gd name="connsiteY9" fmla="*/ 21205 h 1891359"/>
                <a:gd name="connsiteX10" fmla="*/ 452050 w 1764592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92731"/>
                <a:gd name="connsiteY0" fmla="*/ 534641 h 1891359"/>
                <a:gd name="connsiteX1" fmla="*/ 91698 w 1792731"/>
                <a:gd name="connsiteY1" fmla="*/ 940200 h 1891359"/>
                <a:gd name="connsiteX2" fmla="*/ 13351 w 1792731"/>
                <a:gd name="connsiteY2" fmla="*/ 1737812 h 1891359"/>
                <a:gd name="connsiteX3" fmla="*/ 309435 w 1792731"/>
                <a:gd name="connsiteY3" fmla="*/ 1891359 h 1891359"/>
                <a:gd name="connsiteX4" fmla="*/ 1669435 w 1792731"/>
                <a:gd name="connsiteY4" fmla="*/ 1840637 h 1891359"/>
                <a:gd name="connsiteX5" fmla="*/ 1688563 w 1792731"/>
                <a:gd name="connsiteY5" fmla="*/ 1292355 h 1891359"/>
                <a:gd name="connsiteX6" fmla="*/ 1309780 w 1792731"/>
                <a:gd name="connsiteY6" fmla="*/ 1046341 h 1891359"/>
                <a:gd name="connsiteX7" fmla="*/ 1560208 w 1792731"/>
                <a:gd name="connsiteY7" fmla="*/ 672856 h 1891359"/>
                <a:gd name="connsiteX8" fmla="*/ 1428622 w 1792731"/>
                <a:gd name="connsiteY8" fmla="*/ 154877 h 1891359"/>
                <a:gd name="connsiteX9" fmla="*/ 930782 w 1792731"/>
                <a:gd name="connsiteY9" fmla="*/ 21205 h 1891359"/>
                <a:gd name="connsiteX10" fmla="*/ 452050 w 1792731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560208 w 1814809"/>
                <a:gd name="connsiteY7" fmla="*/ 672856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619996 w 1814809"/>
                <a:gd name="connsiteY7" fmla="*/ 526399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42872 h 1899590"/>
                <a:gd name="connsiteX1" fmla="*/ 91698 w 1814809"/>
                <a:gd name="connsiteY1" fmla="*/ 948431 h 1899590"/>
                <a:gd name="connsiteX2" fmla="*/ 13351 w 1814809"/>
                <a:gd name="connsiteY2" fmla="*/ 1746043 h 1899590"/>
                <a:gd name="connsiteX3" fmla="*/ 309435 w 1814809"/>
                <a:gd name="connsiteY3" fmla="*/ 1899590 h 1899590"/>
                <a:gd name="connsiteX4" fmla="*/ 1669435 w 1814809"/>
                <a:gd name="connsiteY4" fmla="*/ 1848868 h 1899590"/>
                <a:gd name="connsiteX5" fmla="*/ 1688563 w 1814809"/>
                <a:gd name="connsiteY5" fmla="*/ 1300586 h 1899590"/>
                <a:gd name="connsiteX6" fmla="*/ 1309780 w 1814809"/>
                <a:gd name="connsiteY6" fmla="*/ 1054572 h 1899590"/>
                <a:gd name="connsiteX7" fmla="*/ 1619996 w 1814809"/>
                <a:gd name="connsiteY7" fmla="*/ 534630 h 1899590"/>
                <a:gd name="connsiteX8" fmla="*/ 1488411 w 1814809"/>
                <a:gd name="connsiteY8" fmla="*/ 129049 h 1899590"/>
                <a:gd name="connsiteX9" fmla="*/ 930782 w 1814809"/>
                <a:gd name="connsiteY9" fmla="*/ 29436 h 1899590"/>
                <a:gd name="connsiteX10" fmla="*/ 452050 w 1814809"/>
                <a:gd name="connsiteY10" fmla="*/ 542872 h 1899590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288567 w 1811701"/>
                <a:gd name="connsiteY0" fmla="*/ 555674 h 1898251"/>
                <a:gd name="connsiteX1" fmla="*/ 88590 w 1811701"/>
                <a:gd name="connsiteY1" fmla="*/ 947092 h 1898251"/>
                <a:gd name="connsiteX2" fmla="*/ 10243 w 1811701"/>
                <a:gd name="connsiteY2" fmla="*/ 1744704 h 1898251"/>
                <a:gd name="connsiteX3" fmla="*/ 306327 w 1811701"/>
                <a:gd name="connsiteY3" fmla="*/ 1898251 h 1898251"/>
                <a:gd name="connsiteX4" fmla="*/ 1666327 w 1811701"/>
                <a:gd name="connsiteY4" fmla="*/ 1847529 h 1898251"/>
                <a:gd name="connsiteX5" fmla="*/ 1685455 w 1811701"/>
                <a:gd name="connsiteY5" fmla="*/ 1299247 h 1898251"/>
                <a:gd name="connsiteX6" fmla="*/ 1306672 w 1811701"/>
                <a:gd name="connsiteY6" fmla="*/ 1053233 h 1898251"/>
                <a:gd name="connsiteX7" fmla="*/ 1616888 w 1811701"/>
                <a:gd name="connsiteY7" fmla="*/ 533291 h 1898251"/>
                <a:gd name="connsiteX8" fmla="*/ 1485303 w 1811701"/>
                <a:gd name="connsiteY8" fmla="*/ 127710 h 1898251"/>
                <a:gd name="connsiteX9" fmla="*/ 927674 w 1811701"/>
                <a:gd name="connsiteY9" fmla="*/ 28097 h 1898251"/>
                <a:gd name="connsiteX10" fmla="*/ 288567 w 1811701"/>
                <a:gd name="connsiteY10" fmla="*/ 555674 h 1898251"/>
                <a:gd name="connsiteX0" fmla="*/ 288567 w 1811701"/>
                <a:gd name="connsiteY0" fmla="*/ 479828 h 1822405"/>
                <a:gd name="connsiteX1" fmla="*/ 88590 w 1811701"/>
                <a:gd name="connsiteY1" fmla="*/ 871246 h 1822405"/>
                <a:gd name="connsiteX2" fmla="*/ 10243 w 1811701"/>
                <a:gd name="connsiteY2" fmla="*/ 1668858 h 1822405"/>
                <a:gd name="connsiteX3" fmla="*/ 306327 w 1811701"/>
                <a:gd name="connsiteY3" fmla="*/ 1822405 h 1822405"/>
                <a:gd name="connsiteX4" fmla="*/ 1666327 w 1811701"/>
                <a:gd name="connsiteY4" fmla="*/ 1771683 h 1822405"/>
                <a:gd name="connsiteX5" fmla="*/ 1685455 w 1811701"/>
                <a:gd name="connsiteY5" fmla="*/ 1223401 h 1822405"/>
                <a:gd name="connsiteX6" fmla="*/ 1306672 w 1811701"/>
                <a:gd name="connsiteY6" fmla="*/ 977387 h 1822405"/>
                <a:gd name="connsiteX7" fmla="*/ 1616888 w 1811701"/>
                <a:gd name="connsiteY7" fmla="*/ 457445 h 1822405"/>
                <a:gd name="connsiteX8" fmla="*/ 1485303 w 1811701"/>
                <a:gd name="connsiteY8" fmla="*/ 51864 h 1822405"/>
                <a:gd name="connsiteX9" fmla="*/ 895599 w 1811701"/>
                <a:gd name="connsiteY9" fmla="*/ 79530 h 1822405"/>
                <a:gd name="connsiteX10" fmla="*/ 288567 w 1811701"/>
                <a:gd name="connsiteY10" fmla="*/ 479828 h 182240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616888 w 1811701"/>
                <a:gd name="connsiteY7" fmla="*/ 396875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584814 w 1811701"/>
                <a:gd name="connsiteY7" fmla="*/ 510012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770444"/>
                <a:gd name="connsiteY0" fmla="*/ 419258 h 1761835"/>
                <a:gd name="connsiteX1" fmla="*/ 88590 w 1770444"/>
                <a:gd name="connsiteY1" fmla="*/ 810676 h 1761835"/>
                <a:gd name="connsiteX2" fmla="*/ 10243 w 1770444"/>
                <a:gd name="connsiteY2" fmla="*/ 1608288 h 1761835"/>
                <a:gd name="connsiteX3" fmla="*/ 306327 w 1770444"/>
                <a:gd name="connsiteY3" fmla="*/ 1761835 h 1761835"/>
                <a:gd name="connsiteX4" fmla="*/ 1666327 w 1770444"/>
                <a:gd name="connsiteY4" fmla="*/ 1711113 h 1761835"/>
                <a:gd name="connsiteX5" fmla="*/ 1589229 w 1770444"/>
                <a:gd name="connsiteY5" fmla="*/ 1176973 h 1761835"/>
                <a:gd name="connsiteX6" fmla="*/ 1306672 w 1770444"/>
                <a:gd name="connsiteY6" fmla="*/ 916817 h 1761835"/>
                <a:gd name="connsiteX7" fmla="*/ 1584814 w 1770444"/>
                <a:gd name="connsiteY7" fmla="*/ 510012 h 1761835"/>
                <a:gd name="connsiteX8" fmla="*/ 1373040 w 1770444"/>
                <a:gd name="connsiteY8" fmla="*/ 118574 h 1761835"/>
                <a:gd name="connsiteX9" fmla="*/ 895599 w 1770444"/>
                <a:gd name="connsiteY9" fmla="*/ 18960 h 1761835"/>
                <a:gd name="connsiteX10" fmla="*/ 288567 w 1770444"/>
                <a:gd name="connsiteY10" fmla="*/ 419258 h 1761835"/>
                <a:gd name="connsiteX0" fmla="*/ 288567 w 1592514"/>
                <a:gd name="connsiteY0" fmla="*/ 419258 h 1863058"/>
                <a:gd name="connsiteX1" fmla="*/ 88590 w 1592514"/>
                <a:gd name="connsiteY1" fmla="*/ 810676 h 1863058"/>
                <a:gd name="connsiteX2" fmla="*/ 10243 w 1592514"/>
                <a:gd name="connsiteY2" fmla="*/ 1608288 h 1863058"/>
                <a:gd name="connsiteX3" fmla="*/ 306327 w 1592514"/>
                <a:gd name="connsiteY3" fmla="*/ 1761835 h 1863058"/>
                <a:gd name="connsiteX4" fmla="*/ 1377650 w 1592514"/>
                <a:gd name="connsiteY4" fmla="*/ 1838393 h 1863058"/>
                <a:gd name="connsiteX5" fmla="*/ 1589229 w 1592514"/>
                <a:gd name="connsiteY5" fmla="*/ 1176973 h 1863058"/>
                <a:gd name="connsiteX6" fmla="*/ 1306672 w 1592514"/>
                <a:gd name="connsiteY6" fmla="*/ 916817 h 1863058"/>
                <a:gd name="connsiteX7" fmla="*/ 1584814 w 1592514"/>
                <a:gd name="connsiteY7" fmla="*/ 510012 h 1863058"/>
                <a:gd name="connsiteX8" fmla="*/ 1373040 w 1592514"/>
                <a:gd name="connsiteY8" fmla="*/ 118574 h 1863058"/>
                <a:gd name="connsiteX9" fmla="*/ 895599 w 1592514"/>
                <a:gd name="connsiteY9" fmla="*/ 18960 h 1863058"/>
                <a:gd name="connsiteX10" fmla="*/ 288567 w 1592514"/>
                <a:gd name="connsiteY10" fmla="*/ 419258 h 1863058"/>
                <a:gd name="connsiteX0" fmla="*/ 421322 w 1594935"/>
                <a:gd name="connsiteY0" fmla="*/ 616342 h 1876292"/>
                <a:gd name="connsiteX1" fmla="*/ 91011 w 1594935"/>
                <a:gd name="connsiteY1" fmla="*/ 823910 h 1876292"/>
                <a:gd name="connsiteX2" fmla="*/ 12664 w 1594935"/>
                <a:gd name="connsiteY2" fmla="*/ 1621522 h 1876292"/>
                <a:gd name="connsiteX3" fmla="*/ 308748 w 1594935"/>
                <a:gd name="connsiteY3" fmla="*/ 1775069 h 1876292"/>
                <a:gd name="connsiteX4" fmla="*/ 1380071 w 1594935"/>
                <a:gd name="connsiteY4" fmla="*/ 1851627 h 1876292"/>
                <a:gd name="connsiteX5" fmla="*/ 1591650 w 1594935"/>
                <a:gd name="connsiteY5" fmla="*/ 1190207 h 1876292"/>
                <a:gd name="connsiteX6" fmla="*/ 1309093 w 1594935"/>
                <a:gd name="connsiteY6" fmla="*/ 930051 h 1876292"/>
                <a:gd name="connsiteX7" fmla="*/ 1587235 w 1594935"/>
                <a:gd name="connsiteY7" fmla="*/ 523246 h 1876292"/>
                <a:gd name="connsiteX8" fmla="*/ 1375461 w 1594935"/>
                <a:gd name="connsiteY8" fmla="*/ 131808 h 1876292"/>
                <a:gd name="connsiteX9" fmla="*/ 898020 w 1594935"/>
                <a:gd name="connsiteY9" fmla="*/ 32194 h 1876292"/>
                <a:gd name="connsiteX10" fmla="*/ 421322 w 1594935"/>
                <a:gd name="connsiteY10" fmla="*/ 616342 h 1876292"/>
                <a:gd name="connsiteX0" fmla="*/ 413257 w 1586870"/>
                <a:gd name="connsiteY0" fmla="*/ 616342 h 1876292"/>
                <a:gd name="connsiteX1" fmla="*/ 140873 w 1586870"/>
                <a:gd name="connsiteY1" fmla="*/ 993617 h 1876292"/>
                <a:gd name="connsiteX2" fmla="*/ 4599 w 1586870"/>
                <a:gd name="connsiteY2" fmla="*/ 1621522 h 1876292"/>
                <a:gd name="connsiteX3" fmla="*/ 300683 w 1586870"/>
                <a:gd name="connsiteY3" fmla="*/ 1775069 h 1876292"/>
                <a:gd name="connsiteX4" fmla="*/ 1372006 w 1586870"/>
                <a:gd name="connsiteY4" fmla="*/ 1851627 h 1876292"/>
                <a:gd name="connsiteX5" fmla="*/ 1583585 w 1586870"/>
                <a:gd name="connsiteY5" fmla="*/ 1190207 h 1876292"/>
                <a:gd name="connsiteX6" fmla="*/ 1301028 w 1586870"/>
                <a:gd name="connsiteY6" fmla="*/ 930051 h 1876292"/>
                <a:gd name="connsiteX7" fmla="*/ 1579170 w 1586870"/>
                <a:gd name="connsiteY7" fmla="*/ 523246 h 1876292"/>
                <a:gd name="connsiteX8" fmla="*/ 1367396 w 1586870"/>
                <a:gd name="connsiteY8" fmla="*/ 131808 h 1876292"/>
                <a:gd name="connsiteX9" fmla="*/ 889955 w 1586870"/>
                <a:gd name="connsiteY9" fmla="*/ 32194 h 1876292"/>
                <a:gd name="connsiteX10" fmla="*/ 413257 w 1586870"/>
                <a:gd name="connsiteY10" fmla="*/ 616342 h 1876292"/>
                <a:gd name="connsiteX0" fmla="*/ 284962 w 1458575"/>
                <a:gd name="connsiteY0" fmla="*/ 616342 h 1908017"/>
                <a:gd name="connsiteX1" fmla="*/ 12578 w 1458575"/>
                <a:gd name="connsiteY1" fmla="*/ 993617 h 1908017"/>
                <a:gd name="connsiteX2" fmla="*/ 172388 w 1458575"/>
                <a:gd name="connsiteY2" fmla="*/ 1775069 h 1908017"/>
                <a:gd name="connsiteX3" fmla="*/ 1243711 w 1458575"/>
                <a:gd name="connsiteY3" fmla="*/ 1851627 h 1908017"/>
                <a:gd name="connsiteX4" fmla="*/ 1455290 w 1458575"/>
                <a:gd name="connsiteY4" fmla="*/ 1190207 h 1908017"/>
                <a:gd name="connsiteX5" fmla="*/ 1172733 w 1458575"/>
                <a:gd name="connsiteY5" fmla="*/ 930051 h 1908017"/>
                <a:gd name="connsiteX6" fmla="*/ 1450875 w 1458575"/>
                <a:gd name="connsiteY6" fmla="*/ 523246 h 1908017"/>
                <a:gd name="connsiteX7" fmla="*/ 1239101 w 1458575"/>
                <a:gd name="connsiteY7" fmla="*/ 131808 h 1908017"/>
                <a:gd name="connsiteX8" fmla="*/ 761660 w 1458575"/>
                <a:gd name="connsiteY8" fmla="*/ 32194 h 1908017"/>
                <a:gd name="connsiteX9" fmla="*/ 284962 w 1458575"/>
                <a:gd name="connsiteY9" fmla="*/ 616342 h 1908017"/>
                <a:gd name="connsiteX0" fmla="*/ 343858 w 1519131"/>
                <a:gd name="connsiteY0" fmla="*/ 616342 h 1885036"/>
                <a:gd name="connsiteX1" fmla="*/ 71474 w 1519131"/>
                <a:gd name="connsiteY1" fmla="*/ 993617 h 1885036"/>
                <a:gd name="connsiteX2" fmla="*/ 115432 w 1519131"/>
                <a:gd name="connsiteY2" fmla="*/ 1704358 h 1885036"/>
                <a:gd name="connsiteX3" fmla="*/ 1302607 w 1519131"/>
                <a:gd name="connsiteY3" fmla="*/ 1851627 h 1885036"/>
                <a:gd name="connsiteX4" fmla="*/ 1514186 w 1519131"/>
                <a:gd name="connsiteY4" fmla="*/ 1190207 h 1885036"/>
                <a:gd name="connsiteX5" fmla="*/ 1231629 w 1519131"/>
                <a:gd name="connsiteY5" fmla="*/ 930051 h 1885036"/>
                <a:gd name="connsiteX6" fmla="*/ 1509771 w 1519131"/>
                <a:gd name="connsiteY6" fmla="*/ 523246 h 1885036"/>
                <a:gd name="connsiteX7" fmla="*/ 1297997 w 1519131"/>
                <a:gd name="connsiteY7" fmla="*/ 131808 h 1885036"/>
                <a:gd name="connsiteX8" fmla="*/ 820556 w 1519131"/>
                <a:gd name="connsiteY8" fmla="*/ 32194 h 1885036"/>
                <a:gd name="connsiteX9" fmla="*/ 343858 w 1519131"/>
                <a:gd name="connsiteY9" fmla="*/ 616342 h 1885036"/>
                <a:gd name="connsiteX0" fmla="*/ 343858 w 1549812"/>
                <a:gd name="connsiteY0" fmla="*/ 616342 h 1800235"/>
                <a:gd name="connsiteX1" fmla="*/ 71474 w 1549812"/>
                <a:gd name="connsiteY1" fmla="*/ 993617 h 1800235"/>
                <a:gd name="connsiteX2" fmla="*/ 115432 w 1549812"/>
                <a:gd name="connsiteY2" fmla="*/ 1704358 h 1800235"/>
                <a:gd name="connsiteX3" fmla="*/ 1389496 w 1549812"/>
                <a:gd name="connsiteY3" fmla="*/ 1724347 h 1800235"/>
                <a:gd name="connsiteX4" fmla="*/ 1514186 w 1549812"/>
                <a:gd name="connsiteY4" fmla="*/ 1190207 h 1800235"/>
                <a:gd name="connsiteX5" fmla="*/ 1231629 w 1549812"/>
                <a:gd name="connsiteY5" fmla="*/ 930051 h 1800235"/>
                <a:gd name="connsiteX6" fmla="*/ 1509771 w 1549812"/>
                <a:gd name="connsiteY6" fmla="*/ 523246 h 1800235"/>
                <a:gd name="connsiteX7" fmla="*/ 1297997 w 1549812"/>
                <a:gd name="connsiteY7" fmla="*/ 131808 h 1800235"/>
                <a:gd name="connsiteX8" fmla="*/ 820556 w 1549812"/>
                <a:gd name="connsiteY8" fmla="*/ 32194 h 1800235"/>
                <a:gd name="connsiteX9" fmla="*/ 343858 w 1549812"/>
                <a:gd name="connsiteY9" fmla="*/ 616342 h 1800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9812" h="1800235">
                  <a:moveTo>
                    <a:pt x="343858" y="616342"/>
                  </a:moveTo>
                  <a:cubicBezTo>
                    <a:pt x="219011" y="776579"/>
                    <a:pt x="109545" y="812281"/>
                    <a:pt x="71474" y="993617"/>
                  </a:cubicBezTo>
                  <a:cubicBezTo>
                    <a:pt x="33403" y="1174953"/>
                    <a:pt x="-89757" y="1561356"/>
                    <a:pt x="115432" y="1704358"/>
                  </a:cubicBezTo>
                  <a:cubicBezTo>
                    <a:pt x="320621" y="1847360"/>
                    <a:pt x="1156371" y="1810039"/>
                    <a:pt x="1389496" y="1724347"/>
                  </a:cubicBezTo>
                  <a:cubicBezTo>
                    <a:pt x="1622621" y="1638655"/>
                    <a:pt x="1540497" y="1322590"/>
                    <a:pt x="1514186" y="1190207"/>
                  </a:cubicBezTo>
                  <a:cubicBezTo>
                    <a:pt x="1487875" y="1057824"/>
                    <a:pt x="1240336" y="1148914"/>
                    <a:pt x="1231629" y="930051"/>
                  </a:cubicBezTo>
                  <a:cubicBezTo>
                    <a:pt x="1248292" y="693847"/>
                    <a:pt x="1498710" y="656286"/>
                    <a:pt x="1509771" y="523246"/>
                  </a:cubicBezTo>
                  <a:cubicBezTo>
                    <a:pt x="1520832" y="390206"/>
                    <a:pt x="1431655" y="305130"/>
                    <a:pt x="1297997" y="131808"/>
                  </a:cubicBezTo>
                  <a:cubicBezTo>
                    <a:pt x="1189251" y="36824"/>
                    <a:pt x="979579" y="-48562"/>
                    <a:pt x="820556" y="32194"/>
                  </a:cubicBezTo>
                  <a:cubicBezTo>
                    <a:pt x="661533" y="112950"/>
                    <a:pt x="468705" y="456105"/>
                    <a:pt x="343858" y="616342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" name="Freeform 417">
              <a:extLst>
                <a:ext uri="{FF2B5EF4-FFF2-40B4-BE49-F238E27FC236}">
                  <a16:creationId xmlns:a16="http://schemas.microsoft.com/office/drawing/2014/main" id="{22352293-C7A6-4C41-9DD8-CAA48CB29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4076" y="1826035"/>
              <a:ext cx="1736725" cy="1317704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4" name="Group 418">
              <a:extLst>
                <a:ext uri="{FF2B5EF4-FFF2-40B4-BE49-F238E27FC236}">
                  <a16:creationId xmlns:a16="http://schemas.microsoft.com/office/drawing/2014/main" id="{BE0D451A-5CE4-4C4B-B3DF-A408288EDA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05350" y="3289251"/>
              <a:ext cx="1458912" cy="933450"/>
              <a:chOff x="2889" y="1631"/>
              <a:chExt cx="980" cy="743"/>
            </a:xfrm>
          </p:grpSpPr>
          <p:sp>
            <p:nvSpPr>
              <p:cNvPr id="369" name="Rectangle 419">
                <a:extLst>
                  <a:ext uri="{FF2B5EF4-FFF2-40B4-BE49-F238E27FC236}">
                    <a16:creationId xmlns:a16="http://schemas.microsoft.com/office/drawing/2014/main" id="{F39DA03D-3BDA-2344-B3D3-3A95FB5EED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70" name="AutoShape 420">
                <a:extLst>
                  <a:ext uri="{FF2B5EF4-FFF2-40B4-BE49-F238E27FC236}">
                    <a16:creationId xmlns:a16="http://schemas.microsoft.com/office/drawing/2014/main" id="{579866B0-F884-A84A-B74A-EFEA50EBF8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CC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" name="Freeform 427">
              <a:extLst>
                <a:ext uri="{FF2B5EF4-FFF2-40B4-BE49-F238E27FC236}">
                  <a16:creationId xmlns:a16="http://schemas.microsoft.com/office/drawing/2014/main" id="{3F97D486-CCD5-C043-940C-EC1740EC7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2401" y="4683134"/>
              <a:ext cx="3079750" cy="1665288"/>
            </a:xfrm>
            <a:custGeom>
              <a:avLst/>
              <a:gdLst>
                <a:gd name="T0" fmla="*/ 2147483646 w 1940"/>
                <a:gd name="T1" fmla="*/ 2147483646 h 1049"/>
                <a:gd name="T2" fmla="*/ 2147483646 w 1940"/>
                <a:gd name="T3" fmla="*/ 2147483646 h 1049"/>
                <a:gd name="T4" fmla="*/ 2147483646 w 1940"/>
                <a:gd name="T5" fmla="*/ 2147483646 h 1049"/>
                <a:gd name="T6" fmla="*/ 2147483646 w 1940"/>
                <a:gd name="T7" fmla="*/ 2147483646 h 1049"/>
                <a:gd name="T8" fmla="*/ 2147483646 w 1940"/>
                <a:gd name="T9" fmla="*/ 2147483646 h 1049"/>
                <a:gd name="T10" fmla="*/ 2147483646 w 1940"/>
                <a:gd name="T11" fmla="*/ 2147483646 h 1049"/>
                <a:gd name="T12" fmla="*/ 2147483646 w 1940"/>
                <a:gd name="T13" fmla="*/ 2147483646 h 1049"/>
                <a:gd name="T14" fmla="*/ 2147483646 w 1940"/>
                <a:gd name="T15" fmla="*/ 2147483646 h 1049"/>
                <a:gd name="T16" fmla="*/ 2147483646 w 1940"/>
                <a:gd name="T17" fmla="*/ 2147483646 h 1049"/>
                <a:gd name="T18" fmla="*/ 2147483646 w 1940"/>
                <a:gd name="T19" fmla="*/ 2147483646 h 1049"/>
                <a:gd name="T20" fmla="*/ 2147483646 w 1940"/>
                <a:gd name="T21" fmla="*/ 2147483646 h 1049"/>
                <a:gd name="T22" fmla="*/ 2147483646 w 1940"/>
                <a:gd name="T23" fmla="*/ 2147483646 h 1049"/>
                <a:gd name="T24" fmla="*/ 2147483646 w 1940"/>
                <a:gd name="T25" fmla="*/ 2147483646 h 1049"/>
                <a:gd name="T26" fmla="*/ 2147483646 w 1940"/>
                <a:gd name="T27" fmla="*/ 2147483646 h 1049"/>
                <a:gd name="T28" fmla="*/ 2147483646 w 1940"/>
                <a:gd name="T29" fmla="*/ 2147483646 h 1049"/>
                <a:gd name="T30" fmla="*/ 2147483646 w 1940"/>
                <a:gd name="T31" fmla="*/ 214748364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940"/>
                <a:gd name="T49" fmla="*/ 0 h 1049"/>
                <a:gd name="T50" fmla="*/ 1940 w 1940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940" h="1049">
                  <a:moveTo>
                    <a:pt x="952" y="26"/>
                  </a:moveTo>
                  <a:cubicBezTo>
                    <a:pt x="867" y="45"/>
                    <a:pt x="832" y="118"/>
                    <a:pt x="755" y="125"/>
                  </a:cubicBezTo>
                  <a:cubicBezTo>
                    <a:pt x="678" y="132"/>
                    <a:pt x="587" y="72"/>
                    <a:pt x="488" y="68"/>
                  </a:cubicBezTo>
                  <a:cubicBezTo>
                    <a:pt x="389" y="64"/>
                    <a:pt x="237" y="48"/>
                    <a:pt x="158" y="101"/>
                  </a:cubicBezTo>
                  <a:cubicBezTo>
                    <a:pt x="79" y="154"/>
                    <a:pt x="28" y="298"/>
                    <a:pt x="14" y="389"/>
                  </a:cubicBezTo>
                  <a:cubicBezTo>
                    <a:pt x="0" y="480"/>
                    <a:pt x="25" y="595"/>
                    <a:pt x="71" y="648"/>
                  </a:cubicBezTo>
                  <a:cubicBezTo>
                    <a:pt x="117" y="701"/>
                    <a:pt x="205" y="665"/>
                    <a:pt x="288" y="706"/>
                  </a:cubicBezTo>
                  <a:cubicBezTo>
                    <a:pt x="371" y="747"/>
                    <a:pt x="450" y="842"/>
                    <a:pt x="568" y="893"/>
                  </a:cubicBezTo>
                  <a:cubicBezTo>
                    <a:pt x="686" y="944"/>
                    <a:pt x="852" y="991"/>
                    <a:pt x="996" y="1014"/>
                  </a:cubicBezTo>
                  <a:cubicBezTo>
                    <a:pt x="1140" y="1036"/>
                    <a:pt x="1309" y="1049"/>
                    <a:pt x="1433" y="1031"/>
                  </a:cubicBezTo>
                  <a:cubicBezTo>
                    <a:pt x="1557" y="1012"/>
                    <a:pt x="1657" y="960"/>
                    <a:pt x="1739" y="907"/>
                  </a:cubicBezTo>
                  <a:cubicBezTo>
                    <a:pt x="1821" y="855"/>
                    <a:pt x="1906" y="824"/>
                    <a:pt x="1923" y="714"/>
                  </a:cubicBezTo>
                  <a:cubicBezTo>
                    <a:pt x="1940" y="604"/>
                    <a:pt x="1898" y="350"/>
                    <a:pt x="1839" y="251"/>
                  </a:cubicBezTo>
                  <a:cubicBezTo>
                    <a:pt x="1780" y="151"/>
                    <a:pt x="1662" y="153"/>
                    <a:pt x="1566" y="114"/>
                  </a:cubicBezTo>
                  <a:cubicBezTo>
                    <a:pt x="1470" y="76"/>
                    <a:pt x="1365" y="30"/>
                    <a:pt x="1263" y="15"/>
                  </a:cubicBezTo>
                  <a:cubicBezTo>
                    <a:pt x="1161" y="0"/>
                    <a:pt x="1037" y="8"/>
                    <a:pt x="952" y="26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" name="Text Box 580">
              <a:extLst>
                <a:ext uri="{FF2B5EF4-FFF2-40B4-BE49-F238E27FC236}">
                  <a16:creationId xmlns:a16="http://schemas.microsoft.com/office/drawing/2014/main" id="{16C4E384-62E0-DC41-883F-EB2C4C99F8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79274" y="1488461"/>
              <a:ext cx="133940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mobile network</a:t>
              </a:r>
            </a:p>
          </p:txBody>
        </p:sp>
        <p:sp>
          <p:nvSpPr>
            <p:cNvPr id="69" name="Text Box 580">
              <a:extLst>
                <a:ext uri="{FF2B5EF4-FFF2-40B4-BE49-F238E27FC236}">
                  <a16:creationId xmlns:a16="http://schemas.microsoft.com/office/drawing/2014/main" id="{9AC056F8-729E-D344-BD7D-9178102179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0835" y="4191922"/>
              <a:ext cx="1955646" cy="2689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home network</a:t>
              </a:r>
            </a:p>
          </p:txBody>
        </p:sp>
        <p:sp>
          <p:nvSpPr>
            <p:cNvPr id="70" name="Text Box 580">
              <a:extLst>
                <a:ext uri="{FF2B5EF4-FFF2-40B4-BE49-F238E27FC236}">
                  <a16:creationId xmlns:a16="http://schemas.microsoft.com/office/drawing/2014/main" id="{8A1A4F41-0243-4946-9F02-F301CBD596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06908" y="5779775"/>
              <a:ext cx="1195135" cy="441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enterprise</a:t>
              </a:r>
            </a:p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          network</a:t>
              </a:r>
            </a:p>
          </p:txBody>
        </p:sp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C89E7C56-1DE4-7143-8EEB-E5965035CC42}"/>
                </a:ext>
              </a:extLst>
            </p:cNvPr>
            <p:cNvSpPr/>
            <p:nvPr/>
          </p:nvSpPr>
          <p:spPr>
            <a:xfrm>
              <a:off x="10222146" y="3179540"/>
              <a:ext cx="1273167" cy="1935748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534770"/>
                <a:gd name="connsiteY0" fmla="*/ 553225 h 1800672"/>
                <a:gd name="connsiteX1" fmla="*/ 3 w 1534770"/>
                <a:gd name="connsiteY1" fmla="*/ 958784 h 1800672"/>
                <a:gd name="connsiteX2" fmla="*/ 367657 w 1534770"/>
                <a:gd name="connsiteY2" fmla="*/ 1526890 h 1800672"/>
                <a:gd name="connsiteX3" fmla="*/ 1186523 w 1534770"/>
                <a:gd name="connsiteY3" fmla="*/ 1794234 h 1800672"/>
                <a:gd name="connsiteX4" fmla="*/ 1520754 w 1534770"/>
                <a:gd name="connsiteY4" fmla="*/ 1276255 h 1800672"/>
                <a:gd name="connsiteX5" fmla="*/ 1468513 w 1534770"/>
                <a:gd name="connsiteY5" fmla="*/ 691440 h 1800672"/>
                <a:gd name="connsiteX6" fmla="*/ 1435794 w 1534770"/>
                <a:gd name="connsiteY6" fmla="*/ 107761 h 1800672"/>
                <a:gd name="connsiteX7" fmla="*/ 839087 w 1534770"/>
                <a:gd name="connsiteY7" fmla="*/ 39789 h 1800672"/>
                <a:gd name="connsiteX8" fmla="*/ 360355 w 1534770"/>
                <a:gd name="connsiteY8" fmla="*/ 553225 h 1800672"/>
                <a:gd name="connsiteX0" fmla="*/ 360355 w 1580585"/>
                <a:gd name="connsiteY0" fmla="*/ 553225 h 1880420"/>
                <a:gd name="connsiteX1" fmla="*/ 3 w 1580585"/>
                <a:gd name="connsiteY1" fmla="*/ 958784 h 1880420"/>
                <a:gd name="connsiteX2" fmla="*/ 367657 w 1580585"/>
                <a:gd name="connsiteY2" fmla="*/ 1526890 h 1880420"/>
                <a:gd name="connsiteX3" fmla="*/ 1186523 w 1580585"/>
                <a:gd name="connsiteY3" fmla="*/ 1794234 h 1880420"/>
                <a:gd name="connsiteX4" fmla="*/ 1570188 w 1580585"/>
                <a:gd name="connsiteY4" fmla="*/ 1785433 h 1880420"/>
                <a:gd name="connsiteX5" fmla="*/ 1468513 w 1580585"/>
                <a:gd name="connsiteY5" fmla="*/ 691440 h 1880420"/>
                <a:gd name="connsiteX6" fmla="*/ 1435794 w 1580585"/>
                <a:gd name="connsiteY6" fmla="*/ 107761 h 1880420"/>
                <a:gd name="connsiteX7" fmla="*/ 839087 w 1580585"/>
                <a:gd name="connsiteY7" fmla="*/ 39789 h 1880420"/>
                <a:gd name="connsiteX8" fmla="*/ 360355 w 1580585"/>
                <a:gd name="connsiteY8" fmla="*/ 553225 h 1880420"/>
                <a:gd name="connsiteX0" fmla="*/ 316588 w 1580732"/>
                <a:gd name="connsiteY0" fmla="*/ 359285 h 1867156"/>
                <a:gd name="connsiteX1" fmla="*/ 150 w 1580732"/>
                <a:gd name="connsiteY1" fmla="*/ 945520 h 1867156"/>
                <a:gd name="connsiteX2" fmla="*/ 367804 w 1580732"/>
                <a:gd name="connsiteY2" fmla="*/ 1513626 h 1867156"/>
                <a:gd name="connsiteX3" fmla="*/ 1186670 w 1580732"/>
                <a:gd name="connsiteY3" fmla="*/ 1780970 h 1867156"/>
                <a:gd name="connsiteX4" fmla="*/ 1570335 w 1580732"/>
                <a:gd name="connsiteY4" fmla="*/ 1772169 h 1867156"/>
                <a:gd name="connsiteX5" fmla="*/ 1468660 w 1580732"/>
                <a:gd name="connsiteY5" fmla="*/ 678176 h 1867156"/>
                <a:gd name="connsiteX6" fmla="*/ 1435941 w 1580732"/>
                <a:gd name="connsiteY6" fmla="*/ 94497 h 1867156"/>
                <a:gd name="connsiteX7" fmla="*/ 839234 w 1580732"/>
                <a:gd name="connsiteY7" fmla="*/ 26525 h 1867156"/>
                <a:gd name="connsiteX8" fmla="*/ 316588 w 1580732"/>
                <a:gd name="connsiteY8" fmla="*/ 359285 h 1867156"/>
                <a:gd name="connsiteX0" fmla="*/ 163575 w 1427719"/>
                <a:gd name="connsiteY0" fmla="*/ 359285 h 1867156"/>
                <a:gd name="connsiteX1" fmla="*/ 836 w 1427719"/>
                <a:gd name="connsiteY1" fmla="*/ 1076921 h 1867156"/>
                <a:gd name="connsiteX2" fmla="*/ 214791 w 1427719"/>
                <a:gd name="connsiteY2" fmla="*/ 1513626 h 1867156"/>
                <a:gd name="connsiteX3" fmla="*/ 1033657 w 1427719"/>
                <a:gd name="connsiteY3" fmla="*/ 1780970 h 1867156"/>
                <a:gd name="connsiteX4" fmla="*/ 1417322 w 1427719"/>
                <a:gd name="connsiteY4" fmla="*/ 1772169 h 1867156"/>
                <a:gd name="connsiteX5" fmla="*/ 1315647 w 1427719"/>
                <a:gd name="connsiteY5" fmla="*/ 678176 h 1867156"/>
                <a:gd name="connsiteX6" fmla="*/ 1282928 w 1427719"/>
                <a:gd name="connsiteY6" fmla="*/ 94497 h 1867156"/>
                <a:gd name="connsiteX7" fmla="*/ 686221 w 1427719"/>
                <a:gd name="connsiteY7" fmla="*/ 26525 h 1867156"/>
                <a:gd name="connsiteX8" fmla="*/ 163575 w 1427719"/>
                <a:gd name="connsiteY8" fmla="*/ 359285 h 1867156"/>
                <a:gd name="connsiteX0" fmla="*/ 163575 w 1426632"/>
                <a:gd name="connsiteY0" fmla="*/ 394322 h 1902193"/>
                <a:gd name="connsiteX1" fmla="*/ 836 w 1426632"/>
                <a:gd name="connsiteY1" fmla="*/ 1111958 h 1902193"/>
                <a:gd name="connsiteX2" fmla="*/ 214791 w 1426632"/>
                <a:gd name="connsiteY2" fmla="*/ 1548663 h 1902193"/>
                <a:gd name="connsiteX3" fmla="*/ 1033657 w 1426632"/>
                <a:gd name="connsiteY3" fmla="*/ 1816007 h 1902193"/>
                <a:gd name="connsiteX4" fmla="*/ 1417322 w 1426632"/>
                <a:gd name="connsiteY4" fmla="*/ 1807206 h 1902193"/>
                <a:gd name="connsiteX5" fmla="*/ 1315647 w 1426632"/>
                <a:gd name="connsiteY5" fmla="*/ 713213 h 1902193"/>
                <a:gd name="connsiteX6" fmla="*/ 1401843 w 1426632"/>
                <a:gd name="connsiteY6" fmla="*/ 63834 h 1902193"/>
                <a:gd name="connsiteX7" fmla="*/ 686221 w 1426632"/>
                <a:gd name="connsiteY7" fmla="*/ 61562 h 1902193"/>
                <a:gd name="connsiteX8" fmla="*/ 163575 w 1426632"/>
                <a:gd name="connsiteY8" fmla="*/ 394322 h 1902193"/>
                <a:gd name="connsiteX0" fmla="*/ 163575 w 1435249"/>
                <a:gd name="connsiteY0" fmla="*/ 394322 h 1885560"/>
                <a:gd name="connsiteX1" fmla="*/ 836 w 1435249"/>
                <a:gd name="connsiteY1" fmla="*/ 1111958 h 1885560"/>
                <a:gd name="connsiteX2" fmla="*/ 214791 w 1435249"/>
                <a:gd name="connsiteY2" fmla="*/ 1548663 h 1885560"/>
                <a:gd name="connsiteX3" fmla="*/ 1033657 w 1435249"/>
                <a:gd name="connsiteY3" fmla="*/ 1816007 h 1885560"/>
                <a:gd name="connsiteX4" fmla="*/ 1417322 w 1435249"/>
                <a:gd name="connsiteY4" fmla="*/ 1807206 h 1885560"/>
                <a:gd name="connsiteX5" fmla="*/ 1375103 w 1435249"/>
                <a:gd name="connsiteY5" fmla="*/ 943164 h 1885560"/>
                <a:gd name="connsiteX6" fmla="*/ 1401843 w 1435249"/>
                <a:gd name="connsiteY6" fmla="*/ 63834 h 1885560"/>
                <a:gd name="connsiteX7" fmla="*/ 686221 w 1435249"/>
                <a:gd name="connsiteY7" fmla="*/ 61562 h 1885560"/>
                <a:gd name="connsiteX8" fmla="*/ 163575 w 1435249"/>
                <a:gd name="connsiteY8" fmla="*/ 394322 h 1885560"/>
                <a:gd name="connsiteX0" fmla="*/ 128947 w 1438213"/>
                <a:gd name="connsiteY0" fmla="*/ 345176 h 1883146"/>
                <a:gd name="connsiteX1" fmla="*/ 3802 w 1438213"/>
                <a:gd name="connsiteY1" fmla="*/ 1109544 h 1883146"/>
                <a:gd name="connsiteX2" fmla="*/ 217757 w 1438213"/>
                <a:gd name="connsiteY2" fmla="*/ 1546249 h 1883146"/>
                <a:gd name="connsiteX3" fmla="*/ 1036623 w 1438213"/>
                <a:gd name="connsiteY3" fmla="*/ 1813593 h 1883146"/>
                <a:gd name="connsiteX4" fmla="*/ 1420288 w 1438213"/>
                <a:gd name="connsiteY4" fmla="*/ 1804792 h 1883146"/>
                <a:gd name="connsiteX5" fmla="*/ 1378069 w 1438213"/>
                <a:gd name="connsiteY5" fmla="*/ 940750 h 1883146"/>
                <a:gd name="connsiteX6" fmla="*/ 1404809 w 1438213"/>
                <a:gd name="connsiteY6" fmla="*/ 61420 h 1883146"/>
                <a:gd name="connsiteX7" fmla="*/ 689187 w 1438213"/>
                <a:gd name="connsiteY7" fmla="*/ 59148 h 1883146"/>
                <a:gd name="connsiteX8" fmla="*/ 128947 w 1438213"/>
                <a:gd name="connsiteY8" fmla="*/ 345176 h 1883146"/>
                <a:gd name="connsiteX0" fmla="*/ 126587 w 1435854"/>
                <a:gd name="connsiteY0" fmla="*/ 353278 h 1891248"/>
                <a:gd name="connsiteX1" fmla="*/ 1442 w 1435854"/>
                <a:gd name="connsiteY1" fmla="*/ 1117646 h 1891248"/>
                <a:gd name="connsiteX2" fmla="*/ 215397 w 1435854"/>
                <a:gd name="connsiteY2" fmla="*/ 1554351 h 1891248"/>
                <a:gd name="connsiteX3" fmla="*/ 1034263 w 1435854"/>
                <a:gd name="connsiteY3" fmla="*/ 1821695 h 1891248"/>
                <a:gd name="connsiteX4" fmla="*/ 1417928 w 1435854"/>
                <a:gd name="connsiteY4" fmla="*/ 1812894 h 1891248"/>
                <a:gd name="connsiteX5" fmla="*/ 1375709 w 1435854"/>
                <a:gd name="connsiteY5" fmla="*/ 948852 h 1891248"/>
                <a:gd name="connsiteX6" fmla="*/ 1402449 w 1435854"/>
                <a:gd name="connsiteY6" fmla="*/ 69522 h 1891248"/>
                <a:gd name="connsiteX7" fmla="*/ 221605 w 1435854"/>
                <a:gd name="connsiteY7" fmla="*/ 47778 h 1891248"/>
                <a:gd name="connsiteX8" fmla="*/ 126587 w 1435854"/>
                <a:gd name="connsiteY8" fmla="*/ 353278 h 1891248"/>
                <a:gd name="connsiteX0" fmla="*/ 35803 w 1453152"/>
                <a:gd name="connsiteY0" fmla="*/ 439993 h 1896181"/>
                <a:gd name="connsiteX1" fmla="*/ 18740 w 1453152"/>
                <a:gd name="connsiteY1" fmla="*/ 1122579 h 1896181"/>
                <a:gd name="connsiteX2" fmla="*/ 232695 w 1453152"/>
                <a:gd name="connsiteY2" fmla="*/ 1559284 h 1896181"/>
                <a:gd name="connsiteX3" fmla="*/ 1051561 w 1453152"/>
                <a:gd name="connsiteY3" fmla="*/ 1826628 h 1896181"/>
                <a:gd name="connsiteX4" fmla="*/ 1435226 w 1453152"/>
                <a:gd name="connsiteY4" fmla="*/ 1817827 h 1896181"/>
                <a:gd name="connsiteX5" fmla="*/ 1393007 w 1453152"/>
                <a:gd name="connsiteY5" fmla="*/ 953785 h 1896181"/>
                <a:gd name="connsiteX6" fmla="*/ 1419747 w 1453152"/>
                <a:gd name="connsiteY6" fmla="*/ 74455 h 1896181"/>
                <a:gd name="connsiteX7" fmla="*/ 238903 w 1453152"/>
                <a:gd name="connsiteY7" fmla="*/ 52711 h 1896181"/>
                <a:gd name="connsiteX8" fmla="*/ 35803 w 1453152"/>
                <a:gd name="connsiteY8" fmla="*/ 439993 h 1896181"/>
                <a:gd name="connsiteX0" fmla="*/ 35803 w 1447873"/>
                <a:gd name="connsiteY0" fmla="*/ 439993 h 1952840"/>
                <a:gd name="connsiteX1" fmla="*/ 18740 w 1447873"/>
                <a:gd name="connsiteY1" fmla="*/ 1122579 h 1952840"/>
                <a:gd name="connsiteX2" fmla="*/ 232695 w 1447873"/>
                <a:gd name="connsiteY2" fmla="*/ 1559284 h 1952840"/>
                <a:gd name="connsiteX3" fmla="*/ 1130848 w 1447873"/>
                <a:gd name="connsiteY3" fmla="*/ 1925181 h 1952840"/>
                <a:gd name="connsiteX4" fmla="*/ 1435226 w 1447873"/>
                <a:gd name="connsiteY4" fmla="*/ 1817827 h 1952840"/>
                <a:gd name="connsiteX5" fmla="*/ 1393007 w 1447873"/>
                <a:gd name="connsiteY5" fmla="*/ 953785 h 1952840"/>
                <a:gd name="connsiteX6" fmla="*/ 1419747 w 1447873"/>
                <a:gd name="connsiteY6" fmla="*/ 74455 h 1952840"/>
                <a:gd name="connsiteX7" fmla="*/ 238903 w 1447873"/>
                <a:gd name="connsiteY7" fmla="*/ 52711 h 1952840"/>
                <a:gd name="connsiteX8" fmla="*/ 35803 w 1447873"/>
                <a:gd name="connsiteY8" fmla="*/ 439993 h 1952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47873" h="1952840">
                  <a:moveTo>
                    <a:pt x="35803" y="439993"/>
                  </a:moveTo>
                  <a:cubicBezTo>
                    <a:pt x="-891" y="618304"/>
                    <a:pt x="-14075" y="936031"/>
                    <a:pt x="18740" y="1122579"/>
                  </a:cubicBezTo>
                  <a:cubicBezTo>
                    <a:pt x="51555" y="1309127"/>
                    <a:pt x="47344" y="1425517"/>
                    <a:pt x="232695" y="1559284"/>
                  </a:cubicBezTo>
                  <a:cubicBezTo>
                    <a:pt x="418046" y="1693051"/>
                    <a:pt x="930426" y="1882091"/>
                    <a:pt x="1130848" y="1925181"/>
                  </a:cubicBezTo>
                  <a:cubicBezTo>
                    <a:pt x="1331270" y="1968271"/>
                    <a:pt x="1391533" y="1979726"/>
                    <a:pt x="1435226" y="1817827"/>
                  </a:cubicBezTo>
                  <a:cubicBezTo>
                    <a:pt x="1478919" y="1655928"/>
                    <a:pt x="1395587" y="1244347"/>
                    <a:pt x="1393007" y="953785"/>
                  </a:cubicBezTo>
                  <a:cubicBezTo>
                    <a:pt x="1390427" y="663223"/>
                    <a:pt x="1458740" y="183063"/>
                    <a:pt x="1419747" y="74455"/>
                  </a:cubicBezTo>
                  <a:cubicBezTo>
                    <a:pt x="1380754" y="-34153"/>
                    <a:pt x="469560" y="-8212"/>
                    <a:pt x="238903" y="52711"/>
                  </a:cubicBezTo>
                  <a:cubicBezTo>
                    <a:pt x="8246" y="113634"/>
                    <a:pt x="72497" y="261682"/>
                    <a:pt x="35803" y="43999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9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96BCCD85-1D07-EF4E-A878-EC23CD23096A}"/>
                </a:ext>
              </a:extLst>
            </p:cNvPr>
            <p:cNvGrpSpPr/>
            <p:nvPr/>
          </p:nvGrpSpPr>
          <p:grpSpPr>
            <a:xfrm>
              <a:off x="10837700" y="3928050"/>
              <a:ext cx="687393" cy="721548"/>
              <a:chOff x="5203089" y="1751190"/>
              <a:chExt cx="858331" cy="662414"/>
            </a:xfrm>
          </p:grpSpPr>
          <p:sp>
            <p:nvSpPr>
              <p:cNvPr id="382" name="Freeform 381">
                <a:extLst>
                  <a:ext uri="{FF2B5EF4-FFF2-40B4-BE49-F238E27FC236}">
                    <a16:creationId xmlns:a16="http://schemas.microsoft.com/office/drawing/2014/main" id="{D6FAD5AB-6E93-5E47-BE32-4993FD767B8F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3" name="Freeform 382">
                <a:extLst>
                  <a:ext uri="{FF2B5EF4-FFF2-40B4-BE49-F238E27FC236}">
                    <a16:creationId xmlns:a16="http://schemas.microsoft.com/office/drawing/2014/main" id="{2A115C8B-7EC0-084D-A3CF-7AEF0487F301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384" name="Straight Connector 383">
                <a:extLst>
                  <a:ext uri="{FF2B5EF4-FFF2-40B4-BE49-F238E27FC236}">
                    <a16:creationId xmlns:a16="http://schemas.microsoft.com/office/drawing/2014/main" id="{16F8043F-8502-904C-9632-B3658D71B8BE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5" name="Straight Connector 384">
                <a:extLst>
                  <a:ext uri="{FF2B5EF4-FFF2-40B4-BE49-F238E27FC236}">
                    <a16:creationId xmlns:a16="http://schemas.microsoft.com/office/drawing/2014/main" id="{B4B3A6DE-2E70-F74C-8CA1-13247C912682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6" name="Straight Connector 385">
                <a:extLst>
                  <a:ext uri="{FF2B5EF4-FFF2-40B4-BE49-F238E27FC236}">
                    <a16:creationId xmlns:a16="http://schemas.microsoft.com/office/drawing/2014/main" id="{4B9DB078-BD58-F64A-B873-E1187205EB94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Straight Connector 386">
                <a:extLst>
                  <a:ext uri="{FF2B5EF4-FFF2-40B4-BE49-F238E27FC236}">
                    <a16:creationId xmlns:a16="http://schemas.microsoft.com/office/drawing/2014/main" id="{D321DD82-9D22-0B49-ADF9-8BE310E97E71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id="{18A2FB0C-53B9-5248-AA65-9BA9B429FC4C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9" name="Straight Connector 388">
                <a:extLst>
                  <a:ext uri="{FF2B5EF4-FFF2-40B4-BE49-F238E27FC236}">
                    <a16:creationId xmlns:a16="http://schemas.microsoft.com/office/drawing/2014/main" id="{44FBB965-69F3-F546-AE9F-4AD14078F37E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1" name="Group 390">
              <a:extLst>
                <a:ext uri="{FF2B5EF4-FFF2-40B4-BE49-F238E27FC236}">
                  <a16:creationId xmlns:a16="http://schemas.microsoft.com/office/drawing/2014/main" id="{BDA3EF41-5873-7D4B-8A04-F8D62DFD2DB6}"/>
                </a:ext>
              </a:extLst>
            </p:cNvPr>
            <p:cNvGrpSpPr/>
            <p:nvPr/>
          </p:nvGrpSpPr>
          <p:grpSpPr>
            <a:xfrm>
              <a:off x="10771171" y="3194171"/>
              <a:ext cx="594613" cy="648336"/>
              <a:chOff x="5203089" y="1751190"/>
              <a:chExt cx="858331" cy="662414"/>
            </a:xfrm>
          </p:grpSpPr>
          <p:sp>
            <p:nvSpPr>
              <p:cNvPr id="399" name="Freeform 398">
                <a:extLst>
                  <a:ext uri="{FF2B5EF4-FFF2-40B4-BE49-F238E27FC236}">
                    <a16:creationId xmlns:a16="http://schemas.microsoft.com/office/drawing/2014/main" id="{325473B9-6F55-684D-B22D-FF70325540CE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0" name="Freeform 399">
                <a:extLst>
                  <a:ext uri="{FF2B5EF4-FFF2-40B4-BE49-F238E27FC236}">
                    <a16:creationId xmlns:a16="http://schemas.microsoft.com/office/drawing/2014/main" id="{06CE85F7-18B2-3947-975F-CEA32EE2FBA7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401" name="Straight Connector 400">
                <a:extLst>
                  <a:ext uri="{FF2B5EF4-FFF2-40B4-BE49-F238E27FC236}">
                    <a16:creationId xmlns:a16="http://schemas.microsoft.com/office/drawing/2014/main" id="{F3F3D0FA-374D-9147-8047-2B7B3AAF05DF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2" name="Straight Connector 401">
                <a:extLst>
                  <a:ext uri="{FF2B5EF4-FFF2-40B4-BE49-F238E27FC236}">
                    <a16:creationId xmlns:a16="http://schemas.microsoft.com/office/drawing/2014/main" id="{AFF00F79-7128-E243-BBD5-A97200EABABC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3" name="Straight Connector 402">
                <a:extLst>
                  <a:ext uri="{FF2B5EF4-FFF2-40B4-BE49-F238E27FC236}">
                    <a16:creationId xmlns:a16="http://schemas.microsoft.com/office/drawing/2014/main" id="{729D9C8D-B396-A049-9B7A-BE878812629D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4" name="Straight Connector 403">
                <a:extLst>
                  <a:ext uri="{FF2B5EF4-FFF2-40B4-BE49-F238E27FC236}">
                    <a16:creationId xmlns:a16="http://schemas.microsoft.com/office/drawing/2014/main" id="{4B32C41F-58E3-CC4F-9625-B6688BEB2140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5" name="Straight Connector 404">
                <a:extLst>
                  <a:ext uri="{FF2B5EF4-FFF2-40B4-BE49-F238E27FC236}">
                    <a16:creationId xmlns:a16="http://schemas.microsoft.com/office/drawing/2014/main" id="{58933865-B1C6-3244-A0F5-136E4C6DD92E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6" name="Straight Connector 405">
                <a:extLst>
                  <a:ext uri="{FF2B5EF4-FFF2-40B4-BE49-F238E27FC236}">
                    <a16:creationId xmlns:a16="http://schemas.microsoft.com/office/drawing/2014/main" id="{76C939A7-C3F0-5A45-B81D-4E775CF1C92C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62" name="Freeform 561">
              <a:extLst>
                <a:ext uri="{FF2B5EF4-FFF2-40B4-BE49-F238E27FC236}">
                  <a16:creationId xmlns:a16="http://schemas.microsoft.com/office/drawing/2014/main" id="{BE088278-C41B-3E4A-87CE-FD65749FA13D}"/>
                </a:ext>
              </a:extLst>
            </p:cNvPr>
            <p:cNvSpPr/>
            <p:nvPr/>
          </p:nvSpPr>
          <p:spPr>
            <a:xfrm>
              <a:off x="9540813" y="1782042"/>
              <a:ext cx="1497864" cy="138645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494463"/>
                <a:gd name="connsiteY0" fmla="*/ 534641 h 1775651"/>
                <a:gd name="connsiteX1" fmla="*/ 3 w 1494463"/>
                <a:gd name="connsiteY1" fmla="*/ 940200 h 1775651"/>
                <a:gd name="connsiteX2" fmla="*/ 367657 w 1494463"/>
                <a:gd name="connsiteY2" fmla="*/ 1508306 h 1775651"/>
                <a:gd name="connsiteX3" fmla="*/ 1186523 w 1494463"/>
                <a:gd name="connsiteY3" fmla="*/ 1775650 h 1775651"/>
                <a:gd name="connsiteX4" fmla="*/ 1467465 w 1494463"/>
                <a:gd name="connsiteY4" fmla="*/ 1510813 h 1775651"/>
                <a:gd name="connsiteX5" fmla="*/ 1468513 w 1494463"/>
                <a:gd name="connsiteY5" fmla="*/ 672856 h 1775651"/>
                <a:gd name="connsiteX6" fmla="*/ 1336927 w 1494463"/>
                <a:gd name="connsiteY6" fmla="*/ 154877 h 1775651"/>
                <a:gd name="connsiteX7" fmla="*/ 839087 w 1494463"/>
                <a:gd name="connsiteY7" fmla="*/ 21205 h 1775651"/>
                <a:gd name="connsiteX8" fmla="*/ 360355 w 1494463"/>
                <a:gd name="connsiteY8" fmla="*/ 534641 h 1775651"/>
                <a:gd name="connsiteX0" fmla="*/ 360355 w 1491064"/>
                <a:gd name="connsiteY0" fmla="*/ 552327 h 1793337"/>
                <a:gd name="connsiteX1" fmla="*/ 3 w 1491064"/>
                <a:gd name="connsiteY1" fmla="*/ 957886 h 1793337"/>
                <a:gd name="connsiteX2" fmla="*/ 367657 w 1491064"/>
                <a:gd name="connsiteY2" fmla="*/ 1525992 h 1793337"/>
                <a:gd name="connsiteX3" fmla="*/ 1186523 w 1491064"/>
                <a:gd name="connsiteY3" fmla="*/ 1793336 h 1793337"/>
                <a:gd name="connsiteX4" fmla="*/ 1467465 w 1491064"/>
                <a:gd name="connsiteY4" fmla="*/ 1528499 h 1793337"/>
                <a:gd name="connsiteX5" fmla="*/ 1468513 w 1491064"/>
                <a:gd name="connsiteY5" fmla="*/ 690542 h 1793337"/>
                <a:gd name="connsiteX6" fmla="*/ 1407977 w 1491064"/>
                <a:gd name="connsiteY6" fmla="*/ 109278 h 1793337"/>
                <a:gd name="connsiteX7" fmla="*/ 839087 w 1491064"/>
                <a:gd name="connsiteY7" fmla="*/ 38891 h 1793337"/>
                <a:gd name="connsiteX8" fmla="*/ 360355 w 1491064"/>
                <a:gd name="connsiteY8" fmla="*/ 552327 h 1793337"/>
                <a:gd name="connsiteX0" fmla="*/ 360355 w 1502818"/>
                <a:gd name="connsiteY0" fmla="*/ 552327 h 1612281"/>
                <a:gd name="connsiteX1" fmla="*/ 3 w 1502818"/>
                <a:gd name="connsiteY1" fmla="*/ 957886 h 1612281"/>
                <a:gd name="connsiteX2" fmla="*/ 367657 w 1502818"/>
                <a:gd name="connsiteY2" fmla="*/ 1525992 h 1612281"/>
                <a:gd name="connsiteX3" fmla="*/ 1026659 w 1502818"/>
                <a:gd name="connsiteY3" fmla="*/ 1582385 h 1612281"/>
                <a:gd name="connsiteX4" fmla="*/ 1467465 w 1502818"/>
                <a:gd name="connsiteY4" fmla="*/ 1528499 h 1612281"/>
                <a:gd name="connsiteX5" fmla="*/ 1468513 w 1502818"/>
                <a:gd name="connsiteY5" fmla="*/ 690542 h 1612281"/>
                <a:gd name="connsiteX6" fmla="*/ 1407977 w 1502818"/>
                <a:gd name="connsiteY6" fmla="*/ 109278 h 1612281"/>
                <a:gd name="connsiteX7" fmla="*/ 839087 w 1502818"/>
                <a:gd name="connsiteY7" fmla="*/ 38891 h 1612281"/>
                <a:gd name="connsiteX8" fmla="*/ 360355 w 1502818"/>
                <a:gd name="connsiteY8" fmla="*/ 552327 h 1612281"/>
                <a:gd name="connsiteX0" fmla="*/ 360384 w 1502847"/>
                <a:gd name="connsiteY0" fmla="*/ 552327 h 1803602"/>
                <a:gd name="connsiteX1" fmla="*/ 32 w 1502847"/>
                <a:gd name="connsiteY1" fmla="*/ 957886 h 1803602"/>
                <a:gd name="connsiteX2" fmla="*/ 385448 w 1502847"/>
                <a:gd name="connsiteY2" fmla="*/ 1779134 h 1803602"/>
                <a:gd name="connsiteX3" fmla="*/ 1026688 w 1502847"/>
                <a:gd name="connsiteY3" fmla="*/ 1582385 h 1803602"/>
                <a:gd name="connsiteX4" fmla="*/ 1467494 w 1502847"/>
                <a:gd name="connsiteY4" fmla="*/ 1528499 h 1803602"/>
                <a:gd name="connsiteX5" fmla="*/ 1468542 w 1502847"/>
                <a:gd name="connsiteY5" fmla="*/ 690542 h 1803602"/>
                <a:gd name="connsiteX6" fmla="*/ 1408006 w 1502847"/>
                <a:gd name="connsiteY6" fmla="*/ 109278 h 1803602"/>
                <a:gd name="connsiteX7" fmla="*/ 839116 w 1502847"/>
                <a:gd name="connsiteY7" fmla="*/ 38891 h 1803602"/>
                <a:gd name="connsiteX8" fmla="*/ 360384 w 1502847"/>
                <a:gd name="connsiteY8" fmla="*/ 552327 h 1803602"/>
                <a:gd name="connsiteX0" fmla="*/ 360384 w 1502847"/>
                <a:gd name="connsiteY0" fmla="*/ 552327 h 1826319"/>
                <a:gd name="connsiteX1" fmla="*/ 32 w 1502847"/>
                <a:gd name="connsiteY1" fmla="*/ 957886 h 1826319"/>
                <a:gd name="connsiteX2" fmla="*/ 385448 w 1502847"/>
                <a:gd name="connsiteY2" fmla="*/ 1779134 h 1826319"/>
                <a:gd name="connsiteX3" fmla="*/ 1026688 w 1502847"/>
                <a:gd name="connsiteY3" fmla="*/ 1582385 h 1826319"/>
                <a:gd name="connsiteX4" fmla="*/ 1467494 w 1502847"/>
                <a:gd name="connsiteY4" fmla="*/ 1528499 h 1826319"/>
                <a:gd name="connsiteX5" fmla="*/ 1468542 w 1502847"/>
                <a:gd name="connsiteY5" fmla="*/ 690542 h 1826319"/>
                <a:gd name="connsiteX6" fmla="*/ 1408006 w 1502847"/>
                <a:gd name="connsiteY6" fmla="*/ 109278 h 1826319"/>
                <a:gd name="connsiteX7" fmla="*/ 839116 w 1502847"/>
                <a:gd name="connsiteY7" fmla="*/ 38891 h 1826319"/>
                <a:gd name="connsiteX8" fmla="*/ 360384 w 1502847"/>
                <a:gd name="connsiteY8" fmla="*/ 552327 h 1826319"/>
                <a:gd name="connsiteX0" fmla="*/ 289852 w 1503366"/>
                <a:gd name="connsiteY0" fmla="*/ 461730 h 1820101"/>
                <a:gd name="connsiteX1" fmla="*/ 551 w 1503366"/>
                <a:gd name="connsiteY1" fmla="*/ 951668 h 1820101"/>
                <a:gd name="connsiteX2" fmla="*/ 385967 w 1503366"/>
                <a:gd name="connsiteY2" fmla="*/ 1772916 h 1820101"/>
                <a:gd name="connsiteX3" fmla="*/ 1027207 w 1503366"/>
                <a:gd name="connsiteY3" fmla="*/ 1576167 h 1820101"/>
                <a:gd name="connsiteX4" fmla="*/ 1468013 w 1503366"/>
                <a:gd name="connsiteY4" fmla="*/ 1522281 h 1820101"/>
                <a:gd name="connsiteX5" fmla="*/ 1469061 w 1503366"/>
                <a:gd name="connsiteY5" fmla="*/ 684324 h 1820101"/>
                <a:gd name="connsiteX6" fmla="*/ 1408525 w 1503366"/>
                <a:gd name="connsiteY6" fmla="*/ 103060 h 1820101"/>
                <a:gd name="connsiteX7" fmla="*/ 839635 w 1503366"/>
                <a:gd name="connsiteY7" fmla="*/ 32673 h 1820101"/>
                <a:gd name="connsiteX8" fmla="*/ 289852 w 1503366"/>
                <a:gd name="connsiteY8" fmla="*/ 461730 h 1820101"/>
                <a:gd name="connsiteX0" fmla="*/ 293376 w 1506890"/>
                <a:gd name="connsiteY0" fmla="*/ 461730 h 1820101"/>
                <a:gd name="connsiteX1" fmla="*/ 4075 w 1506890"/>
                <a:gd name="connsiteY1" fmla="*/ 951668 h 1820101"/>
                <a:gd name="connsiteX2" fmla="*/ 389491 w 1506890"/>
                <a:gd name="connsiteY2" fmla="*/ 1772916 h 1820101"/>
                <a:gd name="connsiteX3" fmla="*/ 1030731 w 1506890"/>
                <a:gd name="connsiteY3" fmla="*/ 1576167 h 1820101"/>
                <a:gd name="connsiteX4" fmla="*/ 1471537 w 1506890"/>
                <a:gd name="connsiteY4" fmla="*/ 1522281 h 1820101"/>
                <a:gd name="connsiteX5" fmla="*/ 1472585 w 1506890"/>
                <a:gd name="connsiteY5" fmla="*/ 684324 h 1820101"/>
                <a:gd name="connsiteX6" fmla="*/ 1412049 w 1506890"/>
                <a:gd name="connsiteY6" fmla="*/ 103060 h 1820101"/>
                <a:gd name="connsiteX7" fmla="*/ 843159 w 1506890"/>
                <a:gd name="connsiteY7" fmla="*/ 32673 h 1820101"/>
                <a:gd name="connsiteX8" fmla="*/ 293376 w 1506890"/>
                <a:gd name="connsiteY8" fmla="*/ 461730 h 1820101"/>
                <a:gd name="connsiteX0" fmla="*/ 203955 w 1545103"/>
                <a:gd name="connsiteY0" fmla="*/ 206126 h 1802639"/>
                <a:gd name="connsiteX1" fmla="*/ 42288 w 1545103"/>
                <a:gd name="connsiteY1" fmla="*/ 934206 h 1802639"/>
                <a:gd name="connsiteX2" fmla="*/ 427704 w 1545103"/>
                <a:gd name="connsiteY2" fmla="*/ 1755454 h 1802639"/>
                <a:gd name="connsiteX3" fmla="*/ 1068944 w 1545103"/>
                <a:gd name="connsiteY3" fmla="*/ 1558705 h 1802639"/>
                <a:gd name="connsiteX4" fmla="*/ 1509750 w 1545103"/>
                <a:gd name="connsiteY4" fmla="*/ 1504819 h 1802639"/>
                <a:gd name="connsiteX5" fmla="*/ 1510798 w 1545103"/>
                <a:gd name="connsiteY5" fmla="*/ 666862 h 1802639"/>
                <a:gd name="connsiteX6" fmla="*/ 1450262 w 1545103"/>
                <a:gd name="connsiteY6" fmla="*/ 85598 h 1802639"/>
                <a:gd name="connsiteX7" fmla="*/ 881372 w 1545103"/>
                <a:gd name="connsiteY7" fmla="*/ 15211 h 1802639"/>
                <a:gd name="connsiteX8" fmla="*/ 203955 w 1545103"/>
                <a:gd name="connsiteY8" fmla="*/ 206126 h 1802639"/>
                <a:gd name="connsiteX0" fmla="*/ 147252 w 1634267"/>
                <a:gd name="connsiteY0" fmla="*/ 113266 h 1796376"/>
                <a:gd name="connsiteX1" fmla="*/ 131452 w 1634267"/>
                <a:gd name="connsiteY1" fmla="*/ 927943 h 1796376"/>
                <a:gd name="connsiteX2" fmla="*/ 516868 w 1634267"/>
                <a:gd name="connsiteY2" fmla="*/ 1749191 h 1796376"/>
                <a:gd name="connsiteX3" fmla="*/ 1158108 w 1634267"/>
                <a:gd name="connsiteY3" fmla="*/ 1552442 h 1796376"/>
                <a:gd name="connsiteX4" fmla="*/ 1598914 w 1634267"/>
                <a:gd name="connsiteY4" fmla="*/ 1498556 h 1796376"/>
                <a:gd name="connsiteX5" fmla="*/ 1599962 w 1634267"/>
                <a:gd name="connsiteY5" fmla="*/ 660599 h 1796376"/>
                <a:gd name="connsiteX6" fmla="*/ 1539426 w 1634267"/>
                <a:gd name="connsiteY6" fmla="*/ 79335 h 1796376"/>
                <a:gd name="connsiteX7" fmla="*/ 970536 w 1634267"/>
                <a:gd name="connsiteY7" fmla="*/ 8948 h 1796376"/>
                <a:gd name="connsiteX8" fmla="*/ 147252 w 1634267"/>
                <a:gd name="connsiteY8" fmla="*/ 113266 h 1796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34267" h="1796376">
                  <a:moveTo>
                    <a:pt x="147252" y="113266"/>
                  </a:moveTo>
                  <a:cubicBezTo>
                    <a:pt x="-139307" y="245497"/>
                    <a:pt x="69849" y="655289"/>
                    <a:pt x="131452" y="927943"/>
                  </a:cubicBezTo>
                  <a:cubicBezTo>
                    <a:pt x="193055" y="1200597"/>
                    <a:pt x="345759" y="1645108"/>
                    <a:pt x="516868" y="1749191"/>
                  </a:cubicBezTo>
                  <a:cubicBezTo>
                    <a:pt x="687977" y="1853274"/>
                    <a:pt x="1013294" y="1784070"/>
                    <a:pt x="1158108" y="1552442"/>
                  </a:cubicBezTo>
                  <a:cubicBezTo>
                    <a:pt x="1302922" y="1320814"/>
                    <a:pt x="1525272" y="1647197"/>
                    <a:pt x="1598914" y="1498556"/>
                  </a:cubicBezTo>
                  <a:cubicBezTo>
                    <a:pt x="1672556" y="1349916"/>
                    <a:pt x="1609877" y="897136"/>
                    <a:pt x="1599962" y="660599"/>
                  </a:cubicBezTo>
                  <a:cubicBezTo>
                    <a:pt x="1590047" y="424062"/>
                    <a:pt x="1578419" y="187943"/>
                    <a:pt x="1539426" y="79335"/>
                  </a:cubicBezTo>
                  <a:cubicBezTo>
                    <a:pt x="1500433" y="-29273"/>
                    <a:pt x="1202565" y="3293"/>
                    <a:pt x="970536" y="8948"/>
                  </a:cubicBezTo>
                  <a:cubicBezTo>
                    <a:pt x="738507" y="14603"/>
                    <a:pt x="433811" y="-18965"/>
                    <a:pt x="147252" y="11326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7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59DB778E-F23D-6C41-8A2D-8F08BD46CBCB}"/>
                </a:ext>
              </a:extLst>
            </p:cNvPr>
            <p:cNvSpPr txBox="1"/>
            <p:nvPr/>
          </p:nvSpPr>
          <p:spPr>
            <a:xfrm>
              <a:off x="9427201" y="1851195"/>
              <a:ext cx="1725088" cy="2862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national or global ISP</a:t>
              </a:r>
            </a:p>
          </p:txBody>
        </p:sp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2DCB9395-41DC-D844-A0B1-59B5BDD3151F}"/>
                </a:ext>
              </a:extLst>
            </p:cNvPr>
            <p:cNvSpPr/>
            <p:nvPr/>
          </p:nvSpPr>
          <p:spPr>
            <a:xfrm>
              <a:off x="9279068" y="3677908"/>
              <a:ext cx="305749" cy="197847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3" name="TextBox 652">
              <a:extLst>
                <a:ext uri="{FF2B5EF4-FFF2-40B4-BE49-F238E27FC236}">
                  <a16:creationId xmlns:a16="http://schemas.microsoft.com/office/drawing/2014/main" id="{C34CA97E-4007-3540-925A-3C739C254049}"/>
                </a:ext>
              </a:extLst>
            </p:cNvPr>
            <p:cNvSpPr txBox="1"/>
            <p:nvPr/>
          </p:nvSpPr>
          <p:spPr>
            <a:xfrm>
              <a:off x="8766162" y="3447919"/>
              <a:ext cx="1040639" cy="4801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local or regional ISP</a:t>
              </a:r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7DCF99E9-1DFC-0241-B2E7-471998268663}"/>
                </a:ext>
              </a:extLst>
            </p:cNvPr>
            <p:cNvSpPr txBox="1"/>
            <p:nvPr/>
          </p:nvSpPr>
          <p:spPr>
            <a:xfrm>
              <a:off x="10917767" y="4677937"/>
              <a:ext cx="813043" cy="3831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datacenter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173BD163-3F4D-944E-B86B-3275B779D5A8}"/>
                </a:ext>
              </a:extLst>
            </p:cNvPr>
            <p:cNvSpPr txBox="1"/>
            <p:nvPr/>
          </p:nvSpPr>
          <p:spPr>
            <a:xfrm>
              <a:off x="10063018" y="4228248"/>
              <a:ext cx="843051" cy="6740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content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provider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830" name="Straight Connector 829">
              <a:extLst>
                <a:ext uri="{FF2B5EF4-FFF2-40B4-BE49-F238E27FC236}">
                  <a16:creationId xmlns:a16="http://schemas.microsoft.com/office/drawing/2014/main" id="{B163CA8C-EB1E-A14C-9A66-BC297C1207E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>
              <a:extLst>
                <a:ext uri="{FF2B5EF4-FFF2-40B4-BE49-F238E27FC236}">
                  <a16:creationId xmlns:a16="http://schemas.microsoft.com/office/drawing/2014/main" id="{5423E50E-9196-7E41-B2E3-7EFFBB80785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>
              <a:extLst>
                <a:ext uri="{FF2B5EF4-FFF2-40B4-BE49-F238E27FC236}">
                  <a16:creationId xmlns:a16="http://schemas.microsoft.com/office/drawing/2014/main" id="{D736E0FF-D607-3B4C-A87A-D415301D67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>
              <a:extLst>
                <a:ext uri="{FF2B5EF4-FFF2-40B4-BE49-F238E27FC236}">
                  <a16:creationId xmlns:a16="http://schemas.microsoft.com/office/drawing/2014/main" id="{412118DA-F614-8A42-80A7-8D427CB9D06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>
              <a:extLst>
                <a:ext uri="{FF2B5EF4-FFF2-40B4-BE49-F238E27FC236}">
                  <a16:creationId xmlns:a16="http://schemas.microsoft.com/office/drawing/2014/main" id="{1F000A1C-019C-AC40-8B26-99394BC90A3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>
              <a:extLst>
                <a:ext uri="{FF2B5EF4-FFF2-40B4-BE49-F238E27FC236}">
                  <a16:creationId xmlns:a16="http://schemas.microsoft.com/office/drawing/2014/main" id="{E581177E-ADBB-324A-BE56-FFA64730F3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D0BFF2F4-0B07-CF45-A69B-7B91FA12DE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>
              <a:extLst>
                <a:ext uri="{FF2B5EF4-FFF2-40B4-BE49-F238E27FC236}">
                  <a16:creationId xmlns:a16="http://schemas.microsoft.com/office/drawing/2014/main" id="{E3568D00-797E-F542-B47B-DC40257A1A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B5D2DFB3-E4DE-3C49-8F72-DC09F553A5F3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id="{F9A85AAA-3DAA-6946-B559-D97F731B61D5}"/>
                </a:ext>
              </a:extLst>
            </p:cNvPr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>
              <a:extLst>
                <a:ext uri="{FF2B5EF4-FFF2-40B4-BE49-F238E27FC236}">
                  <a16:creationId xmlns:a16="http://schemas.microsoft.com/office/drawing/2014/main" id="{12CE73BA-DDE8-5741-9E5E-64CA353BA9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4429D23B-C424-D54E-A99F-D3FC646B3D08}"/>
                </a:ext>
              </a:extLst>
            </p:cNvPr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C0FB38C4-8D4E-FD46-8BA5-A01F983C9AF5}"/>
                  </a:ext>
                </a:extLst>
              </p:cNvPr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>
                  <a:extLst>
                    <a:ext uri="{FF2B5EF4-FFF2-40B4-BE49-F238E27FC236}">
                      <a16:creationId xmlns:a16="http://schemas.microsoft.com/office/drawing/2014/main" id="{28DDE19D-11FD-214B-B68A-9F6AAEA3AA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8" name="Line 435">
                  <a:extLst>
                    <a:ext uri="{FF2B5EF4-FFF2-40B4-BE49-F238E27FC236}">
                      <a16:creationId xmlns:a16="http://schemas.microsoft.com/office/drawing/2014/main" id="{D2EFF5DE-9380-7D46-847C-7986E80C63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7" name="Line 440">
                  <a:extLst>
                    <a:ext uri="{FF2B5EF4-FFF2-40B4-BE49-F238E27FC236}">
                      <a16:creationId xmlns:a16="http://schemas.microsoft.com/office/drawing/2014/main" id="{E3BCB46D-EF32-8C42-A43A-1B0DAF759B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CE6E1140-BC2F-9947-9B51-91DC5079ABB1}"/>
                    </a:ext>
                  </a:extLst>
                </p:cNvPr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9EF5B4FA-3960-F54C-936B-C64147078447}"/>
                    </a:ext>
                  </a:extLst>
                </p:cNvPr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691B45AC-C5E3-D24E-9C63-05D00B08C71D}"/>
                    </a:ext>
                  </a:extLst>
                </p:cNvPr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59EB46BB-F3EA-4248-B631-AC80BEB74EF0}"/>
                    </a:ext>
                  </a:extLst>
                </p:cNvPr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C562C7DD-3FD1-0E4C-B308-744C6C87FC79}"/>
                    </a:ext>
                  </a:extLst>
                </p:cNvPr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6793D61B-AD50-A246-A5C0-38DF48C17738}"/>
                    </a:ext>
                  </a:extLst>
                </p:cNvPr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EDD09B84-3AA8-0948-AB6C-1D5CBFFC5293}"/>
                    </a:ext>
                  </a:extLst>
                </p:cNvPr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C777BA08-17B1-254B-BCB6-583E10254EC6}"/>
                    </a:ext>
                  </a:extLst>
                </p:cNvPr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>
                  <a:extLst>
                    <a:ext uri="{FF2B5EF4-FFF2-40B4-BE49-F238E27FC236}">
                      <a16:creationId xmlns:a16="http://schemas.microsoft.com/office/drawing/2014/main" id="{C44ADC96-78DA-C64F-AF97-4FFA68D2E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" name="Line 424">
                  <a:extLst>
                    <a:ext uri="{FF2B5EF4-FFF2-40B4-BE49-F238E27FC236}">
                      <a16:creationId xmlns:a16="http://schemas.microsoft.com/office/drawing/2014/main" id="{845B46BE-685D-2D4E-AD26-5684794D19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262" name="Picture 778" descr="antenna_radiation_stylized">
                <a:extLst>
                  <a:ext uri="{FF2B5EF4-FFF2-40B4-BE49-F238E27FC236}">
                    <a16:creationId xmlns:a16="http://schemas.microsoft.com/office/drawing/2014/main" id="{B73E5F98-BC74-DB47-BA02-5F29DC675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>
                <a:extLst>
                  <a:ext uri="{FF2B5EF4-FFF2-40B4-BE49-F238E27FC236}">
                    <a16:creationId xmlns:a16="http://schemas.microsoft.com/office/drawing/2014/main" id="{5F858A2F-D0F0-7E47-8EF1-4C37898F9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>
                <a:extLst>
                  <a:ext uri="{FF2B5EF4-FFF2-40B4-BE49-F238E27FC236}">
                    <a16:creationId xmlns:a16="http://schemas.microsoft.com/office/drawing/2014/main" id="{271D03F6-D85B-EC41-803D-EFAA96DAE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39" name="Line 426">
              <a:extLst>
                <a:ext uri="{FF2B5EF4-FFF2-40B4-BE49-F238E27FC236}">
                  <a16:creationId xmlns:a16="http://schemas.microsoft.com/office/drawing/2014/main" id="{DDAEB50C-98DD-DA43-B9C4-9AB7F9ED5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07860" y="2700359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41" name="Group 783">
              <a:extLst>
                <a:ext uri="{FF2B5EF4-FFF2-40B4-BE49-F238E27FC236}">
                  <a16:creationId xmlns:a16="http://schemas.microsoft.com/office/drawing/2014/main" id="{02FEAFB4-9831-B64A-9F54-92C532E8F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0698" y="2309376"/>
              <a:ext cx="298450" cy="464008"/>
              <a:chOff x="3130" y="3288"/>
              <a:chExt cx="410" cy="742"/>
            </a:xfrm>
          </p:grpSpPr>
          <p:sp>
            <p:nvSpPr>
              <p:cNvPr id="244" name="Line 270">
                <a:extLst>
                  <a:ext uri="{FF2B5EF4-FFF2-40B4-BE49-F238E27FC236}">
                    <a16:creationId xmlns:a16="http://schemas.microsoft.com/office/drawing/2014/main" id="{A9300902-94F3-8949-9A54-8B95986ACB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5" name="Line 271">
                <a:extLst>
                  <a:ext uri="{FF2B5EF4-FFF2-40B4-BE49-F238E27FC236}">
                    <a16:creationId xmlns:a16="http://schemas.microsoft.com/office/drawing/2014/main" id="{B93F32E3-8690-BD4B-B848-94E1FAAB5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Line 272">
                <a:extLst>
                  <a:ext uri="{FF2B5EF4-FFF2-40B4-BE49-F238E27FC236}">
                    <a16:creationId xmlns:a16="http://schemas.microsoft.com/office/drawing/2014/main" id="{AB0BEDC3-F0F0-4E42-A55F-57AC0548D5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7" name="Line 273">
                <a:extLst>
                  <a:ext uri="{FF2B5EF4-FFF2-40B4-BE49-F238E27FC236}">
                    <a16:creationId xmlns:a16="http://schemas.microsoft.com/office/drawing/2014/main" id="{3AF299DE-8F54-D84C-B398-5B3B44C53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8" name="Line 274">
                <a:extLst>
                  <a:ext uri="{FF2B5EF4-FFF2-40B4-BE49-F238E27FC236}">
                    <a16:creationId xmlns:a16="http://schemas.microsoft.com/office/drawing/2014/main" id="{C2005C3C-C4BA-FD44-A127-E5C4FE594D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9" name="Line 275">
                <a:extLst>
                  <a:ext uri="{FF2B5EF4-FFF2-40B4-BE49-F238E27FC236}">
                    <a16:creationId xmlns:a16="http://schemas.microsoft.com/office/drawing/2014/main" id="{948DF918-9246-AF45-A55F-C5B7436635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0" name="Line 276">
                <a:extLst>
                  <a:ext uri="{FF2B5EF4-FFF2-40B4-BE49-F238E27FC236}">
                    <a16:creationId xmlns:a16="http://schemas.microsoft.com/office/drawing/2014/main" id="{3D1534AB-9253-A140-B4C5-81F085C452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1" name="Line 277">
                <a:extLst>
                  <a:ext uri="{FF2B5EF4-FFF2-40B4-BE49-F238E27FC236}">
                    <a16:creationId xmlns:a16="http://schemas.microsoft.com/office/drawing/2014/main" id="{3BA377A2-6A51-F64B-AA8B-4FB90FAA7D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2" name="Line 278">
                <a:extLst>
                  <a:ext uri="{FF2B5EF4-FFF2-40B4-BE49-F238E27FC236}">
                    <a16:creationId xmlns:a16="http://schemas.microsoft.com/office/drawing/2014/main" id="{FA310FA6-4B1E-0047-8066-8AF44673F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3" name="Line 279">
                <a:extLst>
                  <a:ext uri="{FF2B5EF4-FFF2-40B4-BE49-F238E27FC236}">
                    <a16:creationId xmlns:a16="http://schemas.microsoft.com/office/drawing/2014/main" id="{254B094E-F3D3-0F46-BF4E-A226644B01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4" name="Line 280">
                <a:extLst>
                  <a:ext uri="{FF2B5EF4-FFF2-40B4-BE49-F238E27FC236}">
                    <a16:creationId xmlns:a16="http://schemas.microsoft.com/office/drawing/2014/main" id="{9805319A-9CA5-7340-811A-8DBCB5A2BA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5" name="Line 281">
                <a:extLst>
                  <a:ext uri="{FF2B5EF4-FFF2-40B4-BE49-F238E27FC236}">
                    <a16:creationId xmlns:a16="http://schemas.microsoft.com/office/drawing/2014/main" id="{6042C4DF-7427-904B-A064-26708AF480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6" name="Line 282">
                <a:extLst>
                  <a:ext uri="{FF2B5EF4-FFF2-40B4-BE49-F238E27FC236}">
                    <a16:creationId xmlns:a16="http://schemas.microsoft.com/office/drawing/2014/main" id="{21FF36A4-E56F-C94A-8E67-9A6E4DA844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7" name="Line 283">
                <a:extLst>
                  <a:ext uri="{FF2B5EF4-FFF2-40B4-BE49-F238E27FC236}">
                    <a16:creationId xmlns:a16="http://schemas.microsoft.com/office/drawing/2014/main" id="{C6A0831D-FA2C-E744-8FE0-FDFDDB5FDD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8" name="Line 284">
                <a:extLst>
                  <a:ext uri="{FF2B5EF4-FFF2-40B4-BE49-F238E27FC236}">
                    <a16:creationId xmlns:a16="http://schemas.microsoft.com/office/drawing/2014/main" id="{65548550-729A-4849-9DC4-127F8FE86B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pic>
          <p:nvPicPr>
            <p:cNvPr id="261" name="Picture 777" descr="access_point_stylized_small">
              <a:extLst>
                <a:ext uri="{FF2B5EF4-FFF2-40B4-BE49-F238E27FC236}">
                  <a16:creationId xmlns:a16="http://schemas.microsoft.com/office/drawing/2014/main" id="{FA9A412B-D725-D449-8707-A3626DCB48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3882" y="3861899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>
              <a:extLst>
                <a:ext uri="{FF2B5EF4-FFF2-40B4-BE49-F238E27FC236}">
                  <a16:creationId xmlns:a16="http://schemas.microsoft.com/office/drawing/2014/main" id="{AC22920E-0555-BA45-9B6A-B76172153C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0610" y="5524232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DE035BC7-2762-3044-BE80-C91EC827E65C}"/>
                </a:ext>
              </a:extLst>
            </p:cNvPr>
            <p:cNvGrpSpPr/>
            <p:nvPr/>
          </p:nvGrpSpPr>
          <p:grpSpPr>
            <a:xfrm>
              <a:off x="9783558" y="4989983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BEE06200-7AF9-4A43-9447-2349DCBFF94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3340A80C-5091-6D49-89E5-375F02E948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id="{B2821126-95C5-B044-AEBC-BA333FAF6B2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>
                  <a:extLst>
                    <a:ext uri="{FF2B5EF4-FFF2-40B4-BE49-F238E27FC236}">
                      <a16:creationId xmlns:a16="http://schemas.microsoft.com/office/drawing/2014/main" id="{B76A81D4-5DC8-C241-B209-B819BC6D74F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6" name="Freeform 475">
                  <a:extLst>
                    <a:ext uri="{FF2B5EF4-FFF2-40B4-BE49-F238E27FC236}">
                      <a16:creationId xmlns:a16="http://schemas.microsoft.com/office/drawing/2014/main" id="{6F6ED06A-086C-754C-BE82-59E2830CF0D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7" name="Freeform 476">
                  <a:extLst>
                    <a:ext uri="{FF2B5EF4-FFF2-40B4-BE49-F238E27FC236}">
                      <a16:creationId xmlns:a16="http://schemas.microsoft.com/office/drawing/2014/main" id="{A32340AB-4CC3-5442-987B-A47EF2040F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AC0AB71B-FD2B-9C4A-AE22-B586FC33568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60B6F784-668B-5D4B-A622-66CCE6350B84}"/>
                </a:ext>
              </a:extLst>
            </p:cNvPr>
            <p:cNvGrpSpPr/>
            <p:nvPr/>
          </p:nvGrpSpPr>
          <p:grpSpPr>
            <a:xfrm>
              <a:off x="9849365" y="5339037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>
                <a:extLst>
                  <a:ext uri="{FF2B5EF4-FFF2-40B4-BE49-F238E27FC236}">
                    <a16:creationId xmlns:a16="http://schemas.microsoft.com/office/drawing/2014/main" id="{275B9F34-60F1-4A43-AAD4-D58802DAAC8F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2" name="Freeform 521">
                <a:extLst>
                  <a:ext uri="{FF2B5EF4-FFF2-40B4-BE49-F238E27FC236}">
                    <a16:creationId xmlns:a16="http://schemas.microsoft.com/office/drawing/2014/main" id="{778A1510-2C69-F848-B6B3-6C73FF16369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85BFF772-B3A6-F548-BDE0-8AEB95F33FBE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id="{B37A32DB-8119-5447-A58C-87AD1FDF0EB7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id="{58EF4D92-6D83-864D-92A9-A1264053688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79E03014-7882-0546-B7FE-50715AB53593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id="{530508B2-B7B9-B347-8151-5F7967C6BEDA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11A03BFE-097D-3B42-AA2B-11FFEA70FF5B}"/>
                </a:ext>
              </a:extLst>
            </p:cNvPr>
            <p:cNvGrpSpPr/>
            <p:nvPr/>
          </p:nvGrpSpPr>
          <p:grpSpPr>
            <a:xfrm>
              <a:off x="8676619" y="4967420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89B10910-D4AF-3246-860A-25F1D908938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81" name="Oval 480">
                <a:extLst>
                  <a:ext uri="{FF2B5EF4-FFF2-40B4-BE49-F238E27FC236}">
                    <a16:creationId xmlns:a16="http://schemas.microsoft.com/office/drawing/2014/main" id="{F9BAB47F-DDD3-BE44-9A9E-FC2F670519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82" name="Group 481">
                <a:extLst>
                  <a:ext uri="{FF2B5EF4-FFF2-40B4-BE49-F238E27FC236}">
                    <a16:creationId xmlns:a16="http://schemas.microsoft.com/office/drawing/2014/main" id="{753018A5-48AB-6D40-BB99-E6281192F8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>
                  <a:extLst>
                    <a:ext uri="{FF2B5EF4-FFF2-40B4-BE49-F238E27FC236}">
                      <a16:creationId xmlns:a16="http://schemas.microsoft.com/office/drawing/2014/main" id="{BD7DB5A0-40AC-504F-93F8-89A5617E2AE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4" name="Freeform 483">
                  <a:extLst>
                    <a:ext uri="{FF2B5EF4-FFF2-40B4-BE49-F238E27FC236}">
                      <a16:creationId xmlns:a16="http://schemas.microsoft.com/office/drawing/2014/main" id="{DBEBB83D-40BF-8849-BAAA-59AB22EA085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18930CC0-2525-0C49-9555-463122A4FBB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0C651989-7B8A-F043-A1B6-F47D8764FCE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29" name="Group 528">
              <a:extLst>
                <a:ext uri="{FF2B5EF4-FFF2-40B4-BE49-F238E27FC236}">
                  <a16:creationId xmlns:a16="http://schemas.microsoft.com/office/drawing/2014/main" id="{DE45D3AB-47E3-364E-81D6-324D69CE101C}"/>
                </a:ext>
              </a:extLst>
            </p:cNvPr>
            <p:cNvGrpSpPr/>
            <p:nvPr/>
          </p:nvGrpSpPr>
          <p:grpSpPr>
            <a:xfrm>
              <a:off x="8311520" y="5194433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>
                <a:extLst>
                  <a:ext uri="{FF2B5EF4-FFF2-40B4-BE49-F238E27FC236}">
                    <a16:creationId xmlns:a16="http://schemas.microsoft.com/office/drawing/2014/main" id="{72425686-3D93-0646-A923-6ADF75485CDC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1" name="Freeform 530">
                <a:extLst>
                  <a:ext uri="{FF2B5EF4-FFF2-40B4-BE49-F238E27FC236}">
                    <a16:creationId xmlns:a16="http://schemas.microsoft.com/office/drawing/2014/main" id="{6ADFF160-CF04-7049-A6D4-1C789FDD39AE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32" name="Group 531">
                <a:extLst>
                  <a:ext uri="{FF2B5EF4-FFF2-40B4-BE49-F238E27FC236}">
                    <a16:creationId xmlns:a16="http://schemas.microsoft.com/office/drawing/2014/main" id="{AFDD9D33-8D17-F840-A9A5-3807DD3BA314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3AF3452D-972F-6944-8123-ECA4288786D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BA43E42C-CD9B-1744-BEEC-9E664114AC8E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42EF7BB0-4257-F646-805E-AFBA92B62F9D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6" name="Freeform 535">
                  <a:extLst>
                    <a:ext uri="{FF2B5EF4-FFF2-40B4-BE49-F238E27FC236}">
                      <a16:creationId xmlns:a16="http://schemas.microsoft.com/office/drawing/2014/main" id="{95AEC175-56C0-C14B-9DC5-693400B124AB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CBD7A282-C22D-714A-88F1-C7D4EDD107F8}"/>
                </a:ext>
              </a:extLst>
            </p:cNvPr>
            <p:cNvGrpSpPr/>
            <p:nvPr/>
          </p:nvGrpSpPr>
          <p:grpSpPr>
            <a:xfrm>
              <a:off x="8439827" y="2812309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3C206862-9269-EE48-877D-EE261101A4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09" name="Oval 408">
                <a:extLst>
                  <a:ext uri="{FF2B5EF4-FFF2-40B4-BE49-F238E27FC236}">
                    <a16:creationId xmlns:a16="http://schemas.microsoft.com/office/drawing/2014/main" id="{9B69A2C6-F31C-E749-B77A-1818B15E1B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10" name="Group 409">
                <a:extLst>
                  <a:ext uri="{FF2B5EF4-FFF2-40B4-BE49-F238E27FC236}">
                    <a16:creationId xmlns:a16="http://schemas.microsoft.com/office/drawing/2014/main" id="{08BE9AB8-F5DA-4D4A-9621-9AB05D691F0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56E730F0-5BB3-6446-9D5B-82D51B9EDAF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5BA37E27-2FC6-BA43-8A97-14171CB51FD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CCB37CB3-304F-6144-85D0-8B420BDD088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4" name="Freeform 413">
                  <a:extLst>
                    <a:ext uri="{FF2B5EF4-FFF2-40B4-BE49-F238E27FC236}">
                      <a16:creationId xmlns:a16="http://schemas.microsoft.com/office/drawing/2014/main" id="{BD0CA8E5-A033-834A-A402-E2EFB2FBBF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0DE4078-0801-A244-9A82-F7502B8B24A0}"/>
                </a:ext>
              </a:extLst>
            </p:cNvPr>
            <p:cNvGrpSpPr/>
            <p:nvPr/>
          </p:nvGrpSpPr>
          <p:grpSpPr>
            <a:xfrm>
              <a:off x="8050070" y="3965994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id="{EA784F43-D793-4342-92F3-EBC3632212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17" name="Oval 416">
                <a:extLst>
                  <a:ext uri="{FF2B5EF4-FFF2-40B4-BE49-F238E27FC236}">
                    <a16:creationId xmlns:a16="http://schemas.microsoft.com/office/drawing/2014/main" id="{75841943-4184-5D4E-AAD4-8FEAC9D7330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18" name="Group 417">
                <a:extLst>
                  <a:ext uri="{FF2B5EF4-FFF2-40B4-BE49-F238E27FC236}">
                    <a16:creationId xmlns:a16="http://schemas.microsoft.com/office/drawing/2014/main" id="{23FBC748-DCBA-AA41-A6F7-895374D50C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>
                  <a:extLst>
                    <a:ext uri="{FF2B5EF4-FFF2-40B4-BE49-F238E27FC236}">
                      <a16:creationId xmlns:a16="http://schemas.microsoft.com/office/drawing/2014/main" id="{96DA1F2B-2063-8C40-BF46-086C20D317A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0" name="Freeform 419">
                  <a:extLst>
                    <a:ext uri="{FF2B5EF4-FFF2-40B4-BE49-F238E27FC236}">
                      <a16:creationId xmlns:a16="http://schemas.microsoft.com/office/drawing/2014/main" id="{8A1EF987-02EE-DA4D-8224-02537D5034D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1" name="Freeform 420">
                  <a:extLst>
                    <a:ext uri="{FF2B5EF4-FFF2-40B4-BE49-F238E27FC236}">
                      <a16:creationId xmlns:a16="http://schemas.microsoft.com/office/drawing/2014/main" id="{1FC5854A-AF8F-6841-92AD-B18DDAF1E99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A510FA68-BEB6-B54A-A1D4-984168F8571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55" name="Group 454">
              <a:extLst>
                <a:ext uri="{FF2B5EF4-FFF2-40B4-BE49-F238E27FC236}">
                  <a16:creationId xmlns:a16="http://schemas.microsoft.com/office/drawing/2014/main" id="{52B7B73B-1125-084D-8669-C68CC371DDC6}"/>
                </a:ext>
              </a:extLst>
            </p:cNvPr>
            <p:cNvGrpSpPr/>
            <p:nvPr/>
          </p:nvGrpSpPr>
          <p:grpSpPr>
            <a:xfrm>
              <a:off x="10884085" y="3601365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3196A4F9-B139-4D4B-B210-0318216604F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id="{1D1C7F3A-BE45-014B-AF9C-58CA77DA029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58" name="Group 457">
                <a:extLst>
                  <a:ext uri="{FF2B5EF4-FFF2-40B4-BE49-F238E27FC236}">
                    <a16:creationId xmlns:a16="http://schemas.microsoft.com/office/drawing/2014/main" id="{83DFFE47-64E8-F54C-8ABC-E896DA957F0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>
                  <a:extLst>
                    <a:ext uri="{FF2B5EF4-FFF2-40B4-BE49-F238E27FC236}">
                      <a16:creationId xmlns:a16="http://schemas.microsoft.com/office/drawing/2014/main" id="{2A9F0EE2-8F99-EB4D-9331-7AE3BDCBE9C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0" name="Freeform 459">
                  <a:extLst>
                    <a:ext uri="{FF2B5EF4-FFF2-40B4-BE49-F238E27FC236}">
                      <a16:creationId xmlns:a16="http://schemas.microsoft.com/office/drawing/2014/main" id="{2E314A90-8DB8-2A49-8BB6-D51C2DAE9CF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1" name="Freeform 460">
                  <a:extLst>
                    <a:ext uri="{FF2B5EF4-FFF2-40B4-BE49-F238E27FC236}">
                      <a16:creationId xmlns:a16="http://schemas.microsoft.com/office/drawing/2014/main" id="{7D8C0277-204E-2B4D-B954-94739B9DE72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2" name="Freeform 461">
                  <a:extLst>
                    <a:ext uri="{FF2B5EF4-FFF2-40B4-BE49-F238E27FC236}">
                      <a16:creationId xmlns:a16="http://schemas.microsoft.com/office/drawing/2014/main" id="{69955D3C-6D1B-EA40-8228-73DF0156415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15" name="Group 614">
              <a:extLst>
                <a:ext uri="{FF2B5EF4-FFF2-40B4-BE49-F238E27FC236}">
                  <a16:creationId xmlns:a16="http://schemas.microsoft.com/office/drawing/2014/main" id="{E166183D-5423-4E4A-AD63-A361EDE184C0}"/>
                </a:ext>
              </a:extLst>
            </p:cNvPr>
            <p:cNvGrpSpPr/>
            <p:nvPr/>
          </p:nvGrpSpPr>
          <p:grpSpPr>
            <a:xfrm>
              <a:off x="10410609" y="3496138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>
                <a:extLst>
                  <a:ext uri="{FF2B5EF4-FFF2-40B4-BE49-F238E27FC236}">
                    <a16:creationId xmlns:a16="http://schemas.microsoft.com/office/drawing/2014/main" id="{8470D159-2329-7F46-9191-000B96A32C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id="{825BDAE5-F4DB-9148-9BC8-0F6F2D1E653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237F0420-A845-064A-97A2-458F63D673C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>
                  <a:extLst>
                    <a:ext uri="{FF2B5EF4-FFF2-40B4-BE49-F238E27FC236}">
                      <a16:creationId xmlns:a16="http://schemas.microsoft.com/office/drawing/2014/main" id="{D11109B9-8A56-A945-BA04-5A564B1030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0" name="Freeform 619">
                  <a:extLst>
                    <a:ext uri="{FF2B5EF4-FFF2-40B4-BE49-F238E27FC236}">
                      <a16:creationId xmlns:a16="http://schemas.microsoft.com/office/drawing/2014/main" id="{170AB2AC-06DB-034E-A5C4-0C8F62E3BE4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1" name="Freeform 620">
                  <a:extLst>
                    <a:ext uri="{FF2B5EF4-FFF2-40B4-BE49-F238E27FC236}">
                      <a16:creationId xmlns:a16="http://schemas.microsoft.com/office/drawing/2014/main" id="{E41AEAC2-F85C-4A4E-B0B9-D5C02217D60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2" name="Freeform 621">
                  <a:extLst>
                    <a:ext uri="{FF2B5EF4-FFF2-40B4-BE49-F238E27FC236}">
                      <a16:creationId xmlns:a16="http://schemas.microsoft.com/office/drawing/2014/main" id="{7955A7EE-741F-9740-8344-A2BC817675A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C471E59B-7A0B-AE4F-95D6-F76514D2D55A}"/>
                </a:ext>
              </a:extLst>
            </p:cNvPr>
            <p:cNvGrpSpPr/>
            <p:nvPr/>
          </p:nvGrpSpPr>
          <p:grpSpPr>
            <a:xfrm>
              <a:off x="9948724" y="2202292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>
                <a:extLst>
                  <a:ext uri="{FF2B5EF4-FFF2-40B4-BE49-F238E27FC236}">
                    <a16:creationId xmlns:a16="http://schemas.microsoft.com/office/drawing/2014/main" id="{8CD016E7-5480-8E4E-94F7-201A1C6046D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id="{593A573C-B6D6-684E-BA73-8F7F7FA8D57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80" name="Group 579">
                <a:extLst>
                  <a:ext uri="{FF2B5EF4-FFF2-40B4-BE49-F238E27FC236}">
                    <a16:creationId xmlns:a16="http://schemas.microsoft.com/office/drawing/2014/main" id="{2C09AC60-D16C-A948-B25E-01CF60EAAD7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>
                  <a:extLst>
                    <a:ext uri="{FF2B5EF4-FFF2-40B4-BE49-F238E27FC236}">
                      <a16:creationId xmlns:a16="http://schemas.microsoft.com/office/drawing/2014/main" id="{D9A85682-B6A6-2344-B24D-66A792630B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82" name="Freeform 581">
                  <a:extLst>
                    <a:ext uri="{FF2B5EF4-FFF2-40B4-BE49-F238E27FC236}">
                      <a16:creationId xmlns:a16="http://schemas.microsoft.com/office/drawing/2014/main" id="{52EBCF47-0621-B64C-B884-20683D14D9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83" name="Freeform 582">
                  <a:extLst>
                    <a:ext uri="{FF2B5EF4-FFF2-40B4-BE49-F238E27FC236}">
                      <a16:creationId xmlns:a16="http://schemas.microsoft.com/office/drawing/2014/main" id="{83AAD1CC-D818-A245-9CF9-C4877A62A5D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84" name="Freeform 583">
                  <a:extLst>
                    <a:ext uri="{FF2B5EF4-FFF2-40B4-BE49-F238E27FC236}">
                      <a16:creationId xmlns:a16="http://schemas.microsoft.com/office/drawing/2014/main" id="{51F55DD1-3A8F-0242-A470-690BE99AC68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93" name="Group 592">
              <a:extLst>
                <a:ext uri="{FF2B5EF4-FFF2-40B4-BE49-F238E27FC236}">
                  <a16:creationId xmlns:a16="http://schemas.microsoft.com/office/drawing/2014/main" id="{7BF36121-B4F6-2447-9F5B-F29B627F3B2A}"/>
                </a:ext>
              </a:extLst>
            </p:cNvPr>
            <p:cNvGrpSpPr/>
            <p:nvPr/>
          </p:nvGrpSpPr>
          <p:grpSpPr>
            <a:xfrm>
              <a:off x="10527214" y="2613367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D13949CD-BE6A-5744-98EE-61BE5EE60D4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id="{F3651F16-DD17-4D47-9A8D-8EFA601CA85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96" name="Group 595">
                <a:extLst>
                  <a:ext uri="{FF2B5EF4-FFF2-40B4-BE49-F238E27FC236}">
                    <a16:creationId xmlns:a16="http://schemas.microsoft.com/office/drawing/2014/main" id="{10CA9012-91B2-A449-8A2E-65BA6061B48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>
                  <a:extLst>
                    <a:ext uri="{FF2B5EF4-FFF2-40B4-BE49-F238E27FC236}">
                      <a16:creationId xmlns:a16="http://schemas.microsoft.com/office/drawing/2014/main" id="{964BBEA0-D220-6747-850B-459388ABF25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8" name="Freeform 597">
                  <a:extLst>
                    <a:ext uri="{FF2B5EF4-FFF2-40B4-BE49-F238E27FC236}">
                      <a16:creationId xmlns:a16="http://schemas.microsoft.com/office/drawing/2014/main" id="{ADEC5ED7-ED4C-584D-AB78-AA02A93E946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9" name="Freeform 598">
                  <a:extLst>
                    <a:ext uri="{FF2B5EF4-FFF2-40B4-BE49-F238E27FC236}">
                      <a16:creationId xmlns:a16="http://schemas.microsoft.com/office/drawing/2014/main" id="{F45598BF-44BC-354D-9020-97A874C585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0" name="Freeform 599">
                  <a:extLst>
                    <a:ext uri="{FF2B5EF4-FFF2-40B4-BE49-F238E27FC236}">
                      <a16:creationId xmlns:a16="http://schemas.microsoft.com/office/drawing/2014/main" id="{3A2BDF5D-2CA0-2145-8059-D8F121D4D32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01" name="Group 600">
              <a:extLst>
                <a:ext uri="{FF2B5EF4-FFF2-40B4-BE49-F238E27FC236}">
                  <a16:creationId xmlns:a16="http://schemas.microsoft.com/office/drawing/2014/main" id="{187A607B-CA61-BE46-8032-8E34596E7689}"/>
                </a:ext>
              </a:extLst>
            </p:cNvPr>
            <p:cNvGrpSpPr/>
            <p:nvPr/>
          </p:nvGrpSpPr>
          <p:grpSpPr>
            <a:xfrm>
              <a:off x="10643825" y="2107963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id="{EB8C3753-6F83-F64B-9439-656B124AA3B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id="{F476EE06-2893-8D4D-AF54-92697A0FE8A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5DED3EC9-29B0-8D48-BC37-13731DFE683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>
                  <a:extLst>
                    <a:ext uri="{FF2B5EF4-FFF2-40B4-BE49-F238E27FC236}">
                      <a16:creationId xmlns:a16="http://schemas.microsoft.com/office/drawing/2014/main" id="{D08D678C-613A-3543-B832-EE51616C693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6" name="Freeform 605">
                  <a:extLst>
                    <a:ext uri="{FF2B5EF4-FFF2-40B4-BE49-F238E27FC236}">
                      <a16:creationId xmlns:a16="http://schemas.microsoft.com/office/drawing/2014/main" id="{9EB7819C-4684-3347-AA14-421D743ECB9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7" name="Freeform 606">
                  <a:extLst>
                    <a:ext uri="{FF2B5EF4-FFF2-40B4-BE49-F238E27FC236}">
                      <a16:creationId xmlns:a16="http://schemas.microsoft.com/office/drawing/2014/main" id="{F23E654E-4CEA-E346-A508-15310ABC704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8" name="Freeform 607">
                  <a:extLst>
                    <a:ext uri="{FF2B5EF4-FFF2-40B4-BE49-F238E27FC236}">
                      <a16:creationId xmlns:a16="http://schemas.microsoft.com/office/drawing/2014/main" id="{EF443A10-9F41-BB4D-8E65-E94AEE09BDA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id="{7CCD8656-0FD3-B844-BC6C-33CE0577598D}"/>
                </a:ext>
              </a:extLst>
            </p:cNvPr>
            <p:cNvGrpSpPr/>
            <p:nvPr/>
          </p:nvGrpSpPr>
          <p:grpSpPr>
            <a:xfrm>
              <a:off x="9098788" y="3956624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>
                <a:extLst>
                  <a:ext uri="{FF2B5EF4-FFF2-40B4-BE49-F238E27FC236}">
                    <a16:creationId xmlns:a16="http://schemas.microsoft.com/office/drawing/2014/main" id="{7CF4B187-63BE-654E-852A-09C69503C97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3B5270E4-3067-1643-B96C-CE5CEE09747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3BECC0F9-CE1F-254B-B04F-1EAA89C59C9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7C55C6EE-4672-4F4F-A2F8-2821804F594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9" name="Freeform 558">
                  <a:extLst>
                    <a:ext uri="{FF2B5EF4-FFF2-40B4-BE49-F238E27FC236}">
                      <a16:creationId xmlns:a16="http://schemas.microsoft.com/office/drawing/2014/main" id="{C3B242E2-FAA3-F340-B7F0-35D87BB6BAA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0" name="Freeform 559">
                  <a:extLst>
                    <a:ext uri="{FF2B5EF4-FFF2-40B4-BE49-F238E27FC236}">
                      <a16:creationId xmlns:a16="http://schemas.microsoft.com/office/drawing/2014/main" id="{87ED7762-177B-454C-AA37-EB518D75B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1" name="Freeform 560">
                  <a:extLst>
                    <a:ext uri="{FF2B5EF4-FFF2-40B4-BE49-F238E27FC236}">
                      <a16:creationId xmlns:a16="http://schemas.microsoft.com/office/drawing/2014/main" id="{AD88A8A1-4E2B-154E-845D-5419478A1D2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85" name="Group 584">
              <a:extLst>
                <a:ext uri="{FF2B5EF4-FFF2-40B4-BE49-F238E27FC236}">
                  <a16:creationId xmlns:a16="http://schemas.microsoft.com/office/drawing/2014/main" id="{1A0C1583-3B4A-E44D-BB19-B20517502EBD}"/>
                </a:ext>
              </a:extLst>
            </p:cNvPr>
            <p:cNvGrpSpPr/>
            <p:nvPr/>
          </p:nvGrpSpPr>
          <p:grpSpPr>
            <a:xfrm>
              <a:off x="9980126" y="2661565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196997C3-A7DB-5041-AC08-10F980FB77EC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id="{5F84A336-003F-D045-8717-1066774A69E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FF876992-AF96-3545-9CEA-A02174E1151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>
                  <a:extLst>
                    <a:ext uri="{FF2B5EF4-FFF2-40B4-BE49-F238E27FC236}">
                      <a16:creationId xmlns:a16="http://schemas.microsoft.com/office/drawing/2014/main" id="{668E6E88-4A46-6C47-A59A-CB9D07441C1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0" name="Freeform 589">
                  <a:extLst>
                    <a:ext uri="{FF2B5EF4-FFF2-40B4-BE49-F238E27FC236}">
                      <a16:creationId xmlns:a16="http://schemas.microsoft.com/office/drawing/2014/main" id="{C179B4BA-1D8B-E542-8032-CCB2C08DB97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1" name="Freeform 590">
                  <a:extLst>
                    <a:ext uri="{FF2B5EF4-FFF2-40B4-BE49-F238E27FC236}">
                      <a16:creationId xmlns:a16="http://schemas.microsoft.com/office/drawing/2014/main" id="{DCACB29E-ABE8-BA42-AD55-DAF519C17B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2" name="Freeform 591">
                  <a:extLst>
                    <a:ext uri="{FF2B5EF4-FFF2-40B4-BE49-F238E27FC236}">
                      <a16:creationId xmlns:a16="http://schemas.microsoft.com/office/drawing/2014/main" id="{FD35A0ED-997C-6D46-9D96-FA8D433982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158E5A4C-7065-8643-BDC2-3A235B56FEA4}"/>
                </a:ext>
              </a:extLst>
            </p:cNvPr>
            <p:cNvGrpSpPr/>
            <p:nvPr/>
          </p:nvGrpSpPr>
          <p:grpSpPr>
            <a:xfrm>
              <a:off x="9497138" y="3394032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>
                <a:extLst>
                  <a:ext uri="{FF2B5EF4-FFF2-40B4-BE49-F238E27FC236}">
                    <a16:creationId xmlns:a16="http://schemas.microsoft.com/office/drawing/2014/main" id="{CA8EFAEE-3EA1-2A49-A68E-588F301B692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40" name="Oval 539">
                <a:extLst>
                  <a:ext uri="{FF2B5EF4-FFF2-40B4-BE49-F238E27FC236}">
                    <a16:creationId xmlns:a16="http://schemas.microsoft.com/office/drawing/2014/main" id="{7A05A3F9-D6B9-D14C-83C8-6C79F0B6B2C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id="{8AAC1FAD-B7BA-744A-8599-5670C6B0E7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id="{A016DA82-50DC-224C-84FF-C492EDE01B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3" name="Freeform 542">
                  <a:extLst>
                    <a:ext uri="{FF2B5EF4-FFF2-40B4-BE49-F238E27FC236}">
                      <a16:creationId xmlns:a16="http://schemas.microsoft.com/office/drawing/2014/main" id="{3D2D51D6-0AC0-9D43-A55C-E94B7DCA77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4" name="Freeform 543">
                  <a:extLst>
                    <a:ext uri="{FF2B5EF4-FFF2-40B4-BE49-F238E27FC236}">
                      <a16:creationId xmlns:a16="http://schemas.microsoft.com/office/drawing/2014/main" id="{76C27F31-4CE4-1242-9801-166D4F66B5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5" name="Freeform 544">
                  <a:extLst>
                    <a:ext uri="{FF2B5EF4-FFF2-40B4-BE49-F238E27FC236}">
                      <a16:creationId xmlns:a16="http://schemas.microsoft.com/office/drawing/2014/main" id="{9BC7E87F-2555-8D4C-80CB-0E2F5F4BB0F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46" name="Group 545">
              <a:extLst>
                <a:ext uri="{FF2B5EF4-FFF2-40B4-BE49-F238E27FC236}">
                  <a16:creationId xmlns:a16="http://schemas.microsoft.com/office/drawing/2014/main" id="{4DAC2AB4-F1E4-D740-A4AF-07EE55303854}"/>
                </a:ext>
              </a:extLst>
            </p:cNvPr>
            <p:cNvGrpSpPr/>
            <p:nvPr/>
          </p:nvGrpSpPr>
          <p:grpSpPr>
            <a:xfrm>
              <a:off x="9601554" y="3999763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>
                <a:extLst>
                  <a:ext uri="{FF2B5EF4-FFF2-40B4-BE49-F238E27FC236}">
                    <a16:creationId xmlns:a16="http://schemas.microsoft.com/office/drawing/2014/main" id="{23E59006-14B9-C64E-A05E-0BD7C00C4A6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48" name="Oval 547">
                <a:extLst>
                  <a:ext uri="{FF2B5EF4-FFF2-40B4-BE49-F238E27FC236}">
                    <a16:creationId xmlns:a16="http://schemas.microsoft.com/office/drawing/2014/main" id="{2AD17789-C54D-4948-95E6-741F42B1FB2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278D7FE0-D307-E941-967D-E4145732CEE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id="{1ADC6420-4AC2-F544-B940-D0A18615CA5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1" name="Freeform 550">
                  <a:extLst>
                    <a:ext uri="{FF2B5EF4-FFF2-40B4-BE49-F238E27FC236}">
                      <a16:creationId xmlns:a16="http://schemas.microsoft.com/office/drawing/2014/main" id="{223E40C5-E2E3-3B42-A86A-26D2D130B7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2" name="Freeform 551">
                  <a:extLst>
                    <a:ext uri="{FF2B5EF4-FFF2-40B4-BE49-F238E27FC236}">
                      <a16:creationId xmlns:a16="http://schemas.microsoft.com/office/drawing/2014/main" id="{C6AA2152-8609-214A-AE62-E7DFD1A9E7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3" name="Freeform 552">
                  <a:extLst>
                    <a:ext uri="{FF2B5EF4-FFF2-40B4-BE49-F238E27FC236}">
                      <a16:creationId xmlns:a16="http://schemas.microsoft.com/office/drawing/2014/main" id="{7CB5E54A-6719-9747-80B7-8D19331BE78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23" name="Group 622">
              <a:extLst>
                <a:ext uri="{FF2B5EF4-FFF2-40B4-BE49-F238E27FC236}">
                  <a16:creationId xmlns:a16="http://schemas.microsoft.com/office/drawing/2014/main" id="{EA34A94C-D92D-084C-BFEA-F4C8DF0AD275}"/>
                </a:ext>
              </a:extLst>
            </p:cNvPr>
            <p:cNvGrpSpPr/>
            <p:nvPr/>
          </p:nvGrpSpPr>
          <p:grpSpPr>
            <a:xfrm>
              <a:off x="10375259" y="3992325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>
                <a:extLst>
                  <a:ext uri="{FF2B5EF4-FFF2-40B4-BE49-F238E27FC236}">
                    <a16:creationId xmlns:a16="http://schemas.microsoft.com/office/drawing/2014/main" id="{E1E1C6E8-4D60-7F43-BB0E-6D883F10D4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25" name="Oval 624">
                <a:extLst>
                  <a:ext uri="{FF2B5EF4-FFF2-40B4-BE49-F238E27FC236}">
                    <a16:creationId xmlns:a16="http://schemas.microsoft.com/office/drawing/2014/main" id="{50975E36-0C2A-6844-A407-23F033DB4BD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26" name="Group 625">
                <a:extLst>
                  <a:ext uri="{FF2B5EF4-FFF2-40B4-BE49-F238E27FC236}">
                    <a16:creationId xmlns:a16="http://schemas.microsoft.com/office/drawing/2014/main" id="{3F7EBA29-30EF-C741-94EE-735398C6CFA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>
                  <a:extLst>
                    <a:ext uri="{FF2B5EF4-FFF2-40B4-BE49-F238E27FC236}">
                      <a16:creationId xmlns:a16="http://schemas.microsoft.com/office/drawing/2014/main" id="{B3AD45B5-1F4B-FF4A-843D-9D062939267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id="{A6F160FF-CBBD-9147-8D0B-92A36BEBF8A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9" name="Freeform 628">
                  <a:extLst>
                    <a:ext uri="{FF2B5EF4-FFF2-40B4-BE49-F238E27FC236}">
                      <a16:creationId xmlns:a16="http://schemas.microsoft.com/office/drawing/2014/main" id="{421F3589-EC70-074A-903F-D618ED6F789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30" name="Freeform 629">
                  <a:extLst>
                    <a:ext uri="{FF2B5EF4-FFF2-40B4-BE49-F238E27FC236}">
                      <a16:creationId xmlns:a16="http://schemas.microsoft.com/office/drawing/2014/main" id="{CEC8DEB8-8E24-2948-9AF6-0F3EF908CD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63" name="Group 462">
              <a:extLst>
                <a:ext uri="{FF2B5EF4-FFF2-40B4-BE49-F238E27FC236}">
                  <a16:creationId xmlns:a16="http://schemas.microsoft.com/office/drawing/2014/main" id="{A8C4B740-B92E-8942-8EF4-347710C32F2C}"/>
                </a:ext>
              </a:extLst>
            </p:cNvPr>
            <p:cNvGrpSpPr/>
            <p:nvPr/>
          </p:nvGrpSpPr>
          <p:grpSpPr>
            <a:xfrm>
              <a:off x="9247893" y="4775686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71A9C1C2-E4A0-D74C-8C05-2AD307E7B3E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0F366A03-D9E7-9F45-99D3-1CAC10EE2C7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66" name="Group 465">
                <a:extLst>
                  <a:ext uri="{FF2B5EF4-FFF2-40B4-BE49-F238E27FC236}">
                    <a16:creationId xmlns:a16="http://schemas.microsoft.com/office/drawing/2014/main" id="{10CB8A50-A713-2549-9F44-B792D2C30C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>
                  <a:extLst>
                    <a:ext uri="{FF2B5EF4-FFF2-40B4-BE49-F238E27FC236}">
                      <a16:creationId xmlns:a16="http://schemas.microsoft.com/office/drawing/2014/main" id="{DC4E3153-8354-1145-82FC-C287EF5FE6C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8" name="Freeform 467">
                  <a:extLst>
                    <a:ext uri="{FF2B5EF4-FFF2-40B4-BE49-F238E27FC236}">
                      <a16:creationId xmlns:a16="http://schemas.microsoft.com/office/drawing/2014/main" id="{99B3C81B-87BA-1A4F-BCAD-DF0EF9C582C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9" name="Freeform 468">
                  <a:extLst>
                    <a:ext uri="{FF2B5EF4-FFF2-40B4-BE49-F238E27FC236}">
                      <a16:creationId xmlns:a16="http://schemas.microsoft.com/office/drawing/2014/main" id="{DEEA64E4-A29A-E742-B32E-C111E6BF42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0" name="Freeform 469">
                  <a:extLst>
                    <a:ext uri="{FF2B5EF4-FFF2-40B4-BE49-F238E27FC236}">
                      <a16:creationId xmlns:a16="http://schemas.microsoft.com/office/drawing/2014/main" id="{43676372-2E7B-9445-80AD-B31686FE67E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id="{314E0C43-2359-9440-BEF9-9E1924BED605}"/>
                </a:ext>
              </a:extLst>
            </p:cNvPr>
            <p:cNvGrpSpPr/>
            <p:nvPr/>
          </p:nvGrpSpPr>
          <p:grpSpPr>
            <a:xfrm>
              <a:off x="10925982" y="4369125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9737FFD7-2DCB-A148-A405-977351501C2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49" name="Oval 448">
                <a:extLst>
                  <a:ext uri="{FF2B5EF4-FFF2-40B4-BE49-F238E27FC236}">
                    <a16:creationId xmlns:a16="http://schemas.microsoft.com/office/drawing/2014/main" id="{9739DB09-38E5-A347-93BF-13C80AD8453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id="{04079280-378E-384D-9681-BF41B82BF6C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>
                  <a:extLst>
                    <a:ext uri="{FF2B5EF4-FFF2-40B4-BE49-F238E27FC236}">
                      <a16:creationId xmlns:a16="http://schemas.microsoft.com/office/drawing/2014/main" id="{914AA044-3657-1448-A5E9-2F003DC03F6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2" name="Freeform 451">
                  <a:extLst>
                    <a:ext uri="{FF2B5EF4-FFF2-40B4-BE49-F238E27FC236}">
                      <a16:creationId xmlns:a16="http://schemas.microsoft.com/office/drawing/2014/main" id="{29FDF0B8-7E9A-1F4D-8C99-CE1C68A134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3" name="Freeform 452">
                  <a:extLst>
                    <a:ext uri="{FF2B5EF4-FFF2-40B4-BE49-F238E27FC236}">
                      <a16:creationId xmlns:a16="http://schemas.microsoft.com/office/drawing/2014/main" id="{49A96193-2E73-4C43-843C-2C8C4DCEE47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F5358318-953E-E249-9021-E0B5DF66E3B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85" name="Group 784">
              <a:extLst>
                <a:ext uri="{FF2B5EF4-FFF2-40B4-BE49-F238E27FC236}">
                  <a16:creationId xmlns:a16="http://schemas.microsoft.com/office/drawing/2014/main" id="{91E02B81-5B35-4545-A954-B7E923AB7286}"/>
                </a:ext>
              </a:extLst>
            </p:cNvPr>
            <p:cNvGrpSpPr/>
            <p:nvPr/>
          </p:nvGrpSpPr>
          <p:grpSpPr>
            <a:xfrm>
              <a:off x="7439074" y="2356613"/>
              <a:ext cx="534987" cy="407988"/>
              <a:chOff x="7432700" y="2327293"/>
              <a:chExt cx="534987" cy="407988"/>
            </a:xfrm>
          </p:grpSpPr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2700" y="232729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4" name="Picture 1018" descr="laptop_keyboard">
                <a:extLst>
                  <a:ext uri="{FF2B5EF4-FFF2-40B4-BE49-F238E27FC236}">
                    <a16:creationId xmlns:a16="http://schemas.microsoft.com/office/drawing/2014/main" id="{7087B8D0-FFCB-0746-A889-28909002C2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" name="Freeform 1019">
                <a:extLst>
                  <a:ext uri="{FF2B5EF4-FFF2-40B4-BE49-F238E27FC236}">
                    <a16:creationId xmlns:a16="http://schemas.microsoft.com/office/drawing/2014/main" id="{7C75BC30-0808-D44D-AF7A-A72B4A529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6" name="Picture 1020" descr="screen">
                <a:extLst>
                  <a:ext uri="{FF2B5EF4-FFF2-40B4-BE49-F238E27FC236}">
                    <a16:creationId xmlns:a16="http://schemas.microsoft.com/office/drawing/2014/main" id="{2D732B7A-74CB-D547-ADB5-C721526D5E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7" name="Freeform 1021">
                <a:extLst>
                  <a:ext uri="{FF2B5EF4-FFF2-40B4-BE49-F238E27FC236}">
                    <a16:creationId xmlns:a16="http://schemas.microsoft.com/office/drawing/2014/main" id="{FBD1A429-9B8F-F940-AD09-4638CC316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" name="Freeform 1022">
                <a:extLst>
                  <a:ext uri="{FF2B5EF4-FFF2-40B4-BE49-F238E27FC236}">
                    <a16:creationId xmlns:a16="http://schemas.microsoft.com/office/drawing/2014/main" id="{376C8B48-3441-F643-B92D-5DC759EDA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" name="Freeform 1023">
                <a:extLst>
                  <a:ext uri="{FF2B5EF4-FFF2-40B4-BE49-F238E27FC236}">
                    <a16:creationId xmlns:a16="http://schemas.microsoft.com/office/drawing/2014/main" id="{4DFECD03-4AF0-1342-8138-6CEC8249A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0" name="Freeform 1024">
                <a:extLst>
                  <a:ext uri="{FF2B5EF4-FFF2-40B4-BE49-F238E27FC236}">
                    <a16:creationId xmlns:a16="http://schemas.microsoft.com/office/drawing/2014/main" id="{8AA57D4B-3E9B-994B-AF13-DB646178B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" name="Freeform 1025">
                <a:extLst>
                  <a:ext uri="{FF2B5EF4-FFF2-40B4-BE49-F238E27FC236}">
                    <a16:creationId xmlns:a16="http://schemas.microsoft.com/office/drawing/2014/main" id="{59DA24E7-1981-0E44-8060-2B7CE58EB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" name="Freeform 1026">
                <a:extLst>
                  <a:ext uri="{FF2B5EF4-FFF2-40B4-BE49-F238E27FC236}">
                    <a16:creationId xmlns:a16="http://schemas.microsoft.com/office/drawing/2014/main" id="{DB3D3129-2B70-5643-96C2-83638DE57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83" name="Group 1027">
                <a:extLst>
                  <a:ext uri="{FF2B5EF4-FFF2-40B4-BE49-F238E27FC236}">
                    <a16:creationId xmlns:a16="http://schemas.microsoft.com/office/drawing/2014/main" id="{8C6DEC60-5C97-D546-9977-EBD182221D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169" name="Freeform 1028">
                  <a:extLst>
                    <a:ext uri="{FF2B5EF4-FFF2-40B4-BE49-F238E27FC236}">
                      <a16:creationId xmlns:a16="http://schemas.microsoft.com/office/drawing/2014/main" id="{5D16627E-DE34-BC4F-9513-7A7D4707F7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0" name="Freeform 1029">
                  <a:extLst>
                    <a:ext uri="{FF2B5EF4-FFF2-40B4-BE49-F238E27FC236}">
                      <a16:creationId xmlns:a16="http://schemas.microsoft.com/office/drawing/2014/main" id="{D8D65D68-18A4-E54D-8916-1DEF36844C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1" name="Freeform 1030">
                  <a:extLst>
                    <a:ext uri="{FF2B5EF4-FFF2-40B4-BE49-F238E27FC236}">
                      <a16:creationId xmlns:a16="http://schemas.microsoft.com/office/drawing/2014/main" id="{3C79D147-9974-F341-96E9-F9AD19F140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2" name="Freeform 1031">
                  <a:extLst>
                    <a:ext uri="{FF2B5EF4-FFF2-40B4-BE49-F238E27FC236}">
                      <a16:creationId xmlns:a16="http://schemas.microsoft.com/office/drawing/2014/main" id="{5E0CE9D2-21FD-2644-9691-743CC3E130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3" name="Freeform 1032">
                  <a:extLst>
                    <a:ext uri="{FF2B5EF4-FFF2-40B4-BE49-F238E27FC236}">
                      <a16:creationId xmlns:a16="http://schemas.microsoft.com/office/drawing/2014/main" id="{5691098F-1432-0D44-8573-312C3A566A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4" name="Freeform 1033">
                  <a:extLst>
                    <a:ext uri="{FF2B5EF4-FFF2-40B4-BE49-F238E27FC236}">
                      <a16:creationId xmlns:a16="http://schemas.microsoft.com/office/drawing/2014/main" id="{2D4A77A2-D0F1-164A-A67D-A509543869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4" name="Freeform 1034">
                <a:extLst>
                  <a:ext uri="{FF2B5EF4-FFF2-40B4-BE49-F238E27FC236}">
                    <a16:creationId xmlns:a16="http://schemas.microsoft.com/office/drawing/2014/main" id="{A283BD8E-0AD2-B743-8237-483C3A6A6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5" name="Freeform 1035">
                <a:extLst>
                  <a:ext uri="{FF2B5EF4-FFF2-40B4-BE49-F238E27FC236}">
                    <a16:creationId xmlns:a16="http://schemas.microsoft.com/office/drawing/2014/main" id="{AA215C2D-4069-DE48-884E-A1816F7D4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" name="Freeform 1036">
                <a:extLst>
                  <a:ext uri="{FF2B5EF4-FFF2-40B4-BE49-F238E27FC236}">
                    <a16:creationId xmlns:a16="http://schemas.microsoft.com/office/drawing/2014/main" id="{421821F5-5AD5-4D4E-A4F9-5D46E41A4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" name="Freeform 1037">
                <a:extLst>
                  <a:ext uri="{FF2B5EF4-FFF2-40B4-BE49-F238E27FC236}">
                    <a16:creationId xmlns:a16="http://schemas.microsoft.com/office/drawing/2014/main" id="{499D2FC7-7022-A944-98B2-E74E9B2E5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" name="Freeform 1038">
                <a:extLst>
                  <a:ext uri="{FF2B5EF4-FFF2-40B4-BE49-F238E27FC236}">
                    <a16:creationId xmlns:a16="http://schemas.microsoft.com/office/drawing/2014/main" id="{37918171-6E71-A846-A2B5-7C65DD745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" name="Freeform 1039">
                <a:extLst>
                  <a:ext uri="{FF2B5EF4-FFF2-40B4-BE49-F238E27FC236}">
                    <a16:creationId xmlns:a16="http://schemas.microsoft.com/office/drawing/2014/main" id="{68ECFF60-AA48-2D4C-9A67-90DB18F81D47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740" name="Group 739">
              <a:extLst>
                <a:ext uri="{FF2B5EF4-FFF2-40B4-BE49-F238E27FC236}">
                  <a16:creationId xmlns:a16="http://schemas.microsoft.com/office/drawing/2014/main" id="{504BAA5F-BBD8-8242-BC48-7D0E761F340A}"/>
                </a:ext>
              </a:extLst>
            </p:cNvPr>
            <p:cNvGrpSpPr/>
            <p:nvPr/>
          </p:nvGrpSpPr>
          <p:grpSpPr>
            <a:xfrm>
              <a:off x="8637781" y="2319727"/>
              <a:ext cx="530702" cy="478009"/>
              <a:chOff x="8631407" y="2290407"/>
              <a:chExt cx="530702" cy="478009"/>
            </a:xfrm>
          </p:grpSpPr>
          <p:pic>
            <p:nvPicPr>
              <p:cNvPr id="110" name="Picture 568" descr="light2.png">
                <a:extLst>
                  <a:ext uri="{FF2B5EF4-FFF2-40B4-BE49-F238E27FC236}">
                    <a16:creationId xmlns:a16="http://schemas.microsoft.com/office/drawing/2014/main" id="{D96B693D-26FC-E443-A112-C4AFFE90DC3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8825293" y="2362969"/>
                <a:ext cx="92772" cy="40544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1407" y="229040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6" name="Group 785">
              <a:extLst>
                <a:ext uri="{FF2B5EF4-FFF2-40B4-BE49-F238E27FC236}">
                  <a16:creationId xmlns:a16="http://schemas.microsoft.com/office/drawing/2014/main" id="{46F998A3-3B85-214A-927A-3BF067B7C2A0}"/>
                </a:ext>
              </a:extLst>
            </p:cNvPr>
            <p:cNvGrpSpPr/>
            <p:nvPr/>
          </p:nvGrpSpPr>
          <p:grpSpPr>
            <a:xfrm>
              <a:off x="8499539" y="2059124"/>
              <a:ext cx="849312" cy="226109"/>
              <a:chOff x="8493165" y="2029804"/>
              <a:chExt cx="849312" cy="226109"/>
            </a:xfrm>
          </p:grpSpPr>
          <p:pic>
            <p:nvPicPr>
              <p:cNvPr id="48" name="Picture 603" descr="car_icon_small">
                <a:extLst>
                  <a:ext uri="{FF2B5EF4-FFF2-40B4-BE49-F238E27FC236}">
                    <a16:creationId xmlns:a16="http://schemas.microsoft.com/office/drawing/2014/main" id="{147E2796-D425-6645-93B3-B97E69B146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93" name="Group 792">
              <a:extLst>
                <a:ext uri="{FF2B5EF4-FFF2-40B4-BE49-F238E27FC236}">
                  <a16:creationId xmlns:a16="http://schemas.microsoft.com/office/drawing/2014/main" id="{93351559-0D4C-F04C-928E-5CDA57B5EB47}"/>
                </a:ext>
              </a:extLst>
            </p:cNvPr>
            <p:cNvGrpSpPr/>
            <p:nvPr/>
          </p:nvGrpSpPr>
          <p:grpSpPr>
            <a:xfrm>
              <a:off x="7493518" y="3325424"/>
              <a:ext cx="857739" cy="583764"/>
              <a:chOff x="7487144" y="3296104"/>
              <a:chExt cx="857739" cy="583764"/>
            </a:xfrm>
          </p:grpSpPr>
          <p:grpSp>
            <p:nvGrpSpPr>
              <p:cNvPr id="792" name="Group 791">
                <a:extLst>
                  <a:ext uri="{FF2B5EF4-FFF2-40B4-BE49-F238E27FC236}">
                    <a16:creationId xmlns:a16="http://schemas.microsoft.com/office/drawing/2014/main" id="{084B6293-559E-5D43-AF2B-4CB5E09EC6C5}"/>
                  </a:ext>
                </a:extLst>
              </p:cNvPr>
              <p:cNvGrpSpPr/>
              <p:nvPr/>
            </p:nvGrpSpPr>
            <p:grpSpPr>
              <a:xfrm>
                <a:off x="7487144" y="3389820"/>
                <a:ext cx="350807" cy="305517"/>
                <a:chOff x="7487144" y="3389820"/>
                <a:chExt cx="350807" cy="305517"/>
              </a:xfrm>
            </p:grpSpPr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7144" y="338982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2" name="Picture 1116" descr="laptop_keyboard">
                  <a:extLst>
                    <a:ext uri="{FF2B5EF4-FFF2-40B4-BE49-F238E27FC236}">
                      <a16:creationId xmlns:a16="http://schemas.microsoft.com/office/drawing/2014/main" id="{7F05CE3B-E67B-1B40-9D5B-2914F0B9BFB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504001" y="3575889"/>
                  <a:ext cx="286699" cy="11944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3" name="Freeform 1117">
                  <a:extLst>
                    <a:ext uri="{FF2B5EF4-FFF2-40B4-BE49-F238E27FC236}">
                      <a16:creationId xmlns:a16="http://schemas.microsoft.com/office/drawing/2014/main" id="{B52A07C5-D801-5B41-BD20-C20958925D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014" y="3459979"/>
                  <a:ext cx="230764" cy="155883"/>
                </a:xfrm>
                <a:custGeom>
                  <a:avLst/>
                  <a:gdLst>
                    <a:gd name="T0" fmla="*/ 143665061 w 2982"/>
                    <a:gd name="T1" fmla="*/ 0 h 2442"/>
                    <a:gd name="T2" fmla="*/ 0 w 2982"/>
                    <a:gd name="T3" fmla="*/ 66329557 h 2442"/>
                    <a:gd name="T4" fmla="*/ 573719931 w 2982"/>
                    <a:gd name="T5" fmla="*/ 82975142 h 2442"/>
                    <a:gd name="T6" fmla="*/ 717384993 w 2982"/>
                    <a:gd name="T7" fmla="*/ 16645585 h 2442"/>
                    <a:gd name="T8" fmla="*/ 143665061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94" name="Picture 1118" descr="screen">
                  <a:extLst>
                    <a:ext uri="{FF2B5EF4-FFF2-40B4-BE49-F238E27FC236}">
                      <a16:creationId xmlns:a16="http://schemas.microsoft.com/office/drawing/2014/main" id="{2EA30B4E-5447-0340-8DAD-349A843F2AC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10380" y="3463988"/>
                  <a:ext cx="209692" cy="14185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5" name="Freeform 1119">
                  <a:extLst>
                    <a:ext uri="{FF2B5EF4-FFF2-40B4-BE49-F238E27FC236}">
                      <a16:creationId xmlns:a16="http://schemas.microsoft.com/office/drawing/2014/main" id="{1137F6C6-A7C9-9A4D-BCE3-048DB90EF7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41029" y="3455381"/>
                  <a:ext cx="195517" cy="29007"/>
                </a:xfrm>
                <a:custGeom>
                  <a:avLst/>
                  <a:gdLst>
                    <a:gd name="T0" fmla="*/ 35620212 w 2528"/>
                    <a:gd name="T1" fmla="*/ 0 h 455"/>
                    <a:gd name="T2" fmla="*/ 608343257 w 2528"/>
                    <a:gd name="T3" fmla="*/ 16582250 h 455"/>
                    <a:gd name="T4" fmla="*/ 572256449 w 2528"/>
                    <a:gd name="T5" fmla="*/ 16582250 h 455"/>
                    <a:gd name="T6" fmla="*/ 0 w 2528"/>
                    <a:gd name="T7" fmla="*/ 16582250 h 455"/>
                    <a:gd name="T8" fmla="*/ 35620212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6" name="Freeform 1120">
                  <a:extLst>
                    <a:ext uri="{FF2B5EF4-FFF2-40B4-BE49-F238E27FC236}">
                      <a16:creationId xmlns:a16="http://schemas.microsoft.com/office/drawing/2014/main" id="{7A0060E2-767D-1545-8656-29ED1A4712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971" y="3455145"/>
                  <a:ext cx="54275" cy="120745"/>
                </a:xfrm>
                <a:custGeom>
                  <a:avLst/>
                  <a:gdLst>
                    <a:gd name="T0" fmla="*/ 142804406 w 702"/>
                    <a:gd name="T1" fmla="*/ 0 h 1893"/>
                    <a:gd name="T2" fmla="*/ 0 w 702"/>
                    <a:gd name="T3" fmla="*/ 66174575 h 1893"/>
                    <a:gd name="T4" fmla="*/ 35584530 w 702"/>
                    <a:gd name="T5" fmla="*/ 66174575 h 1893"/>
                    <a:gd name="T6" fmla="*/ 178855222 w 702"/>
                    <a:gd name="T7" fmla="*/ 16607700 h 1893"/>
                    <a:gd name="T8" fmla="*/ 142804406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7" name="Freeform 1121">
                  <a:extLst>
                    <a:ext uri="{FF2B5EF4-FFF2-40B4-BE49-F238E27FC236}">
                      <a16:creationId xmlns:a16="http://schemas.microsoft.com/office/drawing/2014/main" id="{15790F5A-ABAC-8D49-A4F9-E2F576550D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76652" y="3476723"/>
                  <a:ext cx="58489" cy="139375"/>
                </a:xfrm>
                <a:custGeom>
                  <a:avLst/>
                  <a:gdLst>
                    <a:gd name="T0" fmla="*/ 179213623 w 756"/>
                    <a:gd name="T1" fmla="*/ 0 h 2184"/>
                    <a:gd name="T2" fmla="*/ 35656008 w 756"/>
                    <a:gd name="T3" fmla="*/ 82904513 h 2184"/>
                    <a:gd name="T4" fmla="*/ 0 w 756"/>
                    <a:gd name="T5" fmla="*/ 82904513 h 2184"/>
                    <a:gd name="T6" fmla="*/ 143090785 w 756"/>
                    <a:gd name="T7" fmla="*/ 16632211 h 2184"/>
                    <a:gd name="T8" fmla="*/ 179213623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8" name="Freeform 1122">
                  <a:extLst>
                    <a:ext uri="{FF2B5EF4-FFF2-40B4-BE49-F238E27FC236}">
                      <a16:creationId xmlns:a16="http://schemas.microsoft.com/office/drawing/2014/main" id="{8898B7ED-5BCF-8C4E-B1AA-B82AD50FD1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332" y="3569758"/>
                  <a:ext cx="214545" cy="47048"/>
                </a:xfrm>
                <a:custGeom>
                  <a:avLst/>
                  <a:gdLst>
                    <a:gd name="T0" fmla="*/ 35658648 w 2773"/>
                    <a:gd name="T1" fmla="*/ 0 h 738"/>
                    <a:gd name="T2" fmla="*/ 0 w 2773"/>
                    <a:gd name="T3" fmla="*/ 16581742 h 738"/>
                    <a:gd name="T4" fmla="*/ 573357470 w 2773"/>
                    <a:gd name="T5" fmla="*/ 33163485 h 738"/>
                    <a:gd name="T6" fmla="*/ 573357470 w 2773"/>
                    <a:gd name="T7" fmla="*/ 16581742 h 738"/>
                    <a:gd name="T8" fmla="*/ 35658648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9" name="Freeform 1123">
                  <a:extLst>
                    <a:ext uri="{FF2B5EF4-FFF2-40B4-BE49-F238E27FC236}">
                      <a16:creationId xmlns:a16="http://schemas.microsoft.com/office/drawing/2014/main" id="{5A7F91EF-AD6B-D64E-B73E-C762D73A7A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83165" y="3477902"/>
                  <a:ext cx="54786" cy="139965"/>
                </a:xfrm>
                <a:custGeom>
                  <a:avLst/>
                  <a:gdLst>
                    <a:gd name="T0" fmla="*/ 656550006 w 637"/>
                    <a:gd name="T1" fmla="*/ 0 h 1659"/>
                    <a:gd name="T2" fmla="*/ 656550006 w 637"/>
                    <a:gd name="T3" fmla="*/ 0 h 1659"/>
                    <a:gd name="T4" fmla="*/ 54716163 w 637"/>
                    <a:gd name="T5" fmla="*/ 2147483646 h 1659"/>
                    <a:gd name="T6" fmla="*/ 0 w 637"/>
                    <a:gd name="T7" fmla="*/ 2147483646 h 1659"/>
                    <a:gd name="T8" fmla="*/ 65655000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0" name="Freeform 1124">
                  <a:extLst>
                    <a:ext uri="{FF2B5EF4-FFF2-40B4-BE49-F238E27FC236}">
                      <a16:creationId xmlns:a16="http://schemas.microsoft.com/office/drawing/2014/main" id="{BBB1B153-2E6F-7246-9B11-B68D01DF60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588" y="3576007"/>
                  <a:ext cx="190792" cy="46458"/>
                </a:xfrm>
                <a:custGeom>
                  <a:avLst/>
                  <a:gdLst>
                    <a:gd name="T0" fmla="*/ 0 w 2216"/>
                    <a:gd name="T1" fmla="*/ 0 h 550"/>
                    <a:gd name="T2" fmla="*/ 54884212 w 2216"/>
                    <a:gd name="T3" fmla="*/ 101852492 h 550"/>
                    <a:gd name="T4" fmla="*/ 2147483646 w 2216"/>
                    <a:gd name="T5" fmla="*/ 1017940055 h 550"/>
                    <a:gd name="T6" fmla="*/ 2147483646 w 2216"/>
                    <a:gd name="T7" fmla="*/ 865464562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01" name="Group 1125">
                  <a:extLst>
                    <a:ext uri="{FF2B5EF4-FFF2-40B4-BE49-F238E27FC236}">
                      <a16:creationId xmlns:a16="http://schemas.microsoft.com/office/drawing/2014/main" id="{57060979-075D-9D4D-B12E-DA0CCD4C6B8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3395" y="3625649"/>
                  <a:ext cx="64747" cy="27592"/>
                  <a:chOff x="1740" y="2642"/>
                  <a:chExt cx="752" cy="327"/>
                </a:xfrm>
              </p:grpSpPr>
              <p:sp>
                <p:nvSpPr>
                  <p:cNvPr id="140" name="Freeform 1126">
                    <a:extLst>
                      <a:ext uri="{FF2B5EF4-FFF2-40B4-BE49-F238E27FC236}">
                        <a16:creationId xmlns:a16="http://schemas.microsoft.com/office/drawing/2014/main" id="{8DFFF656-1361-C546-8336-177F79E469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1" name="Freeform 1127">
                    <a:extLst>
                      <a:ext uri="{FF2B5EF4-FFF2-40B4-BE49-F238E27FC236}">
                        <a16:creationId xmlns:a16="http://schemas.microsoft.com/office/drawing/2014/main" id="{60C6C6B3-72DE-664B-B4DE-3C04B0C5BF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2" name="Freeform 1128">
                    <a:extLst>
                      <a:ext uri="{FF2B5EF4-FFF2-40B4-BE49-F238E27FC236}">
                        <a16:creationId xmlns:a16="http://schemas.microsoft.com/office/drawing/2014/main" id="{0D48292A-917D-D046-A974-043CEE5A41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3" name="Freeform 1129">
                    <a:extLst>
                      <a:ext uri="{FF2B5EF4-FFF2-40B4-BE49-F238E27FC236}">
                        <a16:creationId xmlns:a16="http://schemas.microsoft.com/office/drawing/2014/main" id="{DB6BAAEB-BADD-0A4F-8A9D-D72AFCA99A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4" name="Freeform 1130">
                    <a:extLst>
                      <a:ext uri="{FF2B5EF4-FFF2-40B4-BE49-F238E27FC236}">
                        <a16:creationId xmlns:a16="http://schemas.microsoft.com/office/drawing/2014/main" id="{05D5969F-F3B9-414D-975E-A6700098F2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5" name="Freeform 1131">
                    <a:extLst>
                      <a:ext uri="{FF2B5EF4-FFF2-40B4-BE49-F238E27FC236}">
                        <a16:creationId xmlns:a16="http://schemas.microsoft.com/office/drawing/2014/main" id="{41BB174D-6019-384D-A5AC-1B4D92D938B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02" name="Freeform 1132">
                  <a:extLst>
                    <a:ext uri="{FF2B5EF4-FFF2-40B4-BE49-F238E27FC236}">
                      <a16:creationId xmlns:a16="http://schemas.microsoft.com/office/drawing/2014/main" id="{F8739864-4836-E447-8FC8-5886923FF4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04243" y="3629776"/>
                  <a:ext cx="78411" cy="60608"/>
                </a:xfrm>
                <a:custGeom>
                  <a:avLst/>
                  <a:gdLst>
                    <a:gd name="T0" fmla="*/ 39250883 w 990"/>
                    <a:gd name="T1" fmla="*/ 342828616 h 792"/>
                    <a:gd name="T2" fmla="*/ 354255671 w 990"/>
                    <a:gd name="T3" fmla="*/ 0 h 792"/>
                    <a:gd name="T4" fmla="*/ 354255671 w 990"/>
                    <a:gd name="T5" fmla="*/ 34504242 h 792"/>
                    <a:gd name="T6" fmla="*/ 0 w 990"/>
                    <a:gd name="T7" fmla="*/ 342828616 h 792"/>
                    <a:gd name="T8" fmla="*/ 39250883 w 990"/>
                    <a:gd name="T9" fmla="*/ 342828616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3" name="Freeform 1133">
                  <a:extLst>
                    <a:ext uri="{FF2B5EF4-FFF2-40B4-BE49-F238E27FC236}">
                      <a16:creationId xmlns:a16="http://schemas.microsoft.com/office/drawing/2014/main" id="{C59CADF3-CD09-FB48-A672-C2C50B66CE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129" y="3634611"/>
                  <a:ext cx="200625" cy="55302"/>
                </a:xfrm>
                <a:custGeom>
                  <a:avLst/>
                  <a:gdLst>
                    <a:gd name="T0" fmla="*/ 39302216 w 2532"/>
                    <a:gd name="T1" fmla="*/ 0 h 723"/>
                    <a:gd name="T2" fmla="*/ 39302216 w 2532"/>
                    <a:gd name="T3" fmla="*/ 0 h 723"/>
                    <a:gd name="T4" fmla="*/ 867084690 w 2532"/>
                    <a:gd name="T5" fmla="*/ 307891170 h 723"/>
                    <a:gd name="T6" fmla="*/ 867084690 w 2532"/>
                    <a:gd name="T7" fmla="*/ 342351506 h 723"/>
                    <a:gd name="T8" fmla="*/ 0 w 2532"/>
                    <a:gd name="T9" fmla="*/ 34009889 h 723"/>
                    <a:gd name="T10" fmla="*/ 39302216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" name="Freeform 1134">
                  <a:extLst>
                    <a:ext uri="{FF2B5EF4-FFF2-40B4-BE49-F238E27FC236}">
                      <a16:creationId xmlns:a16="http://schemas.microsoft.com/office/drawing/2014/main" id="{628AB6FD-35F6-0345-BD13-22EAAF9EC2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257" y="3624470"/>
                  <a:ext cx="2171" cy="11202"/>
                </a:xfrm>
                <a:custGeom>
                  <a:avLst/>
                  <a:gdLst>
                    <a:gd name="T0" fmla="*/ 48903362 w 26"/>
                    <a:gd name="T1" fmla="*/ 33634500 h 147"/>
                    <a:gd name="T2" fmla="*/ 48903362 w 26"/>
                    <a:gd name="T3" fmla="*/ 67263209 h 147"/>
                    <a:gd name="T4" fmla="*/ 0 w 26"/>
                    <a:gd name="T5" fmla="*/ 67263209 h 147"/>
                    <a:gd name="T6" fmla="*/ 48903362 w 26"/>
                    <a:gd name="T7" fmla="*/ 0 h 147"/>
                    <a:gd name="T8" fmla="*/ 48903362 w 26"/>
                    <a:gd name="T9" fmla="*/ 33634500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" name="Freeform 1135">
                  <a:extLst>
                    <a:ext uri="{FF2B5EF4-FFF2-40B4-BE49-F238E27FC236}">
                      <a16:creationId xmlns:a16="http://schemas.microsoft.com/office/drawing/2014/main" id="{76529D44-B4FD-DE4D-812E-E461A0FCCA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384" y="3578837"/>
                  <a:ext cx="93225" cy="46340"/>
                </a:xfrm>
                <a:custGeom>
                  <a:avLst/>
                  <a:gdLst>
                    <a:gd name="T0" fmla="*/ 395043791 w 1176"/>
                    <a:gd name="T1" fmla="*/ 0 h 606"/>
                    <a:gd name="T2" fmla="*/ 0 w 1176"/>
                    <a:gd name="T3" fmla="*/ 273654982 h 606"/>
                    <a:gd name="T4" fmla="*/ 39357994 w 1176"/>
                    <a:gd name="T5" fmla="*/ 273654982 h 606"/>
                    <a:gd name="T6" fmla="*/ 395043791 w 1176"/>
                    <a:gd name="T7" fmla="*/ 33985420 h 606"/>
                    <a:gd name="T8" fmla="*/ 395043791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6" name="Freeform 1136">
                  <a:extLst>
                    <a:ext uri="{FF2B5EF4-FFF2-40B4-BE49-F238E27FC236}">
                      <a16:creationId xmlns:a16="http://schemas.microsoft.com/office/drawing/2014/main" id="{44CD9A89-0E3B-2C40-8436-71B7526BA6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10642" y="3626829"/>
                  <a:ext cx="190281" cy="53180"/>
                </a:xfrm>
                <a:custGeom>
                  <a:avLst/>
                  <a:gdLst>
                    <a:gd name="T0" fmla="*/ 31829833 w 2532"/>
                    <a:gd name="T1" fmla="*/ 0 h 723"/>
                    <a:gd name="T2" fmla="*/ 31829833 w 2532"/>
                    <a:gd name="T3" fmla="*/ 0 h 723"/>
                    <a:gd name="T4" fmla="*/ 382827787 w 2532"/>
                    <a:gd name="T5" fmla="*/ 175498781 h 723"/>
                    <a:gd name="T6" fmla="*/ 382827787 w 2532"/>
                    <a:gd name="T7" fmla="*/ 175498781 h 723"/>
                    <a:gd name="T8" fmla="*/ 0 w 2532"/>
                    <a:gd name="T9" fmla="*/ 29448186 h 723"/>
                    <a:gd name="T10" fmla="*/ 31829833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7" name="Freeform 1137">
                  <a:extLst>
                    <a:ext uri="{FF2B5EF4-FFF2-40B4-BE49-F238E27FC236}">
                      <a16:creationId xmlns:a16="http://schemas.microsoft.com/office/drawing/2014/main" id="{92BF681C-02FC-8F49-A2CD-8F3446ECE5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00668" y="3623055"/>
                  <a:ext cx="77645" cy="55066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302641137 h 723"/>
                    <a:gd name="T6" fmla="*/ 0 w 2532"/>
                    <a:gd name="T7" fmla="*/ 302641137 h 723"/>
                    <a:gd name="T8" fmla="*/ 0 w 2532"/>
                    <a:gd name="T9" fmla="*/ 33575256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8" name="Group 1139">
                <a:extLst>
                  <a:ext uri="{FF2B5EF4-FFF2-40B4-BE49-F238E27FC236}">
                    <a16:creationId xmlns:a16="http://schemas.microsoft.com/office/drawing/2014/main" id="{904B7C12-C509-8641-BB63-56DEDB95F95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985622" y="3537823"/>
                <a:ext cx="359261" cy="342045"/>
                <a:chOff x="2839" y="3501"/>
                <a:chExt cx="755" cy="803"/>
              </a:xfrm>
            </p:grpSpPr>
            <p:pic>
              <p:nvPicPr>
                <p:cNvPr id="138" name="Picture 1140" descr="desktop_computer_stylized_medium">
                  <a:extLst>
                    <a:ext uri="{FF2B5EF4-FFF2-40B4-BE49-F238E27FC236}">
                      <a16:creationId xmlns:a16="http://schemas.microsoft.com/office/drawing/2014/main" id="{BDC7F552-21C9-C942-90FF-0162099A3D5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9" y="3501"/>
                  <a:ext cx="755" cy="8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39" name="Freeform 1141">
                  <a:extLst>
                    <a:ext uri="{FF2B5EF4-FFF2-40B4-BE49-F238E27FC236}">
                      <a16:creationId xmlns:a16="http://schemas.microsoft.com/office/drawing/2014/main" id="{654B43BA-608E-5D4D-B11B-71762CFBEE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6" y="3578"/>
                  <a:ext cx="356" cy="368"/>
                </a:xfrm>
                <a:custGeom>
                  <a:avLst/>
                  <a:gdLst>
                    <a:gd name="T0" fmla="*/ 0 w 356"/>
                    <a:gd name="T1" fmla="*/ 0 h 368"/>
                    <a:gd name="T2" fmla="*/ 300 w 356"/>
                    <a:gd name="T3" fmla="*/ 14 h 368"/>
                    <a:gd name="T4" fmla="*/ 356 w 356"/>
                    <a:gd name="T5" fmla="*/ 294 h 368"/>
                    <a:gd name="T6" fmla="*/ 78 w 356"/>
                    <a:gd name="T7" fmla="*/ 36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94" name="Group 693">
                <a:extLst>
                  <a:ext uri="{FF2B5EF4-FFF2-40B4-BE49-F238E27FC236}">
                    <a16:creationId xmlns:a16="http://schemas.microsoft.com/office/drawing/2014/main" id="{14715B6C-9A50-FE4B-A8D2-1E669BF891E3}"/>
                  </a:ext>
                </a:extLst>
              </p:cNvPr>
              <p:cNvGrpSpPr/>
              <p:nvPr/>
            </p:nvGrpSpPr>
            <p:grpSpPr>
              <a:xfrm>
                <a:off x="7797061" y="3296104"/>
                <a:ext cx="347997" cy="396620"/>
                <a:chOff x="7797061" y="3296104"/>
                <a:chExt cx="347997" cy="396620"/>
              </a:xfrm>
            </p:grpSpPr>
            <p:pic>
              <p:nvPicPr>
                <p:cNvPr id="113" name="Picture 571" descr="fridge2.png">
                  <a:extLst>
                    <a:ext uri="{FF2B5EF4-FFF2-40B4-BE49-F238E27FC236}">
                      <a16:creationId xmlns:a16="http://schemas.microsoft.com/office/drawing/2014/main" id="{29DD0F98-F93B-0145-A925-F4125ED490D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6825" y="3355697"/>
                  <a:ext cx="189578" cy="3370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97061" y="329610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5" name="Group 794">
              <a:extLst>
                <a:ext uri="{FF2B5EF4-FFF2-40B4-BE49-F238E27FC236}">
                  <a16:creationId xmlns:a16="http://schemas.microsoft.com/office/drawing/2014/main" id="{AF73DE4B-526E-9C4F-9242-9BC0D43F8CBA}"/>
                </a:ext>
              </a:extLst>
            </p:cNvPr>
            <p:cNvGrpSpPr/>
            <p:nvPr/>
          </p:nvGrpSpPr>
          <p:grpSpPr>
            <a:xfrm>
              <a:off x="11064947" y="3428485"/>
              <a:ext cx="518448" cy="1212242"/>
              <a:chOff x="11058573" y="3399165"/>
              <a:chExt cx="518448" cy="1212242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87182" y="415959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58573" y="339916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71" name="Group 950">
              <a:extLst>
                <a:ext uri="{FF2B5EF4-FFF2-40B4-BE49-F238E27FC236}">
                  <a16:creationId xmlns:a16="http://schemas.microsoft.com/office/drawing/2014/main" id="{2B0A745F-DA32-E140-AB36-BC5E1C4E2D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288915" y="5273951"/>
              <a:ext cx="177192" cy="330833"/>
              <a:chOff x="4140" y="429"/>
              <a:chExt cx="1425" cy="2396"/>
            </a:xfrm>
          </p:grpSpPr>
          <p:sp>
            <p:nvSpPr>
              <p:cNvPr id="207" name="Freeform 951">
                <a:extLst>
                  <a:ext uri="{FF2B5EF4-FFF2-40B4-BE49-F238E27FC236}">
                    <a16:creationId xmlns:a16="http://schemas.microsoft.com/office/drawing/2014/main" id="{12CB3660-4D63-014F-8CC9-FDFB8140A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8" name="Rectangle 952">
                <a:extLst>
                  <a:ext uri="{FF2B5EF4-FFF2-40B4-BE49-F238E27FC236}">
                    <a16:creationId xmlns:a16="http://schemas.microsoft.com/office/drawing/2014/main" id="{EFE1382F-B768-3541-8BD1-06AB71BFA8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953">
                <a:extLst>
                  <a:ext uri="{FF2B5EF4-FFF2-40B4-BE49-F238E27FC236}">
                    <a16:creationId xmlns:a16="http://schemas.microsoft.com/office/drawing/2014/main" id="{FB363E8F-CA06-2449-A66C-B14735894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0" name="Freeform 954">
                <a:extLst>
                  <a:ext uri="{FF2B5EF4-FFF2-40B4-BE49-F238E27FC236}">
                    <a16:creationId xmlns:a16="http://schemas.microsoft.com/office/drawing/2014/main" id="{8A74E36A-A735-7440-A2B1-55846B516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1" name="Rectangle 955">
                <a:extLst>
                  <a:ext uri="{FF2B5EF4-FFF2-40B4-BE49-F238E27FC236}">
                    <a16:creationId xmlns:a16="http://schemas.microsoft.com/office/drawing/2014/main" id="{FC433BF5-02C8-F540-AE86-53BF569600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212" name="Group 956">
                <a:extLst>
                  <a:ext uri="{FF2B5EF4-FFF2-40B4-BE49-F238E27FC236}">
                    <a16:creationId xmlns:a16="http://schemas.microsoft.com/office/drawing/2014/main" id="{969A0B36-D994-A24C-8329-146363A51C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37" name="AutoShape 957">
                  <a:extLst>
                    <a:ext uri="{FF2B5EF4-FFF2-40B4-BE49-F238E27FC236}">
                      <a16:creationId xmlns:a16="http://schemas.microsoft.com/office/drawing/2014/main" id="{75A7B329-681F-2B4A-8470-FC0231FE257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38" name="AutoShape 958">
                  <a:extLst>
                    <a:ext uri="{FF2B5EF4-FFF2-40B4-BE49-F238E27FC236}">
                      <a16:creationId xmlns:a16="http://schemas.microsoft.com/office/drawing/2014/main" id="{197CEF08-20F4-5741-AC2B-1EBB072FA54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13" name="Rectangle 959">
                <a:extLst>
                  <a:ext uri="{FF2B5EF4-FFF2-40B4-BE49-F238E27FC236}">
                    <a16:creationId xmlns:a16="http://schemas.microsoft.com/office/drawing/2014/main" id="{775AA9F7-199B-ED4C-B422-5E1B766FBA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214" name="Group 960">
                <a:extLst>
                  <a:ext uri="{FF2B5EF4-FFF2-40B4-BE49-F238E27FC236}">
                    <a16:creationId xmlns:a16="http://schemas.microsoft.com/office/drawing/2014/main" id="{4EED0C22-3BA6-E24F-B528-BF018CB34F5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35" name="AutoShape 961">
                  <a:extLst>
                    <a:ext uri="{FF2B5EF4-FFF2-40B4-BE49-F238E27FC236}">
                      <a16:creationId xmlns:a16="http://schemas.microsoft.com/office/drawing/2014/main" id="{FE30D28F-02DD-D041-8551-45D9D2836EA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36" name="AutoShape 962">
                  <a:extLst>
                    <a:ext uri="{FF2B5EF4-FFF2-40B4-BE49-F238E27FC236}">
                      <a16:creationId xmlns:a16="http://schemas.microsoft.com/office/drawing/2014/main" id="{92F33680-18D6-7C4A-88C2-46C4FA3D08E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15" name="Rectangle 963">
                <a:extLst>
                  <a:ext uri="{FF2B5EF4-FFF2-40B4-BE49-F238E27FC236}">
                    <a16:creationId xmlns:a16="http://schemas.microsoft.com/office/drawing/2014/main" id="{A0014856-A5F8-544F-98BE-B1D6878A67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16" name="Rectangle 964">
                <a:extLst>
                  <a:ext uri="{FF2B5EF4-FFF2-40B4-BE49-F238E27FC236}">
                    <a16:creationId xmlns:a16="http://schemas.microsoft.com/office/drawing/2014/main" id="{0E6FC61A-EACA-7D4E-9AA7-C7690D0936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217" name="Group 965">
                <a:extLst>
                  <a:ext uri="{FF2B5EF4-FFF2-40B4-BE49-F238E27FC236}">
                    <a16:creationId xmlns:a16="http://schemas.microsoft.com/office/drawing/2014/main" id="{CF083CE2-2403-FD4E-8F7D-758E7F67FF5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33" name="AutoShape 966">
                  <a:extLst>
                    <a:ext uri="{FF2B5EF4-FFF2-40B4-BE49-F238E27FC236}">
                      <a16:creationId xmlns:a16="http://schemas.microsoft.com/office/drawing/2014/main" id="{5ED8E2CD-DB59-0040-9493-378A5D7DF18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34" name="AutoShape 967">
                  <a:extLst>
                    <a:ext uri="{FF2B5EF4-FFF2-40B4-BE49-F238E27FC236}">
                      <a16:creationId xmlns:a16="http://schemas.microsoft.com/office/drawing/2014/main" id="{F249F021-1652-2041-9D37-82D9ADAF20C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18" name="Freeform 968">
                <a:extLst>
                  <a:ext uri="{FF2B5EF4-FFF2-40B4-BE49-F238E27FC236}">
                    <a16:creationId xmlns:a16="http://schemas.microsoft.com/office/drawing/2014/main" id="{2DA20985-B59E-DD4F-B452-9726DAD28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19" name="Group 969">
                <a:extLst>
                  <a:ext uri="{FF2B5EF4-FFF2-40B4-BE49-F238E27FC236}">
                    <a16:creationId xmlns:a16="http://schemas.microsoft.com/office/drawing/2014/main" id="{68489279-23CF-FB42-9AE3-CAB3A000B96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31" name="AutoShape 970">
                  <a:extLst>
                    <a:ext uri="{FF2B5EF4-FFF2-40B4-BE49-F238E27FC236}">
                      <a16:creationId xmlns:a16="http://schemas.microsoft.com/office/drawing/2014/main" id="{12532EDD-6029-FD41-90A0-EB4B9A3B8C3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32" name="AutoShape 971">
                  <a:extLst>
                    <a:ext uri="{FF2B5EF4-FFF2-40B4-BE49-F238E27FC236}">
                      <a16:creationId xmlns:a16="http://schemas.microsoft.com/office/drawing/2014/main" id="{2ADE9625-767F-5247-8211-3638BECC98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20" name="Rectangle 972">
                <a:extLst>
                  <a:ext uri="{FF2B5EF4-FFF2-40B4-BE49-F238E27FC236}">
                    <a16:creationId xmlns:a16="http://schemas.microsoft.com/office/drawing/2014/main" id="{71E52DA0-9A54-7744-90B9-E438CBE00C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973">
                <a:extLst>
                  <a:ext uri="{FF2B5EF4-FFF2-40B4-BE49-F238E27FC236}">
                    <a16:creationId xmlns:a16="http://schemas.microsoft.com/office/drawing/2014/main" id="{D950FAED-4EC6-7B4B-AFA5-CA2701F74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2" name="Freeform 974">
                <a:extLst>
                  <a:ext uri="{FF2B5EF4-FFF2-40B4-BE49-F238E27FC236}">
                    <a16:creationId xmlns:a16="http://schemas.microsoft.com/office/drawing/2014/main" id="{55AF3FE0-BBE4-A74C-A9EF-B8F3AA7A0D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3" name="Oval 975">
                <a:extLst>
                  <a:ext uri="{FF2B5EF4-FFF2-40B4-BE49-F238E27FC236}">
                    <a16:creationId xmlns:a16="http://schemas.microsoft.com/office/drawing/2014/main" id="{AC808981-49D6-D840-800C-F21BB91061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976">
                <a:extLst>
                  <a:ext uri="{FF2B5EF4-FFF2-40B4-BE49-F238E27FC236}">
                    <a16:creationId xmlns:a16="http://schemas.microsoft.com/office/drawing/2014/main" id="{EBD04B6D-F8F6-FE45-BBD9-3CFFE7B28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5" name="AutoShape 977">
                <a:extLst>
                  <a:ext uri="{FF2B5EF4-FFF2-40B4-BE49-F238E27FC236}">
                    <a16:creationId xmlns:a16="http://schemas.microsoft.com/office/drawing/2014/main" id="{EB968B78-CEDA-2949-925F-D6EE71A8ED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26" name="AutoShape 978">
                <a:extLst>
                  <a:ext uri="{FF2B5EF4-FFF2-40B4-BE49-F238E27FC236}">
                    <a16:creationId xmlns:a16="http://schemas.microsoft.com/office/drawing/2014/main" id="{6127245D-2639-C841-ABBD-0A2EB87194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27" name="Oval 979">
                <a:extLst>
                  <a:ext uri="{FF2B5EF4-FFF2-40B4-BE49-F238E27FC236}">
                    <a16:creationId xmlns:a16="http://schemas.microsoft.com/office/drawing/2014/main" id="{CBCE7727-73A7-814E-B244-E80EED405F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28" name="Oval 980">
                <a:extLst>
                  <a:ext uri="{FF2B5EF4-FFF2-40B4-BE49-F238E27FC236}">
                    <a16:creationId xmlns:a16="http://schemas.microsoft.com/office/drawing/2014/main" id="{7A66ECF6-DDAE-2842-92B5-EA8F14A121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29" name="Oval 981">
                <a:extLst>
                  <a:ext uri="{FF2B5EF4-FFF2-40B4-BE49-F238E27FC236}">
                    <a16:creationId xmlns:a16="http://schemas.microsoft.com/office/drawing/2014/main" id="{5A97568E-F028-FD44-8E47-C92EC6C012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0" name="Rectangle 982">
                <a:extLst>
                  <a:ext uri="{FF2B5EF4-FFF2-40B4-BE49-F238E27FC236}">
                    <a16:creationId xmlns:a16="http://schemas.microsoft.com/office/drawing/2014/main" id="{A834B858-68E5-0D45-8391-2A0A996FA3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44" name="Group 590">
              <a:extLst>
                <a:ext uri="{FF2B5EF4-FFF2-40B4-BE49-F238E27FC236}">
                  <a16:creationId xmlns:a16="http://schemas.microsoft.com/office/drawing/2014/main" id="{2648262B-E78D-1D4B-B3FD-3AE9CD5C321E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0855" y="4900161"/>
              <a:ext cx="345630" cy="320302"/>
              <a:chOff x="2839" y="3501"/>
              <a:chExt cx="755" cy="803"/>
            </a:xfrm>
          </p:grpSpPr>
          <p:pic>
            <p:nvPicPr>
              <p:cNvPr id="367" name="Picture 591" descr="desktop_computer_stylized_medium">
                <a:extLst>
                  <a:ext uri="{FF2B5EF4-FFF2-40B4-BE49-F238E27FC236}">
                    <a16:creationId xmlns:a16="http://schemas.microsoft.com/office/drawing/2014/main" id="{35FBE2DB-60A7-B340-A5BB-B3699CCC02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68" name="Freeform 592">
                <a:extLst>
                  <a:ext uri="{FF2B5EF4-FFF2-40B4-BE49-F238E27FC236}">
                    <a16:creationId xmlns:a16="http://schemas.microsoft.com/office/drawing/2014/main" id="{0263E665-BF2A-2F4A-ADA8-20F44C312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90" name="Group 1064">
              <a:extLst>
                <a:ext uri="{FF2B5EF4-FFF2-40B4-BE49-F238E27FC236}">
                  <a16:creationId xmlns:a16="http://schemas.microsoft.com/office/drawing/2014/main" id="{1E483C21-97F2-6C41-9217-2187E09B54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201681" y="5852809"/>
              <a:ext cx="310186" cy="307808"/>
              <a:chOff x="877" y="1008"/>
              <a:chExt cx="2747" cy="2591"/>
            </a:xfrm>
          </p:grpSpPr>
          <p:pic>
            <p:nvPicPr>
              <p:cNvPr id="146" name="Picture 1065" descr="antenna_stylized">
                <a:extLst>
                  <a:ext uri="{FF2B5EF4-FFF2-40B4-BE49-F238E27FC236}">
                    <a16:creationId xmlns:a16="http://schemas.microsoft.com/office/drawing/2014/main" id="{EC1E8FF9-A5AB-904A-91B8-DF49382605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47" name="Picture 1066" descr="laptop_keyboard">
                <a:extLst>
                  <a:ext uri="{FF2B5EF4-FFF2-40B4-BE49-F238E27FC236}">
                    <a16:creationId xmlns:a16="http://schemas.microsoft.com/office/drawing/2014/main" id="{71E89937-428E-3447-B221-C34E0D71AC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48" name="Freeform 1067">
                <a:extLst>
                  <a:ext uri="{FF2B5EF4-FFF2-40B4-BE49-F238E27FC236}">
                    <a16:creationId xmlns:a16="http://schemas.microsoft.com/office/drawing/2014/main" id="{43C21467-3265-FC4F-AF31-44A028163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2 w 2982"/>
                  <a:gd name="T5" fmla="*/ 1 h 2442"/>
                  <a:gd name="T6" fmla="*/ 2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149" name="Picture 1068" descr="screen">
                <a:extLst>
                  <a:ext uri="{FF2B5EF4-FFF2-40B4-BE49-F238E27FC236}">
                    <a16:creationId xmlns:a16="http://schemas.microsoft.com/office/drawing/2014/main" id="{9868250A-D477-2944-B0F8-A7DE63DA46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0" name="Freeform 1069">
                <a:extLst>
                  <a:ext uri="{FF2B5EF4-FFF2-40B4-BE49-F238E27FC236}">
                    <a16:creationId xmlns:a16="http://schemas.microsoft.com/office/drawing/2014/main" id="{A4015B9E-FE1F-594E-AFA2-A5277482E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2 w 2528"/>
                  <a:gd name="T3" fmla="*/ 1 h 455"/>
                  <a:gd name="T4" fmla="*/ 2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1" name="Freeform 1070">
                <a:extLst>
                  <a:ext uri="{FF2B5EF4-FFF2-40B4-BE49-F238E27FC236}">
                    <a16:creationId xmlns:a16="http://schemas.microsoft.com/office/drawing/2014/main" id="{1D5AA9CA-3334-2341-A3C4-E98372488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2" name="Freeform 1071">
                <a:extLst>
                  <a:ext uri="{FF2B5EF4-FFF2-40B4-BE49-F238E27FC236}">
                    <a16:creationId xmlns:a16="http://schemas.microsoft.com/office/drawing/2014/main" id="{408815EA-3342-2D4A-AB4D-6A6AD669E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3" name="Freeform 1072">
                <a:extLst>
                  <a:ext uri="{FF2B5EF4-FFF2-40B4-BE49-F238E27FC236}">
                    <a16:creationId xmlns:a16="http://schemas.microsoft.com/office/drawing/2014/main" id="{180DED07-429A-A242-A9E3-1BBEEAF42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2 w 2773"/>
                  <a:gd name="T5" fmla="*/ 1 h 738"/>
                  <a:gd name="T6" fmla="*/ 2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4" name="Freeform 1073">
                <a:extLst>
                  <a:ext uri="{FF2B5EF4-FFF2-40B4-BE49-F238E27FC236}">
                    <a16:creationId xmlns:a16="http://schemas.microsoft.com/office/drawing/2014/main" id="{A86B5E1C-D4A7-804E-9345-DD2099CCF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2 w 637"/>
                  <a:gd name="T1" fmla="*/ 0 h 1659"/>
                  <a:gd name="T2" fmla="*/ 2 w 637"/>
                  <a:gd name="T3" fmla="*/ 0 h 1659"/>
                  <a:gd name="T4" fmla="*/ 1 w 637"/>
                  <a:gd name="T5" fmla="*/ 15 h 1659"/>
                  <a:gd name="T6" fmla="*/ 0 w 637"/>
                  <a:gd name="T7" fmla="*/ 15 h 1659"/>
                  <a:gd name="T8" fmla="*/ 2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5" name="Freeform 1074">
                <a:extLst>
                  <a:ext uri="{FF2B5EF4-FFF2-40B4-BE49-F238E27FC236}">
                    <a16:creationId xmlns:a16="http://schemas.microsoft.com/office/drawing/2014/main" id="{278E44FF-9118-764F-B154-D54B6D088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9 w 2216"/>
                  <a:gd name="T5" fmla="*/ 5 h 550"/>
                  <a:gd name="T6" fmla="*/ 9 w 2216"/>
                  <a:gd name="T7" fmla="*/ 4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56" name="Group 1075">
                <a:extLst>
                  <a:ext uri="{FF2B5EF4-FFF2-40B4-BE49-F238E27FC236}">
                    <a16:creationId xmlns:a16="http://schemas.microsoft.com/office/drawing/2014/main" id="{B07A4D51-63EA-ED46-9283-3C066C8F805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163" name="Freeform 1076">
                  <a:extLst>
                    <a:ext uri="{FF2B5EF4-FFF2-40B4-BE49-F238E27FC236}">
                      <a16:creationId xmlns:a16="http://schemas.microsoft.com/office/drawing/2014/main" id="{362CE3DF-6498-9044-80D1-5B57C954BC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4" name="Freeform 1077">
                  <a:extLst>
                    <a:ext uri="{FF2B5EF4-FFF2-40B4-BE49-F238E27FC236}">
                      <a16:creationId xmlns:a16="http://schemas.microsoft.com/office/drawing/2014/main" id="{232B6CC8-39FA-8E41-89F9-D454D1953B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5" name="Freeform 1078">
                  <a:extLst>
                    <a:ext uri="{FF2B5EF4-FFF2-40B4-BE49-F238E27FC236}">
                      <a16:creationId xmlns:a16="http://schemas.microsoft.com/office/drawing/2014/main" id="{14BE6CD7-1B00-AE45-A0A2-B46139077D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6" name="Freeform 1079">
                  <a:extLst>
                    <a:ext uri="{FF2B5EF4-FFF2-40B4-BE49-F238E27FC236}">
                      <a16:creationId xmlns:a16="http://schemas.microsoft.com/office/drawing/2014/main" id="{17D2993A-DA09-154C-81CE-F00D6DF0DB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7" name="Freeform 1080">
                  <a:extLst>
                    <a:ext uri="{FF2B5EF4-FFF2-40B4-BE49-F238E27FC236}">
                      <a16:creationId xmlns:a16="http://schemas.microsoft.com/office/drawing/2014/main" id="{AD580132-3A72-CF47-B834-B58CA201F7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8" name="Freeform 1081">
                  <a:extLst>
                    <a:ext uri="{FF2B5EF4-FFF2-40B4-BE49-F238E27FC236}">
                      <a16:creationId xmlns:a16="http://schemas.microsoft.com/office/drawing/2014/main" id="{E900C928-6E45-6449-A6C9-3DBE801B01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57" name="Freeform 1082">
                <a:extLst>
                  <a:ext uri="{FF2B5EF4-FFF2-40B4-BE49-F238E27FC236}">
                    <a16:creationId xmlns:a16="http://schemas.microsoft.com/office/drawing/2014/main" id="{1ECD1A08-63F7-2B4E-84E4-3FA628039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2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2 h 792"/>
                  <a:gd name="T8" fmla="*/ 1 w 990"/>
                  <a:gd name="T9" fmla="*/ 2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8" name="Freeform 1083">
                <a:extLst>
                  <a:ext uri="{FF2B5EF4-FFF2-40B4-BE49-F238E27FC236}">
                    <a16:creationId xmlns:a16="http://schemas.microsoft.com/office/drawing/2014/main" id="{E0CE0778-AA7C-994B-8AC5-676F1A825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4 w 2532"/>
                  <a:gd name="T5" fmla="*/ 2 h 723"/>
                  <a:gd name="T6" fmla="*/ 4 w 2532"/>
                  <a:gd name="T7" fmla="*/ 2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9" name="Freeform 1084">
                <a:extLst>
                  <a:ext uri="{FF2B5EF4-FFF2-40B4-BE49-F238E27FC236}">
                    <a16:creationId xmlns:a16="http://schemas.microsoft.com/office/drawing/2014/main" id="{D2A296F6-56E0-0141-8E63-F209F1106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0" name="Freeform 1085">
                <a:extLst>
                  <a:ext uri="{FF2B5EF4-FFF2-40B4-BE49-F238E27FC236}">
                    <a16:creationId xmlns:a16="http://schemas.microsoft.com/office/drawing/2014/main" id="{06824F88-EE84-D347-A023-F053DA4B2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1" name="Freeform 1086">
                <a:extLst>
                  <a:ext uri="{FF2B5EF4-FFF2-40B4-BE49-F238E27FC236}">
                    <a16:creationId xmlns:a16="http://schemas.microsoft.com/office/drawing/2014/main" id="{36F4BB90-D696-0945-AC5D-7CBFD97A9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2" name="Freeform 1087">
                <a:extLst>
                  <a:ext uri="{FF2B5EF4-FFF2-40B4-BE49-F238E27FC236}">
                    <a16:creationId xmlns:a16="http://schemas.microsoft.com/office/drawing/2014/main" id="{9FC45AEE-F94E-2C41-BB56-2055DE618B24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2 h 723"/>
                  <a:gd name="T6" fmla="*/ 0 w 2532"/>
                  <a:gd name="T7" fmla="*/ 2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90" name="Group 590">
              <a:extLst>
                <a:ext uri="{FF2B5EF4-FFF2-40B4-BE49-F238E27FC236}">
                  <a16:creationId xmlns:a16="http://schemas.microsoft.com/office/drawing/2014/main" id="{A66A00B8-C906-204A-9EA8-BF8007089AFF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8153909" y="5504657"/>
              <a:ext cx="345630" cy="320302"/>
              <a:chOff x="2839" y="3501"/>
              <a:chExt cx="755" cy="803"/>
            </a:xfrm>
          </p:grpSpPr>
          <p:pic>
            <p:nvPicPr>
              <p:cNvPr id="491" name="Picture 591" descr="desktop_computer_stylized_medium">
                <a:extLst>
                  <a:ext uri="{FF2B5EF4-FFF2-40B4-BE49-F238E27FC236}">
                    <a16:creationId xmlns:a16="http://schemas.microsoft.com/office/drawing/2014/main" id="{0D26BE9F-5A6F-194D-95F5-9A26085A8B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92" name="Freeform 592">
                <a:extLst>
                  <a:ext uri="{FF2B5EF4-FFF2-40B4-BE49-F238E27FC236}">
                    <a16:creationId xmlns:a16="http://schemas.microsoft.com/office/drawing/2014/main" id="{F940FA7C-0178-FC42-989D-133C7D3EF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93" name="Group 590">
              <a:extLst>
                <a:ext uri="{FF2B5EF4-FFF2-40B4-BE49-F238E27FC236}">
                  <a16:creationId xmlns:a16="http://schemas.microsoft.com/office/drawing/2014/main" id="{AADF67FB-3BE7-EF42-B8A5-B005B506931A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8552134" y="5526130"/>
              <a:ext cx="345630" cy="320302"/>
              <a:chOff x="2839" y="3501"/>
              <a:chExt cx="755" cy="803"/>
            </a:xfrm>
          </p:grpSpPr>
          <p:pic>
            <p:nvPicPr>
              <p:cNvPr id="494" name="Picture 591" descr="desktop_computer_stylized_medium">
                <a:extLst>
                  <a:ext uri="{FF2B5EF4-FFF2-40B4-BE49-F238E27FC236}">
                    <a16:creationId xmlns:a16="http://schemas.microsoft.com/office/drawing/2014/main" id="{0BBC0FBB-DA3F-874A-8EBE-B51C772E06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95" name="Freeform 592">
                <a:extLst>
                  <a:ext uri="{FF2B5EF4-FFF2-40B4-BE49-F238E27FC236}">
                    <a16:creationId xmlns:a16="http://schemas.microsoft.com/office/drawing/2014/main" id="{A9932DBD-03D1-3E48-AE83-712DE720F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96" name="Group 1064">
              <a:extLst>
                <a:ext uri="{FF2B5EF4-FFF2-40B4-BE49-F238E27FC236}">
                  <a16:creationId xmlns:a16="http://schemas.microsoft.com/office/drawing/2014/main" id="{FC2552CF-9AC0-3243-8999-6808B911C7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34746" y="5795138"/>
              <a:ext cx="319264" cy="253379"/>
              <a:chOff x="877" y="1008"/>
              <a:chExt cx="2747" cy="2591"/>
            </a:xfrm>
          </p:grpSpPr>
          <p:pic>
            <p:nvPicPr>
              <p:cNvPr id="497" name="Picture 1065" descr="antenna_stylized">
                <a:extLst>
                  <a:ext uri="{FF2B5EF4-FFF2-40B4-BE49-F238E27FC236}">
                    <a16:creationId xmlns:a16="http://schemas.microsoft.com/office/drawing/2014/main" id="{87938519-94DB-D545-A29A-7EDE5E412B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98" name="Picture 1066" descr="laptop_keyboard">
                <a:extLst>
                  <a:ext uri="{FF2B5EF4-FFF2-40B4-BE49-F238E27FC236}">
                    <a16:creationId xmlns:a16="http://schemas.microsoft.com/office/drawing/2014/main" id="{2D71707C-83CA-1C4B-8508-67E56E2ADD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99" name="Freeform 1067">
                <a:extLst>
                  <a:ext uri="{FF2B5EF4-FFF2-40B4-BE49-F238E27FC236}">
                    <a16:creationId xmlns:a16="http://schemas.microsoft.com/office/drawing/2014/main" id="{73F0FEB4-8393-CC4E-8318-ED16B301B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2 w 2982"/>
                  <a:gd name="T5" fmla="*/ 1 h 2442"/>
                  <a:gd name="T6" fmla="*/ 2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500" name="Picture 1068" descr="screen">
                <a:extLst>
                  <a:ext uri="{FF2B5EF4-FFF2-40B4-BE49-F238E27FC236}">
                    <a16:creationId xmlns:a16="http://schemas.microsoft.com/office/drawing/2014/main" id="{7FE7C88C-9EAD-8349-A46B-E909AEA657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01" name="Freeform 1069">
                <a:extLst>
                  <a:ext uri="{FF2B5EF4-FFF2-40B4-BE49-F238E27FC236}">
                    <a16:creationId xmlns:a16="http://schemas.microsoft.com/office/drawing/2014/main" id="{0DBCF6AD-8352-3C40-B68E-0383519D2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2 w 2528"/>
                  <a:gd name="T3" fmla="*/ 1 h 455"/>
                  <a:gd name="T4" fmla="*/ 2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2" name="Freeform 1070">
                <a:extLst>
                  <a:ext uri="{FF2B5EF4-FFF2-40B4-BE49-F238E27FC236}">
                    <a16:creationId xmlns:a16="http://schemas.microsoft.com/office/drawing/2014/main" id="{3C23673E-599F-5241-B844-C8F96A051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3" name="Freeform 1071">
                <a:extLst>
                  <a:ext uri="{FF2B5EF4-FFF2-40B4-BE49-F238E27FC236}">
                    <a16:creationId xmlns:a16="http://schemas.microsoft.com/office/drawing/2014/main" id="{4D502A0C-8868-2C4E-B6B7-F46718640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4" name="Freeform 1072">
                <a:extLst>
                  <a:ext uri="{FF2B5EF4-FFF2-40B4-BE49-F238E27FC236}">
                    <a16:creationId xmlns:a16="http://schemas.microsoft.com/office/drawing/2014/main" id="{154DEECF-C451-B140-A650-9DB9DCC41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2 w 2773"/>
                  <a:gd name="T5" fmla="*/ 1 h 738"/>
                  <a:gd name="T6" fmla="*/ 2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5" name="Freeform 1073">
                <a:extLst>
                  <a:ext uri="{FF2B5EF4-FFF2-40B4-BE49-F238E27FC236}">
                    <a16:creationId xmlns:a16="http://schemas.microsoft.com/office/drawing/2014/main" id="{61C09639-BDA6-1848-86B4-033F9F997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2 w 637"/>
                  <a:gd name="T1" fmla="*/ 0 h 1659"/>
                  <a:gd name="T2" fmla="*/ 2 w 637"/>
                  <a:gd name="T3" fmla="*/ 0 h 1659"/>
                  <a:gd name="T4" fmla="*/ 1 w 637"/>
                  <a:gd name="T5" fmla="*/ 15 h 1659"/>
                  <a:gd name="T6" fmla="*/ 0 w 637"/>
                  <a:gd name="T7" fmla="*/ 15 h 1659"/>
                  <a:gd name="T8" fmla="*/ 2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6" name="Freeform 1074">
                <a:extLst>
                  <a:ext uri="{FF2B5EF4-FFF2-40B4-BE49-F238E27FC236}">
                    <a16:creationId xmlns:a16="http://schemas.microsoft.com/office/drawing/2014/main" id="{BBF9A35C-4B4A-604C-BCA3-20BC6C3D2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9 w 2216"/>
                  <a:gd name="T5" fmla="*/ 5 h 550"/>
                  <a:gd name="T6" fmla="*/ 9 w 2216"/>
                  <a:gd name="T7" fmla="*/ 4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07" name="Group 1075">
                <a:extLst>
                  <a:ext uri="{FF2B5EF4-FFF2-40B4-BE49-F238E27FC236}">
                    <a16:creationId xmlns:a16="http://schemas.microsoft.com/office/drawing/2014/main" id="{C228B10E-0BB1-8D40-9DB1-545E285C760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514" name="Freeform 1076">
                  <a:extLst>
                    <a:ext uri="{FF2B5EF4-FFF2-40B4-BE49-F238E27FC236}">
                      <a16:creationId xmlns:a16="http://schemas.microsoft.com/office/drawing/2014/main" id="{DBE93115-3362-AE4D-A30A-337520C739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5" name="Freeform 1077">
                  <a:extLst>
                    <a:ext uri="{FF2B5EF4-FFF2-40B4-BE49-F238E27FC236}">
                      <a16:creationId xmlns:a16="http://schemas.microsoft.com/office/drawing/2014/main" id="{E980EACA-94CF-194A-AC7A-1415DBB4CA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6" name="Freeform 1078">
                  <a:extLst>
                    <a:ext uri="{FF2B5EF4-FFF2-40B4-BE49-F238E27FC236}">
                      <a16:creationId xmlns:a16="http://schemas.microsoft.com/office/drawing/2014/main" id="{67C8CECC-A4D3-D543-A1C2-92A3DDD604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7" name="Freeform 1079">
                  <a:extLst>
                    <a:ext uri="{FF2B5EF4-FFF2-40B4-BE49-F238E27FC236}">
                      <a16:creationId xmlns:a16="http://schemas.microsoft.com/office/drawing/2014/main" id="{DF7F90DA-E9FF-E64E-979A-F2C4CF6F27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8" name="Freeform 1080">
                  <a:extLst>
                    <a:ext uri="{FF2B5EF4-FFF2-40B4-BE49-F238E27FC236}">
                      <a16:creationId xmlns:a16="http://schemas.microsoft.com/office/drawing/2014/main" id="{1FB7CFF5-5312-6B45-B1C9-1E8019D9AB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9" name="Freeform 1081">
                  <a:extLst>
                    <a:ext uri="{FF2B5EF4-FFF2-40B4-BE49-F238E27FC236}">
                      <a16:creationId xmlns:a16="http://schemas.microsoft.com/office/drawing/2014/main" id="{F6743163-40E8-634F-BDA5-FD850E9C93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08" name="Freeform 1082">
                <a:extLst>
                  <a:ext uri="{FF2B5EF4-FFF2-40B4-BE49-F238E27FC236}">
                    <a16:creationId xmlns:a16="http://schemas.microsoft.com/office/drawing/2014/main" id="{5C688E93-8024-AF4A-9FAE-F872353A7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2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2 h 792"/>
                  <a:gd name="T8" fmla="*/ 1 w 990"/>
                  <a:gd name="T9" fmla="*/ 2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9" name="Freeform 1083">
                <a:extLst>
                  <a:ext uri="{FF2B5EF4-FFF2-40B4-BE49-F238E27FC236}">
                    <a16:creationId xmlns:a16="http://schemas.microsoft.com/office/drawing/2014/main" id="{E2D8B864-6DD1-D042-9409-8862ACC1A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4 w 2532"/>
                  <a:gd name="T5" fmla="*/ 2 h 723"/>
                  <a:gd name="T6" fmla="*/ 4 w 2532"/>
                  <a:gd name="T7" fmla="*/ 2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0" name="Freeform 1084">
                <a:extLst>
                  <a:ext uri="{FF2B5EF4-FFF2-40B4-BE49-F238E27FC236}">
                    <a16:creationId xmlns:a16="http://schemas.microsoft.com/office/drawing/2014/main" id="{CC7A3F9E-B0BC-2945-B124-91C53102E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1" name="Freeform 1085">
                <a:extLst>
                  <a:ext uri="{FF2B5EF4-FFF2-40B4-BE49-F238E27FC236}">
                    <a16:creationId xmlns:a16="http://schemas.microsoft.com/office/drawing/2014/main" id="{B8E20EA9-88B9-0A42-A470-7AF9E8810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2" name="Freeform 1086">
                <a:extLst>
                  <a:ext uri="{FF2B5EF4-FFF2-40B4-BE49-F238E27FC236}">
                    <a16:creationId xmlns:a16="http://schemas.microsoft.com/office/drawing/2014/main" id="{A9D04135-B045-A743-95D7-CA5EF36EE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3" name="Freeform 1087">
                <a:extLst>
                  <a:ext uri="{FF2B5EF4-FFF2-40B4-BE49-F238E27FC236}">
                    <a16:creationId xmlns:a16="http://schemas.microsoft.com/office/drawing/2014/main" id="{C0583F57-71B7-B142-BC2A-15444A0CF4E5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2 h 723"/>
                  <a:gd name="T6" fmla="*/ 0 w 2532"/>
                  <a:gd name="T7" fmla="*/ 2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3593" y="5636971"/>
              <a:ext cx="34049" cy="332924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9970" y="5656923"/>
              <a:ext cx="20333" cy="308020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5518" y="5812753"/>
              <a:ext cx="31643" cy="27525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26299" y="5674399"/>
              <a:ext cx="71949" cy="68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091149" y="5671195"/>
              <a:ext cx="69903" cy="21117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27502" y="5722750"/>
              <a:ext cx="71949" cy="68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090909" y="5718672"/>
              <a:ext cx="69903" cy="19515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27502" y="5771101"/>
              <a:ext cx="71949" cy="68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28705" y="5814938"/>
              <a:ext cx="71949" cy="68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089465" y="5810860"/>
              <a:ext cx="70024" cy="2199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6000" y="5771101"/>
              <a:ext cx="31643" cy="27380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089946" y="5767169"/>
              <a:ext cx="70024" cy="20243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50946" y="5636388"/>
              <a:ext cx="8422" cy="332778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8887" y="5720566"/>
              <a:ext cx="28515" cy="31020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9248" y="5672943"/>
              <a:ext cx="29357" cy="34953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83311" y="5954166"/>
              <a:ext cx="6016" cy="1383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7684" y="5954603"/>
              <a:ext cx="29477" cy="29127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17877" y="5963487"/>
              <a:ext cx="143898" cy="218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26299" y="5969166"/>
              <a:ext cx="128257" cy="1150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38210" y="5920815"/>
              <a:ext cx="19130" cy="2068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59867" y="5920815"/>
              <a:ext cx="19130" cy="2068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80201" y="5920815"/>
              <a:ext cx="19130" cy="2068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29410" y="5841444"/>
              <a:ext cx="9625" cy="110538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04483029-0B46-154F-9CA3-FEA06875B8DB}"/>
                </a:ext>
              </a:extLst>
            </p:cNvPr>
            <p:cNvSpPr/>
            <p:nvPr/>
          </p:nvSpPr>
          <p:spPr>
            <a:xfrm>
              <a:off x="6539916" y="1365914"/>
              <a:ext cx="5359400" cy="4954628"/>
            </a:xfrm>
            <a:prstGeom prst="rect">
              <a:avLst/>
            </a:prstGeom>
            <a:solidFill>
              <a:schemeClr val="bg1">
                <a:alpha val="68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41AB30C9-9641-104B-9006-CB16D4919778}"/>
                </a:ext>
              </a:extLst>
            </p:cNvPr>
            <p:cNvGrpSpPr/>
            <p:nvPr/>
          </p:nvGrpSpPr>
          <p:grpSpPr>
            <a:xfrm>
              <a:off x="7680324" y="1814171"/>
              <a:ext cx="2755429" cy="4250670"/>
              <a:chOff x="7680324" y="1814171"/>
              <a:chExt cx="2755429" cy="4250670"/>
            </a:xfrm>
          </p:grpSpPr>
          <p:grpSp>
            <p:nvGrpSpPr>
              <p:cNvPr id="49" name="Group 652">
                <a:extLst>
                  <a:ext uri="{FF2B5EF4-FFF2-40B4-BE49-F238E27FC236}">
                    <a16:creationId xmlns:a16="http://schemas.microsoft.com/office/drawing/2014/main" id="{F4E63F52-683B-8244-A48E-D8CF833CC0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750224" y="1859725"/>
                <a:ext cx="415925" cy="385763"/>
                <a:chOff x="2751" y="1851"/>
                <a:chExt cx="462" cy="478"/>
              </a:xfrm>
            </p:grpSpPr>
            <p:pic>
              <p:nvPicPr>
                <p:cNvPr id="359" name="Picture 653" descr="iphone_stylized_small">
                  <a:extLst>
                    <a:ext uri="{FF2B5EF4-FFF2-40B4-BE49-F238E27FC236}">
                      <a16:creationId xmlns:a16="http://schemas.microsoft.com/office/drawing/2014/main" id="{EDF1EC93-A6E5-964F-B0D6-EE56B282AEB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Picture 654" descr="antenna_radiation_stylized">
                  <a:extLst>
                    <a:ext uri="{FF2B5EF4-FFF2-40B4-BE49-F238E27FC236}">
                      <a16:creationId xmlns:a16="http://schemas.microsoft.com/office/drawing/2014/main" id="{0A17C594-505E-6F41-AEEB-272A31DFD26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87" name="Group 590">
                <a:extLst>
                  <a:ext uri="{FF2B5EF4-FFF2-40B4-BE49-F238E27FC236}">
                    <a16:creationId xmlns:a16="http://schemas.microsoft.com/office/drawing/2014/main" id="{B2AAF0C3-BD73-634D-B492-B7CCF9735ED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773981" y="5281060"/>
                <a:ext cx="345630" cy="320302"/>
                <a:chOff x="2839" y="3501"/>
                <a:chExt cx="755" cy="803"/>
              </a:xfrm>
            </p:grpSpPr>
            <p:pic>
              <p:nvPicPr>
                <p:cNvPr id="488" name="Picture 591" descr="desktop_computer_stylized_medium">
                  <a:extLst>
                    <a:ext uri="{FF2B5EF4-FFF2-40B4-BE49-F238E27FC236}">
                      <a16:creationId xmlns:a16="http://schemas.microsoft.com/office/drawing/2014/main" id="{1B000E5D-AA79-9741-93EF-69776E79DCF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9" y="3501"/>
                  <a:ext cx="755" cy="8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489" name="Freeform 592">
                  <a:extLst>
                    <a:ext uri="{FF2B5EF4-FFF2-40B4-BE49-F238E27FC236}">
                      <a16:creationId xmlns:a16="http://schemas.microsoft.com/office/drawing/2014/main" id="{E285DBFE-A1C0-DE49-94FA-3F8D49F9AA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6" y="3578"/>
                  <a:ext cx="356" cy="368"/>
                </a:xfrm>
                <a:custGeom>
                  <a:avLst/>
                  <a:gdLst>
                    <a:gd name="T0" fmla="*/ 0 w 356"/>
                    <a:gd name="T1" fmla="*/ 0 h 368"/>
                    <a:gd name="T2" fmla="*/ 300 w 356"/>
                    <a:gd name="T3" fmla="*/ 14 h 368"/>
                    <a:gd name="T4" fmla="*/ 356 w 356"/>
                    <a:gd name="T5" fmla="*/ 294 h 368"/>
                    <a:gd name="T6" fmla="*/ 78 w 356"/>
                    <a:gd name="T7" fmla="*/ 36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12" name="Oval 611">
                <a:extLst>
                  <a:ext uri="{FF2B5EF4-FFF2-40B4-BE49-F238E27FC236}">
                    <a16:creationId xmlns:a16="http://schemas.microsoft.com/office/drawing/2014/main" id="{626C6AB3-E95B-4E45-912D-03BD50D0AB9E}"/>
                  </a:ext>
                </a:extLst>
              </p:cNvPr>
              <p:cNvSpPr/>
              <p:nvPr/>
            </p:nvSpPr>
            <p:spPr>
              <a:xfrm>
                <a:off x="7689254" y="5160841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5" name="Oval 634">
                <a:extLst>
                  <a:ext uri="{FF2B5EF4-FFF2-40B4-BE49-F238E27FC236}">
                    <a16:creationId xmlns:a16="http://schemas.microsoft.com/office/drawing/2014/main" id="{78E6AF30-B350-C649-8449-B69F6002DF42}"/>
                  </a:ext>
                </a:extLst>
              </p:cNvPr>
              <p:cNvSpPr/>
              <p:nvPr/>
            </p:nvSpPr>
            <p:spPr>
              <a:xfrm>
                <a:off x="7680324" y="1814171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8" name="Oval 637">
                <a:extLst>
                  <a:ext uri="{FF2B5EF4-FFF2-40B4-BE49-F238E27FC236}">
                    <a16:creationId xmlns:a16="http://schemas.microsoft.com/office/drawing/2014/main" id="{C1E7801D-A747-164C-BE12-1FDEB3DFE743}"/>
                  </a:ext>
                </a:extLst>
              </p:cNvPr>
              <p:cNvSpPr/>
              <p:nvPr/>
            </p:nvSpPr>
            <p:spPr>
              <a:xfrm>
                <a:off x="9823450" y="5554772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51" name="Line 913">
              <a:extLst>
                <a:ext uri="{FF2B5EF4-FFF2-40B4-BE49-F238E27FC236}">
                  <a16:creationId xmlns:a16="http://schemas.microsoft.com/office/drawing/2014/main" id="{47A3D5AF-94CC-B24F-922A-C603CC0A5A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8310623" y="5474824"/>
              <a:ext cx="1423686" cy="289367"/>
            </a:xfrm>
            <a:prstGeom prst="line">
              <a:avLst/>
            </a:prstGeom>
            <a:noFill/>
            <a:ln w="76200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2" name="Line 911">
              <a:extLst>
                <a:ext uri="{FF2B5EF4-FFF2-40B4-BE49-F238E27FC236}">
                  <a16:creationId xmlns:a16="http://schemas.microsoft.com/office/drawing/2014/main" id="{8E6A54E5-62F1-544B-AE41-5137E62BFC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70450" y="2297968"/>
              <a:ext cx="1700212" cy="3386138"/>
            </a:xfrm>
            <a:prstGeom prst="line">
              <a:avLst/>
            </a:prstGeom>
            <a:noFill/>
            <a:ln w="76200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61" name="Group 950">
              <a:extLst>
                <a:ext uri="{FF2B5EF4-FFF2-40B4-BE49-F238E27FC236}">
                  <a16:creationId xmlns:a16="http://schemas.microsoft.com/office/drawing/2014/main" id="{221CDB90-F15F-3B40-BE7C-5642BDA8CF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002508" y="5616400"/>
              <a:ext cx="214974" cy="403920"/>
              <a:chOff x="4140" y="429"/>
              <a:chExt cx="1425" cy="2396"/>
            </a:xfrm>
          </p:grpSpPr>
          <p:sp>
            <p:nvSpPr>
              <p:cNvPr id="662" name="Freeform 951">
                <a:extLst>
                  <a:ext uri="{FF2B5EF4-FFF2-40B4-BE49-F238E27FC236}">
                    <a16:creationId xmlns:a16="http://schemas.microsoft.com/office/drawing/2014/main" id="{3F5BE32F-BF2D-5D43-A3F8-8015366B9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3" name="Rectangle 952">
                <a:extLst>
                  <a:ext uri="{FF2B5EF4-FFF2-40B4-BE49-F238E27FC236}">
                    <a16:creationId xmlns:a16="http://schemas.microsoft.com/office/drawing/2014/main" id="{74DD6C49-0B6B-3445-ABF4-46D45AE697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64" name="Freeform 953">
                <a:extLst>
                  <a:ext uri="{FF2B5EF4-FFF2-40B4-BE49-F238E27FC236}">
                    <a16:creationId xmlns:a16="http://schemas.microsoft.com/office/drawing/2014/main" id="{20913D95-E88A-A848-9963-B3BA4505F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5" name="Freeform 954">
                <a:extLst>
                  <a:ext uri="{FF2B5EF4-FFF2-40B4-BE49-F238E27FC236}">
                    <a16:creationId xmlns:a16="http://schemas.microsoft.com/office/drawing/2014/main" id="{0DE93F6C-FE6F-AA44-96FD-B6D85A46D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6" name="Rectangle 955">
                <a:extLst>
                  <a:ext uri="{FF2B5EF4-FFF2-40B4-BE49-F238E27FC236}">
                    <a16:creationId xmlns:a16="http://schemas.microsoft.com/office/drawing/2014/main" id="{529745F5-82EA-8148-9AA1-BA608BD7BE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667" name="Group 956">
                <a:extLst>
                  <a:ext uri="{FF2B5EF4-FFF2-40B4-BE49-F238E27FC236}">
                    <a16:creationId xmlns:a16="http://schemas.microsoft.com/office/drawing/2014/main" id="{B8FB9448-22B7-FE4A-8748-ABEF4BEADF5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692" name="AutoShape 957">
                  <a:extLst>
                    <a:ext uri="{FF2B5EF4-FFF2-40B4-BE49-F238E27FC236}">
                      <a16:creationId xmlns:a16="http://schemas.microsoft.com/office/drawing/2014/main" id="{EADB5D3D-04E2-EF48-B58E-48F7BABA0B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93" name="AutoShape 958">
                  <a:extLst>
                    <a:ext uri="{FF2B5EF4-FFF2-40B4-BE49-F238E27FC236}">
                      <a16:creationId xmlns:a16="http://schemas.microsoft.com/office/drawing/2014/main" id="{F98E41BE-EA39-754F-82C7-36D93FBD74F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668" name="Rectangle 959">
                <a:extLst>
                  <a:ext uri="{FF2B5EF4-FFF2-40B4-BE49-F238E27FC236}">
                    <a16:creationId xmlns:a16="http://schemas.microsoft.com/office/drawing/2014/main" id="{327755D1-B209-404D-9363-9EDC28F7F3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669" name="Group 960">
                <a:extLst>
                  <a:ext uri="{FF2B5EF4-FFF2-40B4-BE49-F238E27FC236}">
                    <a16:creationId xmlns:a16="http://schemas.microsoft.com/office/drawing/2014/main" id="{26E2E8A6-CFB6-044F-85B5-1DAAEA7FA1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690" name="AutoShape 961">
                  <a:extLst>
                    <a:ext uri="{FF2B5EF4-FFF2-40B4-BE49-F238E27FC236}">
                      <a16:creationId xmlns:a16="http://schemas.microsoft.com/office/drawing/2014/main" id="{17D69473-78FB-C74F-B4D2-8D565D3F9D8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91" name="AutoShape 962">
                  <a:extLst>
                    <a:ext uri="{FF2B5EF4-FFF2-40B4-BE49-F238E27FC236}">
                      <a16:creationId xmlns:a16="http://schemas.microsoft.com/office/drawing/2014/main" id="{17A1D2AB-658B-704B-AE35-B18C119E5AC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670" name="Rectangle 963">
                <a:extLst>
                  <a:ext uri="{FF2B5EF4-FFF2-40B4-BE49-F238E27FC236}">
                    <a16:creationId xmlns:a16="http://schemas.microsoft.com/office/drawing/2014/main" id="{F2475D91-5410-684E-A143-AE723E9081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71" name="Rectangle 964">
                <a:extLst>
                  <a:ext uri="{FF2B5EF4-FFF2-40B4-BE49-F238E27FC236}">
                    <a16:creationId xmlns:a16="http://schemas.microsoft.com/office/drawing/2014/main" id="{88C09684-E90D-B34B-AA01-5F070FE819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672" name="Group 965">
                <a:extLst>
                  <a:ext uri="{FF2B5EF4-FFF2-40B4-BE49-F238E27FC236}">
                    <a16:creationId xmlns:a16="http://schemas.microsoft.com/office/drawing/2014/main" id="{8ACC4595-9F78-AF46-887A-914807075EB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688" name="AutoShape 966">
                  <a:extLst>
                    <a:ext uri="{FF2B5EF4-FFF2-40B4-BE49-F238E27FC236}">
                      <a16:creationId xmlns:a16="http://schemas.microsoft.com/office/drawing/2014/main" id="{0A202C7C-1909-AC47-A2CA-695CE34F55E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89" name="AutoShape 967">
                  <a:extLst>
                    <a:ext uri="{FF2B5EF4-FFF2-40B4-BE49-F238E27FC236}">
                      <a16:creationId xmlns:a16="http://schemas.microsoft.com/office/drawing/2014/main" id="{E346AA42-C439-DA48-84D9-5D4DD0ABF0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673" name="Freeform 968">
                <a:extLst>
                  <a:ext uri="{FF2B5EF4-FFF2-40B4-BE49-F238E27FC236}">
                    <a16:creationId xmlns:a16="http://schemas.microsoft.com/office/drawing/2014/main" id="{5FD4884A-2CB1-894E-8CB9-2067C75F0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74" name="Group 969">
                <a:extLst>
                  <a:ext uri="{FF2B5EF4-FFF2-40B4-BE49-F238E27FC236}">
                    <a16:creationId xmlns:a16="http://schemas.microsoft.com/office/drawing/2014/main" id="{B2CB40CE-804C-0948-841C-9A509EE86B2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686" name="AutoShape 970">
                  <a:extLst>
                    <a:ext uri="{FF2B5EF4-FFF2-40B4-BE49-F238E27FC236}">
                      <a16:creationId xmlns:a16="http://schemas.microsoft.com/office/drawing/2014/main" id="{58614F2D-DA1A-F842-A886-A2F0D8C2BAF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87" name="AutoShape 971">
                  <a:extLst>
                    <a:ext uri="{FF2B5EF4-FFF2-40B4-BE49-F238E27FC236}">
                      <a16:creationId xmlns:a16="http://schemas.microsoft.com/office/drawing/2014/main" id="{8B641E3D-5D3B-2B4B-B634-292AB1DA657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675" name="Rectangle 972">
                <a:extLst>
                  <a:ext uri="{FF2B5EF4-FFF2-40B4-BE49-F238E27FC236}">
                    <a16:creationId xmlns:a16="http://schemas.microsoft.com/office/drawing/2014/main" id="{34776F72-1048-254B-9F43-F004B26E0C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76" name="Freeform 973">
                <a:extLst>
                  <a:ext uri="{FF2B5EF4-FFF2-40B4-BE49-F238E27FC236}">
                    <a16:creationId xmlns:a16="http://schemas.microsoft.com/office/drawing/2014/main" id="{A2E37FDF-DD02-AA46-A996-DF9614588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7" name="Freeform 974">
                <a:extLst>
                  <a:ext uri="{FF2B5EF4-FFF2-40B4-BE49-F238E27FC236}">
                    <a16:creationId xmlns:a16="http://schemas.microsoft.com/office/drawing/2014/main" id="{5E599968-E309-0C41-A6E5-1A2E8D0D7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8" name="Oval 975">
                <a:extLst>
                  <a:ext uri="{FF2B5EF4-FFF2-40B4-BE49-F238E27FC236}">
                    <a16:creationId xmlns:a16="http://schemas.microsoft.com/office/drawing/2014/main" id="{8B76954B-B2F9-7644-B168-314EF4AAF2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79" name="Freeform 976">
                <a:extLst>
                  <a:ext uri="{FF2B5EF4-FFF2-40B4-BE49-F238E27FC236}">
                    <a16:creationId xmlns:a16="http://schemas.microsoft.com/office/drawing/2014/main" id="{D9EAE5CF-636D-F54A-8351-01EA3167D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0" name="AutoShape 977">
                <a:extLst>
                  <a:ext uri="{FF2B5EF4-FFF2-40B4-BE49-F238E27FC236}">
                    <a16:creationId xmlns:a16="http://schemas.microsoft.com/office/drawing/2014/main" id="{BA3B7F84-E639-E547-B5C6-A02DC55829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1" name="AutoShape 978">
                <a:extLst>
                  <a:ext uri="{FF2B5EF4-FFF2-40B4-BE49-F238E27FC236}">
                    <a16:creationId xmlns:a16="http://schemas.microsoft.com/office/drawing/2014/main" id="{0442B1DD-1D97-9F4D-B5C4-F5A4F4BB48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2" name="Oval 979">
                <a:extLst>
                  <a:ext uri="{FF2B5EF4-FFF2-40B4-BE49-F238E27FC236}">
                    <a16:creationId xmlns:a16="http://schemas.microsoft.com/office/drawing/2014/main" id="{EA6FE86C-D41E-1949-A3C7-77647ACF0C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3" name="Oval 980">
                <a:extLst>
                  <a:ext uri="{FF2B5EF4-FFF2-40B4-BE49-F238E27FC236}">
                    <a16:creationId xmlns:a16="http://schemas.microsoft.com/office/drawing/2014/main" id="{38AA7182-25E5-E442-9745-7BAF64CEAA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4" name="Oval 981">
                <a:extLst>
                  <a:ext uri="{FF2B5EF4-FFF2-40B4-BE49-F238E27FC236}">
                    <a16:creationId xmlns:a16="http://schemas.microsoft.com/office/drawing/2014/main" id="{16842D0E-A2D6-0745-B8FB-E328BE5B32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5" name="Rectangle 982">
                <a:extLst>
                  <a:ext uri="{FF2B5EF4-FFF2-40B4-BE49-F238E27FC236}">
                    <a16:creationId xmlns:a16="http://schemas.microsoft.com/office/drawing/2014/main" id="{8F08011A-E991-A946-A958-0A487EA356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821891346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Peer-peer </a:t>
            </a:r>
            <a:r>
              <a:rPr lang="en-US" altLang="en-US" dirty="0">
                <a:ea typeface="ＭＳ Ｐゴシック" panose="020B0600070205080204" pitchFamily="34" charset="-128"/>
              </a:rPr>
              <a:t>a</a:t>
            </a:r>
            <a:r>
              <a:rPr lang="en-US" altLang="en-US" sz="4400" dirty="0">
                <a:ea typeface="ＭＳ Ｐゴシック" panose="020B0600070205080204" pitchFamily="34" charset="-128"/>
              </a:rPr>
              <a:t>rchitecture</a:t>
            </a:r>
            <a:endParaRPr lang="en-US" sz="4400" dirty="0"/>
          </a:p>
        </p:txBody>
      </p:sp>
      <p:sp>
        <p:nvSpPr>
          <p:cNvPr id="656" name="Content Placeholder 3">
            <a:extLst>
              <a:ext uri="{FF2B5EF4-FFF2-40B4-BE49-F238E27FC236}">
                <a16:creationId xmlns:a16="http://schemas.microsoft.com/office/drawing/2014/main" id="{97C6B0DF-3B81-1046-A02E-98C8247EB000}"/>
              </a:ext>
            </a:extLst>
          </p:cNvPr>
          <p:cNvSpPr txBox="1">
            <a:spLocks/>
          </p:cNvSpPr>
          <p:nvPr/>
        </p:nvSpPr>
        <p:spPr>
          <a:xfrm>
            <a:off x="889178" y="1260346"/>
            <a:ext cx="5968498" cy="4974698"/>
          </a:xfrm>
          <a:prstGeom prst="rect">
            <a:avLst/>
          </a:prstGeom>
        </p:spPr>
        <p:txBody>
          <a:bodyPr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always-on server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arbitrary end systems directly communicate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peers request service from other peers, provide service in return to other peers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self scalability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– new peers bring new service capacity, as well as new service demands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peers are intermittently connected and change IP addresses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complex management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example: P2P file sharing [BitTorrent]</a:t>
            </a:r>
          </a:p>
        </p:txBody>
      </p:sp>
      <p:sp>
        <p:nvSpPr>
          <p:cNvPr id="575" name="Rectangle 574" descr="Our standard Internet architecture showing peer-to-peer architecture">
            <a:extLst>
              <a:ext uri="{FF2B5EF4-FFF2-40B4-BE49-F238E27FC236}">
                <a16:creationId xmlns:a16="http://schemas.microsoft.com/office/drawing/2014/main" id="{2DA99646-DBA9-0746-9A79-29EAA25D43FE}"/>
              </a:ext>
            </a:extLst>
          </p:cNvPr>
          <p:cNvSpPr/>
          <p:nvPr/>
        </p:nvSpPr>
        <p:spPr>
          <a:xfrm>
            <a:off x="6747501" y="1488461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en-US" dirty="0">
                <a:solidFill>
                  <a:prstClr val="white"/>
                </a:solidFill>
                <a:latin typeface="Calibri" panose="020F0502020204030204"/>
              </a:rPr>
              <a:t>Our standard Internet architecture showing peer-to-peer architecture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" name="Group 2" descr="Our standard Internet architecture showing peer-to-peer architecture">
            <a:extLst>
              <a:ext uri="{FF2B5EF4-FFF2-40B4-BE49-F238E27FC236}">
                <a16:creationId xmlns:a16="http://schemas.microsoft.com/office/drawing/2014/main" id="{F74E466C-5FBB-61EE-4338-FA018A67D4F3}"/>
              </a:ext>
            </a:extLst>
          </p:cNvPr>
          <p:cNvGrpSpPr/>
          <p:nvPr/>
        </p:nvGrpSpPr>
        <p:grpSpPr>
          <a:xfrm>
            <a:off x="7205350" y="1488461"/>
            <a:ext cx="4525460" cy="4859961"/>
            <a:chOff x="7205350" y="1488461"/>
            <a:chExt cx="4525460" cy="4859961"/>
          </a:xfrm>
        </p:grpSpPr>
        <p:sp>
          <p:nvSpPr>
            <p:cNvPr id="371" name="Freeform 370">
              <a:extLst>
                <a:ext uri="{FF2B5EF4-FFF2-40B4-BE49-F238E27FC236}">
                  <a16:creationId xmlns:a16="http://schemas.microsoft.com/office/drawing/2014/main" id="{21662630-62BB-AE4A-A779-AEACD21E6D7C}"/>
                </a:ext>
              </a:extLst>
            </p:cNvPr>
            <p:cNvSpPr/>
            <p:nvPr/>
          </p:nvSpPr>
          <p:spPr>
            <a:xfrm>
              <a:off x="8985188" y="3065778"/>
              <a:ext cx="1124807" cy="133791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82604 w 1558990"/>
                <a:gd name="connsiteY0" fmla="*/ 534641 h 1810599"/>
                <a:gd name="connsiteX1" fmla="*/ 22252 w 1558990"/>
                <a:gd name="connsiteY1" fmla="*/ 940200 h 1810599"/>
                <a:gd name="connsiteX2" fmla="*/ 167457 w 1558990"/>
                <a:gd name="connsiteY2" fmla="*/ 1672556 h 1810599"/>
                <a:gd name="connsiteX3" fmla="*/ 1208772 w 1558990"/>
                <a:gd name="connsiteY3" fmla="*/ 1775650 h 1810599"/>
                <a:gd name="connsiteX4" fmla="*/ 1543003 w 1558990"/>
                <a:gd name="connsiteY4" fmla="*/ 1257671 h 1810599"/>
                <a:gd name="connsiteX5" fmla="*/ 1490762 w 1558990"/>
                <a:gd name="connsiteY5" fmla="*/ 672856 h 1810599"/>
                <a:gd name="connsiteX6" fmla="*/ 1359176 w 1558990"/>
                <a:gd name="connsiteY6" fmla="*/ 154877 h 1810599"/>
                <a:gd name="connsiteX7" fmla="*/ 861336 w 1558990"/>
                <a:gd name="connsiteY7" fmla="*/ 21205 h 1810599"/>
                <a:gd name="connsiteX8" fmla="*/ 382604 w 1558990"/>
                <a:gd name="connsiteY8" fmla="*/ 534641 h 1810599"/>
                <a:gd name="connsiteX0" fmla="*/ 393458 w 1593840"/>
                <a:gd name="connsiteY0" fmla="*/ 534641 h 1793264"/>
                <a:gd name="connsiteX1" fmla="*/ 33106 w 1593840"/>
                <a:gd name="connsiteY1" fmla="*/ 940200 h 1793264"/>
                <a:gd name="connsiteX2" fmla="*/ 178311 w 1593840"/>
                <a:gd name="connsiteY2" fmla="*/ 1672556 h 1793264"/>
                <a:gd name="connsiteX3" fmla="*/ 1464139 w 1593840"/>
                <a:gd name="connsiteY3" fmla="*/ 1752440 h 1793264"/>
                <a:gd name="connsiteX4" fmla="*/ 1553857 w 1593840"/>
                <a:gd name="connsiteY4" fmla="*/ 1257671 h 1793264"/>
                <a:gd name="connsiteX5" fmla="*/ 1501616 w 1593840"/>
                <a:gd name="connsiteY5" fmla="*/ 672856 h 1793264"/>
                <a:gd name="connsiteX6" fmla="*/ 1370030 w 1593840"/>
                <a:gd name="connsiteY6" fmla="*/ 154877 h 1793264"/>
                <a:gd name="connsiteX7" fmla="*/ 872190 w 1593840"/>
                <a:gd name="connsiteY7" fmla="*/ 21205 h 1793264"/>
                <a:gd name="connsiteX8" fmla="*/ 393458 w 1593840"/>
                <a:gd name="connsiteY8" fmla="*/ 534641 h 1793264"/>
                <a:gd name="connsiteX0" fmla="*/ 393458 w 1566550"/>
                <a:gd name="connsiteY0" fmla="*/ 534641 h 1840341"/>
                <a:gd name="connsiteX1" fmla="*/ 33106 w 1566550"/>
                <a:gd name="connsiteY1" fmla="*/ 940200 h 1840341"/>
                <a:gd name="connsiteX2" fmla="*/ 178311 w 1566550"/>
                <a:gd name="connsiteY2" fmla="*/ 1672556 h 1840341"/>
                <a:gd name="connsiteX3" fmla="*/ 1464139 w 1566550"/>
                <a:gd name="connsiteY3" fmla="*/ 1752440 h 1840341"/>
                <a:gd name="connsiteX4" fmla="*/ 1553857 w 1566550"/>
                <a:gd name="connsiteY4" fmla="*/ 1257671 h 1840341"/>
                <a:gd name="connsiteX5" fmla="*/ 1501616 w 1566550"/>
                <a:gd name="connsiteY5" fmla="*/ 672856 h 1840341"/>
                <a:gd name="connsiteX6" fmla="*/ 1370030 w 1566550"/>
                <a:gd name="connsiteY6" fmla="*/ 154877 h 1840341"/>
                <a:gd name="connsiteX7" fmla="*/ 872190 w 1566550"/>
                <a:gd name="connsiteY7" fmla="*/ 21205 h 1840341"/>
                <a:gd name="connsiteX8" fmla="*/ 393458 w 1566550"/>
                <a:gd name="connsiteY8" fmla="*/ 534641 h 1840341"/>
                <a:gd name="connsiteX0" fmla="*/ 393458 w 1555557"/>
                <a:gd name="connsiteY0" fmla="*/ 534641 h 1787187"/>
                <a:gd name="connsiteX1" fmla="*/ 33106 w 1555557"/>
                <a:gd name="connsiteY1" fmla="*/ 940200 h 1787187"/>
                <a:gd name="connsiteX2" fmla="*/ 178311 w 1555557"/>
                <a:gd name="connsiteY2" fmla="*/ 1672556 h 1787187"/>
                <a:gd name="connsiteX3" fmla="*/ 1464139 w 1555557"/>
                <a:gd name="connsiteY3" fmla="*/ 1752440 h 1787187"/>
                <a:gd name="connsiteX4" fmla="*/ 1553857 w 1555557"/>
                <a:gd name="connsiteY4" fmla="*/ 1257671 h 1787187"/>
                <a:gd name="connsiteX5" fmla="*/ 1501616 w 1555557"/>
                <a:gd name="connsiteY5" fmla="*/ 672856 h 1787187"/>
                <a:gd name="connsiteX6" fmla="*/ 1370030 w 1555557"/>
                <a:gd name="connsiteY6" fmla="*/ 154877 h 1787187"/>
                <a:gd name="connsiteX7" fmla="*/ 872190 w 1555557"/>
                <a:gd name="connsiteY7" fmla="*/ 21205 h 1787187"/>
                <a:gd name="connsiteX8" fmla="*/ 393458 w 1555557"/>
                <a:gd name="connsiteY8" fmla="*/ 534641 h 1787187"/>
                <a:gd name="connsiteX0" fmla="*/ 401126 w 1664928"/>
                <a:gd name="connsiteY0" fmla="*/ 534641 h 1783934"/>
                <a:gd name="connsiteX1" fmla="*/ 40774 w 1664928"/>
                <a:gd name="connsiteY1" fmla="*/ 940200 h 1783934"/>
                <a:gd name="connsiteX2" fmla="*/ 185979 w 1664928"/>
                <a:gd name="connsiteY2" fmla="*/ 1672556 h 1783934"/>
                <a:gd name="connsiteX3" fmla="*/ 1618513 w 1664928"/>
                <a:gd name="connsiteY3" fmla="*/ 1747798 h 1783934"/>
                <a:gd name="connsiteX4" fmla="*/ 1561525 w 1664928"/>
                <a:gd name="connsiteY4" fmla="*/ 1257671 h 1783934"/>
                <a:gd name="connsiteX5" fmla="*/ 1509284 w 1664928"/>
                <a:gd name="connsiteY5" fmla="*/ 672856 h 1783934"/>
                <a:gd name="connsiteX6" fmla="*/ 1377698 w 1664928"/>
                <a:gd name="connsiteY6" fmla="*/ 154877 h 1783934"/>
                <a:gd name="connsiteX7" fmla="*/ 879858 w 1664928"/>
                <a:gd name="connsiteY7" fmla="*/ 21205 h 1783934"/>
                <a:gd name="connsiteX8" fmla="*/ 401126 w 1664928"/>
                <a:gd name="connsiteY8" fmla="*/ 534641 h 1783934"/>
                <a:gd name="connsiteX0" fmla="*/ 408119 w 1718774"/>
                <a:gd name="connsiteY0" fmla="*/ 534641 h 1826522"/>
                <a:gd name="connsiteX1" fmla="*/ 47767 w 1718774"/>
                <a:gd name="connsiteY1" fmla="*/ 940200 h 1826522"/>
                <a:gd name="connsiteX2" fmla="*/ 179001 w 1718774"/>
                <a:gd name="connsiteY2" fmla="*/ 1742186 h 1826522"/>
                <a:gd name="connsiteX3" fmla="*/ 1625506 w 1718774"/>
                <a:gd name="connsiteY3" fmla="*/ 1747798 h 1826522"/>
                <a:gd name="connsiteX4" fmla="*/ 1568518 w 1718774"/>
                <a:gd name="connsiteY4" fmla="*/ 1257671 h 1826522"/>
                <a:gd name="connsiteX5" fmla="*/ 1516277 w 1718774"/>
                <a:gd name="connsiteY5" fmla="*/ 672856 h 1826522"/>
                <a:gd name="connsiteX6" fmla="*/ 1384691 w 1718774"/>
                <a:gd name="connsiteY6" fmla="*/ 154877 h 1826522"/>
                <a:gd name="connsiteX7" fmla="*/ 886851 w 1718774"/>
                <a:gd name="connsiteY7" fmla="*/ 21205 h 1826522"/>
                <a:gd name="connsiteX8" fmla="*/ 408119 w 1718774"/>
                <a:gd name="connsiteY8" fmla="*/ 534641 h 1826522"/>
                <a:gd name="connsiteX0" fmla="*/ 477759 w 1796623"/>
                <a:gd name="connsiteY0" fmla="*/ 534641 h 1818043"/>
                <a:gd name="connsiteX1" fmla="*/ 117407 w 1796623"/>
                <a:gd name="connsiteY1" fmla="*/ 940200 h 1818043"/>
                <a:gd name="connsiteX2" fmla="*/ 136864 w 1796623"/>
                <a:gd name="connsiteY2" fmla="*/ 1728260 h 1818043"/>
                <a:gd name="connsiteX3" fmla="*/ 1695146 w 1796623"/>
                <a:gd name="connsiteY3" fmla="*/ 1747798 h 1818043"/>
                <a:gd name="connsiteX4" fmla="*/ 1638158 w 1796623"/>
                <a:gd name="connsiteY4" fmla="*/ 1257671 h 1818043"/>
                <a:gd name="connsiteX5" fmla="*/ 1585917 w 1796623"/>
                <a:gd name="connsiteY5" fmla="*/ 672856 h 1818043"/>
                <a:gd name="connsiteX6" fmla="*/ 1454331 w 1796623"/>
                <a:gd name="connsiteY6" fmla="*/ 154877 h 1818043"/>
                <a:gd name="connsiteX7" fmla="*/ 956491 w 1796623"/>
                <a:gd name="connsiteY7" fmla="*/ 21205 h 1818043"/>
                <a:gd name="connsiteX8" fmla="*/ 477759 w 1796623"/>
                <a:gd name="connsiteY8" fmla="*/ 534641 h 1818043"/>
                <a:gd name="connsiteX0" fmla="*/ 396783 w 1688820"/>
                <a:gd name="connsiteY0" fmla="*/ 534641 h 1815615"/>
                <a:gd name="connsiteX1" fmla="*/ 36431 w 1688820"/>
                <a:gd name="connsiteY1" fmla="*/ 940200 h 1815615"/>
                <a:gd name="connsiteX2" fmla="*/ 55888 w 1688820"/>
                <a:gd name="connsiteY2" fmla="*/ 1728260 h 1815615"/>
                <a:gd name="connsiteX3" fmla="*/ 421834 w 1688820"/>
                <a:gd name="connsiteY3" fmla="*/ 1798118 h 1815615"/>
                <a:gd name="connsiteX4" fmla="*/ 1614170 w 1688820"/>
                <a:gd name="connsiteY4" fmla="*/ 1747798 h 1815615"/>
                <a:gd name="connsiteX5" fmla="*/ 1557182 w 1688820"/>
                <a:gd name="connsiteY5" fmla="*/ 1257671 h 1815615"/>
                <a:gd name="connsiteX6" fmla="*/ 1504941 w 1688820"/>
                <a:gd name="connsiteY6" fmla="*/ 672856 h 1815615"/>
                <a:gd name="connsiteX7" fmla="*/ 1373355 w 1688820"/>
                <a:gd name="connsiteY7" fmla="*/ 154877 h 1815615"/>
                <a:gd name="connsiteX8" fmla="*/ 875515 w 1688820"/>
                <a:gd name="connsiteY8" fmla="*/ 21205 h 1815615"/>
                <a:gd name="connsiteX9" fmla="*/ 396783 w 1688820"/>
                <a:gd name="connsiteY9" fmla="*/ 534641 h 1815615"/>
                <a:gd name="connsiteX0" fmla="*/ 394951 w 1689541"/>
                <a:gd name="connsiteY0" fmla="*/ 534641 h 1877271"/>
                <a:gd name="connsiteX1" fmla="*/ 34599 w 1689541"/>
                <a:gd name="connsiteY1" fmla="*/ 940200 h 1877271"/>
                <a:gd name="connsiteX2" fmla="*/ 54056 w 1689541"/>
                <a:gd name="connsiteY2" fmla="*/ 1728260 h 1877271"/>
                <a:gd name="connsiteX3" fmla="*/ 385071 w 1689541"/>
                <a:gd name="connsiteY3" fmla="*/ 1877032 h 1877271"/>
                <a:gd name="connsiteX4" fmla="*/ 1612338 w 1689541"/>
                <a:gd name="connsiteY4" fmla="*/ 1747798 h 1877271"/>
                <a:gd name="connsiteX5" fmla="*/ 1555350 w 1689541"/>
                <a:gd name="connsiteY5" fmla="*/ 1257671 h 1877271"/>
                <a:gd name="connsiteX6" fmla="*/ 1503109 w 1689541"/>
                <a:gd name="connsiteY6" fmla="*/ 672856 h 1877271"/>
                <a:gd name="connsiteX7" fmla="*/ 1371523 w 1689541"/>
                <a:gd name="connsiteY7" fmla="*/ 154877 h 1877271"/>
                <a:gd name="connsiteX8" fmla="*/ 873683 w 1689541"/>
                <a:gd name="connsiteY8" fmla="*/ 21205 h 1877271"/>
                <a:gd name="connsiteX9" fmla="*/ 394951 w 1689541"/>
                <a:gd name="connsiteY9" fmla="*/ 534641 h 1877271"/>
                <a:gd name="connsiteX0" fmla="*/ 394949 w 1689541"/>
                <a:gd name="connsiteY0" fmla="*/ 534641 h 1877032"/>
                <a:gd name="connsiteX1" fmla="*/ 34597 w 1689541"/>
                <a:gd name="connsiteY1" fmla="*/ 940200 h 1877032"/>
                <a:gd name="connsiteX2" fmla="*/ 54054 w 1689541"/>
                <a:gd name="connsiteY2" fmla="*/ 1728260 h 1877032"/>
                <a:gd name="connsiteX3" fmla="*/ 385069 w 1689541"/>
                <a:gd name="connsiteY3" fmla="*/ 1877032 h 1877032"/>
                <a:gd name="connsiteX4" fmla="*/ 1612336 w 1689541"/>
                <a:gd name="connsiteY4" fmla="*/ 1747798 h 1877032"/>
                <a:gd name="connsiteX5" fmla="*/ 1555348 w 1689541"/>
                <a:gd name="connsiteY5" fmla="*/ 1257671 h 1877032"/>
                <a:gd name="connsiteX6" fmla="*/ 1503107 w 1689541"/>
                <a:gd name="connsiteY6" fmla="*/ 672856 h 1877032"/>
                <a:gd name="connsiteX7" fmla="*/ 1371521 w 1689541"/>
                <a:gd name="connsiteY7" fmla="*/ 154877 h 1877032"/>
                <a:gd name="connsiteX8" fmla="*/ 873681 w 1689541"/>
                <a:gd name="connsiteY8" fmla="*/ 21205 h 1877032"/>
                <a:gd name="connsiteX9" fmla="*/ 394949 w 1689541"/>
                <a:gd name="connsiteY9" fmla="*/ 534641 h 1877032"/>
                <a:gd name="connsiteX0" fmla="*/ 394949 w 1683795"/>
                <a:gd name="connsiteY0" fmla="*/ 534641 h 1877032"/>
                <a:gd name="connsiteX1" fmla="*/ 34597 w 1683795"/>
                <a:gd name="connsiteY1" fmla="*/ 940200 h 1877032"/>
                <a:gd name="connsiteX2" fmla="*/ 54054 w 1683795"/>
                <a:gd name="connsiteY2" fmla="*/ 1728260 h 1877032"/>
                <a:gd name="connsiteX3" fmla="*/ 385069 w 1683795"/>
                <a:gd name="connsiteY3" fmla="*/ 1877032 h 1877032"/>
                <a:gd name="connsiteX4" fmla="*/ 1605349 w 1683795"/>
                <a:gd name="connsiteY4" fmla="*/ 1798860 h 1877032"/>
                <a:gd name="connsiteX5" fmla="*/ 1555348 w 1683795"/>
                <a:gd name="connsiteY5" fmla="*/ 1257671 h 1877032"/>
                <a:gd name="connsiteX6" fmla="*/ 1503107 w 1683795"/>
                <a:gd name="connsiteY6" fmla="*/ 672856 h 1877032"/>
                <a:gd name="connsiteX7" fmla="*/ 1371521 w 1683795"/>
                <a:gd name="connsiteY7" fmla="*/ 154877 h 1877032"/>
                <a:gd name="connsiteX8" fmla="*/ 873681 w 1683795"/>
                <a:gd name="connsiteY8" fmla="*/ 21205 h 1877032"/>
                <a:gd name="connsiteX9" fmla="*/ 394949 w 1683795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671512"/>
                <a:gd name="connsiteY0" fmla="*/ 534641 h 1877032"/>
                <a:gd name="connsiteX1" fmla="*/ 34597 w 1671512"/>
                <a:gd name="connsiteY1" fmla="*/ 940200 h 1877032"/>
                <a:gd name="connsiteX2" fmla="*/ 54054 w 1671512"/>
                <a:gd name="connsiteY2" fmla="*/ 1728260 h 1877032"/>
                <a:gd name="connsiteX3" fmla="*/ 385069 w 1671512"/>
                <a:gd name="connsiteY3" fmla="*/ 1877032 h 1877032"/>
                <a:gd name="connsiteX4" fmla="*/ 1605349 w 1671512"/>
                <a:gd name="connsiteY4" fmla="*/ 1798860 h 1877032"/>
                <a:gd name="connsiteX5" fmla="*/ 1555348 w 1671512"/>
                <a:gd name="connsiteY5" fmla="*/ 1257671 h 1877032"/>
                <a:gd name="connsiteX6" fmla="*/ 1503107 w 1671512"/>
                <a:gd name="connsiteY6" fmla="*/ 672856 h 1877032"/>
                <a:gd name="connsiteX7" fmla="*/ 1371521 w 1671512"/>
                <a:gd name="connsiteY7" fmla="*/ 154877 h 1877032"/>
                <a:gd name="connsiteX8" fmla="*/ 873681 w 1671512"/>
                <a:gd name="connsiteY8" fmla="*/ 21205 h 1877032"/>
                <a:gd name="connsiteX9" fmla="*/ 394949 w 1671512"/>
                <a:gd name="connsiteY9" fmla="*/ 534641 h 1877032"/>
                <a:gd name="connsiteX0" fmla="*/ 394949 w 1677296"/>
                <a:gd name="connsiteY0" fmla="*/ 534641 h 1877032"/>
                <a:gd name="connsiteX1" fmla="*/ 34597 w 1677296"/>
                <a:gd name="connsiteY1" fmla="*/ 940200 h 1877032"/>
                <a:gd name="connsiteX2" fmla="*/ 54054 w 1677296"/>
                <a:gd name="connsiteY2" fmla="*/ 1728260 h 1877032"/>
                <a:gd name="connsiteX3" fmla="*/ 385069 w 1677296"/>
                <a:gd name="connsiteY3" fmla="*/ 1877032 h 1877032"/>
                <a:gd name="connsiteX4" fmla="*/ 1612334 w 1677296"/>
                <a:gd name="connsiteY4" fmla="*/ 1840637 h 1877032"/>
                <a:gd name="connsiteX5" fmla="*/ 1555348 w 1677296"/>
                <a:gd name="connsiteY5" fmla="*/ 1257671 h 1877032"/>
                <a:gd name="connsiteX6" fmla="*/ 1503107 w 1677296"/>
                <a:gd name="connsiteY6" fmla="*/ 672856 h 1877032"/>
                <a:gd name="connsiteX7" fmla="*/ 1371521 w 1677296"/>
                <a:gd name="connsiteY7" fmla="*/ 154877 h 1877032"/>
                <a:gd name="connsiteX8" fmla="*/ 873681 w 1677296"/>
                <a:gd name="connsiteY8" fmla="*/ 21205 h 1877032"/>
                <a:gd name="connsiteX9" fmla="*/ 394949 w 1677296"/>
                <a:gd name="connsiteY9" fmla="*/ 534641 h 1877032"/>
                <a:gd name="connsiteX0" fmla="*/ 394949 w 1677298"/>
                <a:gd name="connsiteY0" fmla="*/ 534641 h 1877032"/>
                <a:gd name="connsiteX1" fmla="*/ 34597 w 1677298"/>
                <a:gd name="connsiteY1" fmla="*/ 940200 h 1877032"/>
                <a:gd name="connsiteX2" fmla="*/ 54054 w 1677298"/>
                <a:gd name="connsiteY2" fmla="*/ 1728260 h 1877032"/>
                <a:gd name="connsiteX3" fmla="*/ 385069 w 1677298"/>
                <a:gd name="connsiteY3" fmla="*/ 1877032 h 1877032"/>
                <a:gd name="connsiteX4" fmla="*/ 1612334 w 1677298"/>
                <a:gd name="connsiteY4" fmla="*/ 1840637 h 1877032"/>
                <a:gd name="connsiteX5" fmla="*/ 1555348 w 1677298"/>
                <a:gd name="connsiteY5" fmla="*/ 1257671 h 1877032"/>
                <a:gd name="connsiteX6" fmla="*/ 1503107 w 1677298"/>
                <a:gd name="connsiteY6" fmla="*/ 672856 h 1877032"/>
                <a:gd name="connsiteX7" fmla="*/ 1371521 w 1677298"/>
                <a:gd name="connsiteY7" fmla="*/ 154877 h 1877032"/>
                <a:gd name="connsiteX8" fmla="*/ 873681 w 1677298"/>
                <a:gd name="connsiteY8" fmla="*/ 21205 h 1877032"/>
                <a:gd name="connsiteX9" fmla="*/ 394949 w 1677298"/>
                <a:gd name="connsiteY9" fmla="*/ 534641 h 1877032"/>
                <a:gd name="connsiteX0" fmla="*/ 394949 w 1677296"/>
                <a:gd name="connsiteY0" fmla="*/ 534641 h 1904936"/>
                <a:gd name="connsiteX1" fmla="*/ 34597 w 1677296"/>
                <a:gd name="connsiteY1" fmla="*/ 940200 h 1904936"/>
                <a:gd name="connsiteX2" fmla="*/ 54054 w 1677296"/>
                <a:gd name="connsiteY2" fmla="*/ 1728260 h 1904936"/>
                <a:gd name="connsiteX3" fmla="*/ 385069 w 1677296"/>
                <a:gd name="connsiteY3" fmla="*/ 1877032 h 1904936"/>
                <a:gd name="connsiteX4" fmla="*/ 1612334 w 1677296"/>
                <a:gd name="connsiteY4" fmla="*/ 1840637 h 1904936"/>
                <a:gd name="connsiteX5" fmla="*/ 1555348 w 1677296"/>
                <a:gd name="connsiteY5" fmla="*/ 1257671 h 1904936"/>
                <a:gd name="connsiteX6" fmla="*/ 1503107 w 1677296"/>
                <a:gd name="connsiteY6" fmla="*/ 672856 h 1904936"/>
                <a:gd name="connsiteX7" fmla="*/ 1371521 w 1677296"/>
                <a:gd name="connsiteY7" fmla="*/ 154877 h 1904936"/>
                <a:gd name="connsiteX8" fmla="*/ 873681 w 1677296"/>
                <a:gd name="connsiteY8" fmla="*/ 21205 h 1904936"/>
                <a:gd name="connsiteX9" fmla="*/ 394949 w 1677296"/>
                <a:gd name="connsiteY9" fmla="*/ 534641 h 1904936"/>
                <a:gd name="connsiteX0" fmla="*/ 461539 w 1743887"/>
                <a:gd name="connsiteY0" fmla="*/ 534641 h 1904936"/>
                <a:gd name="connsiteX1" fmla="*/ 101187 w 1743887"/>
                <a:gd name="connsiteY1" fmla="*/ 940200 h 1904936"/>
                <a:gd name="connsiteX2" fmla="*/ 22840 w 1743887"/>
                <a:gd name="connsiteY2" fmla="*/ 1737812 h 1904936"/>
                <a:gd name="connsiteX3" fmla="*/ 451659 w 1743887"/>
                <a:gd name="connsiteY3" fmla="*/ 1877032 h 1904936"/>
                <a:gd name="connsiteX4" fmla="*/ 1678924 w 1743887"/>
                <a:gd name="connsiteY4" fmla="*/ 1840637 h 1904936"/>
                <a:gd name="connsiteX5" fmla="*/ 1621938 w 1743887"/>
                <a:gd name="connsiteY5" fmla="*/ 1257671 h 1904936"/>
                <a:gd name="connsiteX6" fmla="*/ 1569697 w 1743887"/>
                <a:gd name="connsiteY6" fmla="*/ 672856 h 1904936"/>
                <a:gd name="connsiteX7" fmla="*/ 1438111 w 1743887"/>
                <a:gd name="connsiteY7" fmla="*/ 154877 h 1904936"/>
                <a:gd name="connsiteX8" fmla="*/ 940271 w 1743887"/>
                <a:gd name="connsiteY8" fmla="*/ 21205 h 1904936"/>
                <a:gd name="connsiteX9" fmla="*/ 461539 w 1743887"/>
                <a:gd name="connsiteY9" fmla="*/ 534641 h 1904936"/>
                <a:gd name="connsiteX0" fmla="*/ 452050 w 1756359"/>
                <a:gd name="connsiteY0" fmla="*/ 534641 h 1891359"/>
                <a:gd name="connsiteX1" fmla="*/ 91698 w 1756359"/>
                <a:gd name="connsiteY1" fmla="*/ 940200 h 1891359"/>
                <a:gd name="connsiteX2" fmla="*/ 13351 w 1756359"/>
                <a:gd name="connsiteY2" fmla="*/ 1737812 h 1891359"/>
                <a:gd name="connsiteX3" fmla="*/ 309435 w 1756359"/>
                <a:gd name="connsiteY3" fmla="*/ 1891359 h 1891359"/>
                <a:gd name="connsiteX4" fmla="*/ 1669435 w 1756359"/>
                <a:gd name="connsiteY4" fmla="*/ 1840637 h 1891359"/>
                <a:gd name="connsiteX5" fmla="*/ 1612449 w 1756359"/>
                <a:gd name="connsiteY5" fmla="*/ 1257671 h 1891359"/>
                <a:gd name="connsiteX6" fmla="*/ 1560208 w 1756359"/>
                <a:gd name="connsiteY6" fmla="*/ 672856 h 1891359"/>
                <a:gd name="connsiteX7" fmla="*/ 1428622 w 1756359"/>
                <a:gd name="connsiteY7" fmla="*/ 154877 h 1891359"/>
                <a:gd name="connsiteX8" fmla="*/ 930782 w 1756359"/>
                <a:gd name="connsiteY8" fmla="*/ 21205 h 1891359"/>
                <a:gd name="connsiteX9" fmla="*/ 452050 w 1756359"/>
                <a:gd name="connsiteY9" fmla="*/ 534641 h 1891359"/>
                <a:gd name="connsiteX0" fmla="*/ 452050 w 1756257"/>
                <a:gd name="connsiteY0" fmla="*/ 534641 h 1891359"/>
                <a:gd name="connsiteX1" fmla="*/ 91698 w 1756257"/>
                <a:gd name="connsiteY1" fmla="*/ 940200 h 1891359"/>
                <a:gd name="connsiteX2" fmla="*/ 13351 w 1756257"/>
                <a:gd name="connsiteY2" fmla="*/ 1737812 h 1891359"/>
                <a:gd name="connsiteX3" fmla="*/ 309435 w 1756257"/>
                <a:gd name="connsiteY3" fmla="*/ 1891359 h 1891359"/>
                <a:gd name="connsiteX4" fmla="*/ 1669435 w 1756257"/>
                <a:gd name="connsiteY4" fmla="*/ 1840637 h 1891359"/>
                <a:gd name="connsiteX5" fmla="*/ 1612449 w 1756257"/>
                <a:gd name="connsiteY5" fmla="*/ 1257671 h 1891359"/>
                <a:gd name="connsiteX6" fmla="*/ 1563496 w 1756257"/>
                <a:gd name="connsiteY6" fmla="*/ 959631 h 1891359"/>
                <a:gd name="connsiteX7" fmla="*/ 1560208 w 1756257"/>
                <a:gd name="connsiteY7" fmla="*/ 672856 h 1891359"/>
                <a:gd name="connsiteX8" fmla="*/ 1428622 w 1756257"/>
                <a:gd name="connsiteY8" fmla="*/ 154877 h 1891359"/>
                <a:gd name="connsiteX9" fmla="*/ 930782 w 1756257"/>
                <a:gd name="connsiteY9" fmla="*/ 21205 h 1891359"/>
                <a:gd name="connsiteX10" fmla="*/ 452050 w 1756257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64592"/>
                <a:gd name="connsiteY0" fmla="*/ 534641 h 1891359"/>
                <a:gd name="connsiteX1" fmla="*/ 91698 w 1764592"/>
                <a:gd name="connsiteY1" fmla="*/ 940200 h 1891359"/>
                <a:gd name="connsiteX2" fmla="*/ 13351 w 1764592"/>
                <a:gd name="connsiteY2" fmla="*/ 1737812 h 1891359"/>
                <a:gd name="connsiteX3" fmla="*/ 309435 w 1764592"/>
                <a:gd name="connsiteY3" fmla="*/ 1891359 h 1891359"/>
                <a:gd name="connsiteX4" fmla="*/ 1669435 w 1764592"/>
                <a:gd name="connsiteY4" fmla="*/ 1840637 h 1891359"/>
                <a:gd name="connsiteX5" fmla="*/ 1612449 w 1764592"/>
                <a:gd name="connsiteY5" fmla="*/ 1257671 h 1891359"/>
                <a:gd name="connsiteX6" fmla="*/ 1309780 w 1764592"/>
                <a:gd name="connsiteY6" fmla="*/ 1046341 h 1891359"/>
                <a:gd name="connsiteX7" fmla="*/ 1560208 w 1764592"/>
                <a:gd name="connsiteY7" fmla="*/ 672856 h 1891359"/>
                <a:gd name="connsiteX8" fmla="*/ 1428622 w 1764592"/>
                <a:gd name="connsiteY8" fmla="*/ 154877 h 1891359"/>
                <a:gd name="connsiteX9" fmla="*/ 930782 w 1764592"/>
                <a:gd name="connsiteY9" fmla="*/ 21205 h 1891359"/>
                <a:gd name="connsiteX10" fmla="*/ 452050 w 1764592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92731"/>
                <a:gd name="connsiteY0" fmla="*/ 534641 h 1891359"/>
                <a:gd name="connsiteX1" fmla="*/ 91698 w 1792731"/>
                <a:gd name="connsiteY1" fmla="*/ 940200 h 1891359"/>
                <a:gd name="connsiteX2" fmla="*/ 13351 w 1792731"/>
                <a:gd name="connsiteY2" fmla="*/ 1737812 h 1891359"/>
                <a:gd name="connsiteX3" fmla="*/ 309435 w 1792731"/>
                <a:gd name="connsiteY3" fmla="*/ 1891359 h 1891359"/>
                <a:gd name="connsiteX4" fmla="*/ 1669435 w 1792731"/>
                <a:gd name="connsiteY4" fmla="*/ 1840637 h 1891359"/>
                <a:gd name="connsiteX5" fmla="*/ 1688563 w 1792731"/>
                <a:gd name="connsiteY5" fmla="*/ 1292355 h 1891359"/>
                <a:gd name="connsiteX6" fmla="*/ 1309780 w 1792731"/>
                <a:gd name="connsiteY6" fmla="*/ 1046341 h 1891359"/>
                <a:gd name="connsiteX7" fmla="*/ 1560208 w 1792731"/>
                <a:gd name="connsiteY7" fmla="*/ 672856 h 1891359"/>
                <a:gd name="connsiteX8" fmla="*/ 1428622 w 1792731"/>
                <a:gd name="connsiteY8" fmla="*/ 154877 h 1891359"/>
                <a:gd name="connsiteX9" fmla="*/ 930782 w 1792731"/>
                <a:gd name="connsiteY9" fmla="*/ 21205 h 1891359"/>
                <a:gd name="connsiteX10" fmla="*/ 452050 w 1792731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560208 w 1814809"/>
                <a:gd name="connsiteY7" fmla="*/ 672856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619996 w 1814809"/>
                <a:gd name="connsiteY7" fmla="*/ 526399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42872 h 1899590"/>
                <a:gd name="connsiteX1" fmla="*/ 91698 w 1814809"/>
                <a:gd name="connsiteY1" fmla="*/ 948431 h 1899590"/>
                <a:gd name="connsiteX2" fmla="*/ 13351 w 1814809"/>
                <a:gd name="connsiteY2" fmla="*/ 1746043 h 1899590"/>
                <a:gd name="connsiteX3" fmla="*/ 309435 w 1814809"/>
                <a:gd name="connsiteY3" fmla="*/ 1899590 h 1899590"/>
                <a:gd name="connsiteX4" fmla="*/ 1669435 w 1814809"/>
                <a:gd name="connsiteY4" fmla="*/ 1848868 h 1899590"/>
                <a:gd name="connsiteX5" fmla="*/ 1688563 w 1814809"/>
                <a:gd name="connsiteY5" fmla="*/ 1300586 h 1899590"/>
                <a:gd name="connsiteX6" fmla="*/ 1309780 w 1814809"/>
                <a:gd name="connsiteY6" fmla="*/ 1054572 h 1899590"/>
                <a:gd name="connsiteX7" fmla="*/ 1619996 w 1814809"/>
                <a:gd name="connsiteY7" fmla="*/ 534630 h 1899590"/>
                <a:gd name="connsiteX8" fmla="*/ 1488411 w 1814809"/>
                <a:gd name="connsiteY8" fmla="*/ 129049 h 1899590"/>
                <a:gd name="connsiteX9" fmla="*/ 930782 w 1814809"/>
                <a:gd name="connsiteY9" fmla="*/ 29436 h 1899590"/>
                <a:gd name="connsiteX10" fmla="*/ 452050 w 1814809"/>
                <a:gd name="connsiteY10" fmla="*/ 542872 h 1899590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288567 w 1811701"/>
                <a:gd name="connsiteY0" fmla="*/ 555674 h 1898251"/>
                <a:gd name="connsiteX1" fmla="*/ 88590 w 1811701"/>
                <a:gd name="connsiteY1" fmla="*/ 947092 h 1898251"/>
                <a:gd name="connsiteX2" fmla="*/ 10243 w 1811701"/>
                <a:gd name="connsiteY2" fmla="*/ 1744704 h 1898251"/>
                <a:gd name="connsiteX3" fmla="*/ 306327 w 1811701"/>
                <a:gd name="connsiteY3" fmla="*/ 1898251 h 1898251"/>
                <a:gd name="connsiteX4" fmla="*/ 1666327 w 1811701"/>
                <a:gd name="connsiteY4" fmla="*/ 1847529 h 1898251"/>
                <a:gd name="connsiteX5" fmla="*/ 1685455 w 1811701"/>
                <a:gd name="connsiteY5" fmla="*/ 1299247 h 1898251"/>
                <a:gd name="connsiteX6" fmla="*/ 1306672 w 1811701"/>
                <a:gd name="connsiteY6" fmla="*/ 1053233 h 1898251"/>
                <a:gd name="connsiteX7" fmla="*/ 1616888 w 1811701"/>
                <a:gd name="connsiteY7" fmla="*/ 533291 h 1898251"/>
                <a:gd name="connsiteX8" fmla="*/ 1485303 w 1811701"/>
                <a:gd name="connsiteY8" fmla="*/ 127710 h 1898251"/>
                <a:gd name="connsiteX9" fmla="*/ 927674 w 1811701"/>
                <a:gd name="connsiteY9" fmla="*/ 28097 h 1898251"/>
                <a:gd name="connsiteX10" fmla="*/ 288567 w 1811701"/>
                <a:gd name="connsiteY10" fmla="*/ 555674 h 1898251"/>
                <a:gd name="connsiteX0" fmla="*/ 288567 w 1811701"/>
                <a:gd name="connsiteY0" fmla="*/ 479828 h 1822405"/>
                <a:gd name="connsiteX1" fmla="*/ 88590 w 1811701"/>
                <a:gd name="connsiteY1" fmla="*/ 871246 h 1822405"/>
                <a:gd name="connsiteX2" fmla="*/ 10243 w 1811701"/>
                <a:gd name="connsiteY2" fmla="*/ 1668858 h 1822405"/>
                <a:gd name="connsiteX3" fmla="*/ 306327 w 1811701"/>
                <a:gd name="connsiteY3" fmla="*/ 1822405 h 1822405"/>
                <a:gd name="connsiteX4" fmla="*/ 1666327 w 1811701"/>
                <a:gd name="connsiteY4" fmla="*/ 1771683 h 1822405"/>
                <a:gd name="connsiteX5" fmla="*/ 1685455 w 1811701"/>
                <a:gd name="connsiteY5" fmla="*/ 1223401 h 1822405"/>
                <a:gd name="connsiteX6" fmla="*/ 1306672 w 1811701"/>
                <a:gd name="connsiteY6" fmla="*/ 977387 h 1822405"/>
                <a:gd name="connsiteX7" fmla="*/ 1616888 w 1811701"/>
                <a:gd name="connsiteY7" fmla="*/ 457445 h 1822405"/>
                <a:gd name="connsiteX8" fmla="*/ 1485303 w 1811701"/>
                <a:gd name="connsiteY8" fmla="*/ 51864 h 1822405"/>
                <a:gd name="connsiteX9" fmla="*/ 895599 w 1811701"/>
                <a:gd name="connsiteY9" fmla="*/ 79530 h 1822405"/>
                <a:gd name="connsiteX10" fmla="*/ 288567 w 1811701"/>
                <a:gd name="connsiteY10" fmla="*/ 479828 h 182240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616888 w 1811701"/>
                <a:gd name="connsiteY7" fmla="*/ 396875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584814 w 1811701"/>
                <a:gd name="connsiteY7" fmla="*/ 510012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770444"/>
                <a:gd name="connsiteY0" fmla="*/ 419258 h 1761835"/>
                <a:gd name="connsiteX1" fmla="*/ 88590 w 1770444"/>
                <a:gd name="connsiteY1" fmla="*/ 810676 h 1761835"/>
                <a:gd name="connsiteX2" fmla="*/ 10243 w 1770444"/>
                <a:gd name="connsiteY2" fmla="*/ 1608288 h 1761835"/>
                <a:gd name="connsiteX3" fmla="*/ 306327 w 1770444"/>
                <a:gd name="connsiteY3" fmla="*/ 1761835 h 1761835"/>
                <a:gd name="connsiteX4" fmla="*/ 1666327 w 1770444"/>
                <a:gd name="connsiteY4" fmla="*/ 1711113 h 1761835"/>
                <a:gd name="connsiteX5" fmla="*/ 1589229 w 1770444"/>
                <a:gd name="connsiteY5" fmla="*/ 1176973 h 1761835"/>
                <a:gd name="connsiteX6" fmla="*/ 1306672 w 1770444"/>
                <a:gd name="connsiteY6" fmla="*/ 916817 h 1761835"/>
                <a:gd name="connsiteX7" fmla="*/ 1584814 w 1770444"/>
                <a:gd name="connsiteY7" fmla="*/ 510012 h 1761835"/>
                <a:gd name="connsiteX8" fmla="*/ 1373040 w 1770444"/>
                <a:gd name="connsiteY8" fmla="*/ 118574 h 1761835"/>
                <a:gd name="connsiteX9" fmla="*/ 895599 w 1770444"/>
                <a:gd name="connsiteY9" fmla="*/ 18960 h 1761835"/>
                <a:gd name="connsiteX10" fmla="*/ 288567 w 1770444"/>
                <a:gd name="connsiteY10" fmla="*/ 419258 h 1761835"/>
                <a:gd name="connsiteX0" fmla="*/ 288567 w 1592514"/>
                <a:gd name="connsiteY0" fmla="*/ 419258 h 1863058"/>
                <a:gd name="connsiteX1" fmla="*/ 88590 w 1592514"/>
                <a:gd name="connsiteY1" fmla="*/ 810676 h 1863058"/>
                <a:gd name="connsiteX2" fmla="*/ 10243 w 1592514"/>
                <a:gd name="connsiteY2" fmla="*/ 1608288 h 1863058"/>
                <a:gd name="connsiteX3" fmla="*/ 306327 w 1592514"/>
                <a:gd name="connsiteY3" fmla="*/ 1761835 h 1863058"/>
                <a:gd name="connsiteX4" fmla="*/ 1377650 w 1592514"/>
                <a:gd name="connsiteY4" fmla="*/ 1838393 h 1863058"/>
                <a:gd name="connsiteX5" fmla="*/ 1589229 w 1592514"/>
                <a:gd name="connsiteY5" fmla="*/ 1176973 h 1863058"/>
                <a:gd name="connsiteX6" fmla="*/ 1306672 w 1592514"/>
                <a:gd name="connsiteY6" fmla="*/ 916817 h 1863058"/>
                <a:gd name="connsiteX7" fmla="*/ 1584814 w 1592514"/>
                <a:gd name="connsiteY7" fmla="*/ 510012 h 1863058"/>
                <a:gd name="connsiteX8" fmla="*/ 1373040 w 1592514"/>
                <a:gd name="connsiteY8" fmla="*/ 118574 h 1863058"/>
                <a:gd name="connsiteX9" fmla="*/ 895599 w 1592514"/>
                <a:gd name="connsiteY9" fmla="*/ 18960 h 1863058"/>
                <a:gd name="connsiteX10" fmla="*/ 288567 w 1592514"/>
                <a:gd name="connsiteY10" fmla="*/ 419258 h 1863058"/>
                <a:gd name="connsiteX0" fmla="*/ 421322 w 1594935"/>
                <a:gd name="connsiteY0" fmla="*/ 616342 h 1876292"/>
                <a:gd name="connsiteX1" fmla="*/ 91011 w 1594935"/>
                <a:gd name="connsiteY1" fmla="*/ 823910 h 1876292"/>
                <a:gd name="connsiteX2" fmla="*/ 12664 w 1594935"/>
                <a:gd name="connsiteY2" fmla="*/ 1621522 h 1876292"/>
                <a:gd name="connsiteX3" fmla="*/ 308748 w 1594935"/>
                <a:gd name="connsiteY3" fmla="*/ 1775069 h 1876292"/>
                <a:gd name="connsiteX4" fmla="*/ 1380071 w 1594935"/>
                <a:gd name="connsiteY4" fmla="*/ 1851627 h 1876292"/>
                <a:gd name="connsiteX5" fmla="*/ 1591650 w 1594935"/>
                <a:gd name="connsiteY5" fmla="*/ 1190207 h 1876292"/>
                <a:gd name="connsiteX6" fmla="*/ 1309093 w 1594935"/>
                <a:gd name="connsiteY6" fmla="*/ 930051 h 1876292"/>
                <a:gd name="connsiteX7" fmla="*/ 1587235 w 1594935"/>
                <a:gd name="connsiteY7" fmla="*/ 523246 h 1876292"/>
                <a:gd name="connsiteX8" fmla="*/ 1375461 w 1594935"/>
                <a:gd name="connsiteY8" fmla="*/ 131808 h 1876292"/>
                <a:gd name="connsiteX9" fmla="*/ 898020 w 1594935"/>
                <a:gd name="connsiteY9" fmla="*/ 32194 h 1876292"/>
                <a:gd name="connsiteX10" fmla="*/ 421322 w 1594935"/>
                <a:gd name="connsiteY10" fmla="*/ 616342 h 1876292"/>
                <a:gd name="connsiteX0" fmla="*/ 413257 w 1586870"/>
                <a:gd name="connsiteY0" fmla="*/ 616342 h 1876292"/>
                <a:gd name="connsiteX1" fmla="*/ 140873 w 1586870"/>
                <a:gd name="connsiteY1" fmla="*/ 993617 h 1876292"/>
                <a:gd name="connsiteX2" fmla="*/ 4599 w 1586870"/>
                <a:gd name="connsiteY2" fmla="*/ 1621522 h 1876292"/>
                <a:gd name="connsiteX3" fmla="*/ 300683 w 1586870"/>
                <a:gd name="connsiteY3" fmla="*/ 1775069 h 1876292"/>
                <a:gd name="connsiteX4" fmla="*/ 1372006 w 1586870"/>
                <a:gd name="connsiteY4" fmla="*/ 1851627 h 1876292"/>
                <a:gd name="connsiteX5" fmla="*/ 1583585 w 1586870"/>
                <a:gd name="connsiteY5" fmla="*/ 1190207 h 1876292"/>
                <a:gd name="connsiteX6" fmla="*/ 1301028 w 1586870"/>
                <a:gd name="connsiteY6" fmla="*/ 930051 h 1876292"/>
                <a:gd name="connsiteX7" fmla="*/ 1579170 w 1586870"/>
                <a:gd name="connsiteY7" fmla="*/ 523246 h 1876292"/>
                <a:gd name="connsiteX8" fmla="*/ 1367396 w 1586870"/>
                <a:gd name="connsiteY8" fmla="*/ 131808 h 1876292"/>
                <a:gd name="connsiteX9" fmla="*/ 889955 w 1586870"/>
                <a:gd name="connsiteY9" fmla="*/ 32194 h 1876292"/>
                <a:gd name="connsiteX10" fmla="*/ 413257 w 1586870"/>
                <a:gd name="connsiteY10" fmla="*/ 616342 h 1876292"/>
                <a:gd name="connsiteX0" fmla="*/ 284962 w 1458575"/>
                <a:gd name="connsiteY0" fmla="*/ 616342 h 1908017"/>
                <a:gd name="connsiteX1" fmla="*/ 12578 w 1458575"/>
                <a:gd name="connsiteY1" fmla="*/ 993617 h 1908017"/>
                <a:gd name="connsiteX2" fmla="*/ 172388 w 1458575"/>
                <a:gd name="connsiteY2" fmla="*/ 1775069 h 1908017"/>
                <a:gd name="connsiteX3" fmla="*/ 1243711 w 1458575"/>
                <a:gd name="connsiteY3" fmla="*/ 1851627 h 1908017"/>
                <a:gd name="connsiteX4" fmla="*/ 1455290 w 1458575"/>
                <a:gd name="connsiteY4" fmla="*/ 1190207 h 1908017"/>
                <a:gd name="connsiteX5" fmla="*/ 1172733 w 1458575"/>
                <a:gd name="connsiteY5" fmla="*/ 930051 h 1908017"/>
                <a:gd name="connsiteX6" fmla="*/ 1450875 w 1458575"/>
                <a:gd name="connsiteY6" fmla="*/ 523246 h 1908017"/>
                <a:gd name="connsiteX7" fmla="*/ 1239101 w 1458575"/>
                <a:gd name="connsiteY7" fmla="*/ 131808 h 1908017"/>
                <a:gd name="connsiteX8" fmla="*/ 761660 w 1458575"/>
                <a:gd name="connsiteY8" fmla="*/ 32194 h 1908017"/>
                <a:gd name="connsiteX9" fmla="*/ 284962 w 1458575"/>
                <a:gd name="connsiteY9" fmla="*/ 616342 h 1908017"/>
                <a:gd name="connsiteX0" fmla="*/ 343858 w 1519131"/>
                <a:gd name="connsiteY0" fmla="*/ 616342 h 1885036"/>
                <a:gd name="connsiteX1" fmla="*/ 71474 w 1519131"/>
                <a:gd name="connsiteY1" fmla="*/ 993617 h 1885036"/>
                <a:gd name="connsiteX2" fmla="*/ 115432 w 1519131"/>
                <a:gd name="connsiteY2" fmla="*/ 1704358 h 1885036"/>
                <a:gd name="connsiteX3" fmla="*/ 1302607 w 1519131"/>
                <a:gd name="connsiteY3" fmla="*/ 1851627 h 1885036"/>
                <a:gd name="connsiteX4" fmla="*/ 1514186 w 1519131"/>
                <a:gd name="connsiteY4" fmla="*/ 1190207 h 1885036"/>
                <a:gd name="connsiteX5" fmla="*/ 1231629 w 1519131"/>
                <a:gd name="connsiteY5" fmla="*/ 930051 h 1885036"/>
                <a:gd name="connsiteX6" fmla="*/ 1509771 w 1519131"/>
                <a:gd name="connsiteY6" fmla="*/ 523246 h 1885036"/>
                <a:gd name="connsiteX7" fmla="*/ 1297997 w 1519131"/>
                <a:gd name="connsiteY7" fmla="*/ 131808 h 1885036"/>
                <a:gd name="connsiteX8" fmla="*/ 820556 w 1519131"/>
                <a:gd name="connsiteY8" fmla="*/ 32194 h 1885036"/>
                <a:gd name="connsiteX9" fmla="*/ 343858 w 1519131"/>
                <a:gd name="connsiteY9" fmla="*/ 616342 h 1885036"/>
                <a:gd name="connsiteX0" fmla="*/ 343858 w 1549812"/>
                <a:gd name="connsiteY0" fmla="*/ 616342 h 1800235"/>
                <a:gd name="connsiteX1" fmla="*/ 71474 w 1549812"/>
                <a:gd name="connsiteY1" fmla="*/ 993617 h 1800235"/>
                <a:gd name="connsiteX2" fmla="*/ 115432 w 1549812"/>
                <a:gd name="connsiteY2" fmla="*/ 1704358 h 1800235"/>
                <a:gd name="connsiteX3" fmla="*/ 1389496 w 1549812"/>
                <a:gd name="connsiteY3" fmla="*/ 1724347 h 1800235"/>
                <a:gd name="connsiteX4" fmla="*/ 1514186 w 1549812"/>
                <a:gd name="connsiteY4" fmla="*/ 1190207 h 1800235"/>
                <a:gd name="connsiteX5" fmla="*/ 1231629 w 1549812"/>
                <a:gd name="connsiteY5" fmla="*/ 930051 h 1800235"/>
                <a:gd name="connsiteX6" fmla="*/ 1509771 w 1549812"/>
                <a:gd name="connsiteY6" fmla="*/ 523246 h 1800235"/>
                <a:gd name="connsiteX7" fmla="*/ 1297997 w 1549812"/>
                <a:gd name="connsiteY7" fmla="*/ 131808 h 1800235"/>
                <a:gd name="connsiteX8" fmla="*/ 820556 w 1549812"/>
                <a:gd name="connsiteY8" fmla="*/ 32194 h 1800235"/>
                <a:gd name="connsiteX9" fmla="*/ 343858 w 1549812"/>
                <a:gd name="connsiteY9" fmla="*/ 616342 h 1800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9812" h="1800235">
                  <a:moveTo>
                    <a:pt x="343858" y="616342"/>
                  </a:moveTo>
                  <a:cubicBezTo>
                    <a:pt x="219011" y="776579"/>
                    <a:pt x="109545" y="812281"/>
                    <a:pt x="71474" y="993617"/>
                  </a:cubicBezTo>
                  <a:cubicBezTo>
                    <a:pt x="33403" y="1174953"/>
                    <a:pt x="-89757" y="1561356"/>
                    <a:pt x="115432" y="1704358"/>
                  </a:cubicBezTo>
                  <a:cubicBezTo>
                    <a:pt x="320621" y="1847360"/>
                    <a:pt x="1156371" y="1810039"/>
                    <a:pt x="1389496" y="1724347"/>
                  </a:cubicBezTo>
                  <a:cubicBezTo>
                    <a:pt x="1622621" y="1638655"/>
                    <a:pt x="1540497" y="1322590"/>
                    <a:pt x="1514186" y="1190207"/>
                  </a:cubicBezTo>
                  <a:cubicBezTo>
                    <a:pt x="1487875" y="1057824"/>
                    <a:pt x="1240336" y="1148914"/>
                    <a:pt x="1231629" y="930051"/>
                  </a:cubicBezTo>
                  <a:cubicBezTo>
                    <a:pt x="1248292" y="693847"/>
                    <a:pt x="1498710" y="656286"/>
                    <a:pt x="1509771" y="523246"/>
                  </a:cubicBezTo>
                  <a:cubicBezTo>
                    <a:pt x="1520832" y="390206"/>
                    <a:pt x="1431655" y="305130"/>
                    <a:pt x="1297997" y="131808"/>
                  </a:cubicBezTo>
                  <a:cubicBezTo>
                    <a:pt x="1189251" y="36824"/>
                    <a:pt x="979579" y="-48562"/>
                    <a:pt x="820556" y="32194"/>
                  </a:cubicBezTo>
                  <a:cubicBezTo>
                    <a:pt x="661533" y="112950"/>
                    <a:pt x="468705" y="456105"/>
                    <a:pt x="343858" y="616342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" name="Freeform 417">
              <a:extLst>
                <a:ext uri="{FF2B5EF4-FFF2-40B4-BE49-F238E27FC236}">
                  <a16:creationId xmlns:a16="http://schemas.microsoft.com/office/drawing/2014/main" id="{22352293-C7A6-4C41-9DD8-CAA48CB29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4076" y="1826035"/>
              <a:ext cx="1736725" cy="1317704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9" name="Rectangle 419">
              <a:extLst>
                <a:ext uri="{FF2B5EF4-FFF2-40B4-BE49-F238E27FC236}">
                  <a16:creationId xmlns:a16="http://schemas.microsoft.com/office/drawing/2014/main" id="{F39DA03D-3BDA-2344-B3D3-3A95FB5EE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9074" y="3553079"/>
              <a:ext cx="986999" cy="669622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70" name="AutoShape 420">
              <a:extLst>
                <a:ext uri="{FF2B5EF4-FFF2-40B4-BE49-F238E27FC236}">
                  <a16:creationId xmlns:a16="http://schemas.microsoft.com/office/drawing/2014/main" id="{579866B0-F884-A84A-B74A-EFEA50EBF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5350" y="3289251"/>
              <a:ext cx="1458912" cy="317850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CC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" name="Freeform 427">
              <a:extLst>
                <a:ext uri="{FF2B5EF4-FFF2-40B4-BE49-F238E27FC236}">
                  <a16:creationId xmlns:a16="http://schemas.microsoft.com/office/drawing/2014/main" id="{3F97D486-CCD5-C043-940C-EC1740EC7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2401" y="4683134"/>
              <a:ext cx="3079750" cy="1665288"/>
            </a:xfrm>
            <a:custGeom>
              <a:avLst/>
              <a:gdLst>
                <a:gd name="T0" fmla="*/ 2147483646 w 1940"/>
                <a:gd name="T1" fmla="*/ 2147483646 h 1049"/>
                <a:gd name="T2" fmla="*/ 2147483646 w 1940"/>
                <a:gd name="T3" fmla="*/ 2147483646 h 1049"/>
                <a:gd name="T4" fmla="*/ 2147483646 w 1940"/>
                <a:gd name="T5" fmla="*/ 2147483646 h 1049"/>
                <a:gd name="T6" fmla="*/ 2147483646 w 1940"/>
                <a:gd name="T7" fmla="*/ 2147483646 h 1049"/>
                <a:gd name="T8" fmla="*/ 2147483646 w 1940"/>
                <a:gd name="T9" fmla="*/ 2147483646 h 1049"/>
                <a:gd name="T10" fmla="*/ 2147483646 w 1940"/>
                <a:gd name="T11" fmla="*/ 2147483646 h 1049"/>
                <a:gd name="T12" fmla="*/ 2147483646 w 1940"/>
                <a:gd name="T13" fmla="*/ 2147483646 h 1049"/>
                <a:gd name="T14" fmla="*/ 2147483646 w 1940"/>
                <a:gd name="T15" fmla="*/ 2147483646 h 1049"/>
                <a:gd name="T16" fmla="*/ 2147483646 w 1940"/>
                <a:gd name="T17" fmla="*/ 2147483646 h 1049"/>
                <a:gd name="T18" fmla="*/ 2147483646 w 1940"/>
                <a:gd name="T19" fmla="*/ 2147483646 h 1049"/>
                <a:gd name="T20" fmla="*/ 2147483646 w 1940"/>
                <a:gd name="T21" fmla="*/ 2147483646 h 1049"/>
                <a:gd name="T22" fmla="*/ 2147483646 w 1940"/>
                <a:gd name="T23" fmla="*/ 2147483646 h 1049"/>
                <a:gd name="T24" fmla="*/ 2147483646 w 1940"/>
                <a:gd name="T25" fmla="*/ 2147483646 h 1049"/>
                <a:gd name="T26" fmla="*/ 2147483646 w 1940"/>
                <a:gd name="T27" fmla="*/ 2147483646 h 1049"/>
                <a:gd name="T28" fmla="*/ 2147483646 w 1940"/>
                <a:gd name="T29" fmla="*/ 2147483646 h 1049"/>
                <a:gd name="T30" fmla="*/ 2147483646 w 1940"/>
                <a:gd name="T31" fmla="*/ 214748364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940"/>
                <a:gd name="T49" fmla="*/ 0 h 1049"/>
                <a:gd name="T50" fmla="*/ 1940 w 1940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940" h="1049">
                  <a:moveTo>
                    <a:pt x="952" y="26"/>
                  </a:moveTo>
                  <a:cubicBezTo>
                    <a:pt x="867" y="45"/>
                    <a:pt x="832" y="118"/>
                    <a:pt x="755" y="125"/>
                  </a:cubicBezTo>
                  <a:cubicBezTo>
                    <a:pt x="678" y="132"/>
                    <a:pt x="587" y="72"/>
                    <a:pt x="488" y="68"/>
                  </a:cubicBezTo>
                  <a:cubicBezTo>
                    <a:pt x="389" y="64"/>
                    <a:pt x="237" y="48"/>
                    <a:pt x="158" y="101"/>
                  </a:cubicBezTo>
                  <a:cubicBezTo>
                    <a:pt x="79" y="154"/>
                    <a:pt x="28" y="298"/>
                    <a:pt x="14" y="389"/>
                  </a:cubicBezTo>
                  <a:cubicBezTo>
                    <a:pt x="0" y="480"/>
                    <a:pt x="25" y="595"/>
                    <a:pt x="71" y="648"/>
                  </a:cubicBezTo>
                  <a:cubicBezTo>
                    <a:pt x="117" y="701"/>
                    <a:pt x="205" y="665"/>
                    <a:pt x="288" y="706"/>
                  </a:cubicBezTo>
                  <a:cubicBezTo>
                    <a:pt x="371" y="747"/>
                    <a:pt x="450" y="842"/>
                    <a:pt x="568" y="893"/>
                  </a:cubicBezTo>
                  <a:cubicBezTo>
                    <a:pt x="686" y="944"/>
                    <a:pt x="852" y="991"/>
                    <a:pt x="996" y="1014"/>
                  </a:cubicBezTo>
                  <a:cubicBezTo>
                    <a:pt x="1140" y="1036"/>
                    <a:pt x="1309" y="1049"/>
                    <a:pt x="1433" y="1031"/>
                  </a:cubicBezTo>
                  <a:cubicBezTo>
                    <a:pt x="1557" y="1012"/>
                    <a:pt x="1657" y="960"/>
                    <a:pt x="1739" y="907"/>
                  </a:cubicBezTo>
                  <a:cubicBezTo>
                    <a:pt x="1821" y="855"/>
                    <a:pt x="1906" y="824"/>
                    <a:pt x="1923" y="714"/>
                  </a:cubicBezTo>
                  <a:cubicBezTo>
                    <a:pt x="1940" y="604"/>
                    <a:pt x="1898" y="350"/>
                    <a:pt x="1839" y="251"/>
                  </a:cubicBezTo>
                  <a:cubicBezTo>
                    <a:pt x="1780" y="151"/>
                    <a:pt x="1662" y="153"/>
                    <a:pt x="1566" y="114"/>
                  </a:cubicBezTo>
                  <a:cubicBezTo>
                    <a:pt x="1470" y="76"/>
                    <a:pt x="1365" y="30"/>
                    <a:pt x="1263" y="15"/>
                  </a:cubicBezTo>
                  <a:cubicBezTo>
                    <a:pt x="1161" y="0"/>
                    <a:pt x="1037" y="8"/>
                    <a:pt x="952" y="26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" name="Text Box 580">
              <a:extLst>
                <a:ext uri="{FF2B5EF4-FFF2-40B4-BE49-F238E27FC236}">
                  <a16:creationId xmlns:a16="http://schemas.microsoft.com/office/drawing/2014/main" id="{16C4E384-62E0-DC41-883F-EB2C4C99F8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79274" y="1488461"/>
              <a:ext cx="133940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mobile network</a:t>
              </a:r>
            </a:p>
          </p:txBody>
        </p:sp>
        <p:sp>
          <p:nvSpPr>
            <p:cNvPr id="69" name="Text Box 580">
              <a:extLst>
                <a:ext uri="{FF2B5EF4-FFF2-40B4-BE49-F238E27FC236}">
                  <a16:creationId xmlns:a16="http://schemas.microsoft.com/office/drawing/2014/main" id="{9AC056F8-729E-D344-BD7D-9178102179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0835" y="4191922"/>
              <a:ext cx="1955646" cy="2689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home network</a:t>
              </a:r>
            </a:p>
          </p:txBody>
        </p:sp>
        <p:sp>
          <p:nvSpPr>
            <p:cNvPr id="70" name="Text Box 580">
              <a:extLst>
                <a:ext uri="{FF2B5EF4-FFF2-40B4-BE49-F238E27FC236}">
                  <a16:creationId xmlns:a16="http://schemas.microsoft.com/office/drawing/2014/main" id="{8A1A4F41-0243-4946-9F02-F301CBD596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06908" y="5779775"/>
              <a:ext cx="1195135" cy="441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enterprise</a:t>
              </a:r>
            </a:p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          network</a:t>
              </a:r>
            </a:p>
          </p:txBody>
        </p:sp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C89E7C56-1DE4-7143-8EEB-E5965035CC42}"/>
                </a:ext>
              </a:extLst>
            </p:cNvPr>
            <p:cNvSpPr/>
            <p:nvPr/>
          </p:nvSpPr>
          <p:spPr>
            <a:xfrm>
              <a:off x="10222146" y="3179540"/>
              <a:ext cx="1273167" cy="1935748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534770"/>
                <a:gd name="connsiteY0" fmla="*/ 553225 h 1800672"/>
                <a:gd name="connsiteX1" fmla="*/ 3 w 1534770"/>
                <a:gd name="connsiteY1" fmla="*/ 958784 h 1800672"/>
                <a:gd name="connsiteX2" fmla="*/ 367657 w 1534770"/>
                <a:gd name="connsiteY2" fmla="*/ 1526890 h 1800672"/>
                <a:gd name="connsiteX3" fmla="*/ 1186523 w 1534770"/>
                <a:gd name="connsiteY3" fmla="*/ 1794234 h 1800672"/>
                <a:gd name="connsiteX4" fmla="*/ 1520754 w 1534770"/>
                <a:gd name="connsiteY4" fmla="*/ 1276255 h 1800672"/>
                <a:gd name="connsiteX5" fmla="*/ 1468513 w 1534770"/>
                <a:gd name="connsiteY5" fmla="*/ 691440 h 1800672"/>
                <a:gd name="connsiteX6" fmla="*/ 1435794 w 1534770"/>
                <a:gd name="connsiteY6" fmla="*/ 107761 h 1800672"/>
                <a:gd name="connsiteX7" fmla="*/ 839087 w 1534770"/>
                <a:gd name="connsiteY7" fmla="*/ 39789 h 1800672"/>
                <a:gd name="connsiteX8" fmla="*/ 360355 w 1534770"/>
                <a:gd name="connsiteY8" fmla="*/ 553225 h 1800672"/>
                <a:gd name="connsiteX0" fmla="*/ 360355 w 1580585"/>
                <a:gd name="connsiteY0" fmla="*/ 553225 h 1880420"/>
                <a:gd name="connsiteX1" fmla="*/ 3 w 1580585"/>
                <a:gd name="connsiteY1" fmla="*/ 958784 h 1880420"/>
                <a:gd name="connsiteX2" fmla="*/ 367657 w 1580585"/>
                <a:gd name="connsiteY2" fmla="*/ 1526890 h 1880420"/>
                <a:gd name="connsiteX3" fmla="*/ 1186523 w 1580585"/>
                <a:gd name="connsiteY3" fmla="*/ 1794234 h 1880420"/>
                <a:gd name="connsiteX4" fmla="*/ 1570188 w 1580585"/>
                <a:gd name="connsiteY4" fmla="*/ 1785433 h 1880420"/>
                <a:gd name="connsiteX5" fmla="*/ 1468513 w 1580585"/>
                <a:gd name="connsiteY5" fmla="*/ 691440 h 1880420"/>
                <a:gd name="connsiteX6" fmla="*/ 1435794 w 1580585"/>
                <a:gd name="connsiteY6" fmla="*/ 107761 h 1880420"/>
                <a:gd name="connsiteX7" fmla="*/ 839087 w 1580585"/>
                <a:gd name="connsiteY7" fmla="*/ 39789 h 1880420"/>
                <a:gd name="connsiteX8" fmla="*/ 360355 w 1580585"/>
                <a:gd name="connsiteY8" fmla="*/ 553225 h 1880420"/>
                <a:gd name="connsiteX0" fmla="*/ 316588 w 1580732"/>
                <a:gd name="connsiteY0" fmla="*/ 359285 h 1867156"/>
                <a:gd name="connsiteX1" fmla="*/ 150 w 1580732"/>
                <a:gd name="connsiteY1" fmla="*/ 945520 h 1867156"/>
                <a:gd name="connsiteX2" fmla="*/ 367804 w 1580732"/>
                <a:gd name="connsiteY2" fmla="*/ 1513626 h 1867156"/>
                <a:gd name="connsiteX3" fmla="*/ 1186670 w 1580732"/>
                <a:gd name="connsiteY3" fmla="*/ 1780970 h 1867156"/>
                <a:gd name="connsiteX4" fmla="*/ 1570335 w 1580732"/>
                <a:gd name="connsiteY4" fmla="*/ 1772169 h 1867156"/>
                <a:gd name="connsiteX5" fmla="*/ 1468660 w 1580732"/>
                <a:gd name="connsiteY5" fmla="*/ 678176 h 1867156"/>
                <a:gd name="connsiteX6" fmla="*/ 1435941 w 1580732"/>
                <a:gd name="connsiteY6" fmla="*/ 94497 h 1867156"/>
                <a:gd name="connsiteX7" fmla="*/ 839234 w 1580732"/>
                <a:gd name="connsiteY7" fmla="*/ 26525 h 1867156"/>
                <a:gd name="connsiteX8" fmla="*/ 316588 w 1580732"/>
                <a:gd name="connsiteY8" fmla="*/ 359285 h 1867156"/>
                <a:gd name="connsiteX0" fmla="*/ 163575 w 1427719"/>
                <a:gd name="connsiteY0" fmla="*/ 359285 h 1867156"/>
                <a:gd name="connsiteX1" fmla="*/ 836 w 1427719"/>
                <a:gd name="connsiteY1" fmla="*/ 1076921 h 1867156"/>
                <a:gd name="connsiteX2" fmla="*/ 214791 w 1427719"/>
                <a:gd name="connsiteY2" fmla="*/ 1513626 h 1867156"/>
                <a:gd name="connsiteX3" fmla="*/ 1033657 w 1427719"/>
                <a:gd name="connsiteY3" fmla="*/ 1780970 h 1867156"/>
                <a:gd name="connsiteX4" fmla="*/ 1417322 w 1427719"/>
                <a:gd name="connsiteY4" fmla="*/ 1772169 h 1867156"/>
                <a:gd name="connsiteX5" fmla="*/ 1315647 w 1427719"/>
                <a:gd name="connsiteY5" fmla="*/ 678176 h 1867156"/>
                <a:gd name="connsiteX6" fmla="*/ 1282928 w 1427719"/>
                <a:gd name="connsiteY6" fmla="*/ 94497 h 1867156"/>
                <a:gd name="connsiteX7" fmla="*/ 686221 w 1427719"/>
                <a:gd name="connsiteY7" fmla="*/ 26525 h 1867156"/>
                <a:gd name="connsiteX8" fmla="*/ 163575 w 1427719"/>
                <a:gd name="connsiteY8" fmla="*/ 359285 h 1867156"/>
                <a:gd name="connsiteX0" fmla="*/ 163575 w 1426632"/>
                <a:gd name="connsiteY0" fmla="*/ 394322 h 1902193"/>
                <a:gd name="connsiteX1" fmla="*/ 836 w 1426632"/>
                <a:gd name="connsiteY1" fmla="*/ 1111958 h 1902193"/>
                <a:gd name="connsiteX2" fmla="*/ 214791 w 1426632"/>
                <a:gd name="connsiteY2" fmla="*/ 1548663 h 1902193"/>
                <a:gd name="connsiteX3" fmla="*/ 1033657 w 1426632"/>
                <a:gd name="connsiteY3" fmla="*/ 1816007 h 1902193"/>
                <a:gd name="connsiteX4" fmla="*/ 1417322 w 1426632"/>
                <a:gd name="connsiteY4" fmla="*/ 1807206 h 1902193"/>
                <a:gd name="connsiteX5" fmla="*/ 1315647 w 1426632"/>
                <a:gd name="connsiteY5" fmla="*/ 713213 h 1902193"/>
                <a:gd name="connsiteX6" fmla="*/ 1401843 w 1426632"/>
                <a:gd name="connsiteY6" fmla="*/ 63834 h 1902193"/>
                <a:gd name="connsiteX7" fmla="*/ 686221 w 1426632"/>
                <a:gd name="connsiteY7" fmla="*/ 61562 h 1902193"/>
                <a:gd name="connsiteX8" fmla="*/ 163575 w 1426632"/>
                <a:gd name="connsiteY8" fmla="*/ 394322 h 1902193"/>
                <a:gd name="connsiteX0" fmla="*/ 163575 w 1435249"/>
                <a:gd name="connsiteY0" fmla="*/ 394322 h 1885560"/>
                <a:gd name="connsiteX1" fmla="*/ 836 w 1435249"/>
                <a:gd name="connsiteY1" fmla="*/ 1111958 h 1885560"/>
                <a:gd name="connsiteX2" fmla="*/ 214791 w 1435249"/>
                <a:gd name="connsiteY2" fmla="*/ 1548663 h 1885560"/>
                <a:gd name="connsiteX3" fmla="*/ 1033657 w 1435249"/>
                <a:gd name="connsiteY3" fmla="*/ 1816007 h 1885560"/>
                <a:gd name="connsiteX4" fmla="*/ 1417322 w 1435249"/>
                <a:gd name="connsiteY4" fmla="*/ 1807206 h 1885560"/>
                <a:gd name="connsiteX5" fmla="*/ 1375103 w 1435249"/>
                <a:gd name="connsiteY5" fmla="*/ 943164 h 1885560"/>
                <a:gd name="connsiteX6" fmla="*/ 1401843 w 1435249"/>
                <a:gd name="connsiteY6" fmla="*/ 63834 h 1885560"/>
                <a:gd name="connsiteX7" fmla="*/ 686221 w 1435249"/>
                <a:gd name="connsiteY7" fmla="*/ 61562 h 1885560"/>
                <a:gd name="connsiteX8" fmla="*/ 163575 w 1435249"/>
                <a:gd name="connsiteY8" fmla="*/ 394322 h 1885560"/>
                <a:gd name="connsiteX0" fmla="*/ 128947 w 1438213"/>
                <a:gd name="connsiteY0" fmla="*/ 345176 h 1883146"/>
                <a:gd name="connsiteX1" fmla="*/ 3802 w 1438213"/>
                <a:gd name="connsiteY1" fmla="*/ 1109544 h 1883146"/>
                <a:gd name="connsiteX2" fmla="*/ 217757 w 1438213"/>
                <a:gd name="connsiteY2" fmla="*/ 1546249 h 1883146"/>
                <a:gd name="connsiteX3" fmla="*/ 1036623 w 1438213"/>
                <a:gd name="connsiteY3" fmla="*/ 1813593 h 1883146"/>
                <a:gd name="connsiteX4" fmla="*/ 1420288 w 1438213"/>
                <a:gd name="connsiteY4" fmla="*/ 1804792 h 1883146"/>
                <a:gd name="connsiteX5" fmla="*/ 1378069 w 1438213"/>
                <a:gd name="connsiteY5" fmla="*/ 940750 h 1883146"/>
                <a:gd name="connsiteX6" fmla="*/ 1404809 w 1438213"/>
                <a:gd name="connsiteY6" fmla="*/ 61420 h 1883146"/>
                <a:gd name="connsiteX7" fmla="*/ 689187 w 1438213"/>
                <a:gd name="connsiteY7" fmla="*/ 59148 h 1883146"/>
                <a:gd name="connsiteX8" fmla="*/ 128947 w 1438213"/>
                <a:gd name="connsiteY8" fmla="*/ 345176 h 1883146"/>
                <a:gd name="connsiteX0" fmla="*/ 126587 w 1435854"/>
                <a:gd name="connsiteY0" fmla="*/ 353278 h 1891248"/>
                <a:gd name="connsiteX1" fmla="*/ 1442 w 1435854"/>
                <a:gd name="connsiteY1" fmla="*/ 1117646 h 1891248"/>
                <a:gd name="connsiteX2" fmla="*/ 215397 w 1435854"/>
                <a:gd name="connsiteY2" fmla="*/ 1554351 h 1891248"/>
                <a:gd name="connsiteX3" fmla="*/ 1034263 w 1435854"/>
                <a:gd name="connsiteY3" fmla="*/ 1821695 h 1891248"/>
                <a:gd name="connsiteX4" fmla="*/ 1417928 w 1435854"/>
                <a:gd name="connsiteY4" fmla="*/ 1812894 h 1891248"/>
                <a:gd name="connsiteX5" fmla="*/ 1375709 w 1435854"/>
                <a:gd name="connsiteY5" fmla="*/ 948852 h 1891248"/>
                <a:gd name="connsiteX6" fmla="*/ 1402449 w 1435854"/>
                <a:gd name="connsiteY6" fmla="*/ 69522 h 1891248"/>
                <a:gd name="connsiteX7" fmla="*/ 221605 w 1435854"/>
                <a:gd name="connsiteY7" fmla="*/ 47778 h 1891248"/>
                <a:gd name="connsiteX8" fmla="*/ 126587 w 1435854"/>
                <a:gd name="connsiteY8" fmla="*/ 353278 h 1891248"/>
                <a:gd name="connsiteX0" fmla="*/ 35803 w 1453152"/>
                <a:gd name="connsiteY0" fmla="*/ 439993 h 1896181"/>
                <a:gd name="connsiteX1" fmla="*/ 18740 w 1453152"/>
                <a:gd name="connsiteY1" fmla="*/ 1122579 h 1896181"/>
                <a:gd name="connsiteX2" fmla="*/ 232695 w 1453152"/>
                <a:gd name="connsiteY2" fmla="*/ 1559284 h 1896181"/>
                <a:gd name="connsiteX3" fmla="*/ 1051561 w 1453152"/>
                <a:gd name="connsiteY3" fmla="*/ 1826628 h 1896181"/>
                <a:gd name="connsiteX4" fmla="*/ 1435226 w 1453152"/>
                <a:gd name="connsiteY4" fmla="*/ 1817827 h 1896181"/>
                <a:gd name="connsiteX5" fmla="*/ 1393007 w 1453152"/>
                <a:gd name="connsiteY5" fmla="*/ 953785 h 1896181"/>
                <a:gd name="connsiteX6" fmla="*/ 1419747 w 1453152"/>
                <a:gd name="connsiteY6" fmla="*/ 74455 h 1896181"/>
                <a:gd name="connsiteX7" fmla="*/ 238903 w 1453152"/>
                <a:gd name="connsiteY7" fmla="*/ 52711 h 1896181"/>
                <a:gd name="connsiteX8" fmla="*/ 35803 w 1453152"/>
                <a:gd name="connsiteY8" fmla="*/ 439993 h 1896181"/>
                <a:gd name="connsiteX0" fmla="*/ 35803 w 1447873"/>
                <a:gd name="connsiteY0" fmla="*/ 439993 h 1952840"/>
                <a:gd name="connsiteX1" fmla="*/ 18740 w 1447873"/>
                <a:gd name="connsiteY1" fmla="*/ 1122579 h 1952840"/>
                <a:gd name="connsiteX2" fmla="*/ 232695 w 1447873"/>
                <a:gd name="connsiteY2" fmla="*/ 1559284 h 1952840"/>
                <a:gd name="connsiteX3" fmla="*/ 1130848 w 1447873"/>
                <a:gd name="connsiteY3" fmla="*/ 1925181 h 1952840"/>
                <a:gd name="connsiteX4" fmla="*/ 1435226 w 1447873"/>
                <a:gd name="connsiteY4" fmla="*/ 1817827 h 1952840"/>
                <a:gd name="connsiteX5" fmla="*/ 1393007 w 1447873"/>
                <a:gd name="connsiteY5" fmla="*/ 953785 h 1952840"/>
                <a:gd name="connsiteX6" fmla="*/ 1419747 w 1447873"/>
                <a:gd name="connsiteY6" fmla="*/ 74455 h 1952840"/>
                <a:gd name="connsiteX7" fmla="*/ 238903 w 1447873"/>
                <a:gd name="connsiteY7" fmla="*/ 52711 h 1952840"/>
                <a:gd name="connsiteX8" fmla="*/ 35803 w 1447873"/>
                <a:gd name="connsiteY8" fmla="*/ 439993 h 1952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47873" h="1952840">
                  <a:moveTo>
                    <a:pt x="35803" y="439993"/>
                  </a:moveTo>
                  <a:cubicBezTo>
                    <a:pt x="-891" y="618304"/>
                    <a:pt x="-14075" y="936031"/>
                    <a:pt x="18740" y="1122579"/>
                  </a:cubicBezTo>
                  <a:cubicBezTo>
                    <a:pt x="51555" y="1309127"/>
                    <a:pt x="47344" y="1425517"/>
                    <a:pt x="232695" y="1559284"/>
                  </a:cubicBezTo>
                  <a:cubicBezTo>
                    <a:pt x="418046" y="1693051"/>
                    <a:pt x="930426" y="1882091"/>
                    <a:pt x="1130848" y="1925181"/>
                  </a:cubicBezTo>
                  <a:cubicBezTo>
                    <a:pt x="1331270" y="1968271"/>
                    <a:pt x="1391533" y="1979726"/>
                    <a:pt x="1435226" y="1817827"/>
                  </a:cubicBezTo>
                  <a:cubicBezTo>
                    <a:pt x="1478919" y="1655928"/>
                    <a:pt x="1395587" y="1244347"/>
                    <a:pt x="1393007" y="953785"/>
                  </a:cubicBezTo>
                  <a:cubicBezTo>
                    <a:pt x="1390427" y="663223"/>
                    <a:pt x="1458740" y="183063"/>
                    <a:pt x="1419747" y="74455"/>
                  </a:cubicBezTo>
                  <a:cubicBezTo>
                    <a:pt x="1380754" y="-34153"/>
                    <a:pt x="469560" y="-8212"/>
                    <a:pt x="238903" y="52711"/>
                  </a:cubicBezTo>
                  <a:cubicBezTo>
                    <a:pt x="8246" y="113634"/>
                    <a:pt x="72497" y="261682"/>
                    <a:pt x="35803" y="43999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9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96BCCD85-1D07-EF4E-A878-EC23CD23096A}"/>
                </a:ext>
              </a:extLst>
            </p:cNvPr>
            <p:cNvGrpSpPr/>
            <p:nvPr/>
          </p:nvGrpSpPr>
          <p:grpSpPr>
            <a:xfrm>
              <a:off x="10837700" y="3928050"/>
              <a:ext cx="687393" cy="721548"/>
              <a:chOff x="5203089" y="1751190"/>
              <a:chExt cx="858331" cy="662414"/>
            </a:xfrm>
          </p:grpSpPr>
          <p:sp>
            <p:nvSpPr>
              <p:cNvPr id="382" name="Freeform 381">
                <a:extLst>
                  <a:ext uri="{FF2B5EF4-FFF2-40B4-BE49-F238E27FC236}">
                    <a16:creationId xmlns:a16="http://schemas.microsoft.com/office/drawing/2014/main" id="{D6FAD5AB-6E93-5E47-BE32-4993FD767B8F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3" name="Freeform 382">
                <a:extLst>
                  <a:ext uri="{FF2B5EF4-FFF2-40B4-BE49-F238E27FC236}">
                    <a16:creationId xmlns:a16="http://schemas.microsoft.com/office/drawing/2014/main" id="{2A115C8B-7EC0-084D-A3CF-7AEF0487F301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384" name="Straight Connector 383">
                <a:extLst>
                  <a:ext uri="{FF2B5EF4-FFF2-40B4-BE49-F238E27FC236}">
                    <a16:creationId xmlns:a16="http://schemas.microsoft.com/office/drawing/2014/main" id="{16F8043F-8502-904C-9632-B3658D71B8BE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5" name="Straight Connector 384">
                <a:extLst>
                  <a:ext uri="{FF2B5EF4-FFF2-40B4-BE49-F238E27FC236}">
                    <a16:creationId xmlns:a16="http://schemas.microsoft.com/office/drawing/2014/main" id="{B4B3A6DE-2E70-F74C-8CA1-13247C912682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6" name="Straight Connector 385">
                <a:extLst>
                  <a:ext uri="{FF2B5EF4-FFF2-40B4-BE49-F238E27FC236}">
                    <a16:creationId xmlns:a16="http://schemas.microsoft.com/office/drawing/2014/main" id="{4B9DB078-BD58-F64A-B873-E1187205EB94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Straight Connector 386">
                <a:extLst>
                  <a:ext uri="{FF2B5EF4-FFF2-40B4-BE49-F238E27FC236}">
                    <a16:creationId xmlns:a16="http://schemas.microsoft.com/office/drawing/2014/main" id="{D321DD82-9D22-0B49-ADF9-8BE310E97E71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id="{18A2FB0C-53B9-5248-AA65-9BA9B429FC4C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9" name="Straight Connector 388">
                <a:extLst>
                  <a:ext uri="{FF2B5EF4-FFF2-40B4-BE49-F238E27FC236}">
                    <a16:creationId xmlns:a16="http://schemas.microsoft.com/office/drawing/2014/main" id="{44FBB965-69F3-F546-AE9F-4AD14078F37E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1" name="Group 390">
              <a:extLst>
                <a:ext uri="{FF2B5EF4-FFF2-40B4-BE49-F238E27FC236}">
                  <a16:creationId xmlns:a16="http://schemas.microsoft.com/office/drawing/2014/main" id="{BDA3EF41-5873-7D4B-8A04-F8D62DFD2DB6}"/>
                </a:ext>
              </a:extLst>
            </p:cNvPr>
            <p:cNvGrpSpPr/>
            <p:nvPr/>
          </p:nvGrpSpPr>
          <p:grpSpPr>
            <a:xfrm>
              <a:off x="10771171" y="3194171"/>
              <a:ext cx="594613" cy="648336"/>
              <a:chOff x="5203089" y="1751190"/>
              <a:chExt cx="858331" cy="662414"/>
            </a:xfrm>
          </p:grpSpPr>
          <p:sp>
            <p:nvSpPr>
              <p:cNvPr id="399" name="Freeform 398">
                <a:extLst>
                  <a:ext uri="{FF2B5EF4-FFF2-40B4-BE49-F238E27FC236}">
                    <a16:creationId xmlns:a16="http://schemas.microsoft.com/office/drawing/2014/main" id="{325473B9-6F55-684D-B22D-FF70325540CE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0" name="Freeform 399">
                <a:extLst>
                  <a:ext uri="{FF2B5EF4-FFF2-40B4-BE49-F238E27FC236}">
                    <a16:creationId xmlns:a16="http://schemas.microsoft.com/office/drawing/2014/main" id="{06CE85F7-18B2-3947-975F-CEA32EE2FBA7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401" name="Straight Connector 400">
                <a:extLst>
                  <a:ext uri="{FF2B5EF4-FFF2-40B4-BE49-F238E27FC236}">
                    <a16:creationId xmlns:a16="http://schemas.microsoft.com/office/drawing/2014/main" id="{F3F3D0FA-374D-9147-8047-2B7B3AAF05DF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2" name="Straight Connector 401">
                <a:extLst>
                  <a:ext uri="{FF2B5EF4-FFF2-40B4-BE49-F238E27FC236}">
                    <a16:creationId xmlns:a16="http://schemas.microsoft.com/office/drawing/2014/main" id="{AFF00F79-7128-E243-BBD5-A97200EABABC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3" name="Straight Connector 402">
                <a:extLst>
                  <a:ext uri="{FF2B5EF4-FFF2-40B4-BE49-F238E27FC236}">
                    <a16:creationId xmlns:a16="http://schemas.microsoft.com/office/drawing/2014/main" id="{729D9C8D-B396-A049-9B7A-BE878812629D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4" name="Straight Connector 403">
                <a:extLst>
                  <a:ext uri="{FF2B5EF4-FFF2-40B4-BE49-F238E27FC236}">
                    <a16:creationId xmlns:a16="http://schemas.microsoft.com/office/drawing/2014/main" id="{4B32C41F-58E3-CC4F-9625-B6688BEB2140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5" name="Straight Connector 404">
                <a:extLst>
                  <a:ext uri="{FF2B5EF4-FFF2-40B4-BE49-F238E27FC236}">
                    <a16:creationId xmlns:a16="http://schemas.microsoft.com/office/drawing/2014/main" id="{58933865-B1C6-3244-A0F5-136E4C6DD92E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6" name="Straight Connector 405">
                <a:extLst>
                  <a:ext uri="{FF2B5EF4-FFF2-40B4-BE49-F238E27FC236}">
                    <a16:creationId xmlns:a16="http://schemas.microsoft.com/office/drawing/2014/main" id="{76C939A7-C3F0-5A45-B81D-4E775CF1C92C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62" name="Freeform 561">
              <a:extLst>
                <a:ext uri="{FF2B5EF4-FFF2-40B4-BE49-F238E27FC236}">
                  <a16:creationId xmlns:a16="http://schemas.microsoft.com/office/drawing/2014/main" id="{BE088278-C41B-3E4A-87CE-FD65749FA13D}"/>
                </a:ext>
              </a:extLst>
            </p:cNvPr>
            <p:cNvSpPr/>
            <p:nvPr/>
          </p:nvSpPr>
          <p:spPr>
            <a:xfrm>
              <a:off x="9540813" y="1782042"/>
              <a:ext cx="1497864" cy="138645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494463"/>
                <a:gd name="connsiteY0" fmla="*/ 534641 h 1775651"/>
                <a:gd name="connsiteX1" fmla="*/ 3 w 1494463"/>
                <a:gd name="connsiteY1" fmla="*/ 940200 h 1775651"/>
                <a:gd name="connsiteX2" fmla="*/ 367657 w 1494463"/>
                <a:gd name="connsiteY2" fmla="*/ 1508306 h 1775651"/>
                <a:gd name="connsiteX3" fmla="*/ 1186523 w 1494463"/>
                <a:gd name="connsiteY3" fmla="*/ 1775650 h 1775651"/>
                <a:gd name="connsiteX4" fmla="*/ 1467465 w 1494463"/>
                <a:gd name="connsiteY4" fmla="*/ 1510813 h 1775651"/>
                <a:gd name="connsiteX5" fmla="*/ 1468513 w 1494463"/>
                <a:gd name="connsiteY5" fmla="*/ 672856 h 1775651"/>
                <a:gd name="connsiteX6" fmla="*/ 1336927 w 1494463"/>
                <a:gd name="connsiteY6" fmla="*/ 154877 h 1775651"/>
                <a:gd name="connsiteX7" fmla="*/ 839087 w 1494463"/>
                <a:gd name="connsiteY7" fmla="*/ 21205 h 1775651"/>
                <a:gd name="connsiteX8" fmla="*/ 360355 w 1494463"/>
                <a:gd name="connsiteY8" fmla="*/ 534641 h 1775651"/>
                <a:gd name="connsiteX0" fmla="*/ 360355 w 1491064"/>
                <a:gd name="connsiteY0" fmla="*/ 552327 h 1793337"/>
                <a:gd name="connsiteX1" fmla="*/ 3 w 1491064"/>
                <a:gd name="connsiteY1" fmla="*/ 957886 h 1793337"/>
                <a:gd name="connsiteX2" fmla="*/ 367657 w 1491064"/>
                <a:gd name="connsiteY2" fmla="*/ 1525992 h 1793337"/>
                <a:gd name="connsiteX3" fmla="*/ 1186523 w 1491064"/>
                <a:gd name="connsiteY3" fmla="*/ 1793336 h 1793337"/>
                <a:gd name="connsiteX4" fmla="*/ 1467465 w 1491064"/>
                <a:gd name="connsiteY4" fmla="*/ 1528499 h 1793337"/>
                <a:gd name="connsiteX5" fmla="*/ 1468513 w 1491064"/>
                <a:gd name="connsiteY5" fmla="*/ 690542 h 1793337"/>
                <a:gd name="connsiteX6" fmla="*/ 1407977 w 1491064"/>
                <a:gd name="connsiteY6" fmla="*/ 109278 h 1793337"/>
                <a:gd name="connsiteX7" fmla="*/ 839087 w 1491064"/>
                <a:gd name="connsiteY7" fmla="*/ 38891 h 1793337"/>
                <a:gd name="connsiteX8" fmla="*/ 360355 w 1491064"/>
                <a:gd name="connsiteY8" fmla="*/ 552327 h 1793337"/>
                <a:gd name="connsiteX0" fmla="*/ 360355 w 1502818"/>
                <a:gd name="connsiteY0" fmla="*/ 552327 h 1612281"/>
                <a:gd name="connsiteX1" fmla="*/ 3 w 1502818"/>
                <a:gd name="connsiteY1" fmla="*/ 957886 h 1612281"/>
                <a:gd name="connsiteX2" fmla="*/ 367657 w 1502818"/>
                <a:gd name="connsiteY2" fmla="*/ 1525992 h 1612281"/>
                <a:gd name="connsiteX3" fmla="*/ 1026659 w 1502818"/>
                <a:gd name="connsiteY3" fmla="*/ 1582385 h 1612281"/>
                <a:gd name="connsiteX4" fmla="*/ 1467465 w 1502818"/>
                <a:gd name="connsiteY4" fmla="*/ 1528499 h 1612281"/>
                <a:gd name="connsiteX5" fmla="*/ 1468513 w 1502818"/>
                <a:gd name="connsiteY5" fmla="*/ 690542 h 1612281"/>
                <a:gd name="connsiteX6" fmla="*/ 1407977 w 1502818"/>
                <a:gd name="connsiteY6" fmla="*/ 109278 h 1612281"/>
                <a:gd name="connsiteX7" fmla="*/ 839087 w 1502818"/>
                <a:gd name="connsiteY7" fmla="*/ 38891 h 1612281"/>
                <a:gd name="connsiteX8" fmla="*/ 360355 w 1502818"/>
                <a:gd name="connsiteY8" fmla="*/ 552327 h 1612281"/>
                <a:gd name="connsiteX0" fmla="*/ 360384 w 1502847"/>
                <a:gd name="connsiteY0" fmla="*/ 552327 h 1803602"/>
                <a:gd name="connsiteX1" fmla="*/ 32 w 1502847"/>
                <a:gd name="connsiteY1" fmla="*/ 957886 h 1803602"/>
                <a:gd name="connsiteX2" fmla="*/ 385448 w 1502847"/>
                <a:gd name="connsiteY2" fmla="*/ 1779134 h 1803602"/>
                <a:gd name="connsiteX3" fmla="*/ 1026688 w 1502847"/>
                <a:gd name="connsiteY3" fmla="*/ 1582385 h 1803602"/>
                <a:gd name="connsiteX4" fmla="*/ 1467494 w 1502847"/>
                <a:gd name="connsiteY4" fmla="*/ 1528499 h 1803602"/>
                <a:gd name="connsiteX5" fmla="*/ 1468542 w 1502847"/>
                <a:gd name="connsiteY5" fmla="*/ 690542 h 1803602"/>
                <a:gd name="connsiteX6" fmla="*/ 1408006 w 1502847"/>
                <a:gd name="connsiteY6" fmla="*/ 109278 h 1803602"/>
                <a:gd name="connsiteX7" fmla="*/ 839116 w 1502847"/>
                <a:gd name="connsiteY7" fmla="*/ 38891 h 1803602"/>
                <a:gd name="connsiteX8" fmla="*/ 360384 w 1502847"/>
                <a:gd name="connsiteY8" fmla="*/ 552327 h 1803602"/>
                <a:gd name="connsiteX0" fmla="*/ 360384 w 1502847"/>
                <a:gd name="connsiteY0" fmla="*/ 552327 h 1826319"/>
                <a:gd name="connsiteX1" fmla="*/ 32 w 1502847"/>
                <a:gd name="connsiteY1" fmla="*/ 957886 h 1826319"/>
                <a:gd name="connsiteX2" fmla="*/ 385448 w 1502847"/>
                <a:gd name="connsiteY2" fmla="*/ 1779134 h 1826319"/>
                <a:gd name="connsiteX3" fmla="*/ 1026688 w 1502847"/>
                <a:gd name="connsiteY3" fmla="*/ 1582385 h 1826319"/>
                <a:gd name="connsiteX4" fmla="*/ 1467494 w 1502847"/>
                <a:gd name="connsiteY4" fmla="*/ 1528499 h 1826319"/>
                <a:gd name="connsiteX5" fmla="*/ 1468542 w 1502847"/>
                <a:gd name="connsiteY5" fmla="*/ 690542 h 1826319"/>
                <a:gd name="connsiteX6" fmla="*/ 1408006 w 1502847"/>
                <a:gd name="connsiteY6" fmla="*/ 109278 h 1826319"/>
                <a:gd name="connsiteX7" fmla="*/ 839116 w 1502847"/>
                <a:gd name="connsiteY7" fmla="*/ 38891 h 1826319"/>
                <a:gd name="connsiteX8" fmla="*/ 360384 w 1502847"/>
                <a:gd name="connsiteY8" fmla="*/ 552327 h 1826319"/>
                <a:gd name="connsiteX0" fmla="*/ 289852 w 1503366"/>
                <a:gd name="connsiteY0" fmla="*/ 461730 h 1820101"/>
                <a:gd name="connsiteX1" fmla="*/ 551 w 1503366"/>
                <a:gd name="connsiteY1" fmla="*/ 951668 h 1820101"/>
                <a:gd name="connsiteX2" fmla="*/ 385967 w 1503366"/>
                <a:gd name="connsiteY2" fmla="*/ 1772916 h 1820101"/>
                <a:gd name="connsiteX3" fmla="*/ 1027207 w 1503366"/>
                <a:gd name="connsiteY3" fmla="*/ 1576167 h 1820101"/>
                <a:gd name="connsiteX4" fmla="*/ 1468013 w 1503366"/>
                <a:gd name="connsiteY4" fmla="*/ 1522281 h 1820101"/>
                <a:gd name="connsiteX5" fmla="*/ 1469061 w 1503366"/>
                <a:gd name="connsiteY5" fmla="*/ 684324 h 1820101"/>
                <a:gd name="connsiteX6" fmla="*/ 1408525 w 1503366"/>
                <a:gd name="connsiteY6" fmla="*/ 103060 h 1820101"/>
                <a:gd name="connsiteX7" fmla="*/ 839635 w 1503366"/>
                <a:gd name="connsiteY7" fmla="*/ 32673 h 1820101"/>
                <a:gd name="connsiteX8" fmla="*/ 289852 w 1503366"/>
                <a:gd name="connsiteY8" fmla="*/ 461730 h 1820101"/>
                <a:gd name="connsiteX0" fmla="*/ 293376 w 1506890"/>
                <a:gd name="connsiteY0" fmla="*/ 461730 h 1820101"/>
                <a:gd name="connsiteX1" fmla="*/ 4075 w 1506890"/>
                <a:gd name="connsiteY1" fmla="*/ 951668 h 1820101"/>
                <a:gd name="connsiteX2" fmla="*/ 389491 w 1506890"/>
                <a:gd name="connsiteY2" fmla="*/ 1772916 h 1820101"/>
                <a:gd name="connsiteX3" fmla="*/ 1030731 w 1506890"/>
                <a:gd name="connsiteY3" fmla="*/ 1576167 h 1820101"/>
                <a:gd name="connsiteX4" fmla="*/ 1471537 w 1506890"/>
                <a:gd name="connsiteY4" fmla="*/ 1522281 h 1820101"/>
                <a:gd name="connsiteX5" fmla="*/ 1472585 w 1506890"/>
                <a:gd name="connsiteY5" fmla="*/ 684324 h 1820101"/>
                <a:gd name="connsiteX6" fmla="*/ 1412049 w 1506890"/>
                <a:gd name="connsiteY6" fmla="*/ 103060 h 1820101"/>
                <a:gd name="connsiteX7" fmla="*/ 843159 w 1506890"/>
                <a:gd name="connsiteY7" fmla="*/ 32673 h 1820101"/>
                <a:gd name="connsiteX8" fmla="*/ 293376 w 1506890"/>
                <a:gd name="connsiteY8" fmla="*/ 461730 h 1820101"/>
                <a:gd name="connsiteX0" fmla="*/ 203955 w 1545103"/>
                <a:gd name="connsiteY0" fmla="*/ 206126 h 1802639"/>
                <a:gd name="connsiteX1" fmla="*/ 42288 w 1545103"/>
                <a:gd name="connsiteY1" fmla="*/ 934206 h 1802639"/>
                <a:gd name="connsiteX2" fmla="*/ 427704 w 1545103"/>
                <a:gd name="connsiteY2" fmla="*/ 1755454 h 1802639"/>
                <a:gd name="connsiteX3" fmla="*/ 1068944 w 1545103"/>
                <a:gd name="connsiteY3" fmla="*/ 1558705 h 1802639"/>
                <a:gd name="connsiteX4" fmla="*/ 1509750 w 1545103"/>
                <a:gd name="connsiteY4" fmla="*/ 1504819 h 1802639"/>
                <a:gd name="connsiteX5" fmla="*/ 1510798 w 1545103"/>
                <a:gd name="connsiteY5" fmla="*/ 666862 h 1802639"/>
                <a:gd name="connsiteX6" fmla="*/ 1450262 w 1545103"/>
                <a:gd name="connsiteY6" fmla="*/ 85598 h 1802639"/>
                <a:gd name="connsiteX7" fmla="*/ 881372 w 1545103"/>
                <a:gd name="connsiteY7" fmla="*/ 15211 h 1802639"/>
                <a:gd name="connsiteX8" fmla="*/ 203955 w 1545103"/>
                <a:gd name="connsiteY8" fmla="*/ 206126 h 1802639"/>
                <a:gd name="connsiteX0" fmla="*/ 147252 w 1634267"/>
                <a:gd name="connsiteY0" fmla="*/ 113266 h 1796376"/>
                <a:gd name="connsiteX1" fmla="*/ 131452 w 1634267"/>
                <a:gd name="connsiteY1" fmla="*/ 927943 h 1796376"/>
                <a:gd name="connsiteX2" fmla="*/ 516868 w 1634267"/>
                <a:gd name="connsiteY2" fmla="*/ 1749191 h 1796376"/>
                <a:gd name="connsiteX3" fmla="*/ 1158108 w 1634267"/>
                <a:gd name="connsiteY3" fmla="*/ 1552442 h 1796376"/>
                <a:gd name="connsiteX4" fmla="*/ 1598914 w 1634267"/>
                <a:gd name="connsiteY4" fmla="*/ 1498556 h 1796376"/>
                <a:gd name="connsiteX5" fmla="*/ 1599962 w 1634267"/>
                <a:gd name="connsiteY5" fmla="*/ 660599 h 1796376"/>
                <a:gd name="connsiteX6" fmla="*/ 1539426 w 1634267"/>
                <a:gd name="connsiteY6" fmla="*/ 79335 h 1796376"/>
                <a:gd name="connsiteX7" fmla="*/ 970536 w 1634267"/>
                <a:gd name="connsiteY7" fmla="*/ 8948 h 1796376"/>
                <a:gd name="connsiteX8" fmla="*/ 147252 w 1634267"/>
                <a:gd name="connsiteY8" fmla="*/ 113266 h 1796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34267" h="1796376">
                  <a:moveTo>
                    <a:pt x="147252" y="113266"/>
                  </a:moveTo>
                  <a:cubicBezTo>
                    <a:pt x="-139307" y="245497"/>
                    <a:pt x="69849" y="655289"/>
                    <a:pt x="131452" y="927943"/>
                  </a:cubicBezTo>
                  <a:cubicBezTo>
                    <a:pt x="193055" y="1200597"/>
                    <a:pt x="345759" y="1645108"/>
                    <a:pt x="516868" y="1749191"/>
                  </a:cubicBezTo>
                  <a:cubicBezTo>
                    <a:pt x="687977" y="1853274"/>
                    <a:pt x="1013294" y="1784070"/>
                    <a:pt x="1158108" y="1552442"/>
                  </a:cubicBezTo>
                  <a:cubicBezTo>
                    <a:pt x="1302922" y="1320814"/>
                    <a:pt x="1525272" y="1647197"/>
                    <a:pt x="1598914" y="1498556"/>
                  </a:cubicBezTo>
                  <a:cubicBezTo>
                    <a:pt x="1672556" y="1349916"/>
                    <a:pt x="1609877" y="897136"/>
                    <a:pt x="1599962" y="660599"/>
                  </a:cubicBezTo>
                  <a:cubicBezTo>
                    <a:pt x="1590047" y="424062"/>
                    <a:pt x="1578419" y="187943"/>
                    <a:pt x="1539426" y="79335"/>
                  </a:cubicBezTo>
                  <a:cubicBezTo>
                    <a:pt x="1500433" y="-29273"/>
                    <a:pt x="1202565" y="3293"/>
                    <a:pt x="970536" y="8948"/>
                  </a:cubicBezTo>
                  <a:cubicBezTo>
                    <a:pt x="738507" y="14603"/>
                    <a:pt x="433811" y="-18965"/>
                    <a:pt x="147252" y="11326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7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59DB778E-F23D-6C41-8A2D-8F08BD46CBCB}"/>
                </a:ext>
              </a:extLst>
            </p:cNvPr>
            <p:cNvSpPr txBox="1"/>
            <p:nvPr/>
          </p:nvSpPr>
          <p:spPr>
            <a:xfrm>
              <a:off x="9427201" y="1851195"/>
              <a:ext cx="1725088" cy="2862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national or global ISP</a:t>
              </a:r>
            </a:p>
          </p:txBody>
        </p:sp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2DCB9395-41DC-D844-A0B1-59B5BDD3151F}"/>
                </a:ext>
              </a:extLst>
            </p:cNvPr>
            <p:cNvSpPr/>
            <p:nvPr/>
          </p:nvSpPr>
          <p:spPr>
            <a:xfrm>
              <a:off x="9279068" y="3677908"/>
              <a:ext cx="305749" cy="197847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3" name="TextBox 652">
              <a:extLst>
                <a:ext uri="{FF2B5EF4-FFF2-40B4-BE49-F238E27FC236}">
                  <a16:creationId xmlns:a16="http://schemas.microsoft.com/office/drawing/2014/main" id="{C34CA97E-4007-3540-925A-3C739C254049}"/>
                </a:ext>
              </a:extLst>
            </p:cNvPr>
            <p:cNvSpPr txBox="1"/>
            <p:nvPr/>
          </p:nvSpPr>
          <p:spPr>
            <a:xfrm>
              <a:off x="8766162" y="3447919"/>
              <a:ext cx="1040639" cy="4801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local or regional ISP</a:t>
              </a:r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7DCF99E9-1DFC-0241-B2E7-471998268663}"/>
                </a:ext>
              </a:extLst>
            </p:cNvPr>
            <p:cNvSpPr txBox="1"/>
            <p:nvPr/>
          </p:nvSpPr>
          <p:spPr>
            <a:xfrm>
              <a:off x="10917767" y="4677937"/>
              <a:ext cx="813043" cy="3831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datacenter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173BD163-3F4D-944E-B86B-3275B779D5A8}"/>
                </a:ext>
              </a:extLst>
            </p:cNvPr>
            <p:cNvSpPr txBox="1"/>
            <p:nvPr/>
          </p:nvSpPr>
          <p:spPr>
            <a:xfrm>
              <a:off x="10063018" y="4228248"/>
              <a:ext cx="843051" cy="6740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content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provider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830" name="Straight Connector 829">
              <a:extLst>
                <a:ext uri="{FF2B5EF4-FFF2-40B4-BE49-F238E27FC236}">
                  <a16:creationId xmlns:a16="http://schemas.microsoft.com/office/drawing/2014/main" id="{B163CA8C-EB1E-A14C-9A66-BC297C1207E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>
              <a:extLst>
                <a:ext uri="{FF2B5EF4-FFF2-40B4-BE49-F238E27FC236}">
                  <a16:creationId xmlns:a16="http://schemas.microsoft.com/office/drawing/2014/main" id="{5423E50E-9196-7E41-B2E3-7EFFBB80785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>
              <a:extLst>
                <a:ext uri="{FF2B5EF4-FFF2-40B4-BE49-F238E27FC236}">
                  <a16:creationId xmlns:a16="http://schemas.microsoft.com/office/drawing/2014/main" id="{D736E0FF-D607-3B4C-A87A-D415301D67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>
              <a:extLst>
                <a:ext uri="{FF2B5EF4-FFF2-40B4-BE49-F238E27FC236}">
                  <a16:creationId xmlns:a16="http://schemas.microsoft.com/office/drawing/2014/main" id="{412118DA-F614-8A42-80A7-8D427CB9D06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>
              <a:extLst>
                <a:ext uri="{FF2B5EF4-FFF2-40B4-BE49-F238E27FC236}">
                  <a16:creationId xmlns:a16="http://schemas.microsoft.com/office/drawing/2014/main" id="{1F000A1C-019C-AC40-8B26-99394BC90A3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>
              <a:extLst>
                <a:ext uri="{FF2B5EF4-FFF2-40B4-BE49-F238E27FC236}">
                  <a16:creationId xmlns:a16="http://schemas.microsoft.com/office/drawing/2014/main" id="{E581177E-ADBB-324A-BE56-FFA64730F3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D0BFF2F4-0B07-CF45-A69B-7B91FA12DE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>
              <a:extLst>
                <a:ext uri="{FF2B5EF4-FFF2-40B4-BE49-F238E27FC236}">
                  <a16:creationId xmlns:a16="http://schemas.microsoft.com/office/drawing/2014/main" id="{E3568D00-797E-F542-B47B-DC40257A1A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B5D2DFB3-E4DE-3C49-8F72-DC09F553A5F3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id="{F9A85AAA-3DAA-6946-B559-D97F731B61D5}"/>
                </a:ext>
              </a:extLst>
            </p:cNvPr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>
              <a:extLst>
                <a:ext uri="{FF2B5EF4-FFF2-40B4-BE49-F238E27FC236}">
                  <a16:creationId xmlns:a16="http://schemas.microsoft.com/office/drawing/2014/main" id="{12CE73BA-DDE8-5741-9E5E-64CA353BA9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4429D23B-C424-D54E-A99F-D3FC646B3D08}"/>
                </a:ext>
              </a:extLst>
            </p:cNvPr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C0FB38C4-8D4E-FD46-8BA5-A01F983C9AF5}"/>
                  </a:ext>
                </a:extLst>
              </p:cNvPr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>
                  <a:extLst>
                    <a:ext uri="{FF2B5EF4-FFF2-40B4-BE49-F238E27FC236}">
                      <a16:creationId xmlns:a16="http://schemas.microsoft.com/office/drawing/2014/main" id="{28DDE19D-11FD-214B-B68A-9F6AAEA3AA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8" name="Line 435">
                  <a:extLst>
                    <a:ext uri="{FF2B5EF4-FFF2-40B4-BE49-F238E27FC236}">
                      <a16:creationId xmlns:a16="http://schemas.microsoft.com/office/drawing/2014/main" id="{D2EFF5DE-9380-7D46-847C-7986E80C63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7" name="Line 440">
                  <a:extLst>
                    <a:ext uri="{FF2B5EF4-FFF2-40B4-BE49-F238E27FC236}">
                      <a16:creationId xmlns:a16="http://schemas.microsoft.com/office/drawing/2014/main" id="{E3BCB46D-EF32-8C42-A43A-1B0DAF759B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CE6E1140-BC2F-9947-9B51-91DC5079ABB1}"/>
                    </a:ext>
                  </a:extLst>
                </p:cNvPr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9EF5B4FA-3960-F54C-936B-C64147078447}"/>
                    </a:ext>
                  </a:extLst>
                </p:cNvPr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691B45AC-C5E3-D24E-9C63-05D00B08C71D}"/>
                    </a:ext>
                  </a:extLst>
                </p:cNvPr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59EB46BB-F3EA-4248-B631-AC80BEB74EF0}"/>
                    </a:ext>
                  </a:extLst>
                </p:cNvPr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C562C7DD-3FD1-0E4C-B308-744C6C87FC79}"/>
                    </a:ext>
                  </a:extLst>
                </p:cNvPr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6793D61B-AD50-A246-A5C0-38DF48C17738}"/>
                    </a:ext>
                  </a:extLst>
                </p:cNvPr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EDD09B84-3AA8-0948-AB6C-1D5CBFFC5293}"/>
                    </a:ext>
                  </a:extLst>
                </p:cNvPr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C777BA08-17B1-254B-BCB6-583E10254EC6}"/>
                    </a:ext>
                  </a:extLst>
                </p:cNvPr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>
                  <a:extLst>
                    <a:ext uri="{FF2B5EF4-FFF2-40B4-BE49-F238E27FC236}">
                      <a16:creationId xmlns:a16="http://schemas.microsoft.com/office/drawing/2014/main" id="{C44ADC96-78DA-C64F-AF97-4FFA68D2E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" name="Line 424">
                  <a:extLst>
                    <a:ext uri="{FF2B5EF4-FFF2-40B4-BE49-F238E27FC236}">
                      <a16:creationId xmlns:a16="http://schemas.microsoft.com/office/drawing/2014/main" id="{845B46BE-685D-2D4E-AD26-5684794D19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262" name="Picture 778" descr="antenna_radiation_stylized">
                <a:extLst>
                  <a:ext uri="{FF2B5EF4-FFF2-40B4-BE49-F238E27FC236}">
                    <a16:creationId xmlns:a16="http://schemas.microsoft.com/office/drawing/2014/main" id="{B73E5F98-BC74-DB47-BA02-5F29DC675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>
                <a:extLst>
                  <a:ext uri="{FF2B5EF4-FFF2-40B4-BE49-F238E27FC236}">
                    <a16:creationId xmlns:a16="http://schemas.microsoft.com/office/drawing/2014/main" id="{5F858A2F-D0F0-7E47-8EF1-4C37898F9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>
                <a:extLst>
                  <a:ext uri="{FF2B5EF4-FFF2-40B4-BE49-F238E27FC236}">
                    <a16:creationId xmlns:a16="http://schemas.microsoft.com/office/drawing/2014/main" id="{271D03F6-D85B-EC41-803D-EFAA96DAE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39" name="Line 426">
              <a:extLst>
                <a:ext uri="{FF2B5EF4-FFF2-40B4-BE49-F238E27FC236}">
                  <a16:creationId xmlns:a16="http://schemas.microsoft.com/office/drawing/2014/main" id="{DDAEB50C-98DD-DA43-B9C4-9AB7F9ED5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07860" y="2700359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41" name="Group 783">
              <a:extLst>
                <a:ext uri="{FF2B5EF4-FFF2-40B4-BE49-F238E27FC236}">
                  <a16:creationId xmlns:a16="http://schemas.microsoft.com/office/drawing/2014/main" id="{02FEAFB4-9831-B64A-9F54-92C532E8F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0698" y="2309376"/>
              <a:ext cx="298450" cy="464008"/>
              <a:chOff x="3130" y="3288"/>
              <a:chExt cx="410" cy="742"/>
            </a:xfrm>
          </p:grpSpPr>
          <p:sp>
            <p:nvSpPr>
              <p:cNvPr id="244" name="Line 270">
                <a:extLst>
                  <a:ext uri="{FF2B5EF4-FFF2-40B4-BE49-F238E27FC236}">
                    <a16:creationId xmlns:a16="http://schemas.microsoft.com/office/drawing/2014/main" id="{A9300902-94F3-8949-9A54-8B95986ACB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5" name="Line 271">
                <a:extLst>
                  <a:ext uri="{FF2B5EF4-FFF2-40B4-BE49-F238E27FC236}">
                    <a16:creationId xmlns:a16="http://schemas.microsoft.com/office/drawing/2014/main" id="{B93F32E3-8690-BD4B-B848-94E1FAAB5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Line 272">
                <a:extLst>
                  <a:ext uri="{FF2B5EF4-FFF2-40B4-BE49-F238E27FC236}">
                    <a16:creationId xmlns:a16="http://schemas.microsoft.com/office/drawing/2014/main" id="{AB0BEDC3-F0F0-4E42-A55F-57AC0548D5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7" name="Line 273">
                <a:extLst>
                  <a:ext uri="{FF2B5EF4-FFF2-40B4-BE49-F238E27FC236}">
                    <a16:creationId xmlns:a16="http://schemas.microsoft.com/office/drawing/2014/main" id="{3AF299DE-8F54-D84C-B398-5B3B44C53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8" name="Line 274">
                <a:extLst>
                  <a:ext uri="{FF2B5EF4-FFF2-40B4-BE49-F238E27FC236}">
                    <a16:creationId xmlns:a16="http://schemas.microsoft.com/office/drawing/2014/main" id="{C2005C3C-C4BA-FD44-A127-E5C4FE594D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9" name="Line 275">
                <a:extLst>
                  <a:ext uri="{FF2B5EF4-FFF2-40B4-BE49-F238E27FC236}">
                    <a16:creationId xmlns:a16="http://schemas.microsoft.com/office/drawing/2014/main" id="{948DF918-9246-AF45-A55F-C5B7436635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0" name="Line 276">
                <a:extLst>
                  <a:ext uri="{FF2B5EF4-FFF2-40B4-BE49-F238E27FC236}">
                    <a16:creationId xmlns:a16="http://schemas.microsoft.com/office/drawing/2014/main" id="{3D1534AB-9253-A140-B4C5-81F085C452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1" name="Line 277">
                <a:extLst>
                  <a:ext uri="{FF2B5EF4-FFF2-40B4-BE49-F238E27FC236}">
                    <a16:creationId xmlns:a16="http://schemas.microsoft.com/office/drawing/2014/main" id="{3BA377A2-6A51-F64B-AA8B-4FB90FAA7D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2" name="Line 278">
                <a:extLst>
                  <a:ext uri="{FF2B5EF4-FFF2-40B4-BE49-F238E27FC236}">
                    <a16:creationId xmlns:a16="http://schemas.microsoft.com/office/drawing/2014/main" id="{FA310FA6-4B1E-0047-8066-8AF44673F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3" name="Line 279">
                <a:extLst>
                  <a:ext uri="{FF2B5EF4-FFF2-40B4-BE49-F238E27FC236}">
                    <a16:creationId xmlns:a16="http://schemas.microsoft.com/office/drawing/2014/main" id="{254B094E-F3D3-0F46-BF4E-A226644B01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4" name="Line 280">
                <a:extLst>
                  <a:ext uri="{FF2B5EF4-FFF2-40B4-BE49-F238E27FC236}">
                    <a16:creationId xmlns:a16="http://schemas.microsoft.com/office/drawing/2014/main" id="{9805319A-9CA5-7340-811A-8DBCB5A2BA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5" name="Line 281">
                <a:extLst>
                  <a:ext uri="{FF2B5EF4-FFF2-40B4-BE49-F238E27FC236}">
                    <a16:creationId xmlns:a16="http://schemas.microsoft.com/office/drawing/2014/main" id="{6042C4DF-7427-904B-A064-26708AF480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6" name="Line 282">
                <a:extLst>
                  <a:ext uri="{FF2B5EF4-FFF2-40B4-BE49-F238E27FC236}">
                    <a16:creationId xmlns:a16="http://schemas.microsoft.com/office/drawing/2014/main" id="{21FF36A4-E56F-C94A-8E67-9A6E4DA844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7" name="Line 283">
                <a:extLst>
                  <a:ext uri="{FF2B5EF4-FFF2-40B4-BE49-F238E27FC236}">
                    <a16:creationId xmlns:a16="http://schemas.microsoft.com/office/drawing/2014/main" id="{C6A0831D-FA2C-E744-8FE0-FDFDDB5FDD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8" name="Line 284">
                <a:extLst>
                  <a:ext uri="{FF2B5EF4-FFF2-40B4-BE49-F238E27FC236}">
                    <a16:creationId xmlns:a16="http://schemas.microsoft.com/office/drawing/2014/main" id="{65548550-729A-4849-9DC4-127F8FE86B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pic>
          <p:nvPicPr>
            <p:cNvPr id="261" name="Picture 777" descr="access_point_stylized_small">
              <a:extLst>
                <a:ext uri="{FF2B5EF4-FFF2-40B4-BE49-F238E27FC236}">
                  <a16:creationId xmlns:a16="http://schemas.microsoft.com/office/drawing/2014/main" id="{FA9A412B-D725-D449-8707-A3626DCB48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3882" y="3861899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>
              <a:extLst>
                <a:ext uri="{FF2B5EF4-FFF2-40B4-BE49-F238E27FC236}">
                  <a16:creationId xmlns:a16="http://schemas.microsoft.com/office/drawing/2014/main" id="{AC22920E-0555-BA45-9B6A-B76172153C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0610" y="5524232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DE035BC7-2762-3044-BE80-C91EC827E65C}"/>
                </a:ext>
              </a:extLst>
            </p:cNvPr>
            <p:cNvGrpSpPr/>
            <p:nvPr/>
          </p:nvGrpSpPr>
          <p:grpSpPr>
            <a:xfrm>
              <a:off x="9783558" y="4989983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BEE06200-7AF9-4A43-9447-2349DCBFF94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3340A80C-5091-6D49-89E5-375F02E948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id="{B2821126-95C5-B044-AEBC-BA333FAF6B2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>
                  <a:extLst>
                    <a:ext uri="{FF2B5EF4-FFF2-40B4-BE49-F238E27FC236}">
                      <a16:creationId xmlns:a16="http://schemas.microsoft.com/office/drawing/2014/main" id="{B76A81D4-5DC8-C241-B209-B819BC6D74F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6" name="Freeform 475">
                  <a:extLst>
                    <a:ext uri="{FF2B5EF4-FFF2-40B4-BE49-F238E27FC236}">
                      <a16:creationId xmlns:a16="http://schemas.microsoft.com/office/drawing/2014/main" id="{6F6ED06A-086C-754C-BE82-59E2830CF0D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7" name="Freeform 476">
                  <a:extLst>
                    <a:ext uri="{FF2B5EF4-FFF2-40B4-BE49-F238E27FC236}">
                      <a16:creationId xmlns:a16="http://schemas.microsoft.com/office/drawing/2014/main" id="{A32340AB-4CC3-5442-987B-A47EF2040F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AC0AB71B-FD2B-9C4A-AE22-B586FC33568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60B6F784-668B-5D4B-A622-66CCE6350B84}"/>
                </a:ext>
              </a:extLst>
            </p:cNvPr>
            <p:cNvGrpSpPr/>
            <p:nvPr/>
          </p:nvGrpSpPr>
          <p:grpSpPr>
            <a:xfrm>
              <a:off x="9849365" y="5339037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>
                <a:extLst>
                  <a:ext uri="{FF2B5EF4-FFF2-40B4-BE49-F238E27FC236}">
                    <a16:creationId xmlns:a16="http://schemas.microsoft.com/office/drawing/2014/main" id="{275B9F34-60F1-4A43-AAD4-D58802DAAC8F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2" name="Freeform 521">
                <a:extLst>
                  <a:ext uri="{FF2B5EF4-FFF2-40B4-BE49-F238E27FC236}">
                    <a16:creationId xmlns:a16="http://schemas.microsoft.com/office/drawing/2014/main" id="{778A1510-2C69-F848-B6B3-6C73FF16369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85BFF772-B3A6-F548-BDE0-8AEB95F33FBE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id="{B37A32DB-8119-5447-A58C-87AD1FDF0EB7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id="{58EF4D92-6D83-864D-92A9-A1264053688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79E03014-7882-0546-B7FE-50715AB53593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id="{530508B2-B7B9-B347-8151-5F7967C6BEDA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11A03BFE-097D-3B42-AA2B-11FFEA70FF5B}"/>
                </a:ext>
              </a:extLst>
            </p:cNvPr>
            <p:cNvGrpSpPr/>
            <p:nvPr/>
          </p:nvGrpSpPr>
          <p:grpSpPr>
            <a:xfrm>
              <a:off x="8676619" y="4967420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89B10910-D4AF-3246-860A-25F1D908938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81" name="Oval 480">
                <a:extLst>
                  <a:ext uri="{FF2B5EF4-FFF2-40B4-BE49-F238E27FC236}">
                    <a16:creationId xmlns:a16="http://schemas.microsoft.com/office/drawing/2014/main" id="{F9BAB47F-DDD3-BE44-9A9E-FC2F670519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82" name="Group 481">
                <a:extLst>
                  <a:ext uri="{FF2B5EF4-FFF2-40B4-BE49-F238E27FC236}">
                    <a16:creationId xmlns:a16="http://schemas.microsoft.com/office/drawing/2014/main" id="{753018A5-48AB-6D40-BB99-E6281192F8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>
                  <a:extLst>
                    <a:ext uri="{FF2B5EF4-FFF2-40B4-BE49-F238E27FC236}">
                      <a16:creationId xmlns:a16="http://schemas.microsoft.com/office/drawing/2014/main" id="{BD7DB5A0-40AC-504F-93F8-89A5617E2AE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4" name="Freeform 483">
                  <a:extLst>
                    <a:ext uri="{FF2B5EF4-FFF2-40B4-BE49-F238E27FC236}">
                      <a16:creationId xmlns:a16="http://schemas.microsoft.com/office/drawing/2014/main" id="{DBEBB83D-40BF-8849-BAAA-59AB22EA085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18930CC0-2525-0C49-9555-463122A4FBB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0C651989-7B8A-F043-A1B6-F47D8764FCE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29" name="Group 528">
              <a:extLst>
                <a:ext uri="{FF2B5EF4-FFF2-40B4-BE49-F238E27FC236}">
                  <a16:creationId xmlns:a16="http://schemas.microsoft.com/office/drawing/2014/main" id="{DE45D3AB-47E3-364E-81D6-324D69CE101C}"/>
                </a:ext>
              </a:extLst>
            </p:cNvPr>
            <p:cNvGrpSpPr/>
            <p:nvPr/>
          </p:nvGrpSpPr>
          <p:grpSpPr>
            <a:xfrm>
              <a:off x="8311520" y="5194433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>
                <a:extLst>
                  <a:ext uri="{FF2B5EF4-FFF2-40B4-BE49-F238E27FC236}">
                    <a16:creationId xmlns:a16="http://schemas.microsoft.com/office/drawing/2014/main" id="{72425686-3D93-0646-A923-6ADF75485CDC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1" name="Freeform 530">
                <a:extLst>
                  <a:ext uri="{FF2B5EF4-FFF2-40B4-BE49-F238E27FC236}">
                    <a16:creationId xmlns:a16="http://schemas.microsoft.com/office/drawing/2014/main" id="{6ADFF160-CF04-7049-A6D4-1C789FDD39AE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32" name="Group 531">
                <a:extLst>
                  <a:ext uri="{FF2B5EF4-FFF2-40B4-BE49-F238E27FC236}">
                    <a16:creationId xmlns:a16="http://schemas.microsoft.com/office/drawing/2014/main" id="{AFDD9D33-8D17-F840-A9A5-3807DD3BA314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3AF3452D-972F-6944-8123-ECA4288786D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BA43E42C-CD9B-1744-BEEC-9E664114AC8E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42EF7BB0-4257-F646-805E-AFBA92B62F9D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6" name="Freeform 535">
                  <a:extLst>
                    <a:ext uri="{FF2B5EF4-FFF2-40B4-BE49-F238E27FC236}">
                      <a16:creationId xmlns:a16="http://schemas.microsoft.com/office/drawing/2014/main" id="{95AEC175-56C0-C14B-9DC5-693400B124AB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CBD7A282-C22D-714A-88F1-C7D4EDD107F8}"/>
                </a:ext>
              </a:extLst>
            </p:cNvPr>
            <p:cNvGrpSpPr/>
            <p:nvPr/>
          </p:nvGrpSpPr>
          <p:grpSpPr>
            <a:xfrm>
              <a:off x="8439827" y="2812309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3C206862-9269-EE48-877D-EE261101A4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09" name="Oval 408">
                <a:extLst>
                  <a:ext uri="{FF2B5EF4-FFF2-40B4-BE49-F238E27FC236}">
                    <a16:creationId xmlns:a16="http://schemas.microsoft.com/office/drawing/2014/main" id="{9B69A2C6-F31C-E749-B77A-1818B15E1B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10" name="Group 409">
                <a:extLst>
                  <a:ext uri="{FF2B5EF4-FFF2-40B4-BE49-F238E27FC236}">
                    <a16:creationId xmlns:a16="http://schemas.microsoft.com/office/drawing/2014/main" id="{08BE9AB8-F5DA-4D4A-9621-9AB05D691F0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56E730F0-5BB3-6446-9D5B-82D51B9EDAF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5BA37E27-2FC6-BA43-8A97-14171CB51FD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CCB37CB3-304F-6144-85D0-8B420BDD088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4" name="Freeform 413">
                  <a:extLst>
                    <a:ext uri="{FF2B5EF4-FFF2-40B4-BE49-F238E27FC236}">
                      <a16:creationId xmlns:a16="http://schemas.microsoft.com/office/drawing/2014/main" id="{BD0CA8E5-A033-834A-A402-E2EFB2FBBF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0DE4078-0801-A244-9A82-F7502B8B24A0}"/>
                </a:ext>
              </a:extLst>
            </p:cNvPr>
            <p:cNvGrpSpPr/>
            <p:nvPr/>
          </p:nvGrpSpPr>
          <p:grpSpPr>
            <a:xfrm>
              <a:off x="8050070" y="3965994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id="{EA784F43-D793-4342-92F3-EBC3632212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17" name="Oval 416">
                <a:extLst>
                  <a:ext uri="{FF2B5EF4-FFF2-40B4-BE49-F238E27FC236}">
                    <a16:creationId xmlns:a16="http://schemas.microsoft.com/office/drawing/2014/main" id="{75841943-4184-5D4E-AAD4-8FEAC9D7330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18" name="Group 417">
                <a:extLst>
                  <a:ext uri="{FF2B5EF4-FFF2-40B4-BE49-F238E27FC236}">
                    <a16:creationId xmlns:a16="http://schemas.microsoft.com/office/drawing/2014/main" id="{23FBC748-DCBA-AA41-A6F7-895374D50C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>
                  <a:extLst>
                    <a:ext uri="{FF2B5EF4-FFF2-40B4-BE49-F238E27FC236}">
                      <a16:creationId xmlns:a16="http://schemas.microsoft.com/office/drawing/2014/main" id="{96DA1F2B-2063-8C40-BF46-086C20D317A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0" name="Freeform 419">
                  <a:extLst>
                    <a:ext uri="{FF2B5EF4-FFF2-40B4-BE49-F238E27FC236}">
                      <a16:creationId xmlns:a16="http://schemas.microsoft.com/office/drawing/2014/main" id="{8A1EF987-02EE-DA4D-8224-02537D5034D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1" name="Freeform 420">
                  <a:extLst>
                    <a:ext uri="{FF2B5EF4-FFF2-40B4-BE49-F238E27FC236}">
                      <a16:creationId xmlns:a16="http://schemas.microsoft.com/office/drawing/2014/main" id="{1FC5854A-AF8F-6841-92AD-B18DDAF1E99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A510FA68-BEB6-B54A-A1D4-984168F8571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55" name="Group 454">
              <a:extLst>
                <a:ext uri="{FF2B5EF4-FFF2-40B4-BE49-F238E27FC236}">
                  <a16:creationId xmlns:a16="http://schemas.microsoft.com/office/drawing/2014/main" id="{52B7B73B-1125-084D-8669-C68CC371DDC6}"/>
                </a:ext>
              </a:extLst>
            </p:cNvPr>
            <p:cNvGrpSpPr/>
            <p:nvPr/>
          </p:nvGrpSpPr>
          <p:grpSpPr>
            <a:xfrm>
              <a:off x="10884085" y="3601365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3196A4F9-B139-4D4B-B210-0318216604F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id="{1D1C7F3A-BE45-014B-AF9C-58CA77DA029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58" name="Group 457">
                <a:extLst>
                  <a:ext uri="{FF2B5EF4-FFF2-40B4-BE49-F238E27FC236}">
                    <a16:creationId xmlns:a16="http://schemas.microsoft.com/office/drawing/2014/main" id="{83DFFE47-64E8-F54C-8ABC-E896DA957F0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>
                  <a:extLst>
                    <a:ext uri="{FF2B5EF4-FFF2-40B4-BE49-F238E27FC236}">
                      <a16:creationId xmlns:a16="http://schemas.microsoft.com/office/drawing/2014/main" id="{2A9F0EE2-8F99-EB4D-9331-7AE3BDCBE9C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0" name="Freeform 459">
                  <a:extLst>
                    <a:ext uri="{FF2B5EF4-FFF2-40B4-BE49-F238E27FC236}">
                      <a16:creationId xmlns:a16="http://schemas.microsoft.com/office/drawing/2014/main" id="{2E314A90-8DB8-2A49-8BB6-D51C2DAE9CF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1" name="Freeform 460">
                  <a:extLst>
                    <a:ext uri="{FF2B5EF4-FFF2-40B4-BE49-F238E27FC236}">
                      <a16:creationId xmlns:a16="http://schemas.microsoft.com/office/drawing/2014/main" id="{7D8C0277-204E-2B4D-B954-94739B9DE72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2" name="Freeform 461">
                  <a:extLst>
                    <a:ext uri="{FF2B5EF4-FFF2-40B4-BE49-F238E27FC236}">
                      <a16:creationId xmlns:a16="http://schemas.microsoft.com/office/drawing/2014/main" id="{69955D3C-6D1B-EA40-8228-73DF0156415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15" name="Group 614">
              <a:extLst>
                <a:ext uri="{FF2B5EF4-FFF2-40B4-BE49-F238E27FC236}">
                  <a16:creationId xmlns:a16="http://schemas.microsoft.com/office/drawing/2014/main" id="{E166183D-5423-4E4A-AD63-A361EDE184C0}"/>
                </a:ext>
              </a:extLst>
            </p:cNvPr>
            <p:cNvGrpSpPr/>
            <p:nvPr/>
          </p:nvGrpSpPr>
          <p:grpSpPr>
            <a:xfrm>
              <a:off x="10410609" y="3496138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>
                <a:extLst>
                  <a:ext uri="{FF2B5EF4-FFF2-40B4-BE49-F238E27FC236}">
                    <a16:creationId xmlns:a16="http://schemas.microsoft.com/office/drawing/2014/main" id="{8470D159-2329-7F46-9191-000B96A32C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id="{825BDAE5-F4DB-9148-9BC8-0F6F2D1E653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237F0420-A845-064A-97A2-458F63D673C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>
                  <a:extLst>
                    <a:ext uri="{FF2B5EF4-FFF2-40B4-BE49-F238E27FC236}">
                      <a16:creationId xmlns:a16="http://schemas.microsoft.com/office/drawing/2014/main" id="{D11109B9-8A56-A945-BA04-5A564B1030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0" name="Freeform 619">
                  <a:extLst>
                    <a:ext uri="{FF2B5EF4-FFF2-40B4-BE49-F238E27FC236}">
                      <a16:creationId xmlns:a16="http://schemas.microsoft.com/office/drawing/2014/main" id="{170AB2AC-06DB-034E-A5C4-0C8F62E3BE4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1" name="Freeform 620">
                  <a:extLst>
                    <a:ext uri="{FF2B5EF4-FFF2-40B4-BE49-F238E27FC236}">
                      <a16:creationId xmlns:a16="http://schemas.microsoft.com/office/drawing/2014/main" id="{E41AEAC2-F85C-4A4E-B0B9-D5C02217D60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2" name="Freeform 621">
                  <a:extLst>
                    <a:ext uri="{FF2B5EF4-FFF2-40B4-BE49-F238E27FC236}">
                      <a16:creationId xmlns:a16="http://schemas.microsoft.com/office/drawing/2014/main" id="{7955A7EE-741F-9740-8344-A2BC817675A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C471E59B-7A0B-AE4F-95D6-F76514D2D55A}"/>
                </a:ext>
              </a:extLst>
            </p:cNvPr>
            <p:cNvGrpSpPr/>
            <p:nvPr/>
          </p:nvGrpSpPr>
          <p:grpSpPr>
            <a:xfrm>
              <a:off x="9948724" y="2202292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>
                <a:extLst>
                  <a:ext uri="{FF2B5EF4-FFF2-40B4-BE49-F238E27FC236}">
                    <a16:creationId xmlns:a16="http://schemas.microsoft.com/office/drawing/2014/main" id="{8CD016E7-5480-8E4E-94F7-201A1C6046D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id="{593A573C-B6D6-684E-BA73-8F7F7FA8D57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80" name="Group 579">
                <a:extLst>
                  <a:ext uri="{FF2B5EF4-FFF2-40B4-BE49-F238E27FC236}">
                    <a16:creationId xmlns:a16="http://schemas.microsoft.com/office/drawing/2014/main" id="{2C09AC60-D16C-A948-B25E-01CF60EAAD7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>
                  <a:extLst>
                    <a:ext uri="{FF2B5EF4-FFF2-40B4-BE49-F238E27FC236}">
                      <a16:creationId xmlns:a16="http://schemas.microsoft.com/office/drawing/2014/main" id="{D9A85682-B6A6-2344-B24D-66A792630B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82" name="Freeform 581">
                  <a:extLst>
                    <a:ext uri="{FF2B5EF4-FFF2-40B4-BE49-F238E27FC236}">
                      <a16:creationId xmlns:a16="http://schemas.microsoft.com/office/drawing/2014/main" id="{52EBCF47-0621-B64C-B884-20683D14D9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83" name="Freeform 582">
                  <a:extLst>
                    <a:ext uri="{FF2B5EF4-FFF2-40B4-BE49-F238E27FC236}">
                      <a16:creationId xmlns:a16="http://schemas.microsoft.com/office/drawing/2014/main" id="{83AAD1CC-D818-A245-9CF9-C4877A62A5D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84" name="Freeform 583">
                  <a:extLst>
                    <a:ext uri="{FF2B5EF4-FFF2-40B4-BE49-F238E27FC236}">
                      <a16:creationId xmlns:a16="http://schemas.microsoft.com/office/drawing/2014/main" id="{51F55DD1-3A8F-0242-A470-690BE99AC68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93" name="Group 592">
              <a:extLst>
                <a:ext uri="{FF2B5EF4-FFF2-40B4-BE49-F238E27FC236}">
                  <a16:creationId xmlns:a16="http://schemas.microsoft.com/office/drawing/2014/main" id="{7BF36121-B4F6-2447-9F5B-F29B627F3B2A}"/>
                </a:ext>
              </a:extLst>
            </p:cNvPr>
            <p:cNvGrpSpPr/>
            <p:nvPr/>
          </p:nvGrpSpPr>
          <p:grpSpPr>
            <a:xfrm>
              <a:off x="10527214" y="2613367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D13949CD-BE6A-5744-98EE-61BE5EE60D4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id="{F3651F16-DD17-4D47-9A8D-8EFA601CA85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96" name="Group 595">
                <a:extLst>
                  <a:ext uri="{FF2B5EF4-FFF2-40B4-BE49-F238E27FC236}">
                    <a16:creationId xmlns:a16="http://schemas.microsoft.com/office/drawing/2014/main" id="{10CA9012-91B2-A449-8A2E-65BA6061B48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>
                  <a:extLst>
                    <a:ext uri="{FF2B5EF4-FFF2-40B4-BE49-F238E27FC236}">
                      <a16:creationId xmlns:a16="http://schemas.microsoft.com/office/drawing/2014/main" id="{964BBEA0-D220-6747-850B-459388ABF25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8" name="Freeform 597">
                  <a:extLst>
                    <a:ext uri="{FF2B5EF4-FFF2-40B4-BE49-F238E27FC236}">
                      <a16:creationId xmlns:a16="http://schemas.microsoft.com/office/drawing/2014/main" id="{ADEC5ED7-ED4C-584D-AB78-AA02A93E946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9" name="Freeform 598">
                  <a:extLst>
                    <a:ext uri="{FF2B5EF4-FFF2-40B4-BE49-F238E27FC236}">
                      <a16:creationId xmlns:a16="http://schemas.microsoft.com/office/drawing/2014/main" id="{F45598BF-44BC-354D-9020-97A874C585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0" name="Freeform 599">
                  <a:extLst>
                    <a:ext uri="{FF2B5EF4-FFF2-40B4-BE49-F238E27FC236}">
                      <a16:creationId xmlns:a16="http://schemas.microsoft.com/office/drawing/2014/main" id="{3A2BDF5D-2CA0-2145-8059-D8F121D4D32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01" name="Group 600">
              <a:extLst>
                <a:ext uri="{FF2B5EF4-FFF2-40B4-BE49-F238E27FC236}">
                  <a16:creationId xmlns:a16="http://schemas.microsoft.com/office/drawing/2014/main" id="{187A607B-CA61-BE46-8032-8E34596E7689}"/>
                </a:ext>
              </a:extLst>
            </p:cNvPr>
            <p:cNvGrpSpPr/>
            <p:nvPr/>
          </p:nvGrpSpPr>
          <p:grpSpPr>
            <a:xfrm>
              <a:off x="10643825" y="2107963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id="{EB8C3753-6F83-F64B-9439-656B124AA3B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id="{F476EE06-2893-8D4D-AF54-92697A0FE8A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5DED3EC9-29B0-8D48-BC37-13731DFE683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>
                  <a:extLst>
                    <a:ext uri="{FF2B5EF4-FFF2-40B4-BE49-F238E27FC236}">
                      <a16:creationId xmlns:a16="http://schemas.microsoft.com/office/drawing/2014/main" id="{D08D678C-613A-3543-B832-EE51616C693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6" name="Freeform 605">
                  <a:extLst>
                    <a:ext uri="{FF2B5EF4-FFF2-40B4-BE49-F238E27FC236}">
                      <a16:creationId xmlns:a16="http://schemas.microsoft.com/office/drawing/2014/main" id="{9EB7819C-4684-3347-AA14-421D743ECB9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7" name="Freeform 606">
                  <a:extLst>
                    <a:ext uri="{FF2B5EF4-FFF2-40B4-BE49-F238E27FC236}">
                      <a16:creationId xmlns:a16="http://schemas.microsoft.com/office/drawing/2014/main" id="{F23E654E-4CEA-E346-A508-15310ABC704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8" name="Freeform 607">
                  <a:extLst>
                    <a:ext uri="{FF2B5EF4-FFF2-40B4-BE49-F238E27FC236}">
                      <a16:creationId xmlns:a16="http://schemas.microsoft.com/office/drawing/2014/main" id="{EF443A10-9F41-BB4D-8E65-E94AEE09BDA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id="{7CCD8656-0FD3-B844-BC6C-33CE0577598D}"/>
                </a:ext>
              </a:extLst>
            </p:cNvPr>
            <p:cNvGrpSpPr/>
            <p:nvPr/>
          </p:nvGrpSpPr>
          <p:grpSpPr>
            <a:xfrm>
              <a:off x="9098788" y="3956624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>
                <a:extLst>
                  <a:ext uri="{FF2B5EF4-FFF2-40B4-BE49-F238E27FC236}">
                    <a16:creationId xmlns:a16="http://schemas.microsoft.com/office/drawing/2014/main" id="{7CF4B187-63BE-654E-852A-09C69503C97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3B5270E4-3067-1643-B96C-CE5CEE09747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3BECC0F9-CE1F-254B-B04F-1EAA89C59C9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7C55C6EE-4672-4F4F-A2F8-2821804F594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9" name="Freeform 558">
                  <a:extLst>
                    <a:ext uri="{FF2B5EF4-FFF2-40B4-BE49-F238E27FC236}">
                      <a16:creationId xmlns:a16="http://schemas.microsoft.com/office/drawing/2014/main" id="{C3B242E2-FAA3-F340-B7F0-35D87BB6BAA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0" name="Freeform 559">
                  <a:extLst>
                    <a:ext uri="{FF2B5EF4-FFF2-40B4-BE49-F238E27FC236}">
                      <a16:creationId xmlns:a16="http://schemas.microsoft.com/office/drawing/2014/main" id="{87ED7762-177B-454C-AA37-EB518D75B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1" name="Freeform 560">
                  <a:extLst>
                    <a:ext uri="{FF2B5EF4-FFF2-40B4-BE49-F238E27FC236}">
                      <a16:creationId xmlns:a16="http://schemas.microsoft.com/office/drawing/2014/main" id="{AD88A8A1-4E2B-154E-845D-5419478A1D2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85" name="Group 584">
              <a:extLst>
                <a:ext uri="{FF2B5EF4-FFF2-40B4-BE49-F238E27FC236}">
                  <a16:creationId xmlns:a16="http://schemas.microsoft.com/office/drawing/2014/main" id="{1A0C1583-3B4A-E44D-BB19-B20517502EBD}"/>
                </a:ext>
              </a:extLst>
            </p:cNvPr>
            <p:cNvGrpSpPr/>
            <p:nvPr/>
          </p:nvGrpSpPr>
          <p:grpSpPr>
            <a:xfrm>
              <a:off x="9980126" y="2661565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196997C3-A7DB-5041-AC08-10F980FB77EC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id="{5F84A336-003F-D045-8717-1066774A69E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FF876992-AF96-3545-9CEA-A02174E1151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>
                  <a:extLst>
                    <a:ext uri="{FF2B5EF4-FFF2-40B4-BE49-F238E27FC236}">
                      <a16:creationId xmlns:a16="http://schemas.microsoft.com/office/drawing/2014/main" id="{668E6E88-4A46-6C47-A59A-CB9D07441C1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0" name="Freeform 589">
                  <a:extLst>
                    <a:ext uri="{FF2B5EF4-FFF2-40B4-BE49-F238E27FC236}">
                      <a16:creationId xmlns:a16="http://schemas.microsoft.com/office/drawing/2014/main" id="{C179B4BA-1D8B-E542-8032-CCB2C08DB97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1" name="Freeform 590">
                  <a:extLst>
                    <a:ext uri="{FF2B5EF4-FFF2-40B4-BE49-F238E27FC236}">
                      <a16:creationId xmlns:a16="http://schemas.microsoft.com/office/drawing/2014/main" id="{DCACB29E-ABE8-BA42-AD55-DAF519C17B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2" name="Freeform 591">
                  <a:extLst>
                    <a:ext uri="{FF2B5EF4-FFF2-40B4-BE49-F238E27FC236}">
                      <a16:creationId xmlns:a16="http://schemas.microsoft.com/office/drawing/2014/main" id="{FD35A0ED-997C-6D46-9D96-FA8D433982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158E5A4C-7065-8643-BDC2-3A235B56FEA4}"/>
                </a:ext>
              </a:extLst>
            </p:cNvPr>
            <p:cNvGrpSpPr/>
            <p:nvPr/>
          </p:nvGrpSpPr>
          <p:grpSpPr>
            <a:xfrm>
              <a:off x="9497138" y="3394032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>
                <a:extLst>
                  <a:ext uri="{FF2B5EF4-FFF2-40B4-BE49-F238E27FC236}">
                    <a16:creationId xmlns:a16="http://schemas.microsoft.com/office/drawing/2014/main" id="{CA8EFAEE-3EA1-2A49-A68E-588F301B692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40" name="Oval 539">
                <a:extLst>
                  <a:ext uri="{FF2B5EF4-FFF2-40B4-BE49-F238E27FC236}">
                    <a16:creationId xmlns:a16="http://schemas.microsoft.com/office/drawing/2014/main" id="{7A05A3F9-D6B9-D14C-83C8-6C79F0B6B2C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id="{8AAC1FAD-B7BA-744A-8599-5670C6B0E7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id="{A016DA82-50DC-224C-84FF-C492EDE01B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3" name="Freeform 542">
                  <a:extLst>
                    <a:ext uri="{FF2B5EF4-FFF2-40B4-BE49-F238E27FC236}">
                      <a16:creationId xmlns:a16="http://schemas.microsoft.com/office/drawing/2014/main" id="{3D2D51D6-0AC0-9D43-A55C-E94B7DCA77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4" name="Freeform 543">
                  <a:extLst>
                    <a:ext uri="{FF2B5EF4-FFF2-40B4-BE49-F238E27FC236}">
                      <a16:creationId xmlns:a16="http://schemas.microsoft.com/office/drawing/2014/main" id="{76C27F31-4CE4-1242-9801-166D4F66B5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5" name="Freeform 544">
                  <a:extLst>
                    <a:ext uri="{FF2B5EF4-FFF2-40B4-BE49-F238E27FC236}">
                      <a16:creationId xmlns:a16="http://schemas.microsoft.com/office/drawing/2014/main" id="{9BC7E87F-2555-8D4C-80CB-0E2F5F4BB0F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46" name="Group 545">
              <a:extLst>
                <a:ext uri="{FF2B5EF4-FFF2-40B4-BE49-F238E27FC236}">
                  <a16:creationId xmlns:a16="http://schemas.microsoft.com/office/drawing/2014/main" id="{4DAC2AB4-F1E4-D740-A4AF-07EE55303854}"/>
                </a:ext>
              </a:extLst>
            </p:cNvPr>
            <p:cNvGrpSpPr/>
            <p:nvPr/>
          </p:nvGrpSpPr>
          <p:grpSpPr>
            <a:xfrm>
              <a:off x="9601554" y="3999763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>
                <a:extLst>
                  <a:ext uri="{FF2B5EF4-FFF2-40B4-BE49-F238E27FC236}">
                    <a16:creationId xmlns:a16="http://schemas.microsoft.com/office/drawing/2014/main" id="{23E59006-14B9-C64E-A05E-0BD7C00C4A6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48" name="Oval 547">
                <a:extLst>
                  <a:ext uri="{FF2B5EF4-FFF2-40B4-BE49-F238E27FC236}">
                    <a16:creationId xmlns:a16="http://schemas.microsoft.com/office/drawing/2014/main" id="{2AD17789-C54D-4948-95E6-741F42B1FB2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278D7FE0-D307-E941-967D-E4145732CEE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id="{1ADC6420-4AC2-F544-B940-D0A18615CA5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1" name="Freeform 550">
                  <a:extLst>
                    <a:ext uri="{FF2B5EF4-FFF2-40B4-BE49-F238E27FC236}">
                      <a16:creationId xmlns:a16="http://schemas.microsoft.com/office/drawing/2014/main" id="{223E40C5-E2E3-3B42-A86A-26D2D130B7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2" name="Freeform 551">
                  <a:extLst>
                    <a:ext uri="{FF2B5EF4-FFF2-40B4-BE49-F238E27FC236}">
                      <a16:creationId xmlns:a16="http://schemas.microsoft.com/office/drawing/2014/main" id="{C6AA2152-8609-214A-AE62-E7DFD1A9E7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3" name="Freeform 552">
                  <a:extLst>
                    <a:ext uri="{FF2B5EF4-FFF2-40B4-BE49-F238E27FC236}">
                      <a16:creationId xmlns:a16="http://schemas.microsoft.com/office/drawing/2014/main" id="{7CB5E54A-6719-9747-80B7-8D19331BE78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23" name="Group 622">
              <a:extLst>
                <a:ext uri="{FF2B5EF4-FFF2-40B4-BE49-F238E27FC236}">
                  <a16:creationId xmlns:a16="http://schemas.microsoft.com/office/drawing/2014/main" id="{EA34A94C-D92D-084C-BFEA-F4C8DF0AD275}"/>
                </a:ext>
              </a:extLst>
            </p:cNvPr>
            <p:cNvGrpSpPr/>
            <p:nvPr/>
          </p:nvGrpSpPr>
          <p:grpSpPr>
            <a:xfrm>
              <a:off x="10375259" y="3992325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>
                <a:extLst>
                  <a:ext uri="{FF2B5EF4-FFF2-40B4-BE49-F238E27FC236}">
                    <a16:creationId xmlns:a16="http://schemas.microsoft.com/office/drawing/2014/main" id="{E1E1C6E8-4D60-7F43-BB0E-6D883F10D4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25" name="Oval 624">
                <a:extLst>
                  <a:ext uri="{FF2B5EF4-FFF2-40B4-BE49-F238E27FC236}">
                    <a16:creationId xmlns:a16="http://schemas.microsoft.com/office/drawing/2014/main" id="{50975E36-0C2A-6844-A407-23F033DB4BD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26" name="Group 625">
                <a:extLst>
                  <a:ext uri="{FF2B5EF4-FFF2-40B4-BE49-F238E27FC236}">
                    <a16:creationId xmlns:a16="http://schemas.microsoft.com/office/drawing/2014/main" id="{3F7EBA29-30EF-C741-94EE-735398C6CFA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>
                  <a:extLst>
                    <a:ext uri="{FF2B5EF4-FFF2-40B4-BE49-F238E27FC236}">
                      <a16:creationId xmlns:a16="http://schemas.microsoft.com/office/drawing/2014/main" id="{B3AD45B5-1F4B-FF4A-843D-9D062939267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id="{A6F160FF-CBBD-9147-8D0B-92A36BEBF8A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9" name="Freeform 628">
                  <a:extLst>
                    <a:ext uri="{FF2B5EF4-FFF2-40B4-BE49-F238E27FC236}">
                      <a16:creationId xmlns:a16="http://schemas.microsoft.com/office/drawing/2014/main" id="{421F3589-EC70-074A-903F-D618ED6F789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30" name="Freeform 629">
                  <a:extLst>
                    <a:ext uri="{FF2B5EF4-FFF2-40B4-BE49-F238E27FC236}">
                      <a16:creationId xmlns:a16="http://schemas.microsoft.com/office/drawing/2014/main" id="{CEC8DEB8-8E24-2948-9AF6-0F3EF908CD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63" name="Group 462">
              <a:extLst>
                <a:ext uri="{FF2B5EF4-FFF2-40B4-BE49-F238E27FC236}">
                  <a16:creationId xmlns:a16="http://schemas.microsoft.com/office/drawing/2014/main" id="{A8C4B740-B92E-8942-8EF4-347710C32F2C}"/>
                </a:ext>
              </a:extLst>
            </p:cNvPr>
            <p:cNvGrpSpPr/>
            <p:nvPr/>
          </p:nvGrpSpPr>
          <p:grpSpPr>
            <a:xfrm>
              <a:off x="9247893" y="4775686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71A9C1C2-E4A0-D74C-8C05-2AD307E7B3E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0F366A03-D9E7-9F45-99D3-1CAC10EE2C7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66" name="Group 465">
                <a:extLst>
                  <a:ext uri="{FF2B5EF4-FFF2-40B4-BE49-F238E27FC236}">
                    <a16:creationId xmlns:a16="http://schemas.microsoft.com/office/drawing/2014/main" id="{10CB8A50-A713-2549-9F44-B792D2C30C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>
                  <a:extLst>
                    <a:ext uri="{FF2B5EF4-FFF2-40B4-BE49-F238E27FC236}">
                      <a16:creationId xmlns:a16="http://schemas.microsoft.com/office/drawing/2014/main" id="{DC4E3153-8354-1145-82FC-C287EF5FE6C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8" name="Freeform 467">
                  <a:extLst>
                    <a:ext uri="{FF2B5EF4-FFF2-40B4-BE49-F238E27FC236}">
                      <a16:creationId xmlns:a16="http://schemas.microsoft.com/office/drawing/2014/main" id="{99B3C81B-87BA-1A4F-BCAD-DF0EF9C582C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9" name="Freeform 468">
                  <a:extLst>
                    <a:ext uri="{FF2B5EF4-FFF2-40B4-BE49-F238E27FC236}">
                      <a16:creationId xmlns:a16="http://schemas.microsoft.com/office/drawing/2014/main" id="{DEEA64E4-A29A-E742-B32E-C111E6BF42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0" name="Freeform 469">
                  <a:extLst>
                    <a:ext uri="{FF2B5EF4-FFF2-40B4-BE49-F238E27FC236}">
                      <a16:creationId xmlns:a16="http://schemas.microsoft.com/office/drawing/2014/main" id="{43676372-2E7B-9445-80AD-B31686FE67E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id="{314E0C43-2359-9440-BEF9-9E1924BED605}"/>
                </a:ext>
              </a:extLst>
            </p:cNvPr>
            <p:cNvGrpSpPr/>
            <p:nvPr/>
          </p:nvGrpSpPr>
          <p:grpSpPr>
            <a:xfrm>
              <a:off x="10925982" y="4369125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9737FFD7-2DCB-A148-A405-977351501C2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49" name="Oval 448">
                <a:extLst>
                  <a:ext uri="{FF2B5EF4-FFF2-40B4-BE49-F238E27FC236}">
                    <a16:creationId xmlns:a16="http://schemas.microsoft.com/office/drawing/2014/main" id="{9739DB09-38E5-A347-93BF-13C80AD8453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id="{04079280-378E-384D-9681-BF41B82BF6C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>
                  <a:extLst>
                    <a:ext uri="{FF2B5EF4-FFF2-40B4-BE49-F238E27FC236}">
                      <a16:creationId xmlns:a16="http://schemas.microsoft.com/office/drawing/2014/main" id="{914AA044-3657-1448-A5E9-2F003DC03F6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2" name="Freeform 451">
                  <a:extLst>
                    <a:ext uri="{FF2B5EF4-FFF2-40B4-BE49-F238E27FC236}">
                      <a16:creationId xmlns:a16="http://schemas.microsoft.com/office/drawing/2014/main" id="{29FDF0B8-7E9A-1F4D-8C99-CE1C68A134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3" name="Freeform 452">
                  <a:extLst>
                    <a:ext uri="{FF2B5EF4-FFF2-40B4-BE49-F238E27FC236}">
                      <a16:creationId xmlns:a16="http://schemas.microsoft.com/office/drawing/2014/main" id="{49A96193-2E73-4C43-843C-2C8C4DCEE47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F5358318-953E-E249-9021-E0B5DF66E3B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85" name="Group 784">
              <a:extLst>
                <a:ext uri="{FF2B5EF4-FFF2-40B4-BE49-F238E27FC236}">
                  <a16:creationId xmlns:a16="http://schemas.microsoft.com/office/drawing/2014/main" id="{91E02B81-5B35-4545-A954-B7E923AB7286}"/>
                </a:ext>
              </a:extLst>
            </p:cNvPr>
            <p:cNvGrpSpPr/>
            <p:nvPr/>
          </p:nvGrpSpPr>
          <p:grpSpPr>
            <a:xfrm>
              <a:off x="7439074" y="2356613"/>
              <a:ext cx="534987" cy="407988"/>
              <a:chOff x="7432700" y="2327293"/>
              <a:chExt cx="534987" cy="407988"/>
            </a:xfrm>
          </p:grpSpPr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2700" y="232729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4" name="Picture 1018" descr="laptop_keyboard">
                <a:extLst>
                  <a:ext uri="{FF2B5EF4-FFF2-40B4-BE49-F238E27FC236}">
                    <a16:creationId xmlns:a16="http://schemas.microsoft.com/office/drawing/2014/main" id="{7087B8D0-FFCB-0746-A889-28909002C2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" name="Freeform 1019">
                <a:extLst>
                  <a:ext uri="{FF2B5EF4-FFF2-40B4-BE49-F238E27FC236}">
                    <a16:creationId xmlns:a16="http://schemas.microsoft.com/office/drawing/2014/main" id="{7C75BC30-0808-D44D-AF7A-A72B4A529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6" name="Picture 1020" descr="screen">
                <a:extLst>
                  <a:ext uri="{FF2B5EF4-FFF2-40B4-BE49-F238E27FC236}">
                    <a16:creationId xmlns:a16="http://schemas.microsoft.com/office/drawing/2014/main" id="{2D732B7A-74CB-D547-ADB5-C721526D5E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7" name="Freeform 1021">
                <a:extLst>
                  <a:ext uri="{FF2B5EF4-FFF2-40B4-BE49-F238E27FC236}">
                    <a16:creationId xmlns:a16="http://schemas.microsoft.com/office/drawing/2014/main" id="{FBD1A429-9B8F-F940-AD09-4638CC316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" name="Freeform 1022">
                <a:extLst>
                  <a:ext uri="{FF2B5EF4-FFF2-40B4-BE49-F238E27FC236}">
                    <a16:creationId xmlns:a16="http://schemas.microsoft.com/office/drawing/2014/main" id="{376C8B48-3441-F643-B92D-5DC759EDA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" name="Freeform 1023">
                <a:extLst>
                  <a:ext uri="{FF2B5EF4-FFF2-40B4-BE49-F238E27FC236}">
                    <a16:creationId xmlns:a16="http://schemas.microsoft.com/office/drawing/2014/main" id="{4DFECD03-4AF0-1342-8138-6CEC8249A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0" name="Freeform 1024">
                <a:extLst>
                  <a:ext uri="{FF2B5EF4-FFF2-40B4-BE49-F238E27FC236}">
                    <a16:creationId xmlns:a16="http://schemas.microsoft.com/office/drawing/2014/main" id="{8AA57D4B-3E9B-994B-AF13-DB646178B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" name="Freeform 1025">
                <a:extLst>
                  <a:ext uri="{FF2B5EF4-FFF2-40B4-BE49-F238E27FC236}">
                    <a16:creationId xmlns:a16="http://schemas.microsoft.com/office/drawing/2014/main" id="{59DA24E7-1981-0E44-8060-2B7CE58EB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" name="Freeform 1026">
                <a:extLst>
                  <a:ext uri="{FF2B5EF4-FFF2-40B4-BE49-F238E27FC236}">
                    <a16:creationId xmlns:a16="http://schemas.microsoft.com/office/drawing/2014/main" id="{DB3D3129-2B70-5643-96C2-83638DE57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83" name="Group 1027">
                <a:extLst>
                  <a:ext uri="{FF2B5EF4-FFF2-40B4-BE49-F238E27FC236}">
                    <a16:creationId xmlns:a16="http://schemas.microsoft.com/office/drawing/2014/main" id="{8C6DEC60-5C97-D546-9977-EBD182221D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169" name="Freeform 1028">
                  <a:extLst>
                    <a:ext uri="{FF2B5EF4-FFF2-40B4-BE49-F238E27FC236}">
                      <a16:creationId xmlns:a16="http://schemas.microsoft.com/office/drawing/2014/main" id="{5D16627E-DE34-BC4F-9513-7A7D4707F7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0" name="Freeform 1029">
                  <a:extLst>
                    <a:ext uri="{FF2B5EF4-FFF2-40B4-BE49-F238E27FC236}">
                      <a16:creationId xmlns:a16="http://schemas.microsoft.com/office/drawing/2014/main" id="{D8D65D68-18A4-E54D-8916-1DEF36844C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1" name="Freeform 1030">
                  <a:extLst>
                    <a:ext uri="{FF2B5EF4-FFF2-40B4-BE49-F238E27FC236}">
                      <a16:creationId xmlns:a16="http://schemas.microsoft.com/office/drawing/2014/main" id="{3C79D147-9974-F341-96E9-F9AD19F140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2" name="Freeform 1031">
                  <a:extLst>
                    <a:ext uri="{FF2B5EF4-FFF2-40B4-BE49-F238E27FC236}">
                      <a16:creationId xmlns:a16="http://schemas.microsoft.com/office/drawing/2014/main" id="{5E0CE9D2-21FD-2644-9691-743CC3E130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3" name="Freeform 1032">
                  <a:extLst>
                    <a:ext uri="{FF2B5EF4-FFF2-40B4-BE49-F238E27FC236}">
                      <a16:creationId xmlns:a16="http://schemas.microsoft.com/office/drawing/2014/main" id="{5691098F-1432-0D44-8573-312C3A566A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4" name="Freeform 1033">
                  <a:extLst>
                    <a:ext uri="{FF2B5EF4-FFF2-40B4-BE49-F238E27FC236}">
                      <a16:creationId xmlns:a16="http://schemas.microsoft.com/office/drawing/2014/main" id="{2D4A77A2-D0F1-164A-A67D-A509543869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4" name="Freeform 1034">
                <a:extLst>
                  <a:ext uri="{FF2B5EF4-FFF2-40B4-BE49-F238E27FC236}">
                    <a16:creationId xmlns:a16="http://schemas.microsoft.com/office/drawing/2014/main" id="{A283BD8E-0AD2-B743-8237-483C3A6A6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5" name="Freeform 1035">
                <a:extLst>
                  <a:ext uri="{FF2B5EF4-FFF2-40B4-BE49-F238E27FC236}">
                    <a16:creationId xmlns:a16="http://schemas.microsoft.com/office/drawing/2014/main" id="{AA215C2D-4069-DE48-884E-A1816F7D4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" name="Freeform 1036">
                <a:extLst>
                  <a:ext uri="{FF2B5EF4-FFF2-40B4-BE49-F238E27FC236}">
                    <a16:creationId xmlns:a16="http://schemas.microsoft.com/office/drawing/2014/main" id="{421821F5-5AD5-4D4E-A4F9-5D46E41A4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" name="Freeform 1037">
                <a:extLst>
                  <a:ext uri="{FF2B5EF4-FFF2-40B4-BE49-F238E27FC236}">
                    <a16:creationId xmlns:a16="http://schemas.microsoft.com/office/drawing/2014/main" id="{499D2FC7-7022-A944-98B2-E74E9B2E5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" name="Freeform 1038">
                <a:extLst>
                  <a:ext uri="{FF2B5EF4-FFF2-40B4-BE49-F238E27FC236}">
                    <a16:creationId xmlns:a16="http://schemas.microsoft.com/office/drawing/2014/main" id="{37918171-6E71-A846-A2B5-7C65DD745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" name="Freeform 1039">
                <a:extLst>
                  <a:ext uri="{FF2B5EF4-FFF2-40B4-BE49-F238E27FC236}">
                    <a16:creationId xmlns:a16="http://schemas.microsoft.com/office/drawing/2014/main" id="{68ECFF60-AA48-2D4C-9A67-90DB18F81D47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740" name="Group 739">
              <a:extLst>
                <a:ext uri="{FF2B5EF4-FFF2-40B4-BE49-F238E27FC236}">
                  <a16:creationId xmlns:a16="http://schemas.microsoft.com/office/drawing/2014/main" id="{504BAA5F-BBD8-8242-BC48-7D0E761F340A}"/>
                </a:ext>
              </a:extLst>
            </p:cNvPr>
            <p:cNvGrpSpPr/>
            <p:nvPr/>
          </p:nvGrpSpPr>
          <p:grpSpPr>
            <a:xfrm>
              <a:off x="8637781" y="2319727"/>
              <a:ext cx="530702" cy="478009"/>
              <a:chOff x="8631407" y="2290407"/>
              <a:chExt cx="530702" cy="478009"/>
            </a:xfrm>
          </p:grpSpPr>
          <p:pic>
            <p:nvPicPr>
              <p:cNvPr id="110" name="Picture 568" descr="light2.png">
                <a:extLst>
                  <a:ext uri="{FF2B5EF4-FFF2-40B4-BE49-F238E27FC236}">
                    <a16:creationId xmlns:a16="http://schemas.microsoft.com/office/drawing/2014/main" id="{D96B693D-26FC-E443-A112-C4AFFE90DC3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8825293" y="2362969"/>
                <a:ext cx="92772" cy="40544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1407" y="229040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92" name="Group 791">
              <a:extLst>
                <a:ext uri="{FF2B5EF4-FFF2-40B4-BE49-F238E27FC236}">
                  <a16:creationId xmlns:a16="http://schemas.microsoft.com/office/drawing/2014/main" id="{084B6293-559E-5D43-AF2B-4CB5E09EC6C5}"/>
                </a:ext>
              </a:extLst>
            </p:cNvPr>
            <p:cNvGrpSpPr/>
            <p:nvPr/>
          </p:nvGrpSpPr>
          <p:grpSpPr>
            <a:xfrm>
              <a:off x="7493518" y="3419140"/>
              <a:ext cx="350807" cy="305517"/>
              <a:chOff x="7487144" y="3389820"/>
              <a:chExt cx="350807" cy="305517"/>
            </a:xfrm>
          </p:grpSpPr>
          <p:pic>
            <p:nvPicPr>
              <p:cNvPr id="91" name="Picture 1115" descr="antenna_stylized">
                <a:extLst>
                  <a:ext uri="{FF2B5EF4-FFF2-40B4-BE49-F238E27FC236}">
                    <a16:creationId xmlns:a16="http://schemas.microsoft.com/office/drawing/2014/main" id="{1821BC3E-6137-D844-92B9-4BA4CFF41F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2" name="Picture 1116" descr="laptop_keyboard">
                <a:extLst>
                  <a:ext uri="{FF2B5EF4-FFF2-40B4-BE49-F238E27FC236}">
                    <a16:creationId xmlns:a16="http://schemas.microsoft.com/office/drawing/2014/main" id="{7F05CE3B-E67B-1B40-9D5B-2914F0B9BF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1117">
                <a:extLst>
                  <a:ext uri="{FF2B5EF4-FFF2-40B4-BE49-F238E27FC236}">
                    <a16:creationId xmlns:a16="http://schemas.microsoft.com/office/drawing/2014/main" id="{B52A07C5-D801-5B41-BD20-C20958925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94" name="Picture 1118" descr="screen">
                <a:extLst>
                  <a:ext uri="{FF2B5EF4-FFF2-40B4-BE49-F238E27FC236}">
                    <a16:creationId xmlns:a16="http://schemas.microsoft.com/office/drawing/2014/main" id="{2EA30B4E-5447-0340-8DAD-349A843F2A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5" name="Freeform 1119">
                <a:extLst>
                  <a:ext uri="{FF2B5EF4-FFF2-40B4-BE49-F238E27FC236}">
                    <a16:creationId xmlns:a16="http://schemas.microsoft.com/office/drawing/2014/main" id="{1137F6C6-A7C9-9A4D-BCE3-048DB90EF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" name="Freeform 1120">
                <a:extLst>
                  <a:ext uri="{FF2B5EF4-FFF2-40B4-BE49-F238E27FC236}">
                    <a16:creationId xmlns:a16="http://schemas.microsoft.com/office/drawing/2014/main" id="{7A0060E2-767D-1545-8656-29ED1A471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" name="Freeform 1121">
                <a:extLst>
                  <a:ext uri="{FF2B5EF4-FFF2-40B4-BE49-F238E27FC236}">
                    <a16:creationId xmlns:a16="http://schemas.microsoft.com/office/drawing/2014/main" id="{15790F5A-ABAC-8D49-A4F9-E2F576550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" name="Freeform 1122">
                <a:extLst>
                  <a:ext uri="{FF2B5EF4-FFF2-40B4-BE49-F238E27FC236}">
                    <a16:creationId xmlns:a16="http://schemas.microsoft.com/office/drawing/2014/main" id="{8898B7ED-5BCF-8C4E-B1AA-B82AD50FD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" name="Freeform 1123">
                <a:extLst>
                  <a:ext uri="{FF2B5EF4-FFF2-40B4-BE49-F238E27FC236}">
                    <a16:creationId xmlns:a16="http://schemas.microsoft.com/office/drawing/2014/main" id="{5A7F91EF-AD6B-D64E-B73E-C762D73A7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" name="Freeform 1124">
                <a:extLst>
                  <a:ext uri="{FF2B5EF4-FFF2-40B4-BE49-F238E27FC236}">
                    <a16:creationId xmlns:a16="http://schemas.microsoft.com/office/drawing/2014/main" id="{BBB1B153-2E6F-7246-9B11-B68D01DF6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01" name="Group 1125">
                <a:extLst>
                  <a:ext uri="{FF2B5EF4-FFF2-40B4-BE49-F238E27FC236}">
                    <a16:creationId xmlns:a16="http://schemas.microsoft.com/office/drawing/2014/main" id="{57060979-075D-9D4D-B12E-DA0CCD4C6B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140" name="Freeform 1126">
                  <a:extLst>
                    <a:ext uri="{FF2B5EF4-FFF2-40B4-BE49-F238E27FC236}">
                      <a16:creationId xmlns:a16="http://schemas.microsoft.com/office/drawing/2014/main" id="{8DFFF656-1361-C546-8336-177F79E469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1" name="Freeform 1127">
                  <a:extLst>
                    <a:ext uri="{FF2B5EF4-FFF2-40B4-BE49-F238E27FC236}">
                      <a16:creationId xmlns:a16="http://schemas.microsoft.com/office/drawing/2014/main" id="{60C6C6B3-72DE-664B-B4DE-3C04B0C5BF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2" name="Freeform 1128">
                  <a:extLst>
                    <a:ext uri="{FF2B5EF4-FFF2-40B4-BE49-F238E27FC236}">
                      <a16:creationId xmlns:a16="http://schemas.microsoft.com/office/drawing/2014/main" id="{0D48292A-917D-D046-A974-043CEE5A41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3" name="Freeform 1129">
                  <a:extLst>
                    <a:ext uri="{FF2B5EF4-FFF2-40B4-BE49-F238E27FC236}">
                      <a16:creationId xmlns:a16="http://schemas.microsoft.com/office/drawing/2014/main" id="{DB6BAAEB-BADD-0A4F-8A9D-D72AFCA99A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4" name="Freeform 1130">
                  <a:extLst>
                    <a:ext uri="{FF2B5EF4-FFF2-40B4-BE49-F238E27FC236}">
                      <a16:creationId xmlns:a16="http://schemas.microsoft.com/office/drawing/2014/main" id="{05D5969F-F3B9-414D-975E-A6700098F2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5" name="Freeform 1131">
                  <a:extLst>
                    <a:ext uri="{FF2B5EF4-FFF2-40B4-BE49-F238E27FC236}">
                      <a16:creationId xmlns:a16="http://schemas.microsoft.com/office/drawing/2014/main" id="{41BB174D-6019-384D-A5AC-1B4D92D938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2" name="Freeform 1132">
                <a:extLst>
                  <a:ext uri="{FF2B5EF4-FFF2-40B4-BE49-F238E27FC236}">
                    <a16:creationId xmlns:a16="http://schemas.microsoft.com/office/drawing/2014/main" id="{F8739864-4836-E447-8FC8-5886923FF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" name="Freeform 1133">
                <a:extLst>
                  <a:ext uri="{FF2B5EF4-FFF2-40B4-BE49-F238E27FC236}">
                    <a16:creationId xmlns:a16="http://schemas.microsoft.com/office/drawing/2014/main" id="{C59CADF3-CD09-FB48-A672-C2C50B66C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" name="Freeform 1134">
                <a:extLst>
                  <a:ext uri="{FF2B5EF4-FFF2-40B4-BE49-F238E27FC236}">
                    <a16:creationId xmlns:a16="http://schemas.microsoft.com/office/drawing/2014/main" id="{628AB6FD-35F6-0345-BD13-22EAAF9EC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" name="Freeform 1135">
                <a:extLst>
                  <a:ext uri="{FF2B5EF4-FFF2-40B4-BE49-F238E27FC236}">
                    <a16:creationId xmlns:a16="http://schemas.microsoft.com/office/drawing/2014/main" id="{76529D44-B4FD-DE4D-812E-E461A0FCC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6" name="Freeform 1136">
                <a:extLst>
                  <a:ext uri="{FF2B5EF4-FFF2-40B4-BE49-F238E27FC236}">
                    <a16:creationId xmlns:a16="http://schemas.microsoft.com/office/drawing/2014/main" id="{44CD9A89-0E3B-2C40-8436-71B7526BA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7" name="Freeform 1137">
                <a:extLst>
                  <a:ext uri="{FF2B5EF4-FFF2-40B4-BE49-F238E27FC236}">
                    <a16:creationId xmlns:a16="http://schemas.microsoft.com/office/drawing/2014/main" id="{92BF681C-02FC-8F49-A2CD-8F3446ECE5D3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694" name="Group 693">
              <a:extLst>
                <a:ext uri="{FF2B5EF4-FFF2-40B4-BE49-F238E27FC236}">
                  <a16:creationId xmlns:a16="http://schemas.microsoft.com/office/drawing/2014/main" id="{14715B6C-9A50-FE4B-A8D2-1E669BF891E3}"/>
                </a:ext>
              </a:extLst>
            </p:cNvPr>
            <p:cNvGrpSpPr/>
            <p:nvPr/>
          </p:nvGrpSpPr>
          <p:grpSpPr>
            <a:xfrm>
              <a:off x="7803435" y="3325424"/>
              <a:ext cx="347997" cy="396620"/>
              <a:chOff x="7797061" y="3296104"/>
              <a:chExt cx="347997" cy="396620"/>
            </a:xfrm>
          </p:grpSpPr>
          <p:pic>
            <p:nvPicPr>
              <p:cNvPr id="113" name="Picture 571" descr="fridge2.png">
                <a:extLst>
                  <a:ext uri="{FF2B5EF4-FFF2-40B4-BE49-F238E27FC236}">
                    <a16:creationId xmlns:a16="http://schemas.microsoft.com/office/drawing/2014/main" id="{29DD0F98-F93B-0145-A925-F4125ED490D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4" name="Picture 1115" descr="antenna_stylized">
                <a:extLst>
                  <a:ext uri="{FF2B5EF4-FFF2-40B4-BE49-F238E27FC236}">
                    <a16:creationId xmlns:a16="http://schemas.microsoft.com/office/drawing/2014/main" id="{C1A64F68-4D16-AE4F-AB60-09D2C0CF0E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95" name="Group 794">
              <a:extLst>
                <a:ext uri="{FF2B5EF4-FFF2-40B4-BE49-F238E27FC236}">
                  <a16:creationId xmlns:a16="http://schemas.microsoft.com/office/drawing/2014/main" id="{AF73DE4B-526E-9C4F-9242-9BC0D43F8CBA}"/>
                </a:ext>
              </a:extLst>
            </p:cNvPr>
            <p:cNvGrpSpPr/>
            <p:nvPr/>
          </p:nvGrpSpPr>
          <p:grpSpPr>
            <a:xfrm>
              <a:off x="11064947" y="3428485"/>
              <a:ext cx="518448" cy="1212242"/>
              <a:chOff x="11058573" y="3399165"/>
              <a:chExt cx="518448" cy="1212242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87182" y="415959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58573" y="339916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71" name="Group 950">
              <a:extLst>
                <a:ext uri="{FF2B5EF4-FFF2-40B4-BE49-F238E27FC236}">
                  <a16:creationId xmlns:a16="http://schemas.microsoft.com/office/drawing/2014/main" id="{2B0A745F-DA32-E140-AB36-BC5E1C4E2D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288915" y="5273951"/>
              <a:ext cx="177192" cy="330833"/>
              <a:chOff x="4140" y="429"/>
              <a:chExt cx="1425" cy="2396"/>
            </a:xfrm>
          </p:grpSpPr>
          <p:sp>
            <p:nvSpPr>
              <p:cNvPr id="207" name="Freeform 951">
                <a:extLst>
                  <a:ext uri="{FF2B5EF4-FFF2-40B4-BE49-F238E27FC236}">
                    <a16:creationId xmlns:a16="http://schemas.microsoft.com/office/drawing/2014/main" id="{12CB3660-4D63-014F-8CC9-FDFB8140A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8" name="Rectangle 952">
                <a:extLst>
                  <a:ext uri="{FF2B5EF4-FFF2-40B4-BE49-F238E27FC236}">
                    <a16:creationId xmlns:a16="http://schemas.microsoft.com/office/drawing/2014/main" id="{EFE1382F-B768-3541-8BD1-06AB71BFA8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953">
                <a:extLst>
                  <a:ext uri="{FF2B5EF4-FFF2-40B4-BE49-F238E27FC236}">
                    <a16:creationId xmlns:a16="http://schemas.microsoft.com/office/drawing/2014/main" id="{FB363E8F-CA06-2449-A66C-B14735894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0" name="Freeform 954">
                <a:extLst>
                  <a:ext uri="{FF2B5EF4-FFF2-40B4-BE49-F238E27FC236}">
                    <a16:creationId xmlns:a16="http://schemas.microsoft.com/office/drawing/2014/main" id="{8A74E36A-A735-7440-A2B1-55846B516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1" name="Rectangle 955">
                <a:extLst>
                  <a:ext uri="{FF2B5EF4-FFF2-40B4-BE49-F238E27FC236}">
                    <a16:creationId xmlns:a16="http://schemas.microsoft.com/office/drawing/2014/main" id="{FC433BF5-02C8-F540-AE86-53BF569600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212" name="Group 956">
                <a:extLst>
                  <a:ext uri="{FF2B5EF4-FFF2-40B4-BE49-F238E27FC236}">
                    <a16:creationId xmlns:a16="http://schemas.microsoft.com/office/drawing/2014/main" id="{969A0B36-D994-A24C-8329-146363A51C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37" name="AutoShape 957">
                  <a:extLst>
                    <a:ext uri="{FF2B5EF4-FFF2-40B4-BE49-F238E27FC236}">
                      <a16:creationId xmlns:a16="http://schemas.microsoft.com/office/drawing/2014/main" id="{75A7B329-681F-2B4A-8470-FC0231FE257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38" name="AutoShape 958">
                  <a:extLst>
                    <a:ext uri="{FF2B5EF4-FFF2-40B4-BE49-F238E27FC236}">
                      <a16:creationId xmlns:a16="http://schemas.microsoft.com/office/drawing/2014/main" id="{197CEF08-20F4-5741-AC2B-1EBB072FA54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13" name="Rectangle 959">
                <a:extLst>
                  <a:ext uri="{FF2B5EF4-FFF2-40B4-BE49-F238E27FC236}">
                    <a16:creationId xmlns:a16="http://schemas.microsoft.com/office/drawing/2014/main" id="{775AA9F7-199B-ED4C-B422-5E1B766FBA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214" name="Group 960">
                <a:extLst>
                  <a:ext uri="{FF2B5EF4-FFF2-40B4-BE49-F238E27FC236}">
                    <a16:creationId xmlns:a16="http://schemas.microsoft.com/office/drawing/2014/main" id="{4EED0C22-3BA6-E24F-B528-BF018CB34F5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35" name="AutoShape 961">
                  <a:extLst>
                    <a:ext uri="{FF2B5EF4-FFF2-40B4-BE49-F238E27FC236}">
                      <a16:creationId xmlns:a16="http://schemas.microsoft.com/office/drawing/2014/main" id="{FE30D28F-02DD-D041-8551-45D9D2836EA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36" name="AutoShape 962">
                  <a:extLst>
                    <a:ext uri="{FF2B5EF4-FFF2-40B4-BE49-F238E27FC236}">
                      <a16:creationId xmlns:a16="http://schemas.microsoft.com/office/drawing/2014/main" id="{92F33680-18D6-7C4A-88C2-46C4FA3D08E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15" name="Rectangle 963">
                <a:extLst>
                  <a:ext uri="{FF2B5EF4-FFF2-40B4-BE49-F238E27FC236}">
                    <a16:creationId xmlns:a16="http://schemas.microsoft.com/office/drawing/2014/main" id="{A0014856-A5F8-544F-98BE-B1D6878A67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16" name="Rectangle 964">
                <a:extLst>
                  <a:ext uri="{FF2B5EF4-FFF2-40B4-BE49-F238E27FC236}">
                    <a16:creationId xmlns:a16="http://schemas.microsoft.com/office/drawing/2014/main" id="{0E6FC61A-EACA-7D4E-9AA7-C7690D0936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217" name="Group 965">
                <a:extLst>
                  <a:ext uri="{FF2B5EF4-FFF2-40B4-BE49-F238E27FC236}">
                    <a16:creationId xmlns:a16="http://schemas.microsoft.com/office/drawing/2014/main" id="{CF083CE2-2403-FD4E-8F7D-758E7F67FF5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33" name="AutoShape 966">
                  <a:extLst>
                    <a:ext uri="{FF2B5EF4-FFF2-40B4-BE49-F238E27FC236}">
                      <a16:creationId xmlns:a16="http://schemas.microsoft.com/office/drawing/2014/main" id="{5ED8E2CD-DB59-0040-9493-378A5D7DF18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34" name="AutoShape 967">
                  <a:extLst>
                    <a:ext uri="{FF2B5EF4-FFF2-40B4-BE49-F238E27FC236}">
                      <a16:creationId xmlns:a16="http://schemas.microsoft.com/office/drawing/2014/main" id="{F249F021-1652-2041-9D37-82D9ADAF20C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18" name="Freeform 968">
                <a:extLst>
                  <a:ext uri="{FF2B5EF4-FFF2-40B4-BE49-F238E27FC236}">
                    <a16:creationId xmlns:a16="http://schemas.microsoft.com/office/drawing/2014/main" id="{2DA20985-B59E-DD4F-B452-9726DAD28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19" name="Group 969">
                <a:extLst>
                  <a:ext uri="{FF2B5EF4-FFF2-40B4-BE49-F238E27FC236}">
                    <a16:creationId xmlns:a16="http://schemas.microsoft.com/office/drawing/2014/main" id="{68489279-23CF-FB42-9AE3-CAB3A000B96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31" name="AutoShape 970">
                  <a:extLst>
                    <a:ext uri="{FF2B5EF4-FFF2-40B4-BE49-F238E27FC236}">
                      <a16:creationId xmlns:a16="http://schemas.microsoft.com/office/drawing/2014/main" id="{12532EDD-6029-FD41-90A0-EB4B9A3B8C3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32" name="AutoShape 971">
                  <a:extLst>
                    <a:ext uri="{FF2B5EF4-FFF2-40B4-BE49-F238E27FC236}">
                      <a16:creationId xmlns:a16="http://schemas.microsoft.com/office/drawing/2014/main" id="{2ADE9625-767F-5247-8211-3638BECC98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20" name="Rectangle 972">
                <a:extLst>
                  <a:ext uri="{FF2B5EF4-FFF2-40B4-BE49-F238E27FC236}">
                    <a16:creationId xmlns:a16="http://schemas.microsoft.com/office/drawing/2014/main" id="{71E52DA0-9A54-7744-90B9-E438CBE00C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973">
                <a:extLst>
                  <a:ext uri="{FF2B5EF4-FFF2-40B4-BE49-F238E27FC236}">
                    <a16:creationId xmlns:a16="http://schemas.microsoft.com/office/drawing/2014/main" id="{D950FAED-4EC6-7B4B-AFA5-CA2701F74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2" name="Freeform 974">
                <a:extLst>
                  <a:ext uri="{FF2B5EF4-FFF2-40B4-BE49-F238E27FC236}">
                    <a16:creationId xmlns:a16="http://schemas.microsoft.com/office/drawing/2014/main" id="{55AF3FE0-BBE4-A74C-A9EF-B8F3AA7A0D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3" name="Oval 975">
                <a:extLst>
                  <a:ext uri="{FF2B5EF4-FFF2-40B4-BE49-F238E27FC236}">
                    <a16:creationId xmlns:a16="http://schemas.microsoft.com/office/drawing/2014/main" id="{AC808981-49D6-D840-800C-F21BB91061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976">
                <a:extLst>
                  <a:ext uri="{FF2B5EF4-FFF2-40B4-BE49-F238E27FC236}">
                    <a16:creationId xmlns:a16="http://schemas.microsoft.com/office/drawing/2014/main" id="{EBD04B6D-F8F6-FE45-BBD9-3CFFE7B28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5" name="AutoShape 977">
                <a:extLst>
                  <a:ext uri="{FF2B5EF4-FFF2-40B4-BE49-F238E27FC236}">
                    <a16:creationId xmlns:a16="http://schemas.microsoft.com/office/drawing/2014/main" id="{EB968B78-CEDA-2949-925F-D6EE71A8ED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26" name="AutoShape 978">
                <a:extLst>
                  <a:ext uri="{FF2B5EF4-FFF2-40B4-BE49-F238E27FC236}">
                    <a16:creationId xmlns:a16="http://schemas.microsoft.com/office/drawing/2014/main" id="{6127245D-2639-C841-ABBD-0A2EB87194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27" name="Oval 979">
                <a:extLst>
                  <a:ext uri="{FF2B5EF4-FFF2-40B4-BE49-F238E27FC236}">
                    <a16:creationId xmlns:a16="http://schemas.microsoft.com/office/drawing/2014/main" id="{CBCE7727-73A7-814E-B244-E80EED405F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28" name="Oval 980">
                <a:extLst>
                  <a:ext uri="{FF2B5EF4-FFF2-40B4-BE49-F238E27FC236}">
                    <a16:creationId xmlns:a16="http://schemas.microsoft.com/office/drawing/2014/main" id="{7A66ECF6-DDAE-2842-92B5-EA8F14A121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29" name="Oval 981">
                <a:extLst>
                  <a:ext uri="{FF2B5EF4-FFF2-40B4-BE49-F238E27FC236}">
                    <a16:creationId xmlns:a16="http://schemas.microsoft.com/office/drawing/2014/main" id="{5A97568E-F028-FD44-8E47-C92EC6C012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0" name="Rectangle 982">
                <a:extLst>
                  <a:ext uri="{FF2B5EF4-FFF2-40B4-BE49-F238E27FC236}">
                    <a16:creationId xmlns:a16="http://schemas.microsoft.com/office/drawing/2014/main" id="{A834B858-68E5-0D45-8391-2A0A996FA3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44" name="Group 590">
              <a:extLst>
                <a:ext uri="{FF2B5EF4-FFF2-40B4-BE49-F238E27FC236}">
                  <a16:creationId xmlns:a16="http://schemas.microsoft.com/office/drawing/2014/main" id="{2648262B-E78D-1D4B-B3FD-3AE9CD5C321E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0855" y="4900161"/>
              <a:ext cx="345630" cy="320302"/>
              <a:chOff x="2839" y="3501"/>
              <a:chExt cx="755" cy="803"/>
            </a:xfrm>
          </p:grpSpPr>
          <p:pic>
            <p:nvPicPr>
              <p:cNvPr id="367" name="Picture 591" descr="desktop_computer_stylized_medium">
                <a:extLst>
                  <a:ext uri="{FF2B5EF4-FFF2-40B4-BE49-F238E27FC236}">
                    <a16:creationId xmlns:a16="http://schemas.microsoft.com/office/drawing/2014/main" id="{35FBE2DB-60A7-B340-A5BB-B3699CCC02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68" name="Freeform 592">
                <a:extLst>
                  <a:ext uri="{FF2B5EF4-FFF2-40B4-BE49-F238E27FC236}">
                    <a16:creationId xmlns:a16="http://schemas.microsoft.com/office/drawing/2014/main" id="{0263E665-BF2A-2F4A-ADA8-20F44C312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90" name="Group 590">
              <a:extLst>
                <a:ext uri="{FF2B5EF4-FFF2-40B4-BE49-F238E27FC236}">
                  <a16:creationId xmlns:a16="http://schemas.microsoft.com/office/drawing/2014/main" id="{A66A00B8-C906-204A-9EA8-BF8007089AFF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8153909" y="5504657"/>
              <a:ext cx="345630" cy="320302"/>
              <a:chOff x="2839" y="3501"/>
              <a:chExt cx="755" cy="803"/>
            </a:xfrm>
          </p:grpSpPr>
          <p:pic>
            <p:nvPicPr>
              <p:cNvPr id="491" name="Picture 591" descr="desktop_computer_stylized_medium">
                <a:extLst>
                  <a:ext uri="{FF2B5EF4-FFF2-40B4-BE49-F238E27FC236}">
                    <a16:creationId xmlns:a16="http://schemas.microsoft.com/office/drawing/2014/main" id="{0D26BE9F-5A6F-194D-95F5-9A26085A8B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92" name="Freeform 592">
                <a:extLst>
                  <a:ext uri="{FF2B5EF4-FFF2-40B4-BE49-F238E27FC236}">
                    <a16:creationId xmlns:a16="http://schemas.microsoft.com/office/drawing/2014/main" id="{F940FA7C-0178-FC42-989D-133C7D3EF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93" name="Group 590">
              <a:extLst>
                <a:ext uri="{FF2B5EF4-FFF2-40B4-BE49-F238E27FC236}">
                  <a16:creationId xmlns:a16="http://schemas.microsoft.com/office/drawing/2014/main" id="{AADF67FB-3BE7-EF42-B8A5-B005B506931A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8552134" y="5526130"/>
              <a:ext cx="345630" cy="320302"/>
              <a:chOff x="2839" y="3501"/>
              <a:chExt cx="755" cy="803"/>
            </a:xfrm>
          </p:grpSpPr>
          <p:pic>
            <p:nvPicPr>
              <p:cNvPr id="494" name="Picture 591" descr="desktop_computer_stylized_medium">
                <a:extLst>
                  <a:ext uri="{FF2B5EF4-FFF2-40B4-BE49-F238E27FC236}">
                    <a16:creationId xmlns:a16="http://schemas.microsoft.com/office/drawing/2014/main" id="{0BBC0FBB-DA3F-874A-8EBE-B51C772E06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95" name="Freeform 592">
                <a:extLst>
                  <a:ext uri="{FF2B5EF4-FFF2-40B4-BE49-F238E27FC236}">
                    <a16:creationId xmlns:a16="http://schemas.microsoft.com/office/drawing/2014/main" id="{A9932DBD-03D1-3E48-AE83-712DE720F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96" name="Group 1064">
              <a:extLst>
                <a:ext uri="{FF2B5EF4-FFF2-40B4-BE49-F238E27FC236}">
                  <a16:creationId xmlns:a16="http://schemas.microsoft.com/office/drawing/2014/main" id="{FC2552CF-9AC0-3243-8999-6808B911C7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34746" y="5795138"/>
              <a:ext cx="319264" cy="253379"/>
              <a:chOff x="877" y="1008"/>
              <a:chExt cx="2747" cy="2591"/>
            </a:xfrm>
          </p:grpSpPr>
          <p:pic>
            <p:nvPicPr>
              <p:cNvPr id="497" name="Picture 1065" descr="antenna_stylized">
                <a:extLst>
                  <a:ext uri="{FF2B5EF4-FFF2-40B4-BE49-F238E27FC236}">
                    <a16:creationId xmlns:a16="http://schemas.microsoft.com/office/drawing/2014/main" id="{87938519-94DB-D545-A29A-7EDE5E412B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98" name="Picture 1066" descr="laptop_keyboard">
                <a:extLst>
                  <a:ext uri="{FF2B5EF4-FFF2-40B4-BE49-F238E27FC236}">
                    <a16:creationId xmlns:a16="http://schemas.microsoft.com/office/drawing/2014/main" id="{2D71707C-83CA-1C4B-8508-67E56E2ADD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99" name="Freeform 1067">
                <a:extLst>
                  <a:ext uri="{FF2B5EF4-FFF2-40B4-BE49-F238E27FC236}">
                    <a16:creationId xmlns:a16="http://schemas.microsoft.com/office/drawing/2014/main" id="{73F0FEB4-8393-CC4E-8318-ED16B301B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2 w 2982"/>
                  <a:gd name="T5" fmla="*/ 1 h 2442"/>
                  <a:gd name="T6" fmla="*/ 2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500" name="Picture 1068" descr="screen">
                <a:extLst>
                  <a:ext uri="{FF2B5EF4-FFF2-40B4-BE49-F238E27FC236}">
                    <a16:creationId xmlns:a16="http://schemas.microsoft.com/office/drawing/2014/main" id="{7FE7C88C-9EAD-8349-A46B-E909AEA657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01" name="Freeform 1069">
                <a:extLst>
                  <a:ext uri="{FF2B5EF4-FFF2-40B4-BE49-F238E27FC236}">
                    <a16:creationId xmlns:a16="http://schemas.microsoft.com/office/drawing/2014/main" id="{0DBCF6AD-8352-3C40-B68E-0383519D2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2 w 2528"/>
                  <a:gd name="T3" fmla="*/ 1 h 455"/>
                  <a:gd name="T4" fmla="*/ 2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2" name="Freeform 1070">
                <a:extLst>
                  <a:ext uri="{FF2B5EF4-FFF2-40B4-BE49-F238E27FC236}">
                    <a16:creationId xmlns:a16="http://schemas.microsoft.com/office/drawing/2014/main" id="{3C23673E-599F-5241-B844-C8F96A051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3" name="Freeform 1071">
                <a:extLst>
                  <a:ext uri="{FF2B5EF4-FFF2-40B4-BE49-F238E27FC236}">
                    <a16:creationId xmlns:a16="http://schemas.microsoft.com/office/drawing/2014/main" id="{4D502A0C-8868-2C4E-B6B7-F46718640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4" name="Freeform 1072">
                <a:extLst>
                  <a:ext uri="{FF2B5EF4-FFF2-40B4-BE49-F238E27FC236}">
                    <a16:creationId xmlns:a16="http://schemas.microsoft.com/office/drawing/2014/main" id="{154DEECF-C451-B140-A650-9DB9DCC41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2 w 2773"/>
                  <a:gd name="T5" fmla="*/ 1 h 738"/>
                  <a:gd name="T6" fmla="*/ 2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5" name="Freeform 1073">
                <a:extLst>
                  <a:ext uri="{FF2B5EF4-FFF2-40B4-BE49-F238E27FC236}">
                    <a16:creationId xmlns:a16="http://schemas.microsoft.com/office/drawing/2014/main" id="{61C09639-BDA6-1848-86B4-033F9F997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2 w 637"/>
                  <a:gd name="T1" fmla="*/ 0 h 1659"/>
                  <a:gd name="T2" fmla="*/ 2 w 637"/>
                  <a:gd name="T3" fmla="*/ 0 h 1659"/>
                  <a:gd name="T4" fmla="*/ 1 w 637"/>
                  <a:gd name="T5" fmla="*/ 15 h 1659"/>
                  <a:gd name="T6" fmla="*/ 0 w 637"/>
                  <a:gd name="T7" fmla="*/ 15 h 1659"/>
                  <a:gd name="T8" fmla="*/ 2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6" name="Freeform 1074">
                <a:extLst>
                  <a:ext uri="{FF2B5EF4-FFF2-40B4-BE49-F238E27FC236}">
                    <a16:creationId xmlns:a16="http://schemas.microsoft.com/office/drawing/2014/main" id="{BBF9A35C-4B4A-604C-BCA3-20BC6C3D2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9 w 2216"/>
                  <a:gd name="T5" fmla="*/ 5 h 550"/>
                  <a:gd name="T6" fmla="*/ 9 w 2216"/>
                  <a:gd name="T7" fmla="*/ 4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07" name="Group 1075">
                <a:extLst>
                  <a:ext uri="{FF2B5EF4-FFF2-40B4-BE49-F238E27FC236}">
                    <a16:creationId xmlns:a16="http://schemas.microsoft.com/office/drawing/2014/main" id="{C228B10E-0BB1-8D40-9DB1-545E285C760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514" name="Freeform 1076">
                  <a:extLst>
                    <a:ext uri="{FF2B5EF4-FFF2-40B4-BE49-F238E27FC236}">
                      <a16:creationId xmlns:a16="http://schemas.microsoft.com/office/drawing/2014/main" id="{DBE93115-3362-AE4D-A30A-337520C739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5" name="Freeform 1077">
                  <a:extLst>
                    <a:ext uri="{FF2B5EF4-FFF2-40B4-BE49-F238E27FC236}">
                      <a16:creationId xmlns:a16="http://schemas.microsoft.com/office/drawing/2014/main" id="{E980EACA-94CF-194A-AC7A-1415DBB4CA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6" name="Freeform 1078">
                  <a:extLst>
                    <a:ext uri="{FF2B5EF4-FFF2-40B4-BE49-F238E27FC236}">
                      <a16:creationId xmlns:a16="http://schemas.microsoft.com/office/drawing/2014/main" id="{67C8CECC-A4D3-D543-A1C2-92A3DDD604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7" name="Freeform 1079">
                  <a:extLst>
                    <a:ext uri="{FF2B5EF4-FFF2-40B4-BE49-F238E27FC236}">
                      <a16:creationId xmlns:a16="http://schemas.microsoft.com/office/drawing/2014/main" id="{DF7F90DA-E9FF-E64E-979A-F2C4CF6F27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8" name="Freeform 1080">
                  <a:extLst>
                    <a:ext uri="{FF2B5EF4-FFF2-40B4-BE49-F238E27FC236}">
                      <a16:creationId xmlns:a16="http://schemas.microsoft.com/office/drawing/2014/main" id="{1FB7CFF5-5312-6B45-B1C9-1E8019D9AB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9" name="Freeform 1081">
                  <a:extLst>
                    <a:ext uri="{FF2B5EF4-FFF2-40B4-BE49-F238E27FC236}">
                      <a16:creationId xmlns:a16="http://schemas.microsoft.com/office/drawing/2014/main" id="{F6743163-40E8-634F-BDA5-FD850E9C93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08" name="Freeform 1082">
                <a:extLst>
                  <a:ext uri="{FF2B5EF4-FFF2-40B4-BE49-F238E27FC236}">
                    <a16:creationId xmlns:a16="http://schemas.microsoft.com/office/drawing/2014/main" id="{5C688E93-8024-AF4A-9FAE-F872353A7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2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2 h 792"/>
                  <a:gd name="T8" fmla="*/ 1 w 990"/>
                  <a:gd name="T9" fmla="*/ 2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9" name="Freeform 1083">
                <a:extLst>
                  <a:ext uri="{FF2B5EF4-FFF2-40B4-BE49-F238E27FC236}">
                    <a16:creationId xmlns:a16="http://schemas.microsoft.com/office/drawing/2014/main" id="{E2D8B864-6DD1-D042-9409-8862ACC1A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4 w 2532"/>
                  <a:gd name="T5" fmla="*/ 2 h 723"/>
                  <a:gd name="T6" fmla="*/ 4 w 2532"/>
                  <a:gd name="T7" fmla="*/ 2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0" name="Freeform 1084">
                <a:extLst>
                  <a:ext uri="{FF2B5EF4-FFF2-40B4-BE49-F238E27FC236}">
                    <a16:creationId xmlns:a16="http://schemas.microsoft.com/office/drawing/2014/main" id="{CC7A3F9E-B0BC-2945-B124-91C53102E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1" name="Freeform 1085">
                <a:extLst>
                  <a:ext uri="{FF2B5EF4-FFF2-40B4-BE49-F238E27FC236}">
                    <a16:creationId xmlns:a16="http://schemas.microsoft.com/office/drawing/2014/main" id="{B8E20EA9-88B9-0A42-A470-7AF9E8810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2" name="Freeform 1086">
                <a:extLst>
                  <a:ext uri="{FF2B5EF4-FFF2-40B4-BE49-F238E27FC236}">
                    <a16:creationId xmlns:a16="http://schemas.microsoft.com/office/drawing/2014/main" id="{A9D04135-B045-A743-95D7-CA5EF36EE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3" name="Freeform 1087">
                <a:extLst>
                  <a:ext uri="{FF2B5EF4-FFF2-40B4-BE49-F238E27FC236}">
                    <a16:creationId xmlns:a16="http://schemas.microsoft.com/office/drawing/2014/main" id="{C0583F57-71B7-B142-BC2A-15444A0CF4E5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2 h 723"/>
                  <a:gd name="T6" fmla="*/ 0 w 2532"/>
                  <a:gd name="T7" fmla="*/ 2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3593" y="5636971"/>
              <a:ext cx="34049" cy="332924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9970" y="5656923"/>
              <a:ext cx="20333" cy="308020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5518" y="5812753"/>
              <a:ext cx="31643" cy="27525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26299" y="5674399"/>
              <a:ext cx="71949" cy="68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091149" y="5671195"/>
              <a:ext cx="69903" cy="21117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27502" y="5722750"/>
              <a:ext cx="71949" cy="68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090909" y="5718672"/>
              <a:ext cx="69903" cy="19515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27502" y="5771101"/>
              <a:ext cx="71949" cy="68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28705" y="5814938"/>
              <a:ext cx="71949" cy="68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089465" y="5810860"/>
              <a:ext cx="70024" cy="2199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6000" y="5771101"/>
              <a:ext cx="31643" cy="27380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089946" y="5767169"/>
              <a:ext cx="70024" cy="20243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50946" y="5636388"/>
              <a:ext cx="8422" cy="332778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8887" y="5720566"/>
              <a:ext cx="28515" cy="31020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9248" y="5672943"/>
              <a:ext cx="29357" cy="34953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83311" y="5954166"/>
              <a:ext cx="6016" cy="1383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7684" y="5954603"/>
              <a:ext cx="29477" cy="29127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17877" y="5963487"/>
              <a:ext cx="143898" cy="218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26299" y="5969166"/>
              <a:ext cx="128257" cy="1150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38210" y="5920815"/>
              <a:ext cx="19130" cy="2068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59867" y="5920815"/>
              <a:ext cx="19130" cy="2068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80201" y="5920815"/>
              <a:ext cx="19130" cy="2068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29410" y="5841444"/>
              <a:ext cx="9625" cy="110538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61" name="Group 950">
              <a:extLst>
                <a:ext uri="{FF2B5EF4-FFF2-40B4-BE49-F238E27FC236}">
                  <a16:creationId xmlns:a16="http://schemas.microsoft.com/office/drawing/2014/main" id="{221CDB90-F15F-3B40-BE7C-5642BDA8CF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002508" y="5616400"/>
              <a:ext cx="214974" cy="403920"/>
              <a:chOff x="4140" y="429"/>
              <a:chExt cx="1425" cy="2396"/>
            </a:xfrm>
          </p:grpSpPr>
          <p:sp>
            <p:nvSpPr>
              <p:cNvPr id="662" name="Freeform 951">
                <a:extLst>
                  <a:ext uri="{FF2B5EF4-FFF2-40B4-BE49-F238E27FC236}">
                    <a16:creationId xmlns:a16="http://schemas.microsoft.com/office/drawing/2014/main" id="{3F5BE32F-BF2D-5D43-A3F8-8015366B9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3" name="Rectangle 952">
                <a:extLst>
                  <a:ext uri="{FF2B5EF4-FFF2-40B4-BE49-F238E27FC236}">
                    <a16:creationId xmlns:a16="http://schemas.microsoft.com/office/drawing/2014/main" id="{74DD6C49-0B6B-3445-ABF4-46D45AE697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64" name="Freeform 953">
                <a:extLst>
                  <a:ext uri="{FF2B5EF4-FFF2-40B4-BE49-F238E27FC236}">
                    <a16:creationId xmlns:a16="http://schemas.microsoft.com/office/drawing/2014/main" id="{20913D95-E88A-A848-9963-B3BA4505F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5" name="Freeform 954">
                <a:extLst>
                  <a:ext uri="{FF2B5EF4-FFF2-40B4-BE49-F238E27FC236}">
                    <a16:creationId xmlns:a16="http://schemas.microsoft.com/office/drawing/2014/main" id="{0DE93F6C-FE6F-AA44-96FD-B6D85A46D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6" name="Rectangle 955">
                <a:extLst>
                  <a:ext uri="{FF2B5EF4-FFF2-40B4-BE49-F238E27FC236}">
                    <a16:creationId xmlns:a16="http://schemas.microsoft.com/office/drawing/2014/main" id="{529745F5-82EA-8148-9AA1-BA608BD7BE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667" name="Group 956">
                <a:extLst>
                  <a:ext uri="{FF2B5EF4-FFF2-40B4-BE49-F238E27FC236}">
                    <a16:creationId xmlns:a16="http://schemas.microsoft.com/office/drawing/2014/main" id="{B8FB9448-22B7-FE4A-8748-ABEF4BEADF5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692" name="AutoShape 957">
                  <a:extLst>
                    <a:ext uri="{FF2B5EF4-FFF2-40B4-BE49-F238E27FC236}">
                      <a16:creationId xmlns:a16="http://schemas.microsoft.com/office/drawing/2014/main" id="{EADB5D3D-04E2-EF48-B58E-48F7BABA0B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93" name="AutoShape 958">
                  <a:extLst>
                    <a:ext uri="{FF2B5EF4-FFF2-40B4-BE49-F238E27FC236}">
                      <a16:creationId xmlns:a16="http://schemas.microsoft.com/office/drawing/2014/main" id="{F98E41BE-EA39-754F-82C7-36D93FBD74F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668" name="Rectangle 959">
                <a:extLst>
                  <a:ext uri="{FF2B5EF4-FFF2-40B4-BE49-F238E27FC236}">
                    <a16:creationId xmlns:a16="http://schemas.microsoft.com/office/drawing/2014/main" id="{327755D1-B209-404D-9363-9EDC28F7F3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669" name="Group 960">
                <a:extLst>
                  <a:ext uri="{FF2B5EF4-FFF2-40B4-BE49-F238E27FC236}">
                    <a16:creationId xmlns:a16="http://schemas.microsoft.com/office/drawing/2014/main" id="{26E2E8A6-CFB6-044F-85B5-1DAAEA7FA1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690" name="AutoShape 961">
                  <a:extLst>
                    <a:ext uri="{FF2B5EF4-FFF2-40B4-BE49-F238E27FC236}">
                      <a16:creationId xmlns:a16="http://schemas.microsoft.com/office/drawing/2014/main" id="{17D69473-78FB-C74F-B4D2-8D565D3F9D8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91" name="AutoShape 962">
                  <a:extLst>
                    <a:ext uri="{FF2B5EF4-FFF2-40B4-BE49-F238E27FC236}">
                      <a16:creationId xmlns:a16="http://schemas.microsoft.com/office/drawing/2014/main" id="{17A1D2AB-658B-704B-AE35-B18C119E5AC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670" name="Rectangle 963">
                <a:extLst>
                  <a:ext uri="{FF2B5EF4-FFF2-40B4-BE49-F238E27FC236}">
                    <a16:creationId xmlns:a16="http://schemas.microsoft.com/office/drawing/2014/main" id="{F2475D91-5410-684E-A143-AE723E9081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71" name="Rectangle 964">
                <a:extLst>
                  <a:ext uri="{FF2B5EF4-FFF2-40B4-BE49-F238E27FC236}">
                    <a16:creationId xmlns:a16="http://schemas.microsoft.com/office/drawing/2014/main" id="{88C09684-E90D-B34B-AA01-5F070FE819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672" name="Group 965">
                <a:extLst>
                  <a:ext uri="{FF2B5EF4-FFF2-40B4-BE49-F238E27FC236}">
                    <a16:creationId xmlns:a16="http://schemas.microsoft.com/office/drawing/2014/main" id="{8ACC4595-9F78-AF46-887A-914807075EB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688" name="AutoShape 966">
                  <a:extLst>
                    <a:ext uri="{FF2B5EF4-FFF2-40B4-BE49-F238E27FC236}">
                      <a16:creationId xmlns:a16="http://schemas.microsoft.com/office/drawing/2014/main" id="{0A202C7C-1909-AC47-A2CA-695CE34F55E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89" name="AutoShape 967">
                  <a:extLst>
                    <a:ext uri="{FF2B5EF4-FFF2-40B4-BE49-F238E27FC236}">
                      <a16:creationId xmlns:a16="http://schemas.microsoft.com/office/drawing/2014/main" id="{E346AA42-C439-DA48-84D9-5D4DD0ABF0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673" name="Freeform 968">
                <a:extLst>
                  <a:ext uri="{FF2B5EF4-FFF2-40B4-BE49-F238E27FC236}">
                    <a16:creationId xmlns:a16="http://schemas.microsoft.com/office/drawing/2014/main" id="{5FD4884A-2CB1-894E-8CB9-2067C75F0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74" name="Group 969">
                <a:extLst>
                  <a:ext uri="{FF2B5EF4-FFF2-40B4-BE49-F238E27FC236}">
                    <a16:creationId xmlns:a16="http://schemas.microsoft.com/office/drawing/2014/main" id="{B2CB40CE-804C-0948-841C-9A509EE86B2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686" name="AutoShape 970">
                  <a:extLst>
                    <a:ext uri="{FF2B5EF4-FFF2-40B4-BE49-F238E27FC236}">
                      <a16:creationId xmlns:a16="http://schemas.microsoft.com/office/drawing/2014/main" id="{58614F2D-DA1A-F842-A886-A2F0D8C2BAF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87" name="AutoShape 971">
                  <a:extLst>
                    <a:ext uri="{FF2B5EF4-FFF2-40B4-BE49-F238E27FC236}">
                      <a16:creationId xmlns:a16="http://schemas.microsoft.com/office/drawing/2014/main" id="{8B641E3D-5D3B-2B4B-B634-292AB1DA657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675" name="Rectangle 972">
                <a:extLst>
                  <a:ext uri="{FF2B5EF4-FFF2-40B4-BE49-F238E27FC236}">
                    <a16:creationId xmlns:a16="http://schemas.microsoft.com/office/drawing/2014/main" id="{34776F72-1048-254B-9F43-F004B26E0C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76" name="Freeform 973">
                <a:extLst>
                  <a:ext uri="{FF2B5EF4-FFF2-40B4-BE49-F238E27FC236}">
                    <a16:creationId xmlns:a16="http://schemas.microsoft.com/office/drawing/2014/main" id="{A2E37FDF-DD02-AA46-A996-DF9614588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7" name="Freeform 974">
                <a:extLst>
                  <a:ext uri="{FF2B5EF4-FFF2-40B4-BE49-F238E27FC236}">
                    <a16:creationId xmlns:a16="http://schemas.microsoft.com/office/drawing/2014/main" id="{5E599968-E309-0C41-A6E5-1A2E8D0D7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8" name="Oval 975">
                <a:extLst>
                  <a:ext uri="{FF2B5EF4-FFF2-40B4-BE49-F238E27FC236}">
                    <a16:creationId xmlns:a16="http://schemas.microsoft.com/office/drawing/2014/main" id="{8B76954B-B2F9-7644-B168-314EF4AAF2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79" name="Freeform 976">
                <a:extLst>
                  <a:ext uri="{FF2B5EF4-FFF2-40B4-BE49-F238E27FC236}">
                    <a16:creationId xmlns:a16="http://schemas.microsoft.com/office/drawing/2014/main" id="{D9EAE5CF-636D-F54A-8351-01EA3167D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0" name="AutoShape 977">
                <a:extLst>
                  <a:ext uri="{FF2B5EF4-FFF2-40B4-BE49-F238E27FC236}">
                    <a16:creationId xmlns:a16="http://schemas.microsoft.com/office/drawing/2014/main" id="{BA3B7F84-E639-E547-B5C6-A02DC55829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1" name="AutoShape 978">
                <a:extLst>
                  <a:ext uri="{FF2B5EF4-FFF2-40B4-BE49-F238E27FC236}">
                    <a16:creationId xmlns:a16="http://schemas.microsoft.com/office/drawing/2014/main" id="{0442B1DD-1D97-9F4D-B5C4-F5A4F4BB48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2" name="Oval 979">
                <a:extLst>
                  <a:ext uri="{FF2B5EF4-FFF2-40B4-BE49-F238E27FC236}">
                    <a16:creationId xmlns:a16="http://schemas.microsoft.com/office/drawing/2014/main" id="{EA6FE86C-D41E-1949-A3C7-77647ACF0C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3" name="Oval 980">
                <a:extLst>
                  <a:ext uri="{FF2B5EF4-FFF2-40B4-BE49-F238E27FC236}">
                    <a16:creationId xmlns:a16="http://schemas.microsoft.com/office/drawing/2014/main" id="{38AA7182-25E5-E442-9745-7BAF64CEAA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4" name="Oval 981">
                <a:extLst>
                  <a:ext uri="{FF2B5EF4-FFF2-40B4-BE49-F238E27FC236}">
                    <a16:creationId xmlns:a16="http://schemas.microsoft.com/office/drawing/2014/main" id="{16842D0E-A2D6-0745-B8FB-E328BE5B32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5" name="Rectangle 982">
                <a:extLst>
                  <a:ext uri="{FF2B5EF4-FFF2-40B4-BE49-F238E27FC236}">
                    <a16:creationId xmlns:a16="http://schemas.microsoft.com/office/drawing/2014/main" id="{8F08011A-E991-A946-A958-0A487EA356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" name="Group 1">
              <a:extLst>
                <a:ext uri="{FF2B5EF4-FFF2-40B4-BE49-F238E27FC236}">
                  <a16:creationId xmlns:a16="http://schemas.microsoft.com/office/drawing/2014/main" id="{EF227275-E754-4D43-889C-5A2BD4A21205}"/>
                </a:ext>
              </a:extLst>
            </p:cNvPr>
            <p:cNvGrpSpPr/>
            <p:nvPr/>
          </p:nvGrpSpPr>
          <p:grpSpPr>
            <a:xfrm>
              <a:off x="7680324" y="1814171"/>
              <a:ext cx="1991221" cy="4482411"/>
              <a:chOff x="7680324" y="1814171"/>
              <a:chExt cx="1991221" cy="4482411"/>
            </a:xfrm>
          </p:grpSpPr>
          <p:sp>
            <p:nvSpPr>
              <p:cNvPr id="612" name="Oval 611">
                <a:extLst>
                  <a:ext uri="{FF2B5EF4-FFF2-40B4-BE49-F238E27FC236}">
                    <a16:creationId xmlns:a16="http://schemas.microsoft.com/office/drawing/2014/main" id="{626C6AB3-E95B-4E45-912D-03BD50D0AB9E}"/>
                  </a:ext>
                </a:extLst>
              </p:cNvPr>
              <p:cNvSpPr/>
              <p:nvPr/>
            </p:nvSpPr>
            <p:spPr>
              <a:xfrm>
                <a:off x="7689254" y="5160841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5" name="Oval 634">
                <a:extLst>
                  <a:ext uri="{FF2B5EF4-FFF2-40B4-BE49-F238E27FC236}">
                    <a16:creationId xmlns:a16="http://schemas.microsoft.com/office/drawing/2014/main" id="{78E6AF30-B350-C649-8449-B69F6002DF42}"/>
                  </a:ext>
                </a:extLst>
              </p:cNvPr>
              <p:cNvSpPr/>
              <p:nvPr/>
            </p:nvSpPr>
            <p:spPr>
              <a:xfrm>
                <a:off x="7680324" y="1814171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1" name="Line 913">
                <a:extLst>
                  <a:ext uri="{FF2B5EF4-FFF2-40B4-BE49-F238E27FC236}">
                    <a16:creationId xmlns:a16="http://schemas.microsoft.com/office/drawing/2014/main" id="{47A3D5AF-94CC-B24F-922A-C603CC0A5A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353326" y="2438326"/>
                <a:ext cx="498897" cy="1114752"/>
              </a:xfrm>
              <a:prstGeom prst="line">
                <a:avLst/>
              </a:prstGeom>
              <a:noFill/>
              <a:ln w="76200">
                <a:solidFill>
                  <a:srgbClr val="CC0000"/>
                </a:solidFill>
                <a:round/>
                <a:headEnd type="triangl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2" name="Line 911">
                <a:extLst>
                  <a:ext uri="{FF2B5EF4-FFF2-40B4-BE49-F238E27FC236}">
                    <a16:creationId xmlns:a16="http://schemas.microsoft.com/office/drawing/2014/main" id="{8E6A54E5-62F1-544B-AE41-5137E62BFC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971176" y="2321758"/>
                <a:ext cx="1187" cy="2793530"/>
              </a:xfrm>
              <a:prstGeom prst="line">
                <a:avLst/>
              </a:prstGeom>
              <a:noFill/>
              <a:ln w="76200">
                <a:solidFill>
                  <a:srgbClr val="CC0000"/>
                </a:solidFill>
                <a:round/>
                <a:headEnd type="triangl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1" name="Oval 570">
                <a:extLst>
                  <a:ext uri="{FF2B5EF4-FFF2-40B4-BE49-F238E27FC236}">
                    <a16:creationId xmlns:a16="http://schemas.microsoft.com/office/drawing/2014/main" id="{1E120312-45B0-4C42-82FC-F180847C8246}"/>
                  </a:ext>
                </a:extLst>
              </p:cNvPr>
              <p:cNvSpPr/>
              <p:nvPr/>
            </p:nvSpPr>
            <p:spPr>
              <a:xfrm>
                <a:off x="8703904" y="1943418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2" name="Oval 571">
                <a:extLst>
                  <a:ext uri="{FF2B5EF4-FFF2-40B4-BE49-F238E27FC236}">
                    <a16:creationId xmlns:a16="http://schemas.microsoft.com/office/drawing/2014/main" id="{05394771-B526-F445-85E3-3C2DA3BC4892}"/>
                  </a:ext>
                </a:extLst>
              </p:cNvPr>
              <p:cNvSpPr/>
              <p:nvPr/>
            </p:nvSpPr>
            <p:spPr>
              <a:xfrm>
                <a:off x="8013358" y="3440898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6" name="Oval 575">
                <a:extLst>
                  <a:ext uri="{FF2B5EF4-FFF2-40B4-BE49-F238E27FC236}">
                    <a16:creationId xmlns:a16="http://schemas.microsoft.com/office/drawing/2014/main" id="{01400376-9630-4440-8893-6D129686EE19}"/>
                  </a:ext>
                </a:extLst>
              </p:cNvPr>
              <p:cNvSpPr/>
              <p:nvPr/>
            </p:nvSpPr>
            <p:spPr>
              <a:xfrm>
                <a:off x="9059242" y="5786513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9" name="Line 913">
                <a:extLst>
                  <a:ext uri="{FF2B5EF4-FFF2-40B4-BE49-F238E27FC236}">
                    <a16:creationId xmlns:a16="http://schemas.microsoft.com/office/drawing/2014/main" id="{4FC33EFC-28C4-404D-91B5-F7C18E7064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143664" y="2462348"/>
                <a:ext cx="228982" cy="3299611"/>
              </a:xfrm>
              <a:prstGeom prst="line">
                <a:avLst/>
              </a:prstGeom>
              <a:noFill/>
              <a:ln w="76200">
                <a:solidFill>
                  <a:srgbClr val="CC0000"/>
                </a:solidFill>
                <a:round/>
                <a:headEnd type="triangl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0" name="Line 913">
                <a:extLst>
                  <a:ext uri="{FF2B5EF4-FFF2-40B4-BE49-F238E27FC236}">
                    <a16:creationId xmlns:a16="http://schemas.microsoft.com/office/drawing/2014/main" id="{7602507B-BECA-7042-893E-42D6FF9E5D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485044" y="3911282"/>
                <a:ext cx="764880" cy="1866664"/>
              </a:xfrm>
              <a:prstGeom prst="line">
                <a:avLst/>
              </a:prstGeom>
              <a:noFill/>
              <a:ln w="76200">
                <a:solidFill>
                  <a:srgbClr val="CC0000"/>
                </a:solidFill>
                <a:round/>
                <a:headEnd type="triangl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9" name="Group 652">
              <a:extLst>
                <a:ext uri="{FF2B5EF4-FFF2-40B4-BE49-F238E27FC236}">
                  <a16:creationId xmlns:a16="http://schemas.microsoft.com/office/drawing/2014/main" id="{F4E63F52-683B-8244-A48E-D8CF833CC0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50224" y="1859725"/>
              <a:ext cx="415925" cy="385763"/>
              <a:chOff x="2751" y="1851"/>
              <a:chExt cx="462" cy="478"/>
            </a:xfrm>
          </p:grpSpPr>
          <p:pic>
            <p:nvPicPr>
              <p:cNvPr id="359" name="Picture 653" descr="iphone_stylized_small">
                <a:extLst>
                  <a:ext uri="{FF2B5EF4-FFF2-40B4-BE49-F238E27FC236}">
                    <a16:creationId xmlns:a16="http://schemas.microsoft.com/office/drawing/2014/main" id="{EDF1EC93-A6E5-964F-B0D6-EE56B282AE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0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6" name="Group 785">
              <a:extLst>
                <a:ext uri="{FF2B5EF4-FFF2-40B4-BE49-F238E27FC236}">
                  <a16:creationId xmlns:a16="http://schemas.microsoft.com/office/drawing/2014/main" id="{46F998A3-3B85-214A-927A-3BF067B7C2A0}"/>
                </a:ext>
              </a:extLst>
            </p:cNvPr>
            <p:cNvGrpSpPr/>
            <p:nvPr/>
          </p:nvGrpSpPr>
          <p:grpSpPr>
            <a:xfrm>
              <a:off x="8499539" y="2059124"/>
              <a:ext cx="849312" cy="226109"/>
              <a:chOff x="8493165" y="2029804"/>
              <a:chExt cx="849312" cy="226109"/>
            </a:xfrm>
          </p:grpSpPr>
          <p:pic>
            <p:nvPicPr>
              <p:cNvPr id="48" name="Picture 603" descr="car_icon_small">
                <a:extLst>
                  <a:ext uri="{FF2B5EF4-FFF2-40B4-BE49-F238E27FC236}">
                    <a16:creationId xmlns:a16="http://schemas.microsoft.com/office/drawing/2014/main" id="{147E2796-D425-6645-93B3-B97E69B146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08" name="Group 1139">
              <a:extLst>
                <a:ext uri="{FF2B5EF4-FFF2-40B4-BE49-F238E27FC236}">
                  <a16:creationId xmlns:a16="http://schemas.microsoft.com/office/drawing/2014/main" id="{904B7C12-C509-8641-BB63-56DEDB95F95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91996" y="3567143"/>
              <a:ext cx="359261" cy="342045"/>
              <a:chOff x="2839" y="3501"/>
              <a:chExt cx="755" cy="803"/>
            </a:xfrm>
          </p:grpSpPr>
          <p:pic>
            <p:nvPicPr>
              <p:cNvPr id="138" name="Picture 1140" descr="desktop_computer_stylized_medium">
                <a:extLst>
                  <a:ext uri="{FF2B5EF4-FFF2-40B4-BE49-F238E27FC236}">
                    <a16:creationId xmlns:a16="http://schemas.microsoft.com/office/drawing/2014/main" id="{BDC7F552-21C9-C942-90FF-0162099A3D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9" name="Freeform 1141">
                <a:extLst>
                  <a:ext uri="{FF2B5EF4-FFF2-40B4-BE49-F238E27FC236}">
                    <a16:creationId xmlns:a16="http://schemas.microsoft.com/office/drawing/2014/main" id="{654B43BA-608E-5D4D-B11B-71762CFBE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87" name="Group 590">
              <a:extLst>
                <a:ext uri="{FF2B5EF4-FFF2-40B4-BE49-F238E27FC236}">
                  <a16:creationId xmlns:a16="http://schemas.microsoft.com/office/drawing/2014/main" id="{B2AAF0C3-BD73-634D-B492-B7CCF9735ED5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773981" y="5281060"/>
              <a:ext cx="345630" cy="320302"/>
              <a:chOff x="2839" y="3501"/>
              <a:chExt cx="755" cy="803"/>
            </a:xfrm>
          </p:grpSpPr>
          <p:pic>
            <p:nvPicPr>
              <p:cNvPr id="488" name="Picture 591" descr="desktop_computer_stylized_medium">
                <a:extLst>
                  <a:ext uri="{FF2B5EF4-FFF2-40B4-BE49-F238E27FC236}">
                    <a16:creationId xmlns:a16="http://schemas.microsoft.com/office/drawing/2014/main" id="{1B000E5D-AA79-9741-93EF-69776E79DC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89" name="Freeform 592">
                <a:extLst>
                  <a:ext uri="{FF2B5EF4-FFF2-40B4-BE49-F238E27FC236}">
                    <a16:creationId xmlns:a16="http://schemas.microsoft.com/office/drawing/2014/main" id="{E285DBFE-A1C0-DE49-94FA-3F8D49F9A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90" name="Group 1064">
              <a:extLst>
                <a:ext uri="{FF2B5EF4-FFF2-40B4-BE49-F238E27FC236}">
                  <a16:creationId xmlns:a16="http://schemas.microsoft.com/office/drawing/2014/main" id="{1E483C21-97F2-6C41-9217-2187E09B54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201681" y="5852809"/>
              <a:ext cx="310186" cy="307808"/>
              <a:chOff x="877" y="1008"/>
              <a:chExt cx="2747" cy="2591"/>
            </a:xfrm>
          </p:grpSpPr>
          <p:pic>
            <p:nvPicPr>
              <p:cNvPr id="146" name="Picture 1065" descr="antenna_stylized">
                <a:extLst>
                  <a:ext uri="{FF2B5EF4-FFF2-40B4-BE49-F238E27FC236}">
                    <a16:creationId xmlns:a16="http://schemas.microsoft.com/office/drawing/2014/main" id="{EC1E8FF9-A5AB-904A-91B8-DF49382605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47" name="Picture 1066" descr="laptop_keyboard">
                <a:extLst>
                  <a:ext uri="{FF2B5EF4-FFF2-40B4-BE49-F238E27FC236}">
                    <a16:creationId xmlns:a16="http://schemas.microsoft.com/office/drawing/2014/main" id="{71E89937-428E-3447-B221-C34E0D71AC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48" name="Freeform 1067">
                <a:extLst>
                  <a:ext uri="{FF2B5EF4-FFF2-40B4-BE49-F238E27FC236}">
                    <a16:creationId xmlns:a16="http://schemas.microsoft.com/office/drawing/2014/main" id="{43C21467-3265-FC4F-AF31-44A028163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2 w 2982"/>
                  <a:gd name="T5" fmla="*/ 1 h 2442"/>
                  <a:gd name="T6" fmla="*/ 2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149" name="Picture 1068" descr="screen">
                <a:extLst>
                  <a:ext uri="{FF2B5EF4-FFF2-40B4-BE49-F238E27FC236}">
                    <a16:creationId xmlns:a16="http://schemas.microsoft.com/office/drawing/2014/main" id="{9868250A-D477-2944-B0F8-A7DE63DA46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0" name="Freeform 1069">
                <a:extLst>
                  <a:ext uri="{FF2B5EF4-FFF2-40B4-BE49-F238E27FC236}">
                    <a16:creationId xmlns:a16="http://schemas.microsoft.com/office/drawing/2014/main" id="{A4015B9E-FE1F-594E-AFA2-A5277482E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2 w 2528"/>
                  <a:gd name="T3" fmla="*/ 1 h 455"/>
                  <a:gd name="T4" fmla="*/ 2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1" name="Freeform 1070">
                <a:extLst>
                  <a:ext uri="{FF2B5EF4-FFF2-40B4-BE49-F238E27FC236}">
                    <a16:creationId xmlns:a16="http://schemas.microsoft.com/office/drawing/2014/main" id="{1D5AA9CA-3334-2341-A3C4-E98372488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2" name="Freeform 1071">
                <a:extLst>
                  <a:ext uri="{FF2B5EF4-FFF2-40B4-BE49-F238E27FC236}">
                    <a16:creationId xmlns:a16="http://schemas.microsoft.com/office/drawing/2014/main" id="{408815EA-3342-2D4A-AB4D-6A6AD669E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3" name="Freeform 1072">
                <a:extLst>
                  <a:ext uri="{FF2B5EF4-FFF2-40B4-BE49-F238E27FC236}">
                    <a16:creationId xmlns:a16="http://schemas.microsoft.com/office/drawing/2014/main" id="{180DED07-429A-A242-A9E3-1BBEEAF42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2 w 2773"/>
                  <a:gd name="T5" fmla="*/ 1 h 738"/>
                  <a:gd name="T6" fmla="*/ 2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4" name="Freeform 1073">
                <a:extLst>
                  <a:ext uri="{FF2B5EF4-FFF2-40B4-BE49-F238E27FC236}">
                    <a16:creationId xmlns:a16="http://schemas.microsoft.com/office/drawing/2014/main" id="{A86B5E1C-D4A7-804E-9345-DD2099CCF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2 w 637"/>
                  <a:gd name="T1" fmla="*/ 0 h 1659"/>
                  <a:gd name="T2" fmla="*/ 2 w 637"/>
                  <a:gd name="T3" fmla="*/ 0 h 1659"/>
                  <a:gd name="T4" fmla="*/ 1 w 637"/>
                  <a:gd name="T5" fmla="*/ 15 h 1659"/>
                  <a:gd name="T6" fmla="*/ 0 w 637"/>
                  <a:gd name="T7" fmla="*/ 15 h 1659"/>
                  <a:gd name="T8" fmla="*/ 2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5" name="Freeform 1074">
                <a:extLst>
                  <a:ext uri="{FF2B5EF4-FFF2-40B4-BE49-F238E27FC236}">
                    <a16:creationId xmlns:a16="http://schemas.microsoft.com/office/drawing/2014/main" id="{278E44FF-9118-764F-B154-D54B6D088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9 w 2216"/>
                  <a:gd name="T5" fmla="*/ 5 h 550"/>
                  <a:gd name="T6" fmla="*/ 9 w 2216"/>
                  <a:gd name="T7" fmla="*/ 4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56" name="Group 1075">
                <a:extLst>
                  <a:ext uri="{FF2B5EF4-FFF2-40B4-BE49-F238E27FC236}">
                    <a16:creationId xmlns:a16="http://schemas.microsoft.com/office/drawing/2014/main" id="{B07A4D51-63EA-ED46-9283-3C066C8F805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163" name="Freeform 1076">
                  <a:extLst>
                    <a:ext uri="{FF2B5EF4-FFF2-40B4-BE49-F238E27FC236}">
                      <a16:creationId xmlns:a16="http://schemas.microsoft.com/office/drawing/2014/main" id="{362CE3DF-6498-9044-80D1-5B57C954BC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4" name="Freeform 1077">
                  <a:extLst>
                    <a:ext uri="{FF2B5EF4-FFF2-40B4-BE49-F238E27FC236}">
                      <a16:creationId xmlns:a16="http://schemas.microsoft.com/office/drawing/2014/main" id="{232B6CC8-39FA-8E41-89F9-D454D1953B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5" name="Freeform 1078">
                  <a:extLst>
                    <a:ext uri="{FF2B5EF4-FFF2-40B4-BE49-F238E27FC236}">
                      <a16:creationId xmlns:a16="http://schemas.microsoft.com/office/drawing/2014/main" id="{14BE6CD7-1B00-AE45-A0A2-B46139077D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6" name="Freeform 1079">
                  <a:extLst>
                    <a:ext uri="{FF2B5EF4-FFF2-40B4-BE49-F238E27FC236}">
                      <a16:creationId xmlns:a16="http://schemas.microsoft.com/office/drawing/2014/main" id="{17D2993A-DA09-154C-81CE-F00D6DF0DB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7" name="Freeform 1080">
                  <a:extLst>
                    <a:ext uri="{FF2B5EF4-FFF2-40B4-BE49-F238E27FC236}">
                      <a16:creationId xmlns:a16="http://schemas.microsoft.com/office/drawing/2014/main" id="{AD580132-3A72-CF47-B834-B58CA201F7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8" name="Freeform 1081">
                  <a:extLst>
                    <a:ext uri="{FF2B5EF4-FFF2-40B4-BE49-F238E27FC236}">
                      <a16:creationId xmlns:a16="http://schemas.microsoft.com/office/drawing/2014/main" id="{E900C928-6E45-6449-A6C9-3DBE801B01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57" name="Freeform 1082">
                <a:extLst>
                  <a:ext uri="{FF2B5EF4-FFF2-40B4-BE49-F238E27FC236}">
                    <a16:creationId xmlns:a16="http://schemas.microsoft.com/office/drawing/2014/main" id="{1ECD1A08-63F7-2B4E-84E4-3FA628039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2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2 h 792"/>
                  <a:gd name="T8" fmla="*/ 1 w 990"/>
                  <a:gd name="T9" fmla="*/ 2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8" name="Freeform 1083">
                <a:extLst>
                  <a:ext uri="{FF2B5EF4-FFF2-40B4-BE49-F238E27FC236}">
                    <a16:creationId xmlns:a16="http://schemas.microsoft.com/office/drawing/2014/main" id="{E0CE0778-AA7C-994B-8AC5-676F1A825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4 w 2532"/>
                  <a:gd name="T5" fmla="*/ 2 h 723"/>
                  <a:gd name="T6" fmla="*/ 4 w 2532"/>
                  <a:gd name="T7" fmla="*/ 2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9" name="Freeform 1084">
                <a:extLst>
                  <a:ext uri="{FF2B5EF4-FFF2-40B4-BE49-F238E27FC236}">
                    <a16:creationId xmlns:a16="http://schemas.microsoft.com/office/drawing/2014/main" id="{D2A296F6-56E0-0141-8E63-F209F1106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0" name="Freeform 1085">
                <a:extLst>
                  <a:ext uri="{FF2B5EF4-FFF2-40B4-BE49-F238E27FC236}">
                    <a16:creationId xmlns:a16="http://schemas.microsoft.com/office/drawing/2014/main" id="{06824F88-EE84-D347-A023-F053DA4B2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1" name="Freeform 1086">
                <a:extLst>
                  <a:ext uri="{FF2B5EF4-FFF2-40B4-BE49-F238E27FC236}">
                    <a16:creationId xmlns:a16="http://schemas.microsoft.com/office/drawing/2014/main" id="{36F4BB90-D696-0945-AC5D-7CBFD97A9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2" name="Freeform 1087">
                <a:extLst>
                  <a:ext uri="{FF2B5EF4-FFF2-40B4-BE49-F238E27FC236}">
                    <a16:creationId xmlns:a16="http://schemas.microsoft.com/office/drawing/2014/main" id="{9FC45AEE-F94E-2C41-BB56-2055DE618B24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2 h 723"/>
                  <a:gd name="T6" fmla="*/ 0 w 2532"/>
                  <a:gd name="T7" fmla="*/ 2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692208329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Processes communicating</a:t>
            </a:r>
            <a:endParaRPr lang="en-US" sz="4400" dirty="0"/>
          </a:p>
        </p:txBody>
      </p:sp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80CCA17D-ECA8-CE46-82AC-A0AF8C3B62BD}"/>
              </a:ext>
            </a:extLst>
          </p:cNvPr>
          <p:cNvSpPr txBox="1">
            <a:spLocks/>
          </p:cNvSpPr>
          <p:nvPr/>
        </p:nvSpPr>
        <p:spPr>
          <a:xfrm>
            <a:off x="606042" y="1565977"/>
            <a:ext cx="5309184" cy="4351338"/>
          </a:xfrm>
          <a:prstGeom prst="rect">
            <a:avLst/>
          </a:prstGeom>
        </p:spPr>
        <p:txBody>
          <a:bodyPr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process: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program running within a host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within same host, two processes communicate using 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inter-process communication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(defined by OS)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processes in different hosts communicate by exchanging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messages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sz="3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Rectangle 7">
            <a:extLst>
              <a:ext uri="{FF2B5EF4-FFF2-40B4-BE49-F238E27FC236}">
                <a16:creationId xmlns:a16="http://schemas.microsoft.com/office/drawing/2014/main" id="{8F7AD000-A388-6C4C-8C9C-158A86A0C5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15273" y="4263451"/>
            <a:ext cx="3989387" cy="1839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note: applications with P2P architectures have client processes &amp; server processes</a:t>
            </a:r>
          </a:p>
        </p:txBody>
      </p:sp>
      <p:grpSp>
        <p:nvGrpSpPr>
          <p:cNvPr id="2" name="Group 1" descr="The distinguishing features of client and server processes: clients initiate, servers wait and respond">
            <a:extLst>
              <a:ext uri="{FF2B5EF4-FFF2-40B4-BE49-F238E27FC236}">
                <a16:creationId xmlns:a16="http://schemas.microsoft.com/office/drawing/2014/main" id="{6E7D9C5A-4A0F-3E45-B3EB-48F963F34B69}"/>
              </a:ext>
            </a:extLst>
          </p:cNvPr>
          <p:cNvGrpSpPr/>
          <p:nvPr/>
        </p:nvGrpSpPr>
        <p:grpSpPr>
          <a:xfrm>
            <a:off x="6974010" y="1488501"/>
            <a:ext cx="4092575" cy="2567781"/>
            <a:chOff x="6974010" y="1488501"/>
            <a:chExt cx="4092575" cy="2567781"/>
          </a:xfrm>
        </p:grpSpPr>
        <p:sp>
          <p:nvSpPr>
            <p:cNvPr id="8" name="Rectangle 4">
              <a:extLst>
                <a:ext uri="{FF2B5EF4-FFF2-40B4-BE49-F238E27FC236}">
                  <a16:creationId xmlns:a16="http://schemas.microsoft.com/office/drawing/2014/main" id="{96562BEA-C84E-254B-BD55-56C2EB6C5088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7025603" y="2022695"/>
              <a:ext cx="3989387" cy="2033587"/>
            </a:xfrm>
            <a:prstGeom prst="rect">
              <a:avLst/>
            </a:prstGeom>
            <a:noFill/>
          </p:spPr>
          <p:txBody>
            <a:bodyPr/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352425" marR="0" lvl="0" indent="-222250" algn="l" defTabSz="914400" rtl="0" eaLnBrk="1" fontAlgn="auto" latinLnBrk="0" hangingPunct="1">
                <a:lnSpc>
                  <a:spcPct val="90000"/>
                </a:lnSpc>
                <a:spcBef>
                  <a:spcPts val="4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None/>
                <a:tabLst/>
                <a:defRPr/>
              </a:pPr>
              <a:r>
                <a:rPr kumimoji="0" lang="en-US" alt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client process:</a:t>
              </a: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process that initiates communication</a:t>
              </a:r>
            </a:p>
            <a:p>
              <a:pPr marL="352425" marR="0" lvl="0" indent="-222250" algn="l" defTabSz="914400" rtl="0" eaLnBrk="1" fontAlgn="auto" latinLnBrk="0" hangingPunct="1">
                <a:lnSpc>
                  <a:spcPct val="90000"/>
                </a:lnSpc>
                <a:spcBef>
                  <a:spcPts val="4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None/>
                <a:tabLst/>
                <a:defRPr/>
              </a:pPr>
              <a:r>
                <a:rPr kumimoji="0" lang="en-US" alt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server process:</a:t>
              </a: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process that waits to be contacted</a:t>
              </a: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  <a:p>
              <a:pPr marL="352425" marR="0" lvl="0" indent="-22225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" name="Rectangle 13">
              <a:extLst>
                <a:ext uri="{FF2B5EF4-FFF2-40B4-BE49-F238E27FC236}">
                  <a16:creationId xmlns:a16="http://schemas.microsoft.com/office/drawing/2014/main" id="{0414D3D5-1BB8-5844-8D2A-3C8E3E5DCA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4010" y="1786951"/>
              <a:ext cx="4092575" cy="2062163"/>
            </a:xfrm>
            <a:prstGeom prst="rect">
              <a:avLst/>
            </a:prstGeom>
            <a:noFill/>
            <a:ln w="28575">
              <a:solidFill>
                <a:srgbClr val="CC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" name="Text Box 14">
              <a:extLst>
                <a:ext uri="{FF2B5EF4-FFF2-40B4-BE49-F238E27FC236}">
                  <a16:creationId xmlns:a16="http://schemas.microsoft.com/office/drawing/2014/main" id="{FAA5D4F0-1DCB-7C49-A07F-4729B9F9DC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94660" y="1488501"/>
              <a:ext cx="2325688" cy="51911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clients, servers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97073794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Sockets</a:t>
            </a:r>
            <a:endParaRPr lang="en-US" sz="4400" dirty="0"/>
          </a:p>
        </p:txBody>
      </p:sp>
      <p:sp>
        <p:nvSpPr>
          <p:cNvPr id="68" name="Rectangle 3">
            <a:extLst>
              <a:ext uri="{FF2B5EF4-FFF2-40B4-BE49-F238E27FC236}">
                <a16:creationId xmlns:a16="http://schemas.microsoft.com/office/drawing/2014/main" id="{AE0F6699-BC13-C349-9AC1-8B36945FEA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8691" y="1183986"/>
            <a:ext cx="10965041" cy="2328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itchFamily="34" charset="0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itchFamily="34" charset="0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18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</a:rPr>
              <a:t>process sends/receives messages to/from its </a:t>
            </a: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</a:rPr>
              <a:t>socket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</a:rPr>
              <a:t>socket analogous to door</a:t>
            </a:r>
          </a:p>
          <a:p>
            <a:pPr marL="742950" marR="0" lvl="1" indent="-28575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sending process shoves message out door</a:t>
            </a:r>
          </a:p>
          <a:p>
            <a:pPr marL="742950" marR="0" lvl="1" indent="-28575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sending process relies on transport infrastructure on other side of door to deliver message to socket at receiving process</a:t>
            </a:r>
          </a:p>
          <a:p>
            <a:pPr marL="742950" marR="0" lvl="1" indent="-28575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two sockets involved: one on each side</a:t>
            </a:r>
          </a:p>
        </p:txBody>
      </p:sp>
      <p:grpSp>
        <p:nvGrpSpPr>
          <p:cNvPr id="2" name="Group 1" descr="An illustration of comets at the interface of application and transport layers">
            <a:extLst>
              <a:ext uri="{FF2B5EF4-FFF2-40B4-BE49-F238E27FC236}">
                <a16:creationId xmlns:a16="http://schemas.microsoft.com/office/drawing/2014/main" id="{BF82451C-B08A-F1E7-3C10-AFDB19E7101F}"/>
              </a:ext>
            </a:extLst>
          </p:cNvPr>
          <p:cNvGrpSpPr/>
          <p:nvPr/>
        </p:nvGrpSpPr>
        <p:grpSpPr>
          <a:xfrm>
            <a:off x="2318218" y="4088827"/>
            <a:ext cx="8077200" cy="2354262"/>
            <a:chOff x="2318218" y="4088827"/>
            <a:chExt cx="8077200" cy="2354262"/>
          </a:xfrm>
        </p:grpSpPr>
        <p:sp>
          <p:nvSpPr>
            <p:cNvPr id="69" name="Freeform 66">
              <a:extLst>
                <a:ext uri="{FF2B5EF4-FFF2-40B4-BE49-F238E27FC236}">
                  <a16:creationId xmlns:a16="http://schemas.microsoft.com/office/drawing/2014/main" id="{C55660F8-73B5-034B-A597-DD5D87ECF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2481" y="4098352"/>
              <a:ext cx="736600" cy="1998662"/>
            </a:xfrm>
            <a:custGeom>
              <a:avLst/>
              <a:gdLst>
                <a:gd name="T0" fmla="*/ 2147483647 w 464"/>
                <a:gd name="T1" fmla="*/ 2147483647 h 1259"/>
                <a:gd name="T2" fmla="*/ 0 w 464"/>
                <a:gd name="T3" fmla="*/ 0 h 1259"/>
                <a:gd name="T4" fmla="*/ 2147483647 w 464"/>
                <a:gd name="T5" fmla="*/ 2147483647 h 1259"/>
                <a:gd name="T6" fmla="*/ 2147483647 w 464"/>
                <a:gd name="T7" fmla="*/ 2147483647 h 1259"/>
                <a:gd name="T8" fmla="*/ 2147483647 w 464"/>
                <a:gd name="T9" fmla="*/ 2147483647 h 12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64"/>
                <a:gd name="T16" fmla="*/ 0 h 1259"/>
                <a:gd name="T17" fmla="*/ 464 w 464"/>
                <a:gd name="T18" fmla="*/ 1259 h 12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64" h="1259">
                  <a:moveTo>
                    <a:pt x="464" y="1060"/>
                  </a:moveTo>
                  <a:lnTo>
                    <a:pt x="0" y="0"/>
                  </a:lnTo>
                  <a:lnTo>
                    <a:pt x="6" y="1258"/>
                  </a:lnTo>
                  <a:lnTo>
                    <a:pt x="382" y="1259"/>
                  </a:lnTo>
                  <a:lnTo>
                    <a:pt x="464" y="1060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B2B2B2"/>
                </a:gs>
              </a:gsLst>
              <a:lin ang="0" scaled="1"/>
            </a:gradFill>
            <a:ln w="9525">
              <a:solidFill>
                <a:srgbClr val="DDDDDD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0" name="Freeform 7">
              <a:extLst>
                <a:ext uri="{FF2B5EF4-FFF2-40B4-BE49-F238E27FC236}">
                  <a16:creationId xmlns:a16="http://schemas.microsoft.com/office/drawing/2014/main" id="{ABAB43B4-03FC-2A42-98B9-913DD8EC7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7781" y="5395339"/>
              <a:ext cx="1808162" cy="1031875"/>
            </a:xfrm>
            <a:custGeom>
              <a:avLst/>
              <a:gdLst>
                <a:gd name="T0" fmla="*/ 2147483647 w 2135"/>
                <a:gd name="T1" fmla="*/ 2147483647 h 1662"/>
                <a:gd name="T2" fmla="*/ 2147483647 w 2135"/>
                <a:gd name="T3" fmla="*/ 2147483647 h 1662"/>
                <a:gd name="T4" fmla="*/ 2147483647 w 2135"/>
                <a:gd name="T5" fmla="*/ 2147483647 h 1662"/>
                <a:gd name="T6" fmla="*/ 2147483647 w 2135"/>
                <a:gd name="T7" fmla="*/ 2147483647 h 1662"/>
                <a:gd name="T8" fmla="*/ 2147483647 w 2135"/>
                <a:gd name="T9" fmla="*/ 2147483647 h 1662"/>
                <a:gd name="T10" fmla="*/ 2147483647 w 2135"/>
                <a:gd name="T11" fmla="*/ 2147483647 h 1662"/>
                <a:gd name="T12" fmla="*/ 2147483647 w 2135"/>
                <a:gd name="T13" fmla="*/ 2147483647 h 1662"/>
                <a:gd name="T14" fmla="*/ 2147483647 w 2135"/>
                <a:gd name="T15" fmla="*/ 2147483647 h 1662"/>
                <a:gd name="T16" fmla="*/ 2147483647 w 2135"/>
                <a:gd name="T17" fmla="*/ 2147483647 h 1662"/>
                <a:gd name="T18" fmla="*/ 2147483647 w 2135"/>
                <a:gd name="T19" fmla="*/ 2147483647 h 1662"/>
                <a:gd name="T20" fmla="*/ 2147483647 w 2135"/>
                <a:gd name="T21" fmla="*/ 2147483647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135"/>
                <a:gd name="T34" fmla="*/ 0 h 1662"/>
                <a:gd name="T35" fmla="*/ 2135 w 2135"/>
                <a:gd name="T36" fmla="*/ 1662 h 166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1" name="Text Box 51">
              <a:extLst>
                <a:ext uri="{FF2B5EF4-FFF2-40B4-BE49-F238E27FC236}">
                  <a16:creationId xmlns:a16="http://schemas.microsoft.com/office/drawing/2014/main" id="{66AD3E16-6743-CC4C-9091-25C6B0A95F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05931" y="5527102"/>
              <a:ext cx="874712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Internet</a:t>
              </a:r>
            </a:p>
          </p:txBody>
        </p:sp>
        <p:sp>
          <p:nvSpPr>
            <p:cNvPr id="72" name="Line 52">
              <a:extLst>
                <a:ext uri="{FF2B5EF4-FFF2-40B4-BE49-F238E27FC236}">
                  <a16:creationId xmlns:a16="http://schemas.microsoft.com/office/drawing/2014/main" id="{2374F19B-E4B6-644E-AEE0-FC14C13C01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26481" y="5938264"/>
              <a:ext cx="2211387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3" name="Text Box 53">
              <a:extLst>
                <a:ext uri="{FF2B5EF4-FFF2-40B4-BE49-F238E27FC236}">
                  <a16:creationId xmlns:a16="http://schemas.microsoft.com/office/drawing/2014/main" id="{AD6E6CB7-7739-BE4D-84DA-1BBDF2D16B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47618" y="5163564"/>
              <a:ext cx="1063625" cy="825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controlled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by OS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4" name="Text Box 56">
              <a:extLst>
                <a:ext uri="{FF2B5EF4-FFF2-40B4-BE49-F238E27FC236}">
                  <a16:creationId xmlns:a16="http://schemas.microsoft.com/office/drawing/2014/main" id="{20BE946D-C7D0-4A45-83B1-1480163BA2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25393" y="4263452"/>
              <a:ext cx="1470025" cy="533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controlled by</a:t>
              </a:r>
            </a:p>
            <a:p>
              <a:pPr marL="0" marR="0" lvl="0" indent="0" algn="l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app developer</a:t>
              </a:r>
            </a:p>
          </p:txBody>
        </p:sp>
        <p:sp>
          <p:nvSpPr>
            <p:cNvPr id="75" name="Freeform 45">
              <a:extLst>
                <a:ext uri="{FF2B5EF4-FFF2-40B4-BE49-F238E27FC236}">
                  <a16:creationId xmlns:a16="http://schemas.microsoft.com/office/drawing/2014/main" id="{6780AD31-F16D-1B4A-BC72-926F1B2A7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081" y="4161852"/>
              <a:ext cx="758825" cy="1997075"/>
            </a:xfrm>
            <a:custGeom>
              <a:avLst/>
              <a:gdLst>
                <a:gd name="T0" fmla="*/ 0 w 478"/>
                <a:gd name="T1" fmla="*/ 2147483647 h 1258"/>
                <a:gd name="T2" fmla="*/ 2147483647 w 478"/>
                <a:gd name="T3" fmla="*/ 0 h 1258"/>
                <a:gd name="T4" fmla="*/ 2147483647 w 478"/>
                <a:gd name="T5" fmla="*/ 2147483647 h 1258"/>
                <a:gd name="T6" fmla="*/ 2147483647 w 478"/>
                <a:gd name="T7" fmla="*/ 2147483647 h 1258"/>
                <a:gd name="T8" fmla="*/ 0 w 478"/>
                <a:gd name="T9" fmla="*/ 2147483647 h 12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78"/>
                <a:gd name="T16" fmla="*/ 0 h 1258"/>
                <a:gd name="T17" fmla="*/ 478 w 478"/>
                <a:gd name="T18" fmla="*/ 1258 h 125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78" h="1258">
                  <a:moveTo>
                    <a:pt x="0" y="1040"/>
                  </a:moveTo>
                  <a:lnTo>
                    <a:pt x="478" y="0"/>
                  </a:lnTo>
                  <a:lnTo>
                    <a:pt x="472" y="1258"/>
                  </a:lnTo>
                  <a:lnTo>
                    <a:pt x="41" y="1246"/>
                  </a:lnTo>
                  <a:lnTo>
                    <a:pt x="0" y="1040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B2B2B2"/>
                </a:gs>
              </a:gsLst>
              <a:lin ang="0" scaled="1"/>
            </a:gradFill>
            <a:ln w="9525">
              <a:solidFill>
                <a:srgbClr val="DDDDDD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6" name="Rectangle 23">
              <a:extLst>
                <a:ext uri="{FF2B5EF4-FFF2-40B4-BE49-F238E27FC236}">
                  <a16:creationId xmlns:a16="http://schemas.microsoft.com/office/drawing/2014/main" id="{F7C1C383-CE46-7C44-B7F2-94606E877E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5356" y="4117402"/>
              <a:ext cx="1296987" cy="1981200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7" name="Rectangle 24">
              <a:extLst>
                <a:ext uri="{FF2B5EF4-FFF2-40B4-BE49-F238E27FC236}">
                  <a16:creationId xmlns:a16="http://schemas.microsoft.com/office/drawing/2014/main" id="{FD8D123C-B8FD-A64F-9AD3-86943A5D55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256" y="4171377"/>
              <a:ext cx="1273175" cy="19796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8" name="Line 25">
              <a:extLst>
                <a:ext uri="{FF2B5EF4-FFF2-40B4-BE49-F238E27FC236}">
                  <a16:creationId xmlns:a16="http://schemas.microsoft.com/office/drawing/2014/main" id="{A30BEE8C-0165-984E-888C-91DC647B6A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16781" y="4931789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" name="Text Box 26">
              <a:extLst>
                <a:ext uri="{FF2B5EF4-FFF2-40B4-BE49-F238E27FC236}">
                  <a16:creationId xmlns:a16="http://schemas.microsoft.com/office/drawing/2014/main" id="{4E5CE7E7-BE20-B242-B8AA-2C5D479929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73918" y="4914327"/>
              <a:ext cx="1317625" cy="325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transport</a:t>
              </a:r>
            </a:p>
          </p:txBody>
        </p:sp>
        <p:sp>
          <p:nvSpPr>
            <p:cNvPr id="80" name="Line 27">
              <a:extLst>
                <a:ext uri="{FF2B5EF4-FFF2-40B4-BE49-F238E27FC236}">
                  <a16:creationId xmlns:a16="http://schemas.microsoft.com/office/drawing/2014/main" id="{9AB6E7C8-3093-D94D-9D3B-10F5749B73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24718" y="5252464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" name="Line 28">
              <a:extLst>
                <a:ext uri="{FF2B5EF4-FFF2-40B4-BE49-F238E27FC236}">
                  <a16:creationId xmlns:a16="http://schemas.microsoft.com/office/drawing/2014/main" id="{2F4C67B7-677F-C84F-B3B7-01AAFB2AD3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10431" y="5562027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2" name="Line 29">
              <a:extLst>
                <a:ext uri="{FF2B5EF4-FFF2-40B4-BE49-F238E27FC236}">
                  <a16:creationId xmlns:a16="http://schemas.microsoft.com/office/drawing/2014/main" id="{3E1AB729-CEED-FF4B-AB94-DA2863E62F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10431" y="5847777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3" name="Text Box 26">
              <a:extLst>
                <a:ext uri="{FF2B5EF4-FFF2-40B4-BE49-F238E27FC236}">
                  <a16:creationId xmlns:a16="http://schemas.microsoft.com/office/drawing/2014/main" id="{B3BC3B01-336B-B648-9417-1795AE45E5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8843" y="4161852"/>
              <a:ext cx="1317625" cy="325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application</a:t>
              </a:r>
            </a:p>
          </p:txBody>
        </p:sp>
        <p:sp>
          <p:nvSpPr>
            <p:cNvPr id="84" name="Text Box 26">
              <a:extLst>
                <a:ext uri="{FF2B5EF4-FFF2-40B4-BE49-F238E27FC236}">
                  <a16:creationId xmlns:a16="http://schemas.microsoft.com/office/drawing/2014/main" id="{DC97EC39-5ADE-8D46-9FEE-DBDD51FDB3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64393" y="5819202"/>
              <a:ext cx="1317625" cy="325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physical</a:t>
              </a:r>
            </a:p>
          </p:txBody>
        </p:sp>
        <p:sp>
          <p:nvSpPr>
            <p:cNvPr id="85" name="Text Box 26">
              <a:extLst>
                <a:ext uri="{FF2B5EF4-FFF2-40B4-BE49-F238E27FC236}">
                  <a16:creationId xmlns:a16="http://schemas.microsoft.com/office/drawing/2014/main" id="{8C832346-4F39-4844-8091-F736554D8A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83443" y="5533452"/>
              <a:ext cx="1317625" cy="325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link</a:t>
              </a:r>
            </a:p>
          </p:txBody>
        </p:sp>
        <p:sp>
          <p:nvSpPr>
            <p:cNvPr id="86" name="Text Box 26">
              <a:extLst>
                <a:ext uri="{FF2B5EF4-FFF2-40B4-BE49-F238E27FC236}">
                  <a16:creationId xmlns:a16="http://schemas.microsoft.com/office/drawing/2014/main" id="{68FADC82-2C08-DB43-951D-4FB06FD5E7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73918" y="5238177"/>
              <a:ext cx="1317625" cy="325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network</a:t>
              </a:r>
            </a:p>
          </p:txBody>
        </p:sp>
        <p:sp>
          <p:nvSpPr>
            <p:cNvPr id="87" name="Oval 57">
              <a:extLst>
                <a:ext uri="{FF2B5EF4-FFF2-40B4-BE49-F238E27FC236}">
                  <a16:creationId xmlns:a16="http://schemas.microsoft.com/office/drawing/2014/main" id="{FBC4E611-49B5-5546-8E93-C03CEF4C03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2193" y="4436489"/>
              <a:ext cx="990600" cy="304800"/>
            </a:xfrm>
            <a:prstGeom prst="ellipse">
              <a:avLst/>
            </a:prstGeom>
            <a:solidFill>
              <a:srgbClr val="CC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process</a:t>
              </a:r>
            </a:p>
          </p:txBody>
        </p:sp>
        <p:grpSp>
          <p:nvGrpSpPr>
            <p:cNvPr id="88" name="Group 58">
              <a:extLst>
                <a:ext uri="{FF2B5EF4-FFF2-40B4-BE49-F238E27FC236}">
                  <a16:creationId xmlns:a16="http://schemas.microsoft.com/office/drawing/2014/main" id="{BDB7A80F-EA2D-2740-83B7-DE5AFE13D1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89843" y="4796852"/>
              <a:ext cx="546100" cy="225425"/>
              <a:chOff x="1287" y="2524"/>
              <a:chExt cx="260" cy="100"/>
            </a:xfrm>
          </p:grpSpPr>
          <p:sp>
            <p:nvSpPr>
              <p:cNvPr id="89" name="Rectangle 59">
                <a:extLst>
                  <a:ext uri="{FF2B5EF4-FFF2-40B4-BE49-F238E27FC236}">
                    <a16:creationId xmlns:a16="http://schemas.microsoft.com/office/drawing/2014/main" id="{DE66C40C-3B9D-EF46-85B9-52614CA50C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7" y="2524"/>
                <a:ext cx="260" cy="100"/>
              </a:xfrm>
              <a:prstGeom prst="rect">
                <a:avLst/>
              </a:prstGeom>
              <a:solidFill>
                <a:srgbClr val="C96B72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90" name="Rectangle 60">
                <a:extLst>
                  <a:ext uri="{FF2B5EF4-FFF2-40B4-BE49-F238E27FC236}">
                    <a16:creationId xmlns:a16="http://schemas.microsoft.com/office/drawing/2014/main" id="{BB035EC9-3E84-A147-B1F1-334CDBA3D7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8" y="2537"/>
                <a:ext cx="156" cy="76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91" name="Rectangle 61">
                <a:extLst>
                  <a:ext uri="{FF2B5EF4-FFF2-40B4-BE49-F238E27FC236}">
                    <a16:creationId xmlns:a16="http://schemas.microsoft.com/office/drawing/2014/main" id="{A4F869EE-C3F1-524C-9E52-D9CF58C69B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3" y="2582"/>
                <a:ext cx="27" cy="27"/>
              </a:xfrm>
              <a:prstGeom prst="rect">
                <a:avLst/>
              </a:prstGeom>
              <a:solidFill>
                <a:srgbClr val="C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92" name="Rectangle 62">
                <a:extLst>
                  <a:ext uri="{FF2B5EF4-FFF2-40B4-BE49-F238E27FC236}">
                    <a16:creationId xmlns:a16="http://schemas.microsoft.com/office/drawing/2014/main" id="{58E3BF21-8802-5F4C-9E24-B71F07259B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2583"/>
                <a:ext cx="26" cy="27"/>
              </a:xfrm>
              <a:prstGeom prst="rect">
                <a:avLst/>
              </a:prstGeom>
              <a:solidFill>
                <a:srgbClr val="C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93" name="Rectangle 23">
              <a:extLst>
                <a:ext uri="{FF2B5EF4-FFF2-40B4-BE49-F238E27FC236}">
                  <a16:creationId xmlns:a16="http://schemas.microsoft.com/office/drawing/2014/main" id="{EA6D85FB-86B2-B745-ADFD-3765EC14F8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7718" y="4088827"/>
              <a:ext cx="1296988" cy="1981200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" name="Rectangle 24">
              <a:extLst>
                <a:ext uri="{FF2B5EF4-FFF2-40B4-BE49-F238E27FC236}">
                  <a16:creationId xmlns:a16="http://schemas.microsoft.com/office/drawing/2014/main" id="{A1355835-1546-1740-B9B8-CC9141EB37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69618" y="4142802"/>
              <a:ext cx="1273175" cy="19796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5" name="Line 25">
              <a:extLst>
                <a:ext uri="{FF2B5EF4-FFF2-40B4-BE49-F238E27FC236}">
                  <a16:creationId xmlns:a16="http://schemas.microsoft.com/office/drawing/2014/main" id="{22344C4F-F96A-944B-9A5E-6962A9AC2F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79143" y="4903214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6" name="Text Box 26">
              <a:extLst>
                <a:ext uri="{FF2B5EF4-FFF2-40B4-BE49-F238E27FC236}">
                  <a16:creationId xmlns:a16="http://schemas.microsoft.com/office/drawing/2014/main" id="{93E8ABA8-42C2-C44C-8972-76E2C7AD81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36281" y="4885752"/>
              <a:ext cx="1317625" cy="325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transport</a:t>
              </a:r>
            </a:p>
          </p:txBody>
        </p:sp>
        <p:sp>
          <p:nvSpPr>
            <p:cNvPr id="97" name="Line 27">
              <a:extLst>
                <a:ext uri="{FF2B5EF4-FFF2-40B4-BE49-F238E27FC236}">
                  <a16:creationId xmlns:a16="http://schemas.microsoft.com/office/drawing/2014/main" id="{4C22E15D-78C1-E143-93B3-4A31B8A254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87081" y="5223889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8" name="Line 28">
              <a:extLst>
                <a:ext uri="{FF2B5EF4-FFF2-40B4-BE49-F238E27FC236}">
                  <a16:creationId xmlns:a16="http://schemas.microsoft.com/office/drawing/2014/main" id="{5648F986-3546-E545-A6F7-3CF9C2DDAD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72793" y="5533452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9" name="Line 29">
              <a:extLst>
                <a:ext uri="{FF2B5EF4-FFF2-40B4-BE49-F238E27FC236}">
                  <a16:creationId xmlns:a16="http://schemas.microsoft.com/office/drawing/2014/main" id="{55B6D46E-D326-D64F-A181-AB7274FEB6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72793" y="5819202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0" name="Text Box 26">
              <a:extLst>
                <a:ext uri="{FF2B5EF4-FFF2-40B4-BE49-F238E27FC236}">
                  <a16:creationId xmlns:a16="http://schemas.microsoft.com/office/drawing/2014/main" id="{704444CB-075A-0948-9F82-6F49A25E3E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71206" y="4133277"/>
              <a:ext cx="1317625" cy="325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application</a:t>
              </a:r>
            </a:p>
          </p:txBody>
        </p:sp>
        <p:sp>
          <p:nvSpPr>
            <p:cNvPr id="101" name="Text Box 26">
              <a:extLst>
                <a:ext uri="{FF2B5EF4-FFF2-40B4-BE49-F238E27FC236}">
                  <a16:creationId xmlns:a16="http://schemas.microsoft.com/office/drawing/2014/main" id="{40B8469F-1FF4-FE40-9A71-D5EC33D373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26756" y="5790627"/>
              <a:ext cx="1317625" cy="325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physical</a:t>
              </a:r>
            </a:p>
          </p:txBody>
        </p:sp>
        <p:sp>
          <p:nvSpPr>
            <p:cNvPr id="102" name="Text Box 26">
              <a:extLst>
                <a:ext uri="{FF2B5EF4-FFF2-40B4-BE49-F238E27FC236}">
                  <a16:creationId xmlns:a16="http://schemas.microsoft.com/office/drawing/2014/main" id="{713E03C4-58F2-5D42-92BD-0578A2D33B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45806" y="5504877"/>
              <a:ext cx="1317625" cy="325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link</a:t>
              </a:r>
            </a:p>
          </p:txBody>
        </p:sp>
        <p:sp>
          <p:nvSpPr>
            <p:cNvPr id="103" name="Text Box 26">
              <a:extLst>
                <a:ext uri="{FF2B5EF4-FFF2-40B4-BE49-F238E27FC236}">
                  <a16:creationId xmlns:a16="http://schemas.microsoft.com/office/drawing/2014/main" id="{76001FF3-4EB3-9E44-B006-2987493451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36281" y="5209602"/>
              <a:ext cx="1317625" cy="325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network</a:t>
              </a:r>
            </a:p>
          </p:txBody>
        </p:sp>
        <p:sp>
          <p:nvSpPr>
            <p:cNvPr id="104" name="Oval 78">
              <a:extLst>
                <a:ext uri="{FF2B5EF4-FFF2-40B4-BE49-F238E27FC236}">
                  <a16:creationId xmlns:a16="http://schemas.microsoft.com/office/drawing/2014/main" id="{8A13F36B-8768-0745-9E90-83E8FC5EE5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04556" y="4407914"/>
              <a:ext cx="990600" cy="304800"/>
            </a:xfrm>
            <a:prstGeom prst="ellipse">
              <a:avLst/>
            </a:prstGeom>
            <a:solidFill>
              <a:srgbClr val="CC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process</a:t>
              </a:r>
            </a:p>
          </p:txBody>
        </p:sp>
        <p:grpSp>
          <p:nvGrpSpPr>
            <p:cNvPr id="105" name="Group 79">
              <a:extLst>
                <a:ext uri="{FF2B5EF4-FFF2-40B4-BE49-F238E27FC236}">
                  <a16:creationId xmlns:a16="http://schemas.microsoft.com/office/drawing/2014/main" id="{535443B2-390F-4D43-AFF5-FF5F8E34F3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52206" y="4768277"/>
              <a:ext cx="546100" cy="225425"/>
              <a:chOff x="1287" y="2524"/>
              <a:chExt cx="260" cy="100"/>
            </a:xfrm>
          </p:grpSpPr>
          <p:sp>
            <p:nvSpPr>
              <p:cNvPr id="106" name="Rectangle 80">
                <a:extLst>
                  <a:ext uri="{FF2B5EF4-FFF2-40B4-BE49-F238E27FC236}">
                    <a16:creationId xmlns:a16="http://schemas.microsoft.com/office/drawing/2014/main" id="{160B4F41-7E38-6E47-B7F6-C6AA76DC2E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7" y="2524"/>
                <a:ext cx="260" cy="100"/>
              </a:xfrm>
              <a:prstGeom prst="rect">
                <a:avLst/>
              </a:prstGeom>
              <a:solidFill>
                <a:srgbClr val="C96B7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7" name="Rectangle 81">
                <a:extLst>
                  <a:ext uri="{FF2B5EF4-FFF2-40B4-BE49-F238E27FC236}">
                    <a16:creationId xmlns:a16="http://schemas.microsoft.com/office/drawing/2014/main" id="{28B3876F-4677-0D4D-AF89-6E06B2B3CD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8" y="2537"/>
                <a:ext cx="156" cy="76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8" name="Rectangle 82">
                <a:extLst>
                  <a:ext uri="{FF2B5EF4-FFF2-40B4-BE49-F238E27FC236}">
                    <a16:creationId xmlns:a16="http://schemas.microsoft.com/office/drawing/2014/main" id="{51611D2E-921B-804E-9775-6922F75F41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3" y="2582"/>
                <a:ext cx="27" cy="27"/>
              </a:xfrm>
              <a:prstGeom prst="rect">
                <a:avLst/>
              </a:prstGeom>
              <a:solidFill>
                <a:srgbClr val="C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9" name="Rectangle 83">
                <a:extLst>
                  <a:ext uri="{FF2B5EF4-FFF2-40B4-BE49-F238E27FC236}">
                    <a16:creationId xmlns:a16="http://schemas.microsoft.com/office/drawing/2014/main" id="{CBFB6CF2-1A50-F741-BAE7-97F8AF134D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2583"/>
                <a:ext cx="26" cy="27"/>
              </a:xfrm>
              <a:prstGeom prst="rect">
                <a:avLst/>
              </a:prstGeom>
              <a:solidFill>
                <a:srgbClr val="C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10" name="Line 88">
              <a:extLst>
                <a:ext uri="{FF2B5EF4-FFF2-40B4-BE49-F238E27FC236}">
                  <a16:creationId xmlns:a16="http://schemas.microsoft.com/office/drawing/2014/main" id="{EAAA0F7C-765D-CD49-B290-164DB9D3A1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61831" y="4539677"/>
              <a:ext cx="609600" cy="0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1" name="Line 89">
              <a:extLst>
                <a:ext uri="{FF2B5EF4-FFF2-40B4-BE49-F238E27FC236}">
                  <a16:creationId xmlns:a16="http://schemas.microsoft.com/office/drawing/2014/main" id="{D2CD81D4-6282-5749-AF3E-B0E55816CD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87256" y="4965127"/>
              <a:ext cx="0" cy="1022350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2" name="Line 90">
              <a:extLst>
                <a:ext uri="{FF2B5EF4-FFF2-40B4-BE49-F238E27FC236}">
                  <a16:creationId xmlns:a16="http://schemas.microsoft.com/office/drawing/2014/main" id="{86899CB5-FD7D-A644-9755-2DA9E5F4AA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611068" y="5465189"/>
              <a:ext cx="609600" cy="0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3" name="Text Box 56">
              <a:extLst>
                <a:ext uri="{FF2B5EF4-FFF2-40B4-BE49-F238E27FC236}">
                  <a16:creationId xmlns:a16="http://schemas.microsoft.com/office/drawing/2014/main" id="{2CFC877C-1B09-8849-95D0-2EBA259C9E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24968" y="4220589"/>
              <a:ext cx="917575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socket</a:t>
              </a:r>
            </a:p>
          </p:txBody>
        </p:sp>
        <p:sp>
          <p:nvSpPr>
            <p:cNvPr id="114" name="Line 92">
              <a:extLst>
                <a:ext uri="{FF2B5EF4-FFF2-40B4-BE49-F238E27FC236}">
                  <a16:creationId xmlns:a16="http://schemas.microsoft.com/office/drawing/2014/main" id="{F5883250-9436-014C-B8FA-7F184F4516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28018" y="4420614"/>
              <a:ext cx="968375" cy="434975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5" name="Line 93">
              <a:extLst>
                <a:ext uri="{FF2B5EF4-FFF2-40B4-BE49-F238E27FC236}">
                  <a16:creationId xmlns:a16="http://schemas.microsoft.com/office/drawing/2014/main" id="{F83582A8-D082-E24D-9637-B677A079F0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463181" y="4409502"/>
              <a:ext cx="968375" cy="434975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16" name="Group 96">
              <a:extLst>
                <a:ext uri="{FF2B5EF4-FFF2-40B4-BE49-F238E27FC236}">
                  <a16:creationId xmlns:a16="http://schemas.microsoft.com/office/drawing/2014/main" id="{A4EC689D-3AE5-AC42-8E9A-D41B31DF26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18218" y="5474714"/>
              <a:ext cx="719138" cy="773113"/>
              <a:chOff x="-44" y="1473"/>
              <a:chExt cx="981" cy="1105"/>
            </a:xfrm>
          </p:grpSpPr>
          <p:pic>
            <p:nvPicPr>
              <p:cNvPr id="117" name="Picture 97" descr="desktop_computer_stylized_medium">
                <a:extLst>
                  <a:ext uri="{FF2B5EF4-FFF2-40B4-BE49-F238E27FC236}">
                    <a16:creationId xmlns:a16="http://schemas.microsoft.com/office/drawing/2014/main" id="{4EAFAA9B-1FE4-8048-AEF5-4600C1CB33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8" name="Freeform 98">
                <a:extLst>
                  <a:ext uri="{FF2B5EF4-FFF2-40B4-BE49-F238E27FC236}">
                    <a16:creationId xmlns:a16="http://schemas.microsoft.com/office/drawing/2014/main" id="{88B1BD01-DE89-6A4D-A050-0D8D405A8F9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9" name="Group 99">
              <a:extLst>
                <a:ext uri="{FF2B5EF4-FFF2-40B4-BE49-F238E27FC236}">
                  <a16:creationId xmlns:a16="http://schemas.microsoft.com/office/drawing/2014/main" id="{13D0F484-888E-5342-9E3B-6B702B522B88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014293" y="5669977"/>
              <a:ext cx="719138" cy="773112"/>
              <a:chOff x="-44" y="1473"/>
              <a:chExt cx="981" cy="1105"/>
            </a:xfrm>
          </p:grpSpPr>
          <p:pic>
            <p:nvPicPr>
              <p:cNvPr id="120" name="Picture 100" descr="desktop_computer_stylized_medium">
                <a:extLst>
                  <a:ext uri="{FF2B5EF4-FFF2-40B4-BE49-F238E27FC236}">
                    <a16:creationId xmlns:a16="http://schemas.microsoft.com/office/drawing/2014/main" id="{A3C739BC-E497-6E4F-8AF0-1E359C6228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1" name="Freeform 101">
                <a:extLst>
                  <a:ext uri="{FF2B5EF4-FFF2-40B4-BE49-F238E27FC236}">
                    <a16:creationId xmlns:a16="http://schemas.microsoft.com/office/drawing/2014/main" id="{34D4BA65-175D-534B-96CE-35055DA62B6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306501715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Addressing processes</a:t>
            </a:r>
            <a:endParaRPr lang="en-US" sz="4400" dirty="0"/>
          </a:p>
        </p:txBody>
      </p:sp>
      <p:sp>
        <p:nvSpPr>
          <p:cNvPr id="61" name="Rectangle 3">
            <a:extLst>
              <a:ext uri="{FF2B5EF4-FFF2-40B4-BE49-F238E27FC236}">
                <a16:creationId xmlns:a16="http://schemas.microsoft.com/office/drawing/2014/main" id="{4B0603A7-FD76-E142-950F-40A4CCA78957}"/>
              </a:ext>
            </a:extLst>
          </p:cNvPr>
          <p:cNvSpPr txBox="1">
            <a:spLocks noChangeArrowheads="1"/>
          </p:cNvSpPr>
          <p:nvPr/>
        </p:nvSpPr>
        <p:spPr>
          <a:xfrm>
            <a:off x="695101" y="1464896"/>
            <a:ext cx="4964479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to receive messages, process  must have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identifier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host device has unique 32-bit IP address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sng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does  IP address of host on which process runs suffice for identifying the process?</a:t>
            </a:r>
          </a:p>
          <a:p>
            <a:pPr>
              <a:defRPr/>
            </a:pPr>
            <a:r>
              <a:rPr lang="en-US" altLang="en-US" i="1" u="sng" dirty="0">
                <a:solidFill>
                  <a:srgbClr val="C00000"/>
                </a:solidFill>
                <a:latin typeface="Calibri" panose="020F0502020204030204"/>
                <a:ea typeface="ＭＳ Ｐゴシック" panose="020B0600070205080204" pitchFamily="34" charset="-128"/>
              </a:rPr>
              <a:t>A:</a:t>
            </a:r>
            <a:r>
              <a:rPr lang="en-US" altLang="en-US" dirty="0">
                <a:solidFill>
                  <a:srgbClr val="C00000"/>
                </a:solidFill>
                <a:latin typeface="Calibri" panose="020F0502020204030204"/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solidFill>
                  <a:prstClr val="black"/>
                </a:solidFill>
                <a:latin typeface="Calibri" panose="020F0502020204030204"/>
                <a:ea typeface="ＭＳ Ｐゴシック" panose="020B0600070205080204" pitchFamily="34" charset="-128"/>
              </a:rPr>
              <a:t>no, </a:t>
            </a:r>
            <a:r>
              <a:rPr lang="en-US" altLang="en-US" i="1" dirty="0">
                <a:solidFill>
                  <a:prstClr val="black"/>
                </a:solidFill>
                <a:latin typeface="Calibri" panose="020F0502020204030204"/>
                <a:ea typeface="ＭＳ Ｐゴシック" panose="020B0600070205080204" pitchFamily="34" charset="-128"/>
              </a:rPr>
              <a:t>many</a:t>
            </a:r>
            <a:r>
              <a:rPr lang="en-US" altLang="en-US" dirty="0">
                <a:solidFill>
                  <a:prstClr val="black"/>
                </a:solidFill>
                <a:latin typeface="Calibri" panose="020F0502020204030204"/>
                <a:ea typeface="ＭＳ Ｐゴシック" panose="020B0600070205080204" pitchFamily="34" charset="-128"/>
              </a:rPr>
              <a:t> processes can be running on same host</a:t>
            </a:r>
          </a:p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2" name="Rectangle 4">
            <a:extLst>
              <a:ext uri="{FF2B5EF4-FFF2-40B4-BE49-F238E27FC236}">
                <a16:creationId xmlns:a16="http://schemas.microsoft.com/office/drawing/2014/main" id="{3FB47D89-608E-6B48-B260-00596EFC3969}"/>
              </a:ext>
            </a:extLst>
          </p:cNvPr>
          <p:cNvSpPr txBox="1">
            <a:spLocks noChangeArrowheads="1"/>
          </p:cNvSpPr>
          <p:nvPr/>
        </p:nvSpPr>
        <p:spPr>
          <a:xfrm>
            <a:off x="6056491" y="1464896"/>
            <a:ext cx="5573224" cy="5218112"/>
          </a:xfrm>
          <a:prstGeom prst="rect">
            <a:avLst/>
          </a:prstGeom>
          <a:noFill/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identifier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includes both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IP address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and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port numbers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associated with process on host.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example port numbers: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HTTP server: 80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mail server: 25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to send HTTP message to gaia.cs.umass.edu web server: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IP address: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128.119.245.12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port number: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80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more shortly…</a:t>
            </a:r>
          </a:p>
        </p:txBody>
      </p:sp>
    </p:spTree>
    <p:extLst>
      <p:ext uri="{BB962C8B-B14F-4D97-AF65-F5344CB8AC3E}">
        <p14:creationId xmlns:p14="http://schemas.microsoft.com/office/powerpoint/2010/main" val="811476487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An application-layer </a:t>
            </a:r>
            <a:r>
              <a:rPr lang="en-US" altLang="en-US" dirty="0">
                <a:ea typeface="ＭＳ Ｐゴシック" panose="020B0600070205080204" pitchFamily="34" charset="-128"/>
              </a:rPr>
              <a:t>p</a:t>
            </a:r>
            <a:r>
              <a:rPr lang="en-US" altLang="en-US" sz="4400" dirty="0">
                <a:ea typeface="ＭＳ Ｐゴシック" panose="020B0600070205080204" pitchFamily="34" charset="-128"/>
              </a:rPr>
              <a:t>rotocol </a:t>
            </a:r>
            <a:r>
              <a:rPr lang="en-US" altLang="en-US" dirty="0">
                <a:ea typeface="ＭＳ Ｐゴシック" panose="020B0600070205080204" pitchFamily="34" charset="-128"/>
              </a:rPr>
              <a:t>d</a:t>
            </a:r>
            <a:r>
              <a:rPr lang="en-US" altLang="en-US" sz="4400" dirty="0">
                <a:ea typeface="ＭＳ Ｐゴシック" panose="020B0600070205080204" pitchFamily="34" charset="-128"/>
              </a:rPr>
              <a:t>efines:</a:t>
            </a:r>
            <a:endParaRPr lang="en-US" sz="4400" dirty="0"/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8251B37A-10ED-6C4A-A5F1-4B1BE824E86A}"/>
              </a:ext>
            </a:extLst>
          </p:cNvPr>
          <p:cNvSpPr txBox="1">
            <a:spLocks noChangeArrowheads="1"/>
          </p:cNvSpPr>
          <p:nvPr/>
        </p:nvSpPr>
        <p:spPr>
          <a:xfrm>
            <a:off x="759182" y="1464838"/>
            <a:ext cx="5297309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types of messages exchanged, 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e.g., request, response 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message syntax: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what fields in messages &amp; how fields are delineated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message semantics 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meaning of information in fields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rules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for when and how processes send &amp; respond to messages</a:t>
            </a:r>
          </a:p>
        </p:txBody>
      </p:sp>
      <p:sp>
        <p:nvSpPr>
          <p:cNvPr id="8" name="Rectangle 4">
            <a:extLst>
              <a:ext uri="{FF2B5EF4-FFF2-40B4-BE49-F238E27FC236}">
                <a16:creationId xmlns:a16="http://schemas.microsoft.com/office/drawing/2014/main" id="{E3FA004C-2235-334F-8814-1F36401D2A86}"/>
              </a:ext>
            </a:extLst>
          </p:cNvPr>
          <p:cNvSpPr txBox="1">
            <a:spLocks noChangeArrowheads="1"/>
          </p:cNvSpPr>
          <p:nvPr/>
        </p:nvSpPr>
        <p:spPr>
          <a:xfrm>
            <a:off x="6555631" y="1474670"/>
            <a:ext cx="4758660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open protocols:</a:t>
            </a:r>
          </a:p>
          <a:p>
            <a:pPr marL="460375" marR="0" lvl="0" indent="-2301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defined in RFCs, everyone has access to protocol definition</a:t>
            </a:r>
          </a:p>
          <a:p>
            <a:pPr marL="460375" marR="0" lvl="0" indent="-2301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allows for interoperability</a:t>
            </a:r>
          </a:p>
          <a:p>
            <a:pPr marL="460375" marR="0" lvl="0" indent="-2301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e.g., HTTP, SMTP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proprietary protocols:</a:t>
            </a:r>
          </a:p>
          <a:p>
            <a:pPr marL="527050" marR="0" lvl="0" indent="-2301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e.g., Skype, Zoom</a:t>
            </a:r>
          </a:p>
        </p:txBody>
      </p:sp>
    </p:spTree>
    <p:extLst>
      <p:ext uri="{BB962C8B-B14F-4D97-AF65-F5344CB8AC3E}">
        <p14:creationId xmlns:p14="http://schemas.microsoft.com/office/powerpoint/2010/main" val="511336183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What </a:t>
            </a:r>
            <a:r>
              <a:rPr lang="en-US" altLang="en-US" dirty="0">
                <a:ea typeface="ＭＳ Ｐゴシック" panose="020B0600070205080204" pitchFamily="34" charset="-128"/>
              </a:rPr>
              <a:t>t</a:t>
            </a:r>
            <a:r>
              <a:rPr lang="en-US" altLang="en-US" sz="4400" dirty="0">
                <a:ea typeface="ＭＳ Ｐゴシック" panose="020B0600070205080204" pitchFamily="34" charset="-128"/>
              </a:rPr>
              <a:t>ransport </a:t>
            </a:r>
            <a:r>
              <a:rPr lang="en-US" altLang="en-US" dirty="0">
                <a:ea typeface="ＭＳ Ｐゴシック" panose="020B0600070205080204" pitchFamily="34" charset="-128"/>
              </a:rPr>
              <a:t>s</a:t>
            </a:r>
            <a:r>
              <a:rPr lang="en-US" altLang="en-US" sz="4400" dirty="0">
                <a:ea typeface="ＭＳ Ｐゴシック" panose="020B0600070205080204" pitchFamily="34" charset="-128"/>
              </a:rPr>
              <a:t>ervice does an </a:t>
            </a:r>
            <a:r>
              <a:rPr lang="en-US" altLang="en-US" dirty="0">
                <a:ea typeface="ＭＳ Ｐゴシック" panose="020B0600070205080204" pitchFamily="34" charset="-128"/>
              </a:rPr>
              <a:t>a</a:t>
            </a:r>
            <a:r>
              <a:rPr lang="en-US" altLang="en-US" sz="4400" dirty="0">
                <a:ea typeface="ＭＳ Ｐゴシック" panose="020B0600070205080204" pitchFamily="34" charset="-128"/>
              </a:rPr>
              <a:t>pp need?</a:t>
            </a:r>
            <a:endParaRPr lang="en-US" sz="4400" dirty="0"/>
          </a:p>
        </p:txBody>
      </p:sp>
      <p:sp>
        <p:nvSpPr>
          <p:cNvPr id="10" name="Rectangle 3">
            <a:extLst>
              <a:ext uri="{FF2B5EF4-FFF2-40B4-BE49-F238E27FC236}">
                <a16:creationId xmlns:a16="http://schemas.microsoft.com/office/drawing/2014/main" id="{FA2F19F9-C8D7-114F-8257-FB4D95438E3B}"/>
              </a:ext>
            </a:extLst>
          </p:cNvPr>
          <p:cNvSpPr txBox="1">
            <a:spLocks noChangeArrowheads="1"/>
          </p:cNvSpPr>
          <p:nvPr/>
        </p:nvSpPr>
        <p:spPr>
          <a:xfrm>
            <a:off x="676025" y="1406872"/>
            <a:ext cx="4972505" cy="279717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3363" marR="0" lvl="0" indent="-2190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 integrity</a:t>
            </a:r>
          </a:p>
          <a:p>
            <a:pPr marL="233363" marR="0" lvl="0" indent="-2190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some apps (e.g., file transfer, web transactions) require 100% reliable data transfer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  <a:p>
            <a:pPr marL="233363" marR="0" lvl="0" indent="-233363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other apps (e.g., audio) can tolerate some loss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endParaRPr kumimoji="0" 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A728678F-8DEF-4046-89DA-20D9B309E935}"/>
              </a:ext>
            </a:extLst>
          </p:cNvPr>
          <p:cNvSpPr txBox="1">
            <a:spLocks noChangeArrowheads="1"/>
          </p:cNvSpPr>
          <p:nvPr/>
        </p:nvSpPr>
        <p:spPr>
          <a:xfrm>
            <a:off x="544999" y="4365808"/>
            <a:ext cx="5572612" cy="2443163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timing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some apps (e.g., Internet telephony, interactive games) require low delay to be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effective”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" name="Rectangle 5">
            <a:extLst>
              <a:ext uri="{FF2B5EF4-FFF2-40B4-BE49-F238E27FC236}">
                <a16:creationId xmlns:a16="http://schemas.microsoft.com/office/drawing/2014/main" id="{99205150-A642-0847-95C4-8C48A24DAC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86691" y="1377376"/>
            <a:ext cx="4972505" cy="336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throughput</a:t>
            </a:r>
          </a:p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some apps (e.g., multimedia) require minimum amount of throughput to be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effective”</a:t>
            </a:r>
          </a:p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other apps (“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elastic apps”) make use of whatever throughput they get 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" name="Rectangle 5">
            <a:extLst>
              <a:ext uri="{FF2B5EF4-FFF2-40B4-BE49-F238E27FC236}">
                <a16:creationId xmlns:a16="http://schemas.microsoft.com/office/drawing/2014/main" id="{5EA7119B-8447-E949-AF1B-51F99BABCA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40666" y="4830189"/>
            <a:ext cx="4533593" cy="1271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security</a:t>
            </a:r>
          </a:p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encryption, data integrity, …</a:t>
            </a:r>
          </a:p>
        </p:txBody>
      </p:sp>
    </p:spTree>
    <p:extLst>
      <p:ext uri="{BB962C8B-B14F-4D97-AF65-F5344CB8AC3E}">
        <p14:creationId xmlns:p14="http://schemas.microsoft.com/office/powerpoint/2010/main" val="3814211440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E6867D-9F9A-D2E3-E4E5-3B78697B42F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FF8BDB09-8E7C-5538-5A72-748DFAB8DFC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 fontScale="90000"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Transport </a:t>
            </a:r>
            <a:r>
              <a:rPr lang="en-US" altLang="en-US" dirty="0">
                <a:ea typeface="ＭＳ Ｐゴシック" panose="020B0600070205080204" pitchFamily="34" charset="-128"/>
              </a:rPr>
              <a:t>s</a:t>
            </a:r>
            <a:r>
              <a:rPr lang="en-US" altLang="en-US" sz="4400" dirty="0">
                <a:ea typeface="ＭＳ Ｐゴシック" panose="020B0600070205080204" pitchFamily="34" charset="-128"/>
              </a:rPr>
              <a:t>ervice </a:t>
            </a:r>
            <a:r>
              <a:rPr lang="en-US" altLang="en-US" dirty="0">
                <a:ea typeface="ＭＳ Ｐゴシック" panose="020B0600070205080204" pitchFamily="34" charset="-128"/>
              </a:rPr>
              <a:t>r</a:t>
            </a:r>
            <a:r>
              <a:rPr lang="en-US" altLang="en-US" sz="4400" dirty="0">
                <a:ea typeface="ＭＳ Ｐゴシック" panose="020B0600070205080204" pitchFamily="34" charset="-128"/>
              </a:rPr>
              <a:t>equirements: common apps</a:t>
            </a:r>
            <a:endParaRPr lang="en-US" sz="4400" dirty="0"/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7D419296-97D4-AD82-BDF9-E4AAE1BD632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30278132"/>
              </p:ext>
            </p:extLst>
          </p:nvPr>
        </p:nvGraphicFramePr>
        <p:xfrm>
          <a:off x="1154685" y="1552421"/>
          <a:ext cx="9882630" cy="435154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82320">
                  <a:extLst>
                    <a:ext uri="{9D8B030D-6E8A-4147-A177-3AD203B41FA5}">
                      <a16:colId xmlns:a16="http://schemas.microsoft.com/office/drawing/2014/main" val="3402807883"/>
                    </a:ext>
                  </a:extLst>
                </a:gridCol>
                <a:gridCol w="1564972">
                  <a:extLst>
                    <a:ext uri="{9D8B030D-6E8A-4147-A177-3AD203B41FA5}">
                      <a16:colId xmlns:a16="http://schemas.microsoft.com/office/drawing/2014/main" val="2089955915"/>
                    </a:ext>
                  </a:extLst>
                </a:gridCol>
                <a:gridCol w="2553018">
                  <a:extLst>
                    <a:ext uri="{9D8B030D-6E8A-4147-A177-3AD203B41FA5}">
                      <a16:colId xmlns:a16="http://schemas.microsoft.com/office/drawing/2014/main" val="483270856"/>
                    </a:ext>
                  </a:extLst>
                </a:gridCol>
                <a:gridCol w="2882320">
                  <a:extLst>
                    <a:ext uri="{9D8B030D-6E8A-4147-A177-3AD203B41FA5}">
                      <a16:colId xmlns:a16="http://schemas.microsoft.com/office/drawing/2014/main" val="936571537"/>
                    </a:ext>
                  </a:extLst>
                </a:gridCol>
              </a:tblGrid>
              <a:tr h="456108">
                <a:tc>
                  <a:txBody>
                    <a:bodyPr/>
                    <a:lstStyle/>
                    <a:p>
                      <a:pPr algn="ctr"/>
                      <a:r>
                        <a:rPr lang="en-US" sz="2000" dirty="0"/>
                        <a:t>application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/>
                        <a:t>data loss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/>
                        <a:t>throughput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/>
                        <a:t>time sensitive?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82457917"/>
                  </a:ext>
                </a:extLst>
              </a:tr>
              <a:tr h="457085">
                <a:tc>
                  <a:txBody>
                    <a:bodyPr/>
                    <a:lstStyle/>
                    <a:p>
                      <a:pPr algn="ctr"/>
                      <a:r>
                        <a:rPr lang="en-US" sz="2000" dirty="0"/>
                        <a:t>file transfer/download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/>
                        <a:t>no loss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/>
                        <a:t>elastic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/>
                        <a:t>no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07263260"/>
                  </a:ext>
                </a:extLst>
              </a:tr>
              <a:tr h="456108">
                <a:tc>
                  <a:txBody>
                    <a:bodyPr/>
                    <a:lstStyle/>
                    <a:p>
                      <a:pPr algn="ctr"/>
                      <a:r>
                        <a:rPr lang="en-US" sz="2000" dirty="0"/>
                        <a:t>email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/>
                        <a:t>no loss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/>
                        <a:t>elastic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/>
                        <a:t>no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92723677"/>
                  </a:ext>
                </a:extLst>
              </a:tr>
              <a:tr h="456108">
                <a:tc>
                  <a:txBody>
                    <a:bodyPr/>
                    <a:lstStyle/>
                    <a:p>
                      <a:pPr algn="ctr"/>
                      <a:r>
                        <a:rPr lang="en-US" sz="2000" dirty="0"/>
                        <a:t>Web documents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/>
                        <a:t>no loss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/>
                        <a:t>elastic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/>
                        <a:t>no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39712630"/>
                  </a:ext>
                </a:extLst>
              </a:tr>
              <a:tr h="806960">
                <a:tc>
                  <a:txBody>
                    <a:bodyPr/>
                    <a:lstStyle/>
                    <a:p>
                      <a:pPr algn="ctr"/>
                      <a:r>
                        <a:rPr lang="en-US" sz="2000" dirty="0"/>
                        <a:t>real-time audio/video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/>
                        <a:t>loss tolerant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/>
                        <a:t>audio: 5Kbps-1Mbps</a:t>
                      </a:r>
                    </a:p>
                    <a:p>
                      <a:pPr algn="ctr"/>
                      <a:r>
                        <a:rPr lang="en-US" sz="2000" dirty="0"/>
                        <a:t>video:10Kbps-5Mbps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/>
                        <a:t>tens of milliseconds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74367579"/>
                  </a:ext>
                </a:extLst>
              </a:tr>
              <a:tr h="806960">
                <a:tc>
                  <a:txBody>
                    <a:bodyPr/>
                    <a:lstStyle/>
                    <a:p>
                      <a:pPr algn="ctr"/>
                      <a:r>
                        <a:rPr lang="en-US" sz="2000" dirty="0"/>
                        <a:t>streaming audio/video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/>
                        <a:t>loss tolerant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/>
                        <a:t>audio: 5Kbps-1Mbps</a:t>
                      </a:r>
                    </a:p>
                    <a:p>
                      <a:pPr algn="ctr"/>
                      <a:r>
                        <a:rPr lang="en-US" sz="2000" dirty="0"/>
                        <a:t>video:10Kbps-5Mbps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/>
                        <a:t>a few seconds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012885882"/>
                  </a:ext>
                </a:extLst>
              </a:tr>
              <a:tr h="456108">
                <a:tc>
                  <a:txBody>
                    <a:bodyPr/>
                    <a:lstStyle/>
                    <a:p>
                      <a:pPr algn="ctr"/>
                      <a:r>
                        <a:rPr lang="en-US" sz="2000" dirty="0"/>
                        <a:t>interactive games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/>
                        <a:t>loss tolerant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/>
                        <a:t>Kbps+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/>
                        <a:t>tens of milliseconds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52577843"/>
                  </a:ext>
                </a:extLst>
              </a:tr>
              <a:tr h="456108">
                <a:tc>
                  <a:txBody>
                    <a:bodyPr/>
                    <a:lstStyle/>
                    <a:p>
                      <a:pPr algn="ctr"/>
                      <a:r>
                        <a:rPr lang="en-US" sz="2000" dirty="0"/>
                        <a:t>text messaging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/>
                        <a:t>no loss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/>
                        <a:t>elastic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/>
                        <a:t>sort of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3651365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6729878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</a:t>
            </a:r>
            <a:r>
              <a:rPr lang="en-US" altLang="en-US" dirty="0">
                <a:ea typeface="ＭＳ Ｐゴシック" panose="020B0600070205080204" pitchFamily="34" charset="-128"/>
              </a:rPr>
              <a:t>t</a:t>
            </a:r>
            <a:r>
              <a:rPr lang="en-US" altLang="en-US" sz="4400" dirty="0">
                <a:ea typeface="ＭＳ Ｐゴシック" panose="020B0600070205080204" pitchFamily="34" charset="-128"/>
              </a:rPr>
              <a:t>ransport protocols services</a:t>
            </a:r>
            <a:endParaRPr lang="en-US" sz="4400" dirty="0"/>
          </a:p>
        </p:txBody>
      </p:sp>
      <p:sp>
        <p:nvSpPr>
          <p:cNvPr id="17" name="Rectangle 3">
            <a:extLst>
              <a:ext uri="{FF2B5EF4-FFF2-40B4-BE49-F238E27FC236}">
                <a16:creationId xmlns:a16="http://schemas.microsoft.com/office/drawing/2014/main" id="{DDE501EC-BB63-AE43-9802-69590E95725F}"/>
              </a:ext>
            </a:extLst>
          </p:cNvPr>
          <p:cNvSpPr txBox="1">
            <a:spLocks noChangeArrowheads="1"/>
          </p:cNvSpPr>
          <p:nvPr/>
        </p:nvSpPr>
        <p:spPr>
          <a:xfrm>
            <a:off x="753320" y="1383910"/>
            <a:ext cx="6016137" cy="49530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TCP service: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reliable transport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between sending and receiving process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ED7D31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flow control: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sender won’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 overwhelm receiver 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congestion control: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throttle sender when network overloaded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connection-oriented: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setup required between client and server processes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does not provide: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timing, minimum throughput guarantee, security</a:t>
            </a:r>
          </a:p>
          <a:p>
            <a:pPr marL="352425" marR="0" lvl="0" indent="-222250" algn="l" defTabSz="914400" rtl="0" eaLnBrk="1" fontAlgn="auto" latinLnBrk="0" hangingPunct="1">
              <a:lnSpc>
                <a:spcPct val="7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" name="Rectangle 4">
            <a:extLst>
              <a:ext uri="{FF2B5EF4-FFF2-40B4-BE49-F238E27FC236}">
                <a16:creationId xmlns:a16="http://schemas.microsoft.com/office/drawing/2014/main" id="{385CB224-459F-9A46-AAC8-FC8111271826}"/>
              </a:ext>
            </a:extLst>
          </p:cNvPr>
          <p:cNvSpPr txBox="1">
            <a:spLocks noChangeArrowheads="1"/>
          </p:cNvSpPr>
          <p:nvPr/>
        </p:nvSpPr>
        <p:spPr>
          <a:xfrm>
            <a:off x="6924091" y="1395634"/>
            <a:ext cx="5038725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3381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UDP service:</a:t>
            </a:r>
          </a:p>
          <a:p>
            <a:pPr marL="233363" marR="0" lvl="0" indent="-23336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unreliable data transfer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between sending and receiving process</a:t>
            </a:r>
          </a:p>
          <a:p>
            <a:pPr marL="233363" marR="0" lvl="0" indent="-23336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does not provide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reliability, flow control, congestion control, timing, throughput guarantee, security, or connection setup.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u="sng" dirty="0">
                <a:solidFill>
                  <a:srgbClr val="C00000"/>
                </a:solidFill>
                <a:latin typeface="Calibri" panose="020F0502020204030204"/>
              </a:rPr>
              <a:t>Q:</a:t>
            </a:r>
            <a:r>
              <a:rPr lang="en-US" dirty="0">
                <a:solidFill>
                  <a:srgbClr val="C00000"/>
                </a:solidFill>
                <a:latin typeface="Calibri" panose="020F0502020204030204"/>
              </a:rPr>
              <a:t> </a:t>
            </a:r>
            <a:r>
              <a:rPr lang="en-US" dirty="0">
                <a:solidFill>
                  <a:prstClr val="black"/>
                </a:solidFill>
                <a:latin typeface="Calibri" panose="020F0502020204030204"/>
              </a:rPr>
              <a:t>why bother?  </a:t>
            </a:r>
            <a:r>
              <a:rPr lang="en-US" i="1" dirty="0">
                <a:solidFill>
                  <a:prstClr val="black"/>
                </a:solidFill>
                <a:latin typeface="Calibri" panose="020F0502020204030204"/>
              </a:rPr>
              <a:t>Why</a:t>
            </a:r>
            <a:r>
              <a:rPr lang="en-US" dirty="0">
                <a:solidFill>
                  <a:prstClr val="black"/>
                </a:solidFill>
                <a:latin typeface="Calibri" panose="020F0502020204030204"/>
              </a:rPr>
              <a:t> is there a UDP?</a:t>
            </a:r>
          </a:p>
        </p:txBody>
      </p:sp>
    </p:spTree>
    <p:extLst>
      <p:ext uri="{BB962C8B-B14F-4D97-AF65-F5344CB8AC3E}">
        <p14:creationId xmlns:p14="http://schemas.microsoft.com/office/powerpoint/2010/main" val="1781887903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solidFill>
                  <a:srgbClr val="0000A8"/>
                </a:solidFill>
                <a:ea typeface="ＭＳ Ｐゴシック" panose="020B0600070205080204" pitchFamily="34" charset="-128"/>
              </a:rPr>
              <a:t>Securing TCP</a:t>
            </a:r>
            <a:endParaRPr lang="en-US" sz="4400" dirty="0">
              <a:solidFill>
                <a:srgbClr val="0000A8"/>
              </a:solidFill>
            </a:endParaRPr>
          </a:p>
        </p:txBody>
      </p:sp>
      <p:sp>
        <p:nvSpPr>
          <p:cNvPr id="17" name="Rectangle 3">
            <a:extLst>
              <a:ext uri="{FF2B5EF4-FFF2-40B4-BE49-F238E27FC236}">
                <a16:creationId xmlns:a16="http://schemas.microsoft.com/office/drawing/2014/main" id="{DDE501EC-BB63-AE43-9802-69590E95725F}"/>
              </a:ext>
            </a:extLst>
          </p:cNvPr>
          <p:cNvSpPr txBox="1">
            <a:spLocks noChangeArrowheads="1"/>
          </p:cNvSpPr>
          <p:nvPr/>
        </p:nvSpPr>
        <p:spPr>
          <a:xfrm>
            <a:off x="753320" y="1383910"/>
            <a:ext cx="5957195" cy="49530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3302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Vanilla TCP &amp; UDP sockets:</a:t>
            </a:r>
          </a:p>
          <a:p>
            <a:pPr marL="349250" marR="0" lvl="0" indent="-219075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no encryption</a:t>
            </a:r>
          </a:p>
          <a:p>
            <a:pPr marL="349250" marR="0" lvl="0" indent="-219075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cleartext passwords sent into socket traverse Internet  in cleartext (!)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Transport Layer Security 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(TLS) </a:t>
            </a:r>
          </a:p>
          <a:p>
            <a:pPr marL="349250" marR="0" lvl="0" indent="-219075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provides encrypted TCP connections</a:t>
            </a:r>
          </a:p>
          <a:p>
            <a:pPr marL="349250" marR="0" lvl="0" indent="-219075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 integrity</a:t>
            </a:r>
          </a:p>
          <a:p>
            <a:pPr marL="349250" marR="0" lvl="0" indent="-219075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end-point authenticatio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" name="Rectangle 4">
            <a:extLst>
              <a:ext uri="{FF2B5EF4-FFF2-40B4-BE49-F238E27FC236}">
                <a16:creationId xmlns:a16="http://schemas.microsoft.com/office/drawing/2014/main" id="{385CB224-459F-9A46-AAC8-FC8111271826}"/>
              </a:ext>
            </a:extLst>
          </p:cNvPr>
          <p:cNvSpPr txBox="1">
            <a:spLocks noChangeArrowheads="1"/>
          </p:cNvSpPr>
          <p:nvPr/>
        </p:nvSpPr>
        <p:spPr>
          <a:xfrm>
            <a:off x="7115815" y="1395634"/>
            <a:ext cx="4514589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22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22228B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TLS implemented in application layer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apps use TLS libraries, that use 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TCP in turn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22228B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233363" marR="0" lvl="1" indent="-233363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cleartext sent into “socket”  traverse Internet 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encrypted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</a:p>
          <a:p>
            <a:pPr marL="233363" marR="0" lvl="1" indent="-233363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more: Chapter 8</a:t>
            </a:r>
          </a:p>
        </p:txBody>
      </p:sp>
      <p:sp>
        <p:nvSpPr>
          <p:cNvPr id="5" name="Slide Number Placeholder 2">
            <a:extLst>
              <a:ext uri="{FF2B5EF4-FFF2-40B4-BE49-F238E27FC236}">
                <a16:creationId xmlns:a16="http://schemas.microsoft.com/office/drawing/2014/main" id="{D4741FF1-2F57-E94D-AE55-790B077EBDA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100" kern="1200">
                <a:solidFill>
                  <a:schemeClr val="bg1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Application Layer: 2-</a:t>
            </a:r>
            <a:fld id="{C4204591-24BD-A542-B9D5-F8D8A88D2FEE}" type="slidenum">
              <a:rPr lang="en-US" smtClean="0"/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88379242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4ADBE87-4D58-BAF4-D7CB-5EFFF634773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sz="5400" dirty="0"/>
              <a:t>HTTP: Hypertext Transfer Protocol</a:t>
            </a:r>
          </a:p>
        </p:txBody>
      </p:sp>
    </p:spTree>
    <p:extLst>
      <p:ext uri="{BB962C8B-B14F-4D97-AF65-F5344CB8AC3E}">
        <p14:creationId xmlns:p14="http://schemas.microsoft.com/office/powerpoint/2010/main" val="3176152363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43000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Web and HTTP: Review of basic idea</a:t>
            </a:r>
            <a:endParaRPr lang="en-US" sz="4400" dirty="0"/>
          </a:p>
        </p:txBody>
      </p:sp>
      <p:sp>
        <p:nvSpPr>
          <p:cNvPr id="8" name="Rectangle 3">
            <a:extLst>
              <a:ext uri="{FF2B5EF4-FFF2-40B4-BE49-F238E27FC236}">
                <a16:creationId xmlns:a16="http://schemas.microsoft.com/office/drawing/2014/main" id="{2AB7AFB9-05B7-8F45-B2AB-A2B2DBC22CCE}"/>
              </a:ext>
            </a:extLst>
          </p:cNvPr>
          <p:cNvSpPr txBox="1">
            <a:spLocks noChangeArrowheads="1"/>
          </p:cNvSpPr>
          <p:nvPr/>
        </p:nvSpPr>
        <p:spPr>
          <a:xfrm>
            <a:off x="669395" y="1559756"/>
            <a:ext cx="10774192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60375" marR="0" lvl="0" indent="-3302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web page consists of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objects,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each of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which can be stored on different Web servers</a:t>
            </a:r>
          </a:p>
          <a:p>
            <a:pPr marL="460375" marR="0" lvl="0" indent="-3302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object can be HTML file, JPEG image, Java applet, audio file,…</a:t>
            </a:r>
          </a:p>
          <a:p>
            <a:pPr marL="460375" marR="0" lvl="0" indent="-3302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web page consists of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base HTML-file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which includes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several referenced objects, each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addressable by a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URL,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e.g.,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3" name="Group 10" descr="Illustration of a URL consisting of a host name followed by a path name">
            <a:extLst>
              <a:ext uri="{FF2B5EF4-FFF2-40B4-BE49-F238E27FC236}">
                <a16:creationId xmlns:a16="http://schemas.microsoft.com/office/drawing/2014/main" id="{A0C8A734-DC35-F347-AF3E-C7E64B7D785E}"/>
              </a:ext>
            </a:extLst>
          </p:cNvPr>
          <p:cNvGrpSpPr>
            <a:grpSpLocks/>
          </p:cNvGrpSpPr>
          <p:nvPr/>
        </p:nvGrpSpPr>
        <p:grpSpPr bwMode="auto">
          <a:xfrm>
            <a:off x="2463366" y="4853073"/>
            <a:ext cx="6835775" cy="1144588"/>
            <a:chOff x="788" y="2955"/>
            <a:chExt cx="4306" cy="721"/>
          </a:xfrm>
        </p:grpSpPr>
        <p:sp>
          <p:nvSpPr>
            <p:cNvPr id="14" name="Text Box 5">
              <a:extLst>
                <a:ext uri="{FF2B5EF4-FFF2-40B4-BE49-F238E27FC236}">
                  <a16:creationId xmlns:a16="http://schemas.microsoft.com/office/drawing/2014/main" id="{07B49400-3628-264C-8D3A-69378F85C8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8" y="2955"/>
              <a:ext cx="4188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urier New" panose="02070309020205020404" pitchFamily="49" charset="0"/>
                  <a:ea typeface="ＭＳ Ｐゴシック" panose="020B0600070205080204" pitchFamily="34" charset="-128"/>
                  <a:cs typeface="+mn-cs"/>
                </a:rPr>
                <a:t>www.someschool.edu/someDept/pic.gif</a:t>
              </a:r>
            </a:p>
          </p:txBody>
        </p:sp>
        <p:sp>
          <p:nvSpPr>
            <p:cNvPr id="15" name="AutoShape 6">
              <a:extLst>
                <a:ext uri="{FF2B5EF4-FFF2-40B4-BE49-F238E27FC236}">
                  <a16:creationId xmlns:a16="http://schemas.microsoft.com/office/drawing/2014/main" id="{5B0BF68B-EFB6-904F-A81E-8D4DB716D3BA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1821" y="2281"/>
              <a:ext cx="57" cy="2083"/>
            </a:xfrm>
            <a:prstGeom prst="leftBrace">
              <a:avLst>
                <a:gd name="adj1" fmla="val 304532"/>
                <a:gd name="adj2" fmla="val 50000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eaVert"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mic Sans MS" panose="030F0902030302020204" pitchFamily="66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" name="AutoShape 7">
              <a:extLst>
                <a:ext uri="{FF2B5EF4-FFF2-40B4-BE49-F238E27FC236}">
                  <a16:creationId xmlns:a16="http://schemas.microsoft.com/office/drawing/2014/main" id="{BF004AC2-43AC-6449-B799-0D73A5E5822D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4024" y="2277"/>
              <a:ext cx="57" cy="2083"/>
            </a:xfrm>
            <a:prstGeom prst="leftBrace">
              <a:avLst>
                <a:gd name="adj1" fmla="val 304532"/>
                <a:gd name="adj2" fmla="val 50000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eaVert"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mic Sans MS" panose="030F0902030302020204" pitchFamily="66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" name="Text Box 8">
              <a:extLst>
                <a:ext uri="{FF2B5EF4-FFF2-40B4-BE49-F238E27FC236}">
                  <a16:creationId xmlns:a16="http://schemas.microsoft.com/office/drawing/2014/main" id="{4D5B851A-267A-1546-B45E-931C3F7AF0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89" y="3388"/>
              <a:ext cx="1013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host name</a:t>
              </a:r>
            </a:p>
          </p:txBody>
        </p:sp>
        <p:sp>
          <p:nvSpPr>
            <p:cNvPr id="18" name="Text Box 9">
              <a:extLst>
                <a:ext uri="{FF2B5EF4-FFF2-40B4-BE49-F238E27FC236}">
                  <a16:creationId xmlns:a16="http://schemas.microsoft.com/office/drawing/2014/main" id="{4EA9C80E-6BB3-B44E-A522-3C7B027B4C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85" y="3338"/>
              <a:ext cx="102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path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mic Sans MS" panose="030F0902030302020204" pitchFamily="66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name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636725116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43000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HTTP overview</a:t>
            </a:r>
            <a:endParaRPr lang="en-US" sz="4400" dirty="0"/>
          </a:p>
        </p:txBody>
      </p:sp>
      <p:sp>
        <p:nvSpPr>
          <p:cNvPr id="71" name="Rectangle 3">
            <a:extLst>
              <a:ext uri="{FF2B5EF4-FFF2-40B4-BE49-F238E27FC236}">
                <a16:creationId xmlns:a16="http://schemas.microsoft.com/office/drawing/2014/main" id="{D0A9535F-9718-644A-A429-D02A2397C2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1849" y="1608374"/>
            <a:ext cx="5988172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itchFamily="34" charset="0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itchFamily="34" charset="0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18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7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HTTP: hypertext transfer protocol</a:t>
            </a:r>
          </a:p>
          <a:p>
            <a:pPr marL="342900" marR="0" lvl="0" indent="-342900" algn="l" defTabSz="914400" rtl="0" eaLnBrk="0" fontAlgn="base" latinLnBrk="0" hangingPunct="0">
              <a:lnSpc>
                <a:spcPct val="7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Web’</a:t>
            </a:r>
            <a:r>
              <a:rPr kumimoji="0" lang="en-US" altLang="ja-JP" sz="3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 application-layer protocol</a:t>
            </a:r>
          </a:p>
          <a:p>
            <a:pPr marL="342900" marR="0" lvl="0" indent="-342900" algn="l" defTabSz="914400" rtl="0" eaLnBrk="0" fontAlgn="base" latinLnBrk="0" hangingPunct="0">
              <a:lnSpc>
                <a:spcPct val="7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client/server model:</a:t>
            </a:r>
          </a:p>
          <a:p>
            <a:pPr marL="685800" marR="0" lvl="1" indent="-228600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client</a:t>
            </a:r>
            <a:r>
              <a:rPr kumimoji="0" lang="en-US" alt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:</a:t>
            </a: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 browser that requests, receives, (using HTTP protocol) and </a:t>
            </a:r>
            <a:r>
              <a:rPr kumimoji="0" lang="ja-JP" altLang="en-US" sz="2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“</a:t>
            </a:r>
            <a:r>
              <a:rPr kumimoji="0" lang="en-US" altLang="ja-JP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displays</a:t>
            </a:r>
            <a:r>
              <a:rPr kumimoji="0" lang="ja-JP" altLang="en-US" sz="2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”</a:t>
            </a:r>
            <a:r>
              <a:rPr kumimoji="0" lang="en-US" altLang="ja-JP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 Web objects </a:t>
            </a:r>
          </a:p>
          <a:p>
            <a:pPr marL="685800" marR="0" lvl="1" indent="-228600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server:</a:t>
            </a: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 Web server sends (using HTTP protocol) objects in response to requests</a:t>
            </a:r>
          </a:p>
          <a:p>
            <a:pPr marL="342900" marR="0" lvl="0" indent="-342900" algn="l" defTabSz="914400" rtl="0" eaLnBrk="0" fontAlgn="base" latinLnBrk="0" hangingPunct="0">
              <a:lnSpc>
                <a:spcPct val="7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None/>
              <a:tabLst/>
              <a:defRPr/>
            </a:pPr>
            <a:endParaRPr kumimoji="0" lang="en-US" altLang="en-US" sz="32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ＭＳ Ｐゴシック" panose="020B0600070205080204" pitchFamily="34" charset="-128"/>
              <a:cs typeface="Calibri" panose="020F0502020204030204" pitchFamily="34" charset="0"/>
            </a:endParaRPr>
          </a:p>
        </p:txBody>
      </p:sp>
      <p:grpSp>
        <p:nvGrpSpPr>
          <p:cNvPr id="6" name="Group 5" descr="Client-server structure of HTTP">
            <a:extLst>
              <a:ext uri="{FF2B5EF4-FFF2-40B4-BE49-F238E27FC236}">
                <a16:creationId xmlns:a16="http://schemas.microsoft.com/office/drawing/2014/main" id="{FDDE4E58-B0D7-0FBA-7070-3C182D029BFB}"/>
              </a:ext>
            </a:extLst>
          </p:cNvPr>
          <p:cNvGrpSpPr/>
          <p:nvPr/>
        </p:nvGrpSpPr>
        <p:grpSpPr>
          <a:xfrm>
            <a:off x="6584832" y="1722780"/>
            <a:ext cx="5485525" cy="4396006"/>
            <a:chOff x="6584832" y="1722780"/>
            <a:chExt cx="5485525" cy="4396006"/>
          </a:xfrm>
        </p:grpSpPr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314CE987-14F5-CBAC-FC91-8BB310BA4D30}"/>
                </a:ext>
              </a:extLst>
            </p:cNvPr>
            <p:cNvGrpSpPr/>
            <p:nvPr/>
          </p:nvGrpSpPr>
          <p:grpSpPr>
            <a:xfrm>
              <a:off x="6584832" y="1722780"/>
              <a:ext cx="3646972" cy="4396006"/>
              <a:chOff x="6584832" y="1722780"/>
              <a:chExt cx="3646972" cy="4396006"/>
            </a:xfrm>
          </p:grpSpPr>
          <p:grpSp>
            <p:nvGrpSpPr>
              <p:cNvPr id="75" name="Group 35">
                <a:extLst>
                  <a:ext uri="{FF2B5EF4-FFF2-40B4-BE49-F238E27FC236}">
                    <a16:creationId xmlns:a16="http://schemas.microsoft.com/office/drawing/2014/main" id="{9F18C3DA-1F75-254F-8252-0752283DD6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129954" y="2391117"/>
                <a:ext cx="2101850" cy="946150"/>
                <a:chOff x="3640" y="1346"/>
                <a:chExt cx="1324" cy="596"/>
              </a:xfrm>
            </p:grpSpPr>
            <p:sp>
              <p:nvSpPr>
                <p:cNvPr id="76" name="Line 19">
                  <a:extLst>
                    <a:ext uri="{FF2B5EF4-FFF2-40B4-BE49-F238E27FC236}">
                      <a16:creationId xmlns:a16="http://schemas.microsoft.com/office/drawing/2014/main" id="{32A5B725-224A-8641-84D7-5E247267A8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640" y="1346"/>
                  <a:ext cx="1324" cy="596"/>
                </a:xfrm>
                <a:prstGeom prst="line">
                  <a:avLst/>
                </a:prstGeom>
                <a:noFill/>
                <a:ln w="28575">
                  <a:solidFill>
                    <a:srgbClr val="CC0000"/>
                  </a:solidFill>
                  <a:round/>
                  <a:headEnd/>
                  <a:tailEnd type="triangle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7" name="Text Box 24">
                  <a:extLst>
                    <a:ext uri="{FF2B5EF4-FFF2-40B4-BE49-F238E27FC236}">
                      <a16:creationId xmlns:a16="http://schemas.microsoft.com/office/drawing/2014/main" id="{AFF1AA49-1EC5-FD4D-A4C7-4E97FBE86C4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1422049">
                  <a:off x="3860" y="1445"/>
                  <a:ext cx="912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CC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rPr>
                    <a:t>HTTP request</a:t>
                  </a: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78" name="Group 36">
                <a:extLst>
                  <a:ext uri="{FF2B5EF4-FFF2-40B4-BE49-F238E27FC236}">
                    <a16:creationId xmlns:a16="http://schemas.microsoft.com/office/drawing/2014/main" id="{CCF7DC4F-F784-E14E-9279-0C9C13F3B8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241079" y="2599080"/>
                <a:ext cx="1971675" cy="904875"/>
                <a:chOff x="4141" y="394"/>
                <a:chExt cx="1242" cy="570"/>
              </a:xfrm>
            </p:grpSpPr>
            <p:sp>
              <p:nvSpPr>
                <p:cNvPr id="79" name="Line 20">
                  <a:extLst>
                    <a:ext uri="{FF2B5EF4-FFF2-40B4-BE49-F238E27FC236}">
                      <a16:creationId xmlns:a16="http://schemas.microsoft.com/office/drawing/2014/main" id="{162E51BA-C1E2-004B-832B-C97F73DD43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4141" y="394"/>
                  <a:ext cx="1242" cy="570"/>
                </a:xfrm>
                <a:prstGeom prst="line">
                  <a:avLst/>
                </a:prstGeom>
                <a:noFill/>
                <a:ln w="28575">
                  <a:solidFill>
                    <a:srgbClr val="CC0000"/>
                  </a:solidFill>
                  <a:round/>
                  <a:headEnd/>
                  <a:tailEnd type="triangle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0" name="Text Box 26">
                  <a:extLst>
                    <a:ext uri="{FF2B5EF4-FFF2-40B4-BE49-F238E27FC236}">
                      <a16:creationId xmlns:a16="http://schemas.microsoft.com/office/drawing/2014/main" id="{8A281BFE-8385-CA42-BA62-2631AB1C4BE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1411598">
                  <a:off x="4304" y="706"/>
                  <a:ext cx="1011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CC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rPr>
                    <a:t>HTTP response</a:t>
                  </a: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81" name="Group 37">
                <a:extLst>
                  <a:ext uri="{FF2B5EF4-FFF2-40B4-BE49-F238E27FC236}">
                    <a16:creationId xmlns:a16="http://schemas.microsoft.com/office/drawing/2014/main" id="{75AC8EC6-FB97-154F-8581-1A51362C9E5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-3183056">
                <a:off x="8106142" y="3884955"/>
                <a:ext cx="2101850" cy="946150"/>
                <a:chOff x="3640" y="1346"/>
                <a:chExt cx="1324" cy="596"/>
              </a:xfrm>
            </p:grpSpPr>
            <p:sp>
              <p:nvSpPr>
                <p:cNvPr id="82" name="Line 19">
                  <a:extLst>
                    <a:ext uri="{FF2B5EF4-FFF2-40B4-BE49-F238E27FC236}">
                      <a16:creationId xmlns:a16="http://schemas.microsoft.com/office/drawing/2014/main" id="{69FABD09-8D01-A244-A69C-7220481CAE7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640" y="1346"/>
                  <a:ext cx="1324" cy="596"/>
                </a:xfrm>
                <a:prstGeom prst="line">
                  <a:avLst/>
                </a:prstGeom>
                <a:noFill/>
                <a:ln w="28575">
                  <a:solidFill>
                    <a:srgbClr val="CC0000"/>
                  </a:solidFill>
                  <a:round/>
                  <a:headEnd/>
                  <a:tailEnd type="triangle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3" name="Text Box 24">
                  <a:extLst>
                    <a:ext uri="{FF2B5EF4-FFF2-40B4-BE49-F238E27FC236}">
                      <a16:creationId xmlns:a16="http://schemas.microsoft.com/office/drawing/2014/main" id="{96F64D17-51D6-0A4A-BDA6-07C403F4389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1422049">
                  <a:off x="3860" y="1445"/>
                  <a:ext cx="912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CC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rPr>
                    <a:t>HTTP request</a:t>
                  </a: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84" name="Group 40">
                <a:extLst>
                  <a:ext uri="{FF2B5EF4-FFF2-40B4-BE49-F238E27FC236}">
                    <a16:creationId xmlns:a16="http://schemas.microsoft.com/office/drawing/2014/main" id="{B9736B82-D8C5-DA43-B8F2-093DA6AB6E5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-3264937">
                <a:off x="8152179" y="4124667"/>
                <a:ext cx="1971675" cy="904875"/>
                <a:chOff x="4141" y="394"/>
                <a:chExt cx="1242" cy="570"/>
              </a:xfrm>
            </p:grpSpPr>
            <p:sp>
              <p:nvSpPr>
                <p:cNvPr id="85" name="Line 20">
                  <a:extLst>
                    <a:ext uri="{FF2B5EF4-FFF2-40B4-BE49-F238E27FC236}">
                      <a16:creationId xmlns:a16="http://schemas.microsoft.com/office/drawing/2014/main" id="{1D55C3D5-A428-CC44-8B43-7C6CB47D04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4141" y="394"/>
                  <a:ext cx="1242" cy="570"/>
                </a:xfrm>
                <a:prstGeom prst="line">
                  <a:avLst/>
                </a:prstGeom>
                <a:noFill/>
                <a:ln w="28575">
                  <a:solidFill>
                    <a:srgbClr val="CC0000"/>
                  </a:solidFill>
                  <a:round/>
                  <a:headEnd/>
                  <a:tailEnd type="triangle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6" name="Text Box 26">
                  <a:extLst>
                    <a:ext uri="{FF2B5EF4-FFF2-40B4-BE49-F238E27FC236}">
                      <a16:creationId xmlns:a16="http://schemas.microsoft.com/office/drawing/2014/main" id="{98847E99-AF68-1F43-AC46-9AD80D6458C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1411598">
                  <a:off x="4304" y="706"/>
                  <a:ext cx="1011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CC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rPr>
                    <a:t>HTTP response</a:t>
                  </a: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id="{067724E3-B9EF-784C-81CF-0208D90CEEBE}"/>
                  </a:ext>
                </a:extLst>
              </p:cNvPr>
              <p:cNvGrpSpPr/>
              <p:nvPr/>
            </p:nvGrpSpPr>
            <p:grpSpPr>
              <a:xfrm>
                <a:off x="7046475" y="4540592"/>
                <a:ext cx="2210665" cy="1578194"/>
                <a:chOff x="7046475" y="4540592"/>
                <a:chExt cx="2210665" cy="1578194"/>
              </a:xfrm>
            </p:grpSpPr>
            <p:sp>
              <p:nvSpPr>
                <p:cNvPr id="74" name="Text Box 23">
                  <a:extLst>
                    <a:ext uri="{FF2B5EF4-FFF2-40B4-BE49-F238E27FC236}">
                      <a16:creationId xmlns:a16="http://schemas.microsoft.com/office/drawing/2014/main" id="{61B2A806-9EFC-9449-97BE-336492E8300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046475" y="5472455"/>
                  <a:ext cx="2210665" cy="6463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9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/>
                      <a:ea typeface="ＭＳ Ｐゴシック" panose="020B0600070205080204" pitchFamily="34" charset="-128"/>
                      <a:cs typeface="+mn-cs"/>
                    </a:rPr>
                    <a:t>iPhone running</a:t>
                  </a:r>
                </a:p>
                <a:p>
                  <a:pPr marL="0" marR="0" lvl="0" indent="0" algn="ctr" defTabSz="914400" rtl="0" eaLnBrk="0" fontAlgn="base" latinLnBrk="0" hangingPunct="0">
                    <a:lnSpc>
                      <a:spcPct val="9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/>
                      <a:ea typeface="ＭＳ Ｐゴシック" panose="020B0600070205080204" pitchFamily="34" charset="-128"/>
                      <a:cs typeface="+mn-cs"/>
                    </a:rPr>
                    <a:t>Safari browser</a:t>
                  </a:r>
                  <a:endParaRPr kumimoji="0" lang="en-US" altLang="en-US" sz="3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pic>
              <p:nvPicPr>
                <p:cNvPr id="87" name="Picture 43" descr="iphone_stylized_small">
                  <a:extLst>
                    <a:ext uri="{FF2B5EF4-FFF2-40B4-BE49-F238E27FC236}">
                      <a16:creationId xmlns:a16="http://schemas.microsoft.com/office/drawing/2014/main" id="{D1E934F1-FF6C-B341-A221-38110724ACA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44179" y="4540592"/>
                  <a:ext cx="382588" cy="91757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2" name="Group 1">
                <a:extLst>
                  <a:ext uri="{FF2B5EF4-FFF2-40B4-BE49-F238E27FC236}">
                    <a16:creationId xmlns:a16="http://schemas.microsoft.com/office/drawing/2014/main" id="{E5E3F8E5-5BB6-9F4D-BD7D-96E3FCFF937E}"/>
                  </a:ext>
                </a:extLst>
              </p:cNvPr>
              <p:cNvGrpSpPr/>
              <p:nvPr/>
            </p:nvGrpSpPr>
            <p:grpSpPr>
              <a:xfrm>
                <a:off x="6584832" y="1722780"/>
                <a:ext cx="2270564" cy="1610628"/>
                <a:chOff x="6584832" y="1722780"/>
                <a:chExt cx="2270564" cy="1610628"/>
              </a:xfrm>
            </p:grpSpPr>
            <p:sp>
              <p:nvSpPr>
                <p:cNvPr id="72" name="Text Box 7">
                  <a:extLst>
                    <a:ext uri="{FF2B5EF4-FFF2-40B4-BE49-F238E27FC236}">
                      <a16:creationId xmlns:a16="http://schemas.microsoft.com/office/drawing/2014/main" id="{EE5DED9F-E1C4-F34D-899C-5E5BAFDADC9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584832" y="2687077"/>
                  <a:ext cx="2270564" cy="6463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9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/>
                      <a:ea typeface="ＭＳ Ｐゴシック" panose="020B0600070205080204" pitchFamily="34" charset="-128"/>
                      <a:cs typeface="+mn-cs"/>
                    </a:rPr>
                    <a:t>PC running</a:t>
                  </a:r>
                </a:p>
                <a:p>
                  <a:pPr marL="0" marR="0" lvl="0" indent="0" algn="ctr" defTabSz="914400" rtl="0" eaLnBrk="0" fontAlgn="base" latinLnBrk="0" hangingPunct="0">
                    <a:lnSpc>
                      <a:spcPct val="9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/>
                      <a:ea typeface="ＭＳ Ｐゴシック" panose="020B0600070205080204" pitchFamily="34" charset="-128"/>
                      <a:cs typeface="+mn-cs"/>
                    </a:rPr>
                    <a:t>Firefox browser</a:t>
                  </a:r>
                  <a:endParaRPr kumimoji="0" lang="en-US" altLang="en-US" sz="3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88" name="Group 44">
                  <a:extLst>
                    <a:ext uri="{FF2B5EF4-FFF2-40B4-BE49-F238E27FC236}">
                      <a16:creationId xmlns:a16="http://schemas.microsoft.com/office/drawing/2014/main" id="{9EAD6FC3-A72E-8241-AA6C-FE53B680C4A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109192" y="1722780"/>
                  <a:ext cx="1066800" cy="1079500"/>
                  <a:chOff x="-44" y="1473"/>
                  <a:chExt cx="981" cy="1105"/>
                </a:xfrm>
              </p:grpSpPr>
              <p:pic>
                <p:nvPicPr>
                  <p:cNvPr id="89" name="Picture 45" descr="desktop_computer_stylized_medium">
                    <a:extLst>
                      <a:ext uri="{FF2B5EF4-FFF2-40B4-BE49-F238E27FC236}">
                        <a16:creationId xmlns:a16="http://schemas.microsoft.com/office/drawing/2014/main" id="{1ADDC1FA-6D07-3F4E-8F74-21843504B201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flipH="1">
                    <a:off x="-44" y="1473"/>
                    <a:ext cx="981" cy="11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90" name="Freeform 46">
                    <a:extLst>
                      <a:ext uri="{FF2B5EF4-FFF2-40B4-BE49-F238E27FC236}">
                        <a16:creationId xmlns:a16="http://schemas.microsoft.com/office/drawing/2014/main" id="{42A6104A-05E4-B94E-8AC8-1F8524B85F7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374" y="1579"/>
                    <a:ext cx="477" cy="506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24164 w 356"/>
                      <a:gd name="T3" fmla="*/ 1678 h 368"/>
                      <a:gd name="T4" fmla="*/ 28666 w 356"/>
                      <a:gd name="T5" fmla="*/ 34959 h 368"/>
                      <a:gd name="T6" fmla="*/ 6318 w 356"/>
                      <a:gd name="T7" fmla="*/ 43721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FFFFFF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</p:grpSp>
        </p:grpSp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046FA54E-9DBE-BF46-9FA4-0BD5D56FE85D}"/>
                </a:ext>
              </a:extLst>
            </p:cNvPr>
            <p:cNvGrpSpPr/>
            <p:nvPr/>
          </p:nvGrpSpPr>
          <p:grpSpPr>
            <a:xfrm>
              <a:off x="9655810" y="2888005"/>
              <a:ext cx="2414547" cy="2197950"/>
              <a:chOff x="9655810" y="2888005"/>
              <a:chExt cx="2414547" cy="2197950"/>
            </a:xfrm>
          </p:grpSpPr>
          <p:sp>
            <p:nvSpPr>
              <p:cNvPr id="73" name="Text Box 9">
                <a:extLst>
                  <a:ext uri="{FF2B5EF4-FFF2-40B4-BE49-F238E27FC236}">
                    <a16:creationId xmlns:a16="http://schemas.microsoft.com/office/drawing/2014/main" id="{1DB0406D-8424-A242-88CD-CF99DD0C822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655810" y="4162625"/>
                <a:ext cx="2414547" cy="923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9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rPr>
                  <a:t>server running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9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rPr>
                  <a:t>Apache Web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9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rPr>
                  <a:t>server</a:t>
                </a:r>
                <a:endParaRPr kumimoji="0" lang="en-US" alt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91" name="Group 47">
                <a:extLst>
                  <a:ext uri="{FF2B5EF4-FFF2-40B4-BE49-F238E27FC236}">
                    <a16:creationId xmlns:a16="http://schemas.microsoft.com/office/drawing/2014/main" id="{1578750D-9ADE-FF47-A035-3F58F7F95E7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30217" y="2888005"/>
                <a:ext cx="695325" cy="1282700"/>
                <a:chOff x="4140" y="429"/>
                <a:chExt cx="1425" cy="2396"/>
              </a:xfrm>
            </p:grpSpPr>
            <p:sp>
              <p:nvSpPr>
                <p:cNvPr id="92" name="Freeform 48">
                  <a:extLst>
                    <a:ext uri="{FF2B5EF4-FFF2-40B4-BE49-F238E27FC236}">
                      <a16:creationId xmlns:a16="http://schemas.microsoft.com/office/drawing/2014/main" id="{30FC1D0E-933E-6B40-9A42-0E97172384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2 w 354"/>
                    <a:gd name="T1" fmla="*/ 0 h 2742"/>
                    <a:gd name="T2" fmla="*/ 12 w 354"/>
                    <a:gd name="T3" fmla="*/ 23 h 2742"/>
                    <a:gd name="T4" fmla="*/ 12 w 354"/>
                    <a:gd name="T5" fmla="*/ 171 h 2742"/>
                    <a:gd name="T6" fmla="*/ 0 w 354"/>
                    <a:gd name="T7" fmla="*/ 179 h 2742"/>
                    <a:gd name="T8" fmla="*/ 2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3" name="Rectangle 49">
                  <a:extLst>
                    <a:ext uri="{FF2B5EF4-FFF2-40B4-BE49-F238E27FC236}">
                      <a16:creationId xmlns:a16="http://schemas.microsoft.com/office/drawing/2014/main" id="{B5655423-6CF0-CD49-B3A9-063B782C1F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5" y="429"/>
                  <a:ext cx="1048" cy="2283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" name="Freeform 50">
                  <a:extLst>
                    <a:ext uri="{FF2B5EF4-FFF2-40B4-BE49-F238E27FC236}">
                      <a16:creationId xmlns:a16="http://schemas.microsoft.com/office/drawing/2014/main" id="{A0AC0D67-FA58-B147-A1DC-191134726C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7 w 211"/>
                    <a:gd name="T3" fmla="*/ 15 h 2537"/>
                    <a:gd name="T4" fmla="*/ 2 w 211"/>
                    <a:gd name="T5" fmla="*/ 163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5" name="Freeform 51">
                  <a:extLst>
                    <a:ext uri="{FF2B5EF4-FFF2-40B4-BE49-F238E27FC236}">
                      <a16:creationId xmlns:a16="http://schemas.microsoft.com/office/drawing/2014/main" id="{DE00B670-08D8-5142-A593-67DE6409B9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9 h 226"/>
                    <a:gd name="T4" fmla="*/ 11 w 328"/>
                    <a:gd name="T5" fmla="*/ 16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" name="Rectangle 52">
                  <a:extLst>
                    <a:ext uri="{FF2B5EF4-FFF2-40B4-BE49-F238E27FC236}">
                      <a16:creationId xmlns:a16="http://schemas.microsoft.com/office/drawing/2014/main" id="{C0F46C25-0562-1D41-A932-B4DCFBC60F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2" y="693"/>
                  <a:ext cx="595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97" name="Group 53">
                  <a:extLst>
                    <a:ext uri="{FF2B5EF4-FFF2-40B4-BE49-F238E27FC236}">
                      <a16:creationId xmlns:a16="http://schemas.microsoft.com/office/drawing/2014/main" id="{42D2ADD9-FBDF-B348-8727-B1428057A19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122" name="AutoShape 54">
                    <a:extLst>
                      <a:ext uri="{FF2B5EF4-FFF2-40B4-BE49-F238E27FC236}">
                        <a16:creationId xmlns:a16="http://schemas.microsoft.com/office/drawing/2014/main" id="{B3A024BC-0571-B343-B957-96A9956CB10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9"/>
                    <a:ext cx="727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23" name="AutoShape 55">
                    <a:extLst>
                      <a:ext uri="{FF2B5EF4-FFF2-40B4-BE49-F238E27FC236}">
                        <a16:creationId xmlns:a16="http://schemas.microsoft.com/office/drawing/2014/main" id="{BCE631BE-5109-0446-9778-CCBD1DF0A6B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9" y="2586"/>
                    <a:ext cx="694" cy="9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98" name="Rectangle 56">
                  <a:extLst>
                    <a:ext uri="{FF2B5EF4-FFF2-40B4-BE49-F238E27FC236}">
                      <a16:creationId xmlns:a16="http://schemas.microsoft.com/office/drawing/2014/main" id="{5D3DFADC-1C8D-AF4C-85AA-0F7A2C55C8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5" y="1019"/>
                  <a:ext cx="595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99" name="Group 57">
                  <a:extLst>
                    <a:ext uri="{FF2B5EF4-FFF2-40B4-BE49-F238E27FC236}">
                      <a16:creationId xmlns:a16="http://schemas.microsoft.com/office/drawing/2014/main" id="{C1D33EC1-1E29-8544-B98D-73191F02F73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120" name="AutoShape 58">
                    <a:extLst>
                      <a:ext uri="{FF2B5EF4-FFF2-40B4-BE49-F238E27FC236}">
                        <a16:creationId xmlns:a16="http://schemas.microsoft.com/office/drawing/2014/main" id="{82D153A1-613C-9C4E-A2C0-B1C929BC01C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6" y="2569"/>
                    <a:ext cx="723" cy="138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21" name="AutoShape 59">
                    <a:extLst>
                      <a:ext uri="{FF2B5EF4-FFF2-40B4-BE49-F238E27FC236}">
                        <a16:creationId xmlns:a16="http://schemas.microsoft.com/office/drawing/2014/main" id="{F147FCC4-6131-8F44-A906-F0D80C4D726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2" y="2588"/>
                    <a:ext cx="690" cy="102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100" name="Rectangle 60">
                  <a:extLst>
                    <a:ext uri="{FF2B5EF4-FFF2-40B4-BE49-F238E27FC236}">
                      <a16:creationId xmlns:a16="http://schemas.microsoft.com/office/drawing/2014/main" id="{85C735FA-9571-F248-9BA5-6CDBDBE01B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8" y="1357"/>
                  <a:ext cx="595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1" name="Rectangle 61">
                  <a:extLst>
                    <a:ext uri="{FF2B5EF4-FFF2-40B4-BE49-F238E27FC236}">
                      <a16:creationId xmlns:a16="http://schemas.microsoft.com/office/drawing/2014/main" id="{5812C6A4-3EC0-A249-9E63-F4652754266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8" y="1654"/>
                  <a:ext cx="595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102" name="Group 62">
                  <a:extLst>
                    <a:ext uri="{FF2B5EF4-FFF2-40B4-BE49-F238E27FC236}">
                      <a16:creationId xmlns:a16="http://schemas.microsoft.com/office/drawing/2014/main" id="{7E620A9B-CBE1-F240-88FD-58557466331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118" name="AutoShape 63">
                    <a:extLst>
                      <a:ext uri="{FF2B5EF4-FFF2-40B4-BE49-F238E27FC236}">
                        <a16:creationId xmlns:a16="http://schemas.microsoft.com/office/drawing/2014/main" id="{042898BA-1F4B-D343-83D2-32F6B871E16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4" y="2568"/>
                    <a:ext cx="725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19" name="AutoShape 64">
                    <a:extLst>
                      <a:ext uri="{FF2B5EF4-FFF2-40B4-BE49-F238E27FC236}">
                        <a16:creationId xmlns:a16="http://schemas.microsoft.com/office/drawing/2014/main" id="{43D7819E-9A5B-E741-ACC4-82E6487AE39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1" y="2584"/>
                    <a:ext cx="693" cy="106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103" name="Freeform 65">
                  <a:extLst>
                    <a:ext uri="{FF2B5EF4-FFF2-40B4-BE49-F238E27FC236}">
                      <a16:creationId xmlns:a16="http://schemas.microsoft.com/office/drawing/2014/main" id="{7CC2BA69-A482-5D4B-8CA5-B5AC73726D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8 h 226"/>
                    <a:gd name="T4" fmla="*/ 11 w 328"/>
                    <a:gd name="T5" fmla="*/ 14 h 226"/>
                    <a:gd name="T6" fmla="*/ 0 w 328"/>
                    <a:gd name="T7" fmla="*/ 6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104" name="Group 66">
                  <a:extLst>
                    <a:ext uri="{FF2B5EF4-FFF2-40B4-BE49-F238E27FC236}">
                      <a16:creationId xmlns:a16="http://schemas.microsoft.com/office/drawing/2014/main" id="{F21B3CA3-EDB9-ED4A-9790-00B6351372F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16" name="AutoShape 67">
                    <a:extLst>
                      <a:ext uri="{FF2B5EF4-FFF2-40B4-BE49-F238E27FC236}">
                        <a16:creationId xmlns:a16="http://schemas.microsoft.com/office/drawing/2014/main" id="{9EDB1FCF-F653-F642-8D80-BF382D9E0C3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4" y="2568"/>
                    <a:ext cx="725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117" name="AutoShape 68">
                    <a:extLst>
                      <a:ext uri="{FF2B5EF4-FFF2-40B4-BE49-F238E27FC236}">
                        <a16:creationId xmlns:a16="http://schemas.microsoft.com/office/drawing/2014/main" id="{609BFCAD-4861-EE43-8362-EA6C4855630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3"/>
                    <a:ext cx="693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105" name="Rectangle 69">
                  <a:extLst>
                    <a:ext uri="{FF2B5EF4-FFF2-40B4-BE49-F238E27FC236}">
                      <a16:creationId xmlns:a16="http://schemas.microsoft.com/office/drawing/2014/main" id="{5D47278C-43D3-204F-86FD-15B20209028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9" y="432"/>
                  <a:ext cx="68" cy="2286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6" name="Freeform 70">
                  <a:extLst>
                    <a:ext uri="{FF2B5EF4-FFF2-40B4-BE49-F238E27FC236}">
                      <a16:creationId xmlns:a16="http://schemas.microsoft.com/office/drawing/2014/main" id="{C4685EB6-AA09-4243-9AED-1759E88D18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1 w 296"/>
                    <a:gd name="T3" fmla="*/ 8 h 256"/>
                    <a:gd name="T4" fmla="*/ 11 w 296"/>
                    <a:gd name="T5" fmla="*/ 16 h 256"/>
                    <a:gd name="T6" fmla="*/ 0 w 296"/>
                    <a:gd name="T7" fmla="*/ 6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7" name="Freeform 71">
                  <a:extLst>
                    <a:ext uri="{FF2B5EF4-FFF2-40B4-BE49-F238E27FC236}">
                      <a16:creationId xmlns:a16="http://schemas.microsoft.com/office/drawing/2014/main" id="{F8013113-6639-D746-8787-464D70E731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1 w 304"/>
                    <a:gd name="T3" fmla="*/ 11 h 288"/>
                    <a:gd name="T4" fmla="*/ 10 w 304"/>
                    <a:gd name="T5" fmla="*/ 19 h 288"/>
                    <a:gd name="T6" fmla="*/ 2 w 304"/>
                    <a:gd name="T7" fmla="*/ 8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8" name="Oval 72">
                  <a:extLst>
                    <a:ext uri="{FF2B5EF4-FFF2-40B4-BE49-F238E27FC236}">
                      <a16:creationId xmlns:a16="http://schemas.microsoft.com/office/drawing/2014/main" id="{BAF4B182-B231-9044-AFF9-C80B2E27F7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6" y="2611"/>
                  <a:ext cx="49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9" name="Freeform 73">
                  <a:extLst>
                    <a:ext uri="{FF2B5EF4-FFF2-40B4-BE49-F238E27FC236}">
                      <a16:creationId xmlns:a16="http://schemas.microsoft.com/office/drawing/2014/main" id="{5BF1720C-9B23-A442-9078-1CB2D3EAD1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8 h 240"/>
                    <a:gd name="T2" fmla="*/ 2 w 306"/>
                    <a:gd name="T3" fmla="*/ 16 h 240"/>
                    <a:gd name="T4" fmla="*/ 11 w 306"/>
                    <a:gd name="T5" fmla="*/ 8 h 240"/>
                    <a:gd name="T6" fmla="*/ 11 w 306"/>
                    <a:gd name="T7" fmla="*/ 0 h 240"/>
                    <a:gd name="T8" fmla="*/ 0 w 306"/>
                    <a:gd name="T9" fmla="*/ 8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0" name="AutoShape 74">
                  <a:extLst>
                    <a:ext uri="{FF2B5EF4-FFF2-40B4-BE49-F238E27FC236}">
                      <a16:creationId xmlns:a16="http://schemas.microsoft.com/office/drawing/2014/main" id="{5C72D219-90B2-E948-8C51-2DF4C76E67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7"/>
                  <a:ext cx="1201" cy="14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1" name="AutoShape 75">
                  <a:extLst>
                    <a:ext uri="{FF2B5EF4-FFF2-40B4-BE49-F238E27FC236}">
                      <a16:creationId xmlns:a16="http://schemas.microsoft.com/office/drawing/2014/main" id="{83107432-CCDD-3F4A-A673-5C965AB662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5" y="2712"/>
                  <a:ext cx="1070" cy="8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2" name="Oval 76">
                  <a:extLst>
                    <a:ext uri="{FF2B5EF4-FFF2-40B4-BE49-F238E27FC236}">
                      <a16:creationId xmlns:a16="http://schemas.microsoft.com/office/drawing/2014/main" id="{93D83AE9-CB35-4043-B0A0-1FFA790871D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3"/>
                  <a:ext cx="156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3" name="Oval 77">
                  <a:extLst>
                    <a:ext uri="{FF2B5EF4-FFF2-40B4-BE49-F238E27FC236}">
                      <a16:creationId xmlns:a16="http://schemas.microsoft.com/office/drawing/2014/main" id="{C8BA1D5C-380B-5844-9DFE-FB0350399A3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5" y="2383"/>
                  <a:ext cx="163" cy="145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4" name="Oval 78">
                  <a:extLst>
                    <a:ext uri="{FF2B5EF4-FFF2-40B4-BE49-F238E27FC236}">
                      <a16:creationId xmlns:a16="http://schemas.microsoft.com/office/drawing/2014/main" id="{EF0EACD3-D07B-0F4F-BB94-4F2D639129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61" y="2380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5" name="Rectangle 79">
                  <a:extLst>
                    <a:ext uri="{FF2B5EF4-FFF2-40B4-BE49-F238E27FC236}">
                      <a16:creationId xmlns:a16="http://schemas.microsoft.com/office/drawing/2014/main" id="{C545DB8D-EFCD-9A46-858D-A246B93C7BA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1" y="1835"/>
                  <a:ext cx="88" cy="762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754433943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43000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HTTP overview (continued)</a:t>
            </a:r>
            <a:endParaRPr lang="en-US" sz="4400" dirty="0"/>
          </a:p>
        </p:txBody>
      </p:sp>
      <p:sp>
        <p:nvSpPr>
          <p:cNvPr id="64" name="Rectangle 3">
            <a:extLst>
              <a:ext uri="{FF2B5EF4-FFF2-40B4-BE49-F238E27FC236}">
                <a16:creationId xmlns:a16="http://schemas.microsoft.com/office/drawing/2014/main" id="{FA4476ED-595B-8542-B50D-C134553D55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7614" y="1548630"/>
            <a:ext cx="5551487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itchFamily="34" charset="0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itchFamily="34" charset="0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18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0"/>
              <a:buNone/>
              <a:tabLst/>
              <a:defRPr/>
            </a:pPr>
            <a:r>
              <a:rPr kumimoji="0" lang="en-US" sz="3200" b="0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charset="0"/>
              </a:rPr>
              <a:t>HTTP uses TCP:</a:t>
            </a:r>
          </a:p>
          <a:p>
            <a:pPr marL="233363" marR="0" lvl="0" indent="-233363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charset="0"/>
              </a:rPr>
              <a:t>client initiates TCP connection (creates socket) to server,  port 80</a:t>
            </a:r>
          </a:p>
          <a:p>
            <a:pPr marL="233363" marR="0" lvl="0" indent="-233363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charset="0"/>
              </a:rPr>
              <a:t>server accepts TCP connection from client</a:t>
            </a:r>
          </a:p>
          <a:p>
            <a:pPr marL="233363" marR="0" lvl="0" indent="-233363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charset="0"/>
              </a:rPr>
              <a:t>HTTP messages (application-layer protocol messages) exchanged between browser (HTTP client) and Web server (HTTP server)</a:t>
            </a:r>
          </a:p>
          <a:p>
            <a:pPr marL="233363" marR="0" lvl="0" indent="-233363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charset="0"/>
              </a:rPr>
              <a:t>TCP connection closed</a:t>
            </a:r>
          </a:p>
        </p:txBody>
      </p:sp>
      <p:sp>
        <p:nvSpPr>
          <p:cNvPr id="65" name="Rectangle 4">
            <a:extLst>
              <a:ext uri="{FF2B5EF4-FFF2-40B4-BE49-F238E27FC236}">
                <a16:creationId xmlns:a16="http://schemas.microsoft.com/office/drawing/2014/main" id="{1CC4B9E5-1262-0749-B776-9A1B21976C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09801" y="1582098"/>
            <a:ext cx="5053013" cy="51000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itchFamily="34" charset="0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itchFamily="34" charset="0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18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7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</a:rPr>
              <a:t>HTTP is “</a:t>
            </a:r>
            <a:r>
              <a:rPr kumimoji="0" lang="en-US" altLang="ja-JP" sz="3200" b="0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</a:rPr>
              <a:t>stateless”</a:t>
            </a:r>
          </a:p>
          <a:p>
            <a:pPr marL="342900" marR="0" lvl="0" indent="-342900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</a:rPr>
              <a:t>server maintains</a:t>
            </a:r>
            <a:r>
              <a:rPr kumimoji="0" lang="en-US" altLang="en-US" sz="2800" b="0" i="1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</a:rPr>
              <a:t> no </a:t>
            </a: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</a:rPr>
              <a:t>information about past client requests</a:t>
            </a:r>
          </a:p>
          <a:p>
            <a:pPr marL="0" lvl="0" indent="0">
              <a:lnSpc>
                <a:spcPct val="90000"/>
              </a:lnSpc>
              <a:buNone/>
              <a:defRPr/>
            </a:pPr>
            <a:r>
              <a:rPr lang="en-US" altLang="en-US" kern="0" dirty="0">
                <a:solidFill>
                  <a:srgbClr val="C00000"/>
                </a:solidFill>
                <a:latin typeface="Calibri"/>
                <a:ea typeface="ＭＳ Ｐゴシック" panose="020B0600070205080204" pitchFamily="34" charset="-128"/>
              </a:rPr>
              <a:t>Protocols that maintain “state” are complex!</a:t>
            </a:r>
          </a:p>
          <a:p>
            <a:pPr>
              <a:lnSpc>
                <a:spcPct val="90000"/>
              </a:lnSpc>
              <a:defRPr/>
            </a:pPr>
            <a:r>
              <a:rPr lang="en-US" altLang="en-US" kern="0" dirty="0">
                <a:solidFill>
                  <a:prstClr val="black"/>
                </a:solidFill>
                <a:latin typeface="Calibri"/>
                <a:ea typeface="ＭＳ Ｐゴシック" panose="020B0600070205080204" pitchFamily="34" charset="-128"/>
              </a:rPr>
              <a:t>past history must be maintained</a:t>
            </a:r>
          </a:p>
          <a:p>
            <a:pPr>
              <a:lnSpc>
                <a:spcPct val="90000"/>
              </a:lnSpc>
              <a:defRPr/>
            </a:pPr>
            <a:r>
              <a:rPr lang="en-US" altLang="en-US" kern="0" dirty="0">
                <a:solidFill>
                  <a:prstClr val="black"/>
                </a:solidFill>
                <a:latin typeface="Calibri"/>
                <a:ea typeface="ＭＳ Ｐゴシック" panose="020B0600070205080204" pitchFamily="34" charset="-128"/>
              </a:rPr>
              <a:t>if the client or server crash, their view of the state may be inconsistent and need to be reconciled</a:t>
            </a:r>
            <a:endParaRPr kumimoji="0" lang="en-US" altLang="en-US" sz="2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</a:endParaRPr>
          </a:p>
          <a:p>
            <a:pPr marL="0" marR="0" lvl="0" indent="0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None/>
              <a:tabLst/>
              <a:defRPr/>
            </a:pPr>
            <a:endParaRPr lang="en-US" altLang="en-US" kern="0" dirty="0">
              <a:solidFill>
                <a:prstClr val="black"/>
              </a:solidFill>
              <a:latin typeface="Calibri"/>
              <a:ea typeface="ＭＳ Ｐゴシック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826131497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43000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HTTP connections: two types</a:t>
            </a:r>
            <a:endParaRPr lang="en-US" sz="4400" dirty="0"/>
          </a:p>
        </p:txBody>
      </p:sp>
      <p:sp>
        <p:nvSpPr>
          <p:cNvPr id="11" name="Rectangle 3">
            <a:extLst>
              <a:ext uri="{FF2B5EF4-FFF2-40B4-BE49-F238E27FC236}">
                <a16:creationId xmlns:a16="http://schemas.microsoft.com/office/drawing/2014/main" id="{D0F92E26-A453-3745-8C0F-BF92C1E3A8B6}"/>
              </a:ext>
            </a:extLst>
          </p:cNvPr>
          <p:cNvSpPr txBox="1">
            <a:spLocks noChangeArrowheads="1"/>
          </p:cNvSpPr>
          <p:nvPr/>
        </p:nvSpPr>
        <p:spPr>
          <a:xfrm>
            <a:off x="798690" y="1543086"/>
            <a:ext cx="5039401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HTTP/1.0 Non-persistent</a:t>
            </a:r>
          </a:p>
          <a:p>
            <a:pPr marL="644525" marR="0" lvl="0" indent="-5143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+mj-lt"/>
              <a:buAutoNum type="arabicPeriod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TCP connection opened</a:t>
            </a:r>
          </a:p>
          <a:p>
            <a:pPr marL="644525" marR="0" lvl="0" indent="-5143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+mj-lt"/>
              <a:buAutoNum type="arabicPeriod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at most one object sent over TCP connection</a:t>
            </a:r>
          </a:p>
          <a:p>
            <a:pPr marL="644525" marR="0" lvl="0" indent="-5143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+mj-lt"/>
              <a:buAutoNum type="arabicPeriod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TCP connection closed</a:t>
            </a:r>
          </a:p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22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downloading multiple objects required multiple connections</a:t>
            </a:r>
          </a:p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22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lang="en-US" altLang="en-US" sz="3200" dirty="0">
                <a:solidFill>
                  <a:prstClr val="black"/>
                </a:solidFill>
                <a:latin typeface="Calibri"/>
                <a:ea typeface="ＭＳ Ｐゴシック" panose="020B0600070205080204" pitchFamily="34" charset="-128"/>
              </a:rPr>
              <a:t>RFC 1945 (May 1996)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" name="Rectangle 4">
            <a:extLst>
              <a:ext uri="{FF2B5EF4-FFF2-40B4-BE49-F238E27FC236}">
                <a16:creationId xmlns:a16="http://schemas.microsoft.com/office/drawing/2014/main" id="{7E46F3CB-B7A2-6C4C-B085-55F383976BB8}"/>
              </a:ext>
            </a:extLst>
          </p:cNvPr>
          <p:cNvSpPr txBox="1">
            <a:spLocks noChangeArrowheads="1"/>
          </p:cNvSpPr>
          <p:nvPr/>
        </p:nvSpPr>
        <p:spPr>
          <a:xfrm>
            <a:off x="6781215" y="1543086"/>
            <a:ext cx="5039401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lang="en-US" altLang="en-US" sz="3200" i="1" dirty="0">
                <a:solidFill>
                  <a:srgbClr val="CC0000"/>
                </a:solidFill>
                <a:latin typeface="Calibri"/>
                <a:ea typeface="ＭＳ Ｐゴシック" panose="020B0600070205080204" pitchFamily="34" charset="-128"/>
              </a:rPr>
              <a:t>HTTP/1.1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Persistent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TCP connection opened to a server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multiple objects can be sent over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single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TCP connection between client, and that server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TCP connection closed</a:t>
            </a:r>
            <a:endParaRPr lang="en-US" altLang="en-US" sz="3200" dirty="0">
              <a:solidFill>
                <a:prstClr val="black"/>
              </a:solidFill>
              <a:latin typeface="Calibri"/>
              <a:ea typeface="ＭＳ Ｐゴシック" panose="020B0600070205080204" pitchFamily="34" charset="-128"/>
            </a:endParaRPr>
          </a:p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4600"/>
              </a:spcBef>
              <a:spcAft>
                <a:spcPts val="0"/>
              </a:spcAft>
              <a:buClr>
                <a:srgbClr val="0000A3"/>
              </a:buClr>
              <a:buSzTx/>
              <a:buNone/>
              <a:tabLst/>
              <a:defRPr/>
            </a:pPr>
            <a:r>
              <a:rPr lang="en-US" altLang="en-US" sz="3200" dirty="0">
                <a:solidFill>
                  <a:prstClr val="black"/>
                </a:solidFill>
                <a:latin typeface="Calibri"/>
                <a:ea typeface="ＭＳ Ｐゴシック" panose="020B0600070205080204" pitchFamily="34" charset="-128"/>
              </a:rPr>
              <a:t>RFC 2068 (January 1997)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41566410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43000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Non-persistent HTTP: example</a:t>
            </a:r>
            <a:endParaRPr lang="en-US" sz="4400" dirty="0"/>
          </a:p>
        </p:txBody>
      </p:sp>
      <p:sp>
        <p:nvSpPr>
          <p:cNvPr id="8" name="Rectangle 3">
            <a:extLst>
              <a:ext uri="{FF2B5EF4-FFF2-40B4-BE49-F238E27FC236}">
                <a16:creationId xmlns:a16="http://schemas.microsoft.com/office/drawing/2014/main" id="{44008892-5F15-CD46-8B74-F28D8BF76E3B}"/>
              </a:ext>
            </a:extLst>
          </p:cNvPr>
          <p:cNvSpPr txBox="1">
            <a:spLocks noChangeArrowheads="1"/>
          </p:cNvSpPr>
          <p:nvPr/>
        </p:nvSpPr>
        <p:spPr>
          <a:xfrm>
            <a:off x="809349" y="1351435"/>
            <a:ext cx="7942262" cy="46672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User enters URL:</a:t>
            </a:r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8E22C996-6035-504C-97CC-082C3EAD4AF4}"/>
              </a:ext>
            </a:extLst>
          </p:cNvPr>
          <p:cNvSpPr txBox="1">
            <a:spLocks noChangeArrowheads="1"/>
          </p:cNvSpPr>
          <p:nvPr/>
        </p:nvSpPr>
        <p:spPr>
          <a:xfrm>
            <a:off x="944384" y="2447251"/>
            <a:ext cx="4850242" cy="19050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1a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.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HTTP client initiates TCP connection to HTTP server (process) at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www.someSchool.edu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on port 80</a:t>
            </a:r>
          </a:p>
        </p:txBody>
      </p:sp>
      <p:sp>
        <p:nvSpPr>
          <p:cNvPr id="13" name="Rectangle 5">
            <a:extLst>
              <a:ext uri="{FF2B5EF4-FFF2-40B4-BE49-F238E27FC236}">
                <a16:creationId xmlns:a16="http://schemas.microsoft.com/office/drawing/2014/main" id="{4518B9B7-A17A-DD48-BBA8-A1AC045894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72983" y="4077834"/>
            <a:ext cx="4216535" cy="1076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2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.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HTTP client sends HTTP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request message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(containing URL) into TCP connection socket. Message indicates that client wants object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someDepartment/home.index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4" name="Rectangle 6">
            <a:extLst>
              <a:ext uri="{FF2B5EF4-FFF2-40B4-BE49-F238E27FC236}">
                <a16:creationId xmlns:a16="http://schemas.microsoft.com/office/drawing/2014/main" id="{AC1983CF-C4CB-FF47-A69D-3E65B8C968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17018" y="2733157"/>
            <a:ext cx="5389528" cy="1504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1b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.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HTTP server at host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www.someSchool.edu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waiting for TCP connection at port 80  “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accepts” connection, notifying client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5" name="Rectangle 7">
            <a:extLst>
              <a:ext uri="{FF2B5EF4-FFF2-40B4-BE49-F238E27FC236}">
                <a16:creationId xmlns:a16="http://schemas.microsoft.com/office/drawing/2014/main" id="{0B2B9504-D191-9144-8C84-929183C16C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3976" y="4739906"/>
            <a:ext cx="5394870" cy="180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3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.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HTTP server receives request message, forms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response message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containing requested object, and sends message into its socket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1" name="Text Box 15">
            <a:extLst>
              <a:ext uri="{FF2B5EF4-FFF2-40B4-BE49-F238E27FC236}">
                <a16:creationId xmlns:a16="http://schemas.microsoft.com/office/drawing/2014/main" id="{B64D7167-BDDE-A148-84EB-4FB5D33E4E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77390" y="1660654"/>
            <a:ext cx="63784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(containing text, references to 10 jpeg images)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2" name="Rectangle 3">
            <a:extLst>
              <a:ext uri="{FF2B5EF4-FFF2-40B4-BE49-F238E27FC236}">
                <a16:creationId xmlns:a16="http://schemas.microsoft.com/office/drawing/2014/main" id="{E52A420B-2488-A04D-8D7F-CC71C334B2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8021" y="1414937"/>
            <a:ext cx="7942263" cy="466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pitchFamily="2" charset="2"/>
              <a:buNone/>
              <a:tabLst/>
              <a:defRPr/>
            </a:pPr>
            <a:r>
              <a:rPr kumimoji="0" lang="en-US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www.someSchool.edu/someDepartment/home.index</a:t>
            </a:r>
          </a:p>
        </p:txBody>
      </p:sp>
      <p:sp>
        <p:nvSpPr>
          <p:cNvPr id="7" name="Rectangle 13">
            <a:extLst>
              <a:ext uri="{FF2B5EF4-FFF2-40B4-BE49-F238E27FC236}">
                <a16:creationId xmlns:a16="http://schemas.microsoft.com/office/drawing/2014/main" id="{1301A620-3B2F-B341-BCAC-A3E4F12C85A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ChangeArrowheads="1"/>
          </p:cNvSpPr>
          <p:nvPr/>
        </p:nvSpPr>
        <p:spPr bwMode="auto">
          <a:xfrm>
            <a:off x="490358" y="5641558"/>
            <a:ext cx="657225" cy="29527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776B4924-7BBC-F2BC-93BF-9DA42A05EE5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/>
        </p:nvGrpSpPr>
        <p:grpSpPr>
          <a:xfrm>
            <a:off x="371687" y="2060763"/>
            <a:ext cx="6531023" cy="4503097"/>
            <a:chOff x="371687" y="2060763"/>
            <a:chExt cx="6531023" cy="4503097"/>
          </a:xfrm>
        </p:grpSpPr>
        <p:grpSp>
          <p:nvGrpSpPr>
            <p:cNvPr id="2" name="Group 1">
              <a:extLst>
                <a:ext uri="{FF2B5EF4-FFF2-40B4-BE49-F238E27FC236}">
                  <a16:creationId xmlns:a16="http://schemas.microsoft.com/office/drawing/2014/main" id="{7E07932C-53E3-CA90-C1D4-2F70F84E6FC0}"/>
                </a:ext>
              </a:extLst>
            </p:cNvPr>
            <p:cNvGrpSpPr/>
            <p:nvPr/>
          </p:nvGrpSpPr>
          <p:grpSpPr>
            <a:xfrm>
              <a:off x="371687" y="2060763"/>
              <a:ext cx="801296" cy="4287874"/>
              <a:chOff x="371687" y="2060763"/>
              <a:chExt cx="801296" cy="4287874"/>
            </a:xfrm>
          </p:grpSpPr>
          <p:sp>
            <p:nvSpPr>
              <p:cNvPr id="6" name="Line 11">
                <a:extLst>
                  <a:ext uri="{FF2B5EF4-FFF2-40B4-BE49-F238E27FC236}">
                    <a16:creationId xmlns:a16="http://schemas.microsoft.com/office/drawing/2014/main" id="{67AC580C-18A4-D247-92B5-6D862101F7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98691" y="2868166"/>
                <a:ext cx="10658" cy="3480471"/>
              </a:xfrm>
              <a:prstGeom prst="line">
                <a:avLst/>
              </a:prstGeom>
              <a:noFill/>
              <a:ln w="19050">
                <a:solidFill>
                  <a:schemeClr val="bg1">
                    <a:lumMod val="65000"/>
                  </a:schemeClr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23" name="Group 44">
                <a:extLst>
                  <a:ext uri="{FF2B5EF4-FFF2-40B4-BE49-F238E27FC236}">
                    <a16:creationId xmlns:a16="http://schemas.microsoft.com/office/drawing/2014/main" id="{2394097B-A6BF-8042-8504-A7CA070914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71687" y="2060763"/>
                <a:ext cx="784845" cy="730423"/>
                <a:chOff x="-44" y="1473"/>
                <a:chExt cx="981" cy="1105"/>
              </a:xfrm>
            </p:grpSpPr>
            <p:pic>
              <p:nvPicPr>
                <p:cNvPr id="24" name="Picture 45" descr="desktop_computer_stylized_medium">
                  <a:extLst>
                    <a:ext uri="{FF2B5EF4-FFF2-40B4-BE49-F238E27FC236}">
                      <a16:creationId xmlns:a16="http://schemas.microsoft.com/office/drawing/2014/main" id="{807C0FED-FCBE-2D4E-A1F2-CBF2C81D34F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5" name="Freeform 46">
                  <a:extLst>
                    <a:ext uri="{FF2B5EF4-FFF2-40B4-BE49-F238E27FC236}">
                      <a16:creationId xmlns:a16="http://schemas.microsoft.com/office/drawing/2014/main" id="{9119D5B0-5ADB-2048-9F8B-D683AC19EA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24164 w 356"/>
                    <a:gd name="T3" fmla="*/ 1678 h 368"/>
                    <a:gd name="T4" fmla="*/ 28666 w 356"/>
                    <a:gd name="T5" fmla="*/ 34959 h 368"/>
                    <a:gd name="T6" fmla="*/ 6318 w 356"/>
                    <a:gd name="T7" fmla="*/ 43721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8" name="Text Box 12">
                <a:extLst>
                  <a:ext uri="{FF2B5EF4-FFF2-40B4-BE49-F238E27FC236}">
                    <a16:creationId xmlns:a16="http://schemas.microsoft.com/office/drawing/2014/main" id="{27BF3D34-DFF2-A04F-84F9-CBAE80221F3D}"/>
                  </a:ext>
                  <a:ext uri="{C183D7F6-B498-43B3-948B-1728B52AA6E4}">
                    <adec:decorative xmlns:adec="http://schemas.microsoft.com/office/drawing/2017/decorative" val="1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9883" y="5563771"/>
                <a:ext cx="673100" cy="40640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65000"/>
                      </a:prstClr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rPr>
                  <a:t>time</a:t>
                </a:r>
              </a:p>
            </p:txBody>
          </p:sp>
        </p:grpSp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3A51347E-60DF-2C75-DEE1-C2151A012CE4}"/>
                </a:ext>
              </a:extLst>
            </p:cNvPr>
            <p:cNvGrpSpPr/>
            <p:nvPr/>
          </p:nvGrpSpPr>
          <p:grpSpPr>
            <a:xfrm>
              <a:off x="5102530" y="2347016"/>
              <a:ext cx="1800180" cy="4216844"/>
              <a:chOff x="5102530" y="2347016"/>
              <a:chExt cx="1800180" cy="4216844"/>
            </a:xfrm>
          </p:grpSpPr>
          <p:sp>
            <p:nvSpPr>
              <p:cNvPr id="16" name="Line 9">
                <a:extLst>
                  <a:ext uri="{FF2B5EF4-FFF2-40B4-BE49-F238E27FC236}">
                    <a16:creationId xmlns:a16="http://schemas.microsoft.com/office/drawing/2014/main" id="{B4DAFA34-3C73-6F47-8061-690804DAF2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02530" y="4961816"/>
                <a:ext cx="1800180" cy="601955"/>
              </a:xfrm>
              <a:prstGeom prst="line">
                <a:avLst/>
              </a:prstGeom>
              <a:noFill/>
              <a:ln w="38100">
                <a:solidFill>
                  <a:srgbClr val="CC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7" name="Line 10">
                <a:extLst>
                  <a:ext uri="{FF2B5EF4-FFF2-40B4-BE49-F238E27FC236}">
                    <a16:creationId xmlns:a16="http://schemas.microsoft.com/office/drawing/2014/main" id="{0A9DB4DB-78BB-C14F-903C-4C820480B1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389517" y="5671992"/>
                <a:ext cx="1410287" cy="891868"/>
              </a:xfrm>
              <a:prstGeom prst="line">
                <a:avLst/>
              </a:prstGeom>
              <a:noFill/>
              <a:ln w="38100">
                <a:solidFill>
                  <a:srgbClr val="CC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" name="Line 8">
                <a:extLst>
                  <a:ext uri="{FF2B5EF4-FFF2-40B4-BE49-F238E27FC236}">
                    <a16:creationId xmlns:a16="http://schemas.microsoft.com/office/drawing/2014/main" id="{8D8A0BF5-72E5-9E41-A2AE-DE0F79C9B1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56851" y="2779258"/>
                <a:ext cx="1551025" cy="523875"/>
              </a:xfrm>
              <a:prstGeom prst="line">
                <a:avLst/>
              </a:prstGeom>
              <a:noFill/>
              <a:ln w="38100">
                <a:solidFill>
                  <a:srgbClr val="CC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" name="Line 14">
                <a:extLst>
                  <a:ext uri="{FF2B5EF4-FFF2-40B4-BE49-F238E27FC236}">
                    <a16:creationId xmlns:a16="http://schemas.microsoft.com/office/drawing/2014/main" id="{054521BF-054B-B342-A343-164F3CB503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102530" y="3366635"/>
                <a:ext cx="1551026" cy="1006986"/>
              </a:xfrm>
              <a:prstGeom prst="line">
                <a:avLst/>
              </a:prstGeom>
              <a:noFill/>
              <a:ln w="38100">
                <a:solidFill>
                  <a:srgbClr val="CC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26" name="Group 47">
                <a:extLst>
                  <a:ext uri="{FF2B5EF4-FFF2-40B4-BE49-F238E27FC236}">
                    <a16:creationId xmlns:a16="http://schemas.microsoft.com/office/drawing/2014/main" id="{DB78F20D-7762-EC45-A5F7-9DBB8F59943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67322" y="2347016"/>
                <a:ext cx="286234" cy="640019"/>
                <a:chOff x="4140" y="429"/>
                <a:chExt cx="1425" cy="2396"/>
              </a:xfrm>
            </p:grpSpPr>
            <p:sp>
              <p:nvSpPr>
                <p:cNvPr id="27" name="Freeform 48">
                  <a:extLst>
                    <a:ext uri="{FF2B5EF4-FFF2-40B4-BE49-F238E27FC236}">
                      <a16:creationId xmlns:a16="http://schemas.microsoft.com/office/drawing/2014/main" id="{9F7835DE-1DB5-554B-9435-F21099237C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2 w 354"/>
                    <a:gd name="T1" fmla="*/ 0 h 2742"/>
                    <a:gd name="T2" fmla="*/ 12 w 354"/>
                    <a:gd name="T3" fmla="*/ 23 h 2742"/>
                    <a:gd name="T4" fmla="*/ 12 w 354"/>
                    <a:gd name="T5" fmla="*/ 171 h 2742"/>
                    <a:gd name="T6" fmla="*/ 0 w 354"/>
                    <a:gd name="T7" fmla="*/ 179 h 2742"/>
                    <a:gd name="T8" fmla="*/ 2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8" name="Rectangle 49">
                  <a:extLst>
                    <a:ext uri="{FF2B5EF4-FFF2-40B4-BE49-F238E27FC236}">
                      <a16:creationId xmlns:a16="http://schemas.microsoft.com/office/drawing/2014/main" id="{D58C67CB-FC2C-6C45-A584-0EE3943CCB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5" y="429"/>
                  <a:ext cx="1048" cy="2283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9" name="Freeform 50">
                  <a:extLst>
                    <a:ext uri="{FF2B5EF4-FFF2-40B4-BE49-F238E27FC236}">
                      <a16:creationId xmlns:a16="http://schemas.microsoft.com/office/drawing/2014/main" id="{2E7357FA-BE14-7B45-B9C8-D3AD131C80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7 w 211"/>
                    <a:gd name="T3" fmla="*/ 15 h 2537"/>
                    <a:gd name="T4" fmla="*/ 2 w 211"/>
                    <a:gd name="T5" fmla="*/ 163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0" name="Freeform 51">
                  <a:extLst>
                    <a:ext uri="{FF2B5EF4-FFF2-40B4-BE49-F238E27FC236}">
                      <a16:creationId xmlns:a16="http://schemas.microsoft.com/office/drawing/2014/main" id="{86D743E9-08EF-3443-A09F-9FD39BD6BF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9 h 226"/>
                    <a:gd name="T4" fmla="*/ 11 w 328"/>
                    <a:gd name="T5" fmla="*/ 16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1" name="Rectangle 52">
                  <a:extLst>
                    <a:ext uri="{FF2B5EF4-FFF2-40B4-BE49-F238E27FC236}">
                      <a16:creationId xmlns:a16="http://schemas.microsoft.com/office/drawing/2014/main" id="{147C38BE-745B-5043-B214-0B9EA392BF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2" y="693"/>
                  <a:ext cx="595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32" name="Group 53">
                  <a:extLst>
                    <a:ext uri="{FF2B5EF4-FFF2-40B4-BE49-F238E27FC236}">
                      <a16:creationId xmlns:a16="http://schemas.microsoft.com/office/drawing/2014/main" id="{FBCFE8CA-D754-EF47-A59B-C987FE10203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57" name="AutoShape 54">
                    <a:extLst>
                      <a:ext uri="{FF2B5EF4-FFF2-40B4-BE49-F238E27FC236}">
                        <a16:creationId xmlns:a16="http://schemas.microsoft.com/office/drawing/2014/main" id="{4CB48C03-464D-0344-AF93-DBB0CF13131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9"/>
                    <a:ext cx="727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58" name="AutoShape 55">
                    <a:extLst>
                      <a:ext uri="{FF2B5EF4-FFF2-40B4-BE49-F238E27FC236}">
                        <a16:creationId xmlns:a16="http://schemas.microsoft.com/office/drawing/2014/main" id="{9545D198-3BD7-694B-B5DC-4ED4C79FCEE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9" y="2586"/>
                    <a:ext cx="694" cy="9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33" name="Rectangle 56">
                  <a:extLst>
                    <a:ext uri="{FF2B5EF4-FFF2-40B4-BE49-F238E27FC236}">
                      <a16:creationId xmlns:a16="http://schemas.microsoft.com/office/drawing/2014/main" id="{BB7A1A44-103A-4142-BB05-0C014EC72C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5" y="1019"/>
                  <a:ext cx="595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34" name="Group 57">
                  <a:extLst>
                    <a:ext uri="{FF2B5EF4-FFF2-40B4-BE49-F238E27FC236}">
                      <a16:creationId xmlns:a16="http://schemas.microsoft.com/office/drawing/2014/main" id="{A7308D7F-AFED-CA43-852A-E750251C679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55" name="AutoShape 58">
                    <a:extLst>
                      <a:ext uri="{FF2B5EF4-FFF2-40B4-BE49-F238E27FC236}">
                        <a16:creationId xmlns:a16="http://schemas.microsoft.com/office/drawing/2014/main" id="{72E4409D-5ADE-A147-AA65-DA449963160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6" y="2569"/>
                    <a:ext cx="723" cy="138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56" name="AutoShape 59">
                    <a:extLst>
                      <a:ext uri="{FF2B5EF4-FFF2-40B4-BE49-F238E27FC236}">
                        <a16:creationId xmlns:a16="http://schemas.microsoft.com/office/drawing/2014/main" id="{B7CA2B3C-6AEB-7A43-B3B4-4DF7057698E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2" y="2588"/>
                    <a:ext cx="690" cy="102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35" name="Rectangle 60">
                  <a:extLst>
                    <a:ext uri="{FF2B5EF4-FFF2-40B4-BE49-F238E27FC236}">
                      <a16:creationId xmlns:a16="http://schemas.microsoft.com/office/drawing/2014/main" id="{BA20BEBE-68B5-1249-B593-1C7CD6B379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8" y="1357"/>
                  <a:ext cx="595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6" name="Rectangle 61">
                  <a:extLst>
                    <a:ext uri="{FF2B5EF4-FFF2-40B4-BE49-F238E27FC236}">
                      <a16:creationId xmlns:a16="http://schemas.microsoft.com/office/drawing/2014/main" id="{E5963EC5-6FAF-A14D-AB16-7FE0DA31DBE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8" y="1654"/>
                  <a:ext cx="595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37" name="Group 62">
                  <a:extLst>
                    <a:ext uri="{FF2B5EF4-FFF2-40B4-BE49-F238E27FC236}">
                      <a16:creationId xmlns:a16="http://schemas.microsoft.com/office/drawing/2014/main" id="{A8DEC631-5A58-7849-9209-1EB5AB56952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53" name="AutoShape 63">
                    <a:extLst>
                      <a:ext uri="{FF2B5EF4-FFF2-40B4-BE49-F238E27FC236}">
                        <a16:creationId xmlns:a16="http://schemas.microsoft.com/office/drawing/2014/main" id="{6FBD34E3-C5B6-E944-B4E7-984347F693A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4" y="2568"/>
                    <a:ext cx="725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54" name="AutoShape 64">
                    <a:extLst>
                      <a:ext uri="{FF2B5EF4-FFF2-40B4-BE49-F238E27FC236}">
                        <a16:creationId xmlns:a16="http://schemas.microsoft.com/office/drawing/2014/main" id="{444700C5-DD16-7045-A6DF-957B4E655DE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1" y="2584"/>
                    <a:ext cx="693" cy="106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38" name="Freeform 65">
                  <a:extLst>
                    <a:ext uri="{FF2B5EF4-FFF2-40B4-BE49-F238E27FC236}">
                      <a16:creationId xmlns:a16="http://schemas.microsoft.com/office/drawing/2014/main" id="{210F459F-9F66-B847-B785-6AE02157E1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8 h 226"/>
                    <a:gd name="T4" fmla="*/ 11 w 328"/>
                    <a:gd name="T5" fmla="*/ 14 h 226"/>
                    <a:gd name="T6" fmla="*/ 0 w 328"/>
                    <a:gd name="T7" fmla="*/ 6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39" name="Group 66">
                  <a:extLst>
                    <a:ext uri="{FF2B5EF4-FFF2-40B4-BE49-F238E27FC236}">
                      <a16:creationId xmlns:a16="http://schemas.microsoft.com/office/drawing/2014/main" id="{07904654-EF90-4B4C-B348-E6F299ADAFC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51" name="AutoShape 67">
                    <a:extLst>
                      <a:ext uri="{FF2B5EF4-FFF2-40B4-BE49-F238E27FC236}">
                        <a16:creationId xmlns:a16="http://schemas.microsoft.com/office/drawing/2014/main" id="{927A6F56-7195-2A4B-A9FF-BD73015A766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4" y="2568"/>
                    <a:ext cx="725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52" name="AutoShape 68">
                    <a:extLst>
                      <a:ext uri="{FF2B5EF4-FFF2-40B4-BE49-F238E27FC236}">
                        <a16:creationId xmlns:a16="http://schemas.microsoft.com/office/drawing/2014/main" id="{AE3156D8-7946-6043-B3B8-2B13B72930E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3"/>
                    <a:ext cx="693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40" name="Rectangle 69">
                  <a:extLst>
                    <a:ext uri="{FF2B5EF4-FFF2-40B4-BE49-F238E27FC236}">
                      <a16:creationId xmlns:a16="http://schemas.microsoft.com/office/drawing/2014/main" id="{CE18F5A0-5742-0B4F-982F-6BC169203DB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9" y="432"/>
                  <a:ext cx="68" cy="2286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1" name="Freeform 70">
                  <a:extLst>
                    <a:ext uri="{FF2B5EF4-FFF2-40B4-BE49-F238E27FC236}">
                      <a16:creationId xmlns:a16="http://schemas.microsoft.com/office/drawing/2014/main" id="{2BD50CD9-1EF1-ED4C-AFCE-14AD1B90C3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1 w 296"/>
                    <a:gd name="T3" fmla="*/ 8 h 256"/>
                    <a:gd name="T4" fmla="*/ 11 w 296"/>
                    <a:gd name="T5" fmla="*/ 16 h 256"/>
                    <a:gd name="T6" fmla="*/ 0 w 296"/>
                    <a:gd name="T7" fmla="*/ 6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2" name="Freeform 71">
                  <a:extLst>
                    <a:ext uri="{FF2B5EF4-FFF2-40B4-BE49-F238E27FC236}">
                      <a16:creationId xmlns:a16="http://schemas.microsoft.com/office/drawing/2014/main" id="{577EA932-97EB-4149-8C8C-9011420A3E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1 w 304"/>
                    <a:gd name="T3" fmla="*/ 11 h 288"/>
                    <a:gd name="T4" fmla="*/ 10 w 304"/>
                    <a:gd name="T5" fmla="*/ 19 h 288"/>
                    <a:gd name="T6" fmla="*/ 2 w 304"/>
                    <a:gd name="T7" fmla="*/ 8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3" name="Oval 72">
                  <a:extLst>
                    <a:ext uri="{FF2B5EF4-FFF2-40B4-BE49-F238E27FC236}">
                      <a16:creationId xmlns:a16="http://schemas.microsoft.com/office/drawing/2014/main" id="{49966F96-01DC-0A43-BCBA-D06A3569E5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6" y="2611"/>
                  <a:ext cx="49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4" name="Freeform 73">
                  <a:extLst>
                    <a:ext uri="{FF2B5EF4-FFF2-40B4-BE49-F238E27FC236}">
                      <a16:creationId xmlns:a16="http://schemas.microsoft.com/office/drawing/2014/main" id="{F1C686DE-B7D5-2148-BCC7-2FAC2C010B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8 h 240"/>
                    <a:gd name="T2" fmla="*/ 2 w 306"/>
                    <a:gd name="T3" fmla="*/ 16 h 240"/>
                    <a:gd name="T4" fmla="*/ 11 w 306"/>
                    <a:gd name="T5" fmla="*/ 8 h 240"/>
                    <a:gd name="T6" fmla="*/ 11 w 306"/>
                    <a:gd name="T7" fmla="*/ 0 h 240"/>
                    <a:gd name="T8" fmla="*/ 0 w 306"/>
                    <a:gd name="T9" fmla="*/ 8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5" name="AutoShape 74">
                  <a:extLst>
                    <a:ext uri="{FF2B5EF4-FFF2-40B4-BE49-F238E27FC236}">
                      <a16:creationId xmlns:a16="http://schemas.microsoft.com/office/drawing/2014/main" id="{F82F43AD-BE0F-344E-BEE9-58D59D8256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7"/>
                  <a:ext cx="1201" cy="14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6" name="AutoShape 75">
                  <a:extLst>
                    <a:ext uri="{FF2B5EF4-FFF2-40B4-BE49-F238E27FC236}">
                      <a16:creationId xmlns:a16="http://schemas.microsoft.com/office/drawing/2014/main" id="{50B859D7-FD53-4C47-95AC-855D1B2F398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5" y="2712"/>
                  <a:ext cx="1070" cy="8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7" name="Oval 76">
                  <a:extLst>
                    <a:ext uri="{FF2B5EF4-FFF2-40B4-BE49-F238E27FC236}">
                      <a16:creationId xmlns:a16="http://schemas.microsoft.com/office/drawing/2014/main" id="{83896475-9FE1-9143-9428-50459AAB83E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3"/>
                  <a:ext cx="156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8" name="Oval 77">
                  <a:extLst>
                    <a:ext uri="{FF2B5EF4-FFF2-40B4-BE49-F238E27FC236}">
                      <a16:creationId xmlns:a16="http://schemas.microsoft.com/office/drawing/2014/main" id="{10EA96BE-EF36-2B49-A03B-AEC86510580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5" y="2383"/>
                  <a:ext cx="163" cy="145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9" name="Oval 78">
                  <a:extLst>
                    <a:ext uri="{FF2B5EF4-FFF2-40B4-BE49-F238E27FC236}">
                      <a16:creationId xmlns:a16="http://schemas.microsoft.com/office/drawing/2014/main" id="{BE8642C4-0C45-D94F-821D-2190EC5469F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61" y="2380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0" name="Rectangle 79">
                  <a:extLst>
                    <a:ext uri="{FF2B5EF4-FFF2-40B4-BE49-F238E27FC236}">
                      <a16:creationId xmlns:a16="http://schemas.microsoft.com/office/drawing/2014/main" id="{C9A770C5-A3F8-D845-B1BA-3D43D933CB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1" y="1835"/>
                  <a:ext cx="88" cy="762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805243786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43000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Non-persistent HTTP: example (cont.)</a:t>
            </a:r>
            <a:endParaRPr lang="en-US" sz="4400" dirty="0"/>
          </a:p>
        </p:txBody>
      </p:sp>
      <p:sp>
        <p:nvSpPr>
          <p:cNvPr id="8" name="Rectangle 3">
            <a:extLst>
              <a:ext uri="{FF2B5EF4-FFF2-40B4-BE49-F238E27FC236}">
                <a16:creationId xmlns:a16="http://schemas.microsoft.com/office/drawing/2014/main" id="{44008892-5F15-CD46-8B74-F28D8BF76E3B}"/>
              </a:ext>
            </a:extLst>
          </p:cNvPr>
          <p:cNvSpPr txBox="1">
            <a:spLocks noChangeArrowheads="1"/>
          </p:cNvSpPr>
          <p:nvPr/>
        </p:nvSpPr>
        <p:spPr>
          <a:xfrm>
            <a:off x="809349" y="1351435"/>
            <a:ext cx="7942262" cy="46672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User enters URL:</a:t>
            </a:r>
          </a:p>
        </p:txBody>
      </p:sp>
      <p:sp>
        <p:nvSpPr>
          <p:cNvPr id="21" name="Text Box 15">
            <a:extLst>
              <a:ext uri="{FF2B5EF4-FFF2-40B4-BE49-F238E27FC236}">
                <a16:creationId xmlns:a16="http://schemas.microsoft.com/office/drawing/2014/main" id="{B64D7167-BDDE-A148-84EB-4FB5D33E4E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77390" y="1660654"/>
            <a:ext cx="63784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(containing text, references to 10 jpeg images)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2" name="Rectangle 3">
            <a:extLst>
              <a:ext uri="{FF2B5EF4-FFF2-40B4-BE49-F238E27FC236}">
                <a16:creationId xmlns:a16="http://schemas.microsoft.com/office/drawing/2014/main" id="{E52A420B-2488-A04D-8D7F-CC71C334B2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8021" y="1414937"/>
            <a:ext cx="7942263" cy="466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pitchFamily="2" charset="2"/>
              <a:buNone/>
              <a:tabLst/>
              <a:defRPr/>
            </a:pPr>
            <a:r>
              <a:rPr kumimoji="0" lang="en-US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www.someSchool.edu/someDepartment/home.index</a:t>
            </a:r>
          </a:p>
        </p:txBody>
      </p:sp>
      <p:sp>
        <p:nvSpPr>
          <p:cNvPr id="59" name="Rectangle 6">
            <a:extLst>
              <a:ext uri="{FF2B5EF4-FFF2-40B4-BE49-F238E27FC236}">
                <a16:creationId xmlns:a16="http://schemas.microsoft.com/office/drawing/2014/main" id="{F5ECC14E-6AC7-4243-86F2-25BD5F2B8464}"/>
              </a:ext>
            </a:extLst>
          </p:cNvPr>
          <p:cNvSpPr txBox="1">
            <a:spLocks noChangeArrowheads="1"/>
          </p:cNvSpPr>
          <p:nvPr/>
        </p:nvSpPr>
        <p:spPr>
          <a:xfrm>
            <a:off x="798691" y="3200188"/>
            <a:ext cx="5085273" cy="2010122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5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.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HTTP client receives response message containing html file, displays html.  Parsing html file, finds 10 referenced jpeg  objects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0" name="Rectangle 7">
            <a:extLst>
              <a:ext uri="{FF2B5EF4-FFF2-40B4-BE49-F238E27FC236}">
                <a16:creationId xmlns:a16="http://schemas.microsoft.com/office/drawing/2014/main" id="{D3260771-3905-E24E-8B12-64D566C6B9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0480" y="4851930"/>
            <a:ext cx="3810000" cy="666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6.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Steps 1-5 repeated for each of 10 jpeg objects</a:t>
            </a:r>
          </a:p>
        </p:txBody>
      </p:sp>
      <p:sp>
        <p:nvSpPr>
          <p:cNvPr id="61" name="Rectangle 8">
            <a:extLst>
              <a:ext uri="{FF2B5EF4-FFF2-40B4-BE49-F238E27FC236}">
                <a16:creationId xmlns:a16="http://schemas.microsoft.com/office/drawing/2014/main" id="{9E1B76BD-C8EB-7245-9B75-E2D499F3E6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06580" y="2782360"/>
            <a:ext cx="3810000" cy="733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4.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HTTP server closes TCP connection. 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BED8780E-E949-205C-8728-A0D521FC276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/>
        </p:nvGrpSpPr>
        <p:grpSpPr>
          <a:xfrm>
            <a:off x="371687" y="2060763"/>
            <a:ext cx="6311153" cy="4287874"/>
            <a:chOff x="371687" y="2060763"/>
            <a:chExt cx="6311153" cy="4287874"/>
          </a:xfrm>
        </p:grpSpPr>
        <p:grpSp>
          <p:nvGrpSpPr>
            <p:cNvPr id="26" name="Group 47">
              <a:extLst>
                <a:ext uri="{FF2B5EF4-FFF2-40B4-BE49-F238E27FC236}">
                  <a16:creationId xmlns:a16="http://schemas.microsoft.com/office/drawing/2014/main" id="{DB78F20D-7762-EC45-A5F7-9DBB8F59943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67322" y="2347016"/>
              <a:ext cx="286234" cy="640019"/>
              <a:chOff x="4140" y="429"/>
              <a:chExt cx="1425" cy="2396"/>
            </a:xfrm>
          </p:grpSpPr>
          <p:sp>
            <p:nvSpPr>
              <p:cNvPr id="27" name="Freeform 48">
                <a:extLst>
                  <a:ext uri="{FF2B5EF4-FFF2-40B4-BE49-F238E27FC236}">
                    <a16:creationId xmlns:a16="http://schemas.microsoft.com/office/drawing/2014/main" id="{9F7835DE-1DB5-554B-9435-F21099237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8" name="Rectangle 49">
                <a:extLst>
                  <a:ext uri="{FF2B5EF4-FFF2-40B4-BE49-F238E27FC236}">
                    <a16:creationId xmlns:a16="http://schemas.microsoft.com/office/drawing/2014/main" id="{D58C67CB-FC2C-6C45-A584-0EE3943CCB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5" y="429"/>
                <a:ext cx="1048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9" name="Freeform 50">
                <a:extLst>
                  <a:ext uri="{FF2B5EF4-FFF2-40B4-BE49-F238E27FC236}">
                    <a16:creationId xmlns:a16="http://schemas.microsoft.com/office/drawing/2014/main" id="{2E7357FA-BE14-7B45-B9C8-D3AD131C8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" name="Freeform 51">
                <a:extLst>
                  <a:ext uri="{FF2B5EF4-FFF2-40B4-BE49-F238E27FC236}">
                    <a16:creationId xmlns:a16="http://schemas.microsoft.com/office/drawing/2014/main" id="{86D743E9-08EF-3443-A09F-9FD39BD6B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" name="Rectangle 52">
                <a:extLst>
                  <a:ext uri="{FF2B5EF4-FFF2-40B4-BE49-F238E27FC236}">
                    <a16:creationId xmlns:a16="http://schemas.microsoft.com/office/drawing/2014/main" id="{147C38BE-745B-5043-B214-0B9EA392BF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2" y="693"/>
                <a:ext cx="595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32" name="Group 53">
                <a:extLst>
                  <a:ext uri="{FF2B5EF4-FFF2-40B4-BE49-F238E27FC236}">
                    <a16:creationId xmlns:a16="http://schemas.microsoft.com/office/drawing/2014/main" id="{FBCFE8CA-D754-EF47-A59B-C987FE10203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57" name="AutoShape 54">
                  <a:extLst>
                    <a:ext uri="{FF2B5EF4-FFF2-40B4-BE49-F238E27FC236}">
                      <a16:creationId xmlns:a16="http://schemas.microsoft.com/office/drawing/2014/main" id="{4CB48C03-464D-0344-AF93-DBB0CF1313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9"/>
                  <a:ext cx="727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8" name="AutoShape 55">
                  <a:extLst>
                    <a:ext uri="{FF2B5EF4-FFF2-40B4-BE49-F238E27FC236}">
                      <a16:creationId xmlns:a16="http://schemas.microsoft.com/office/drawing/2014/main" id="{9545D198-3BD7-694B-B5DC-4ED4C79FCE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6"/>
                  <a:ext cx="694" cy="9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33" name="Rectangle 56">
                <a:extLst>
                  <a:ext uri="{FF2B5EF4-FFF2-40B4-BE49-F238E27FC236}">
                    <a16:creationId xmlns:a16="http://schemas.microsoft.com/office/drawing/2014/main" id="{BB7A1A44-103A-4142-BB05-0C014EC72C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19"/>
                <a:ext cx="595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34" name="Group 57">
                <a:extLst>
                  <a:ext uri="{FF2B5EF4-FFF2-40B4-BE49-F238E27FC236}">
                    <a16:creationId xmlns:a16="http://schemas.microsoft.com/office/drawing/2014/main" id="{A7308D7F-AFED-CA43-852A-E750251C679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55" name="AutoShape 58">
                  <a:extLst>
                    <a:ext uri="{FF2B5EF4-FFF2-40B4-BE49-F238E27FC236}">
                      <a16:creationId xmlns:a16="http://schemas.microsoft.com/office/drawing/2014/main" id="{72E4409D-5ADE-A147-AA65-DA44996316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9"/>
                  <a:ext cx="723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6" name="AutoShape 59">
                  <a:extLst>
                    <a:ext uri="{FF2B5EF4-FFF2-40B4-BE49-F238E27FC236}">
                      <a16:creationId xmlns:a16="http://schemas.microsoft.com/office/drawing/2014/main" id="{B7CA2B3C-6AEB-7A43-B3B4-4DF7057698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8"/>
                  <a:ext cx="690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35" name="Rectangle 60">
                <a:extLst>
                  <a:ext uri="{FF2B5EF4-FFF2-40B4-BE49-F238E27FC236}">
                    <a16:creationId xmlns:a16="http://schemas.microsoft.com/office/drawing/2014/main" id="{BA20BEBE-68B5-1249-B593-1C7CD6B379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8" y="1357"/>
                <a:ext cx="595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6" name="Rectangle 61">
                <a:extLst>
                  <a:ext uri="{FF2B5EF4-FFF2-40B4-BE49-F238E27FC236}">
                    <a16:creationId xmlns:a16="http://schemas.microsoft.com/office/drawing/2014/main" id="{E5963EC5-6FAF-A14D-AB16-7FE0DA31DB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8" y="1654"/>
                <a:ext cx="595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37" name="Group 62">
                <a:extLst>
                  <a:ext uri="{FF2B5EF4-FFF2-40B4-BE49-F238E27FC236}">
                    <a16:creationId xmlns:a16="http://schemas.microsoft.com/office/drawing/2014/main" id="{A8DEC631-5A58-7849-9209-1EB5AB56952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53" name="AutoShape 63">
                  <a:extLst>
                    <a:ext uri="{FF2B5EF4-FFF2-40B4-BE49-F238E27FC236}">
                      <a16:creationId xmlns:a16="http://schemas.microsoft.com/office/drawing/2014/main" id="{6FBD34E3-C5B6-E944-B4E7-984347F693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68"/>
                  <a:ext cx="725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4" name="AutoShape 64">
                  <a:extLst>
                    <a:ext uri="{FF2B5EF4-FFF2-40B4-BE49-F238E27FC236}">
                      <a16:creationId xmlns:a16="http://schemas.microsoft.com/office/drawing/2014/main" id="{444700C5-DD16-7045-A6DF-957B4E655D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4"/>
                  <a:ext cx="693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38" name="Freeform 65">
                <a:extLst>
                  <a:ext uri="{FF2B5EF4-FFF2-40B4-BE49-F238E27FC236}">
                    <a16:creationId xmlns:a16="http://schemas.microsoft.com/office/drawing/2014/main" id="{210F459F-9F66-B847-B785-6AE02157E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39" name="Group 66">
                <a:extLst>
                  <a:ext uri="{FF2B5EF4-FFF2-40B4-BE49-F238E27FC236}">
                    <a16:creationId xmlns:a16="http://schemas.microsoft.com/office/drawing/2014/main" id="{07904654-EF90-4B4C-B348-E6F299ADAF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51" name="AutoShape 67">
                  <a:extLst>
                    <a:ext uri="{FF2B5EF4-FFF2-40B4-BE49-F238E27FC236}">
                      <a16:creationId xmlns:a16="http://schemas.microsoft.com/office/drawing/2014/main" id="{927A6F56-7195-2A4B-A9FF-BD73015A76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68"/>
                  <a:ext cx="725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2" name="AutoShape 68">
                  <a:extLst>
                    <a:ext uri="{FF2B5EF4-FFF2-40B4-BE49-F238E27FC236}">
                      <a16:creationId xmlns:a16="http://schemas.microsoft.com/office/drawing/2014/main" id="{AE3156D8-7946-6043-B3B8-2B13B72930E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3"/>
                  <a:ext cx="693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40" name="Rectangle 69">
                <a:extLst>
                  <a:ext uri="{FF2B5EF4-FFF2-40B4-BE49-F238E27FC236}">
                    <a16:creationId xmlns:a16="http://schemas.microsoft.com/office/drawing/2014/main" id="{CE18F5A0-5742-0B4F-982F-6BC169203D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9" y="432"/>
                <a:ext cx="68" cy="2286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1" name="Freeform 70">
                <a:extLst>
                  <a:ext uri="{FF2B5EF4-FFF2-40B4-BE49-F238E27FC236}">
                    <a16:creationId xmlns:a16="http://schemas.microsoft.com/office/drawing/2014/main" id="{2BD50CD9-1EF1-ED4C-AFCE-14AD1B90C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2" name="Freeform 71">
                <a:extLst>
                  <a:ext uri="{FF2B5EF4-FFF2-40B4-BE49-F238E27FC236}">
                    <a16:creationId xmlns:a16="http://schemas.microsoft.com/office/drawing/2014/main" id="{577EA932-97EB-4149-8C8C-9011420A3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3" name="Oval 72">
                <a:extLst>
                  <a:ext uri="{FF2B5EF4-FFF2-40B4-BE49-F238E27FC236}">
                    <a16:creationId xmlns:a16="http://schemas.microsoft.com/office/drawing/2014/main" id="{49966F96-01DC-0A43-BCBA-D06A3569E5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6" y="2611"/>
                <a:ext cx="49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4" name="Freeform 73">
                <a:extLst>
                  <a:ext uri="{FF2B5EF4-FFF2-40B4-BE49-F238E27FC236}">
                    <a16:creationId xmlns:a16="http://schemas.microsoft.com/office/drawing/2014/main" id="{F1C686DE-B7D5-2148-BCC7-2FAC2C010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5" name="AutoShape 74">
                <a:extLst>
                  <a:ext uri="{FF2B5EF4-FFF2-40B4-BE49-F238E27FC236}">
                    <a16:creationId xmlns:a16="http://schemas.microsoft.com/office/drawing/2014/main" id="{F82F43AD-BE0F-344E-BEE9-58D59D8256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7"/>
                <a:ext cx="1201" cy="148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6" name="AutoShape 75">
                <a:extLst>
                  <a:ext uri="{FF2B5EF4-FFF2-40B4-BE49-F238E27FC236}">
                    <a16:creationId xmlns:a16="http://schemas.microsoft.com/office/drawing/2014/main" id="{50B859D7-FD53-4C47-95AC-855D1B2F39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5" y="2712"/>
                <a:ext cx="1070" cy="8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7" name="Oval 76">
                <a:extLst>
                  <a:ext uri="{FF2B5EF4-FFF2-40B4-BE49-F238E27FC236}">
                    <a16:creationId xmlns:a16="http://schemas.microsoft.com/office/drawing/2014/main" id="{83896475-9FE1-9143-9428-50459AAB83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3"/>
                <a:ext cx="156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8" name="Oval 77">
                <a:extLst>
                  <a:ext uri="{FF2B5EF4-FFF2-40B4-BE49-F238E27FC236}">
                    <a16:creationId xmlns:a16="http://schemas.microsoft.com/office/drawing/2014/main" id="{10EA96BE-EF36-2B49-A03B-AEC8651058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383"/>
                <a:ext cx="163" cy="145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9" name="Oval 78">
                <a:extLst>
                  <a:ext uri="{FF2B5EF4-FFF2-40B4-BE49-F238E27FC236}">
                    <a16:creationId xmlns:a16="http://schemas.microsoft.com/office/drawing/2014/main" id="{BE8642C4-0C45-D94F-821D-2190EC5469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380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0" name="Rectangle 79">
                <a:extLst>
                  <a:ext uri="{FF2B5EF4-FFF2-40B4-BE49-F238E27FC236}">
                    <a16:creationId xmlns:a16="http://schemas.microsoft.com/office/drawing/2014/main" id="{C9A770C5-A3F8-D845-B1BA-3D43D933CB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1" y="1835"/>
                <a:ext cx="88" cy="762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" name="Group 1">
              <a:extLst>
                <a:ext uri="{FF2B5EF4-FFF2-40B4-BE49-F238E27FC236}">
                  <a16:creationId xmlns:a16="http://schemas.microsoft.com/office/drawing/2014/main" id="{0CFE6002-E6E3-7ABD-B968-CBDBC59E8074}"/>
                </a:ext>
              </a:extLst>
            </p:cNvPr>
            <p:cNvGrpSpPr/>
            <p:nvPr/>
          </p:nvGrpSpPr>
          <p:grpSpPr>
            <a:xfrm>
              <a:off x="371687" y="2060763"/>
              <a:ext cx="6311153" cy="4287874"/>
              <a:chOff x="371687" y="2060763"/>
              <a:chExt cx="6311153" cy="4287874"/>
            </a:xfrm>
          </p:grpSpPr>
          <p:grpSp>
            <p:nvGrpSpPr>
              <p:cNvPr id="23" name="Group 44">
                <a:extLst>
                  <a:ext uri="{FF2B5EF4-FFF2-40B4-BE49-F238E27FC236}">
                    <a16:creationId xmlns:a16="http://schemas.microsoft.com/office/drawing/2014/main" id="{2394097B-A6BF-8042-8504-A7CA070914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71687" y="2060763"/>
                <a:ext cx="784845" cy="730423"/>
                <a:chOff x="-44" y="1473"/>
                <a:chExt cx="981" cy="1105"/>
              </a:xfrm>
            </p:grpSpPr>
            <p:pic>
              <p:nvPicPr>
                <p:cNvPr id="24" name="Picture 45" descr="desktop_computer_stylized_medium">
                  <a:extLst>
                    <a:ext uri="{FF2B5EF4-FFF2-40B4-BE49-F238E27FC236}">
                      <a16:creationId xmlns:a16="http://schemas.microsoft.com/office/drawing/2014/main" id="{807C0FED-FCBE-2D4E-A1F2-CBF2C81D34F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5" name="Freeform 46">
                  <a:extLst>
                    <a:ext uri="{FF2B5EF4-FFF2-40B4-BE49-F238E27FC236}">
                      <a16:creationId xmlns:a16="http://schemas.microsoft.com/office/drawing/2014/main" id="{9119D5B0-5ADB-2048-9F8B-D683AC19EA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24164 w 356"/>
                    <a:gd name="T3" fmla="*/ 1678 h 368"/>
                    <a:gd name="T4" fmla="*/ 28666 w 356"/>
                    <a:gd name="T5" fmla="*/ 34959 h 368"/>
                    <a:gd name="T6" fmla="*/ 6318 w 356"/>
                    <a:gd name="T7" fmla="*/ 43721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65" name="Line 17">
                <a:extLst>
                  <a:ext uri="{FF2B5EF4-FFF2-40B4-BE49-F238E27FC236}">
                    <a16:creationId xmlns:a16="http://schemas.microsoft.com/office/drawing/2014/main" id="{4F85C1F3-F91B-C04C-B746-8E5570895A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587465" y="3200187"/>
                <a:ext cx="1095375" cy="523875"/>
              </a:xfrm>
              <a:prstGeom prst="line">
                <a:avLst/>
              </a:prstGeom>
              <a:noFill/>
              <a:ln w="38100">
                <a:solidFill>
                  <a:srgbClr val="CC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" name="Line 11">
                <a:extLst>
                  <a:ext uri="{FF2B5EF4-FFF2-40B4-BE49-F238E27FC236}">
                    <a16:creationId xmlns:a16="http://schemas.microsoft.com/office/drawing/2014/main" id="{F8CE636E-DC4B-BA4E-A771-E70EE904FB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98691" y="2868166"/>
                <a:ext cx="10658" cy="3480471"/>
              </a:xfrm>
              <a:prstGeom prst="line">
                <a:avLst/>
              </a:prstGeom>
              <a:noFill/>
              <a:ln w="19050">
                <a:solidFill>
                  <a:schemeClr val="bg1">
                    <a:lumMod val="65000"/>
                  </a:schemeClr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sp>
        <p:nvSpPr>
          <p:cNvPr id="67" name="Rectangle 13">
            <a:extLst>
              <a:ext uri="{FF2B5EF4-FFF2-40B4-BE49-F238E27FC236}">
                <a16:creationId xmlns:a16="http://schemas.microsoft.com/office/drawing/2014/main" id="{3787AF32-7BD3-C144-BD02-222C4290083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ChangeArrowheads="1"/>
          </p:cNvSpPr>
          <p:nvPr/>
        </p:nvSpPr>
        <p:spPr bwMode="auto">
          <a:xfrm>
            <a:off x="490358" y="5641558"/>
            <a:ext cx="657225" cy="29527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8" name="Text Box 12">
            <a:extLst>
              <a:ext uri="{FF2B5EF4-FFF2-40B4-BE49-F238E27FC236}">
                <a16:creationId xmlns:a16="http://schemas.microsoft.com/office/drawing/2014/main" id="{B3CFBAD8-5CBD-8B48-A941-3E86D5E65FF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9883" y="5563771"/>
            <a:ext cx="673100" cy="406400"/>
          </a:xfrm>
          <a:prstGeom prst="rect">
            <a:avLst/>
          </a:prstGeom>
          <a:noFill/>
          <a:ln w="9525">
            <a:solidFill>
              <a:schemeClr val="bg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65000"/>
                  </a:prstClr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time</a:t>
            </a:r>
          </a:p>
        </p:txBody>
      </p:sp>
    </p:spTree>
    <p:extLst>
      <p:ext uri="{BB962C8B-B14F-4D97-AF65-F5344CB8AC3E}">
        <p14:creationId xmlns:p14="http://schemas.microsoft.com/office/powerpoint/2010/main" val="2163266440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43000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Persistent HTTP</a:t>
            </a:r>
            <a:endParaRPr lang="en-US" sz="4400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FB14C937-79C9-6642-8B0C-15F130B4AF98}"/>
              </a:ext>
            </a:extLst>
          </p:cNvPr>
          <p:cNvSpPr txBox="1">
            <a:spLocks noChangeArrowheads="1"/>
          </p:cNvSpPr>
          <p:nvPr/>
        </p:nvSpPr>
        <p:spPr>
          <a:xfrm>
            <a:off x="798691" y="1401764"/>
            <a:ext cx="5165547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0188" marR="0" lvl="0" indent="-2159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Non-persistent HTTP issues:</a:t>
            </a:r>
          </a:p>
          <a:p>
            <a:pPr marL="346075" marR="0" lvl="0" indent="-2174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requires 2 RTTs per object</a:t>
            </a:r>
          </a:p>
          <a:p>
            <a:pPr marL="346075" marR="0" lvl="0" indent="-2174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OS overhead for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each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TCP connection</a:t>
            </a:r>
          </a:p>
          <a:p>
            <a:pPr marL="346075" marR="0" lvl="0" indent="-2174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browsers often open multiple parallel TCP connections to fetch referenced objects in parallel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" name="Rectangle 10">
            <a:extLst>
              <a:ext uri="{FF2B5EF4-FFF2-40B4-BE49-F238E27FC236}">
                <a16:creationId xmlns:a16="http://schemas.microsoft.com/office/drawing/2014/main" id="{996C596E-CBDC-1641-AE54-06AC7ADF3759}"/>
              </a:ext>
            </a:extLst>
          </p:cNvPr>
          <p:cNvSpPr txBox="1">
            <a:spLocks noChangeArrowheads="1"/>
          </p:cNvSpPr>
          <p:nvPr/>
        </p:nvSpPr>
        <p:spPr>
          <a:xfrm>
            <a:off x="6227762" y="1414463"/>
            <a:ext cx="5735053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0188" marR="0" lvl="0" indent="-2159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Persistent  HTTP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(HTTP1.1):</a:t>
            </a:r>
            <a:endParaRPr kumimoji="0" lang="en-US" sz="3200" b="0" i="1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  <a:p>
            <a:pPr marL="346075" marR="0" lvl="0" indent="-2174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server leaves connection open after sending response</a:t>
            </a:r>
          </a:p>
          <a:p>
            <a:pPr marL="346075" marR="0" lvl="0" indent="-2174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subsequent HTTP messages  between same client/server sent over open connection</a:t>
            </a:r>
          </a:p>
          <a:p>
            <a:pPr marL="346075" marR="0" lvl="0" indent="-2174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client sends requests as soon as it encounters a referenced object</a:t>
            </a:r>
          </a:p>
          <a:p>
            <a:pPr marL="346075" marR="0" lvl="0" indent="-2174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as little as one RTT for all the referenced objects (cutting response time in half)</a:t>
            </a:r>
          </a:p>
        </p:txBody>
      </p:sp>
    </p:spTree>
    <p:extLst>
      <p:ext uri="{BB962C8B-B14F-4D97-AF65-F5344CB8AC3E}">
        <p14:creationId xmlns:p14="http://schemas.microsoft.com/office/powerpoint/2010/main" val="4262596577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43000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HTTP request </a:t>
            </a:r>
            <a:r>
              <a:rPr lang="en-US" altLang="en-US" dirty="0">
                <a:cs typeface="Calibri" panose="020F0502020204030204" pitchFamily="34" charset="0"/>
              </a:rPr>
              <a:t>m</a:t>
            </a:r>
            <a:r>
              <a:rPr lang="en-US" altLang="en-US" sz="4400" dirty="0">
                <a:cs typeface="Calibri" panose="020F0502020204030204" pitchFamily="34" charset="0"/>
              </a:rPr>
              <a:t>essage</a:t>
            </a:r>
            <a:endParaRPr lang="en-US" sz="4400" dirty="0"/>
          </a:p>
        </p:txBody>
      </p:sp>
      <p:sp>
        <p:nvSpPr>
          <p:cNvPr id="8" name="Rectangle 3">
            <a:extLst>
              <a:ext uri="{FF2B5EF4-FFF2-40B4-BE49-F238E27FC236}">
                <a16:creationId xmlns:a16="http://schemas.microsoft.com/office/drawing/2014/main" id="{321ECE79-BBE4-B646-A84C-F451AD02B983}"/>
              </a:ext>
            </a:extLst>
          </p:cNvPr>
          <p:cNvSpPr txBox="1">
            <a:spLocks noChangeArrowheads="1"/>
          </p:cNvSpPr>
          <p:nvPr/>
        </p:nvSpPr>
        <p:spPr>
          <a:xfrm>
            <a:off x="533400" y="1444625"/>
            <a:ext cx="11658600" cy="1429204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3363" marR="0" lvl="0" indent="-23336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two types of HTTP messages: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request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,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response</a:t>
            </a:r>
          </a:p>
          <a:p>
            <a:pPr marL="233363" marR="0" lvl="0" indent="-23336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HTTP request message:</a:t>
            </a:r>
          </a:p>
          <a:p>
            <a:pPr marL="685800" marR="0" lvl="1" indent="-228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ASCII (human-readable format)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ED7D31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" name="Text Box 16">
            <a:extLst>
              <a:ext uri="{FF2B5EF4-FFF2-40B4-BE49-F238E27FC236}">
                <a16:creationId xmlns:a16="http://schemas.microsoft.com/office/drawing/2014/main" id="{BFD47085-0DF5-F849-923F-6D72DB7EBE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00046" y="3323999"/>
            <a:ext cx="7921878" cy="23429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GET /index.html HTTP/1.1\r\n</a:t>
            </a:r>
          </a:p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Host: www-net.cs.umass.edu\r\n</a:t>
            </a:r>
          </a:p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User-Agent: Mozilla/5.0 (Macintosh; Intel Mac OS X 10.15; rv:80.0) Gecko/20100101 Firefox/80.0 \r\n</a:t>
            </a:r>
          </a:p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Accept: text/html,application/xhtml+xml\r\n</a:t>
            </a:r>
          </a:p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Accept-Language: en-us,en;q=0.5\r\n</a:t>
            </a:r>
          </a:p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Accept-Encoding: gzip,deflate\r\n</a:t>
            </a:r>
          </a:p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Connection: keep-alive\r\n</a:t>
            </a:r>
          </a:p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\r\n</a:t>
            </a:r>
          </a:p>
        </p:txBody>
      </p:sp>
      <p:grpSp>
        <p:nvGrpSpPr>
          <p:cNvPr id="7" name="Group 6" descr="backslash r is the carriage return character and backslash is the line feed character">
            <a:extLst>
              <a:ext uri="{FF2B5EF4-FFF2-40B4-BE49-F238E27FC236}">
                <a16:creationId xmlns:a16="http://schemas.microsoft.com/office/drawing/2014/main" id="{75C8212B-5FF3-1B41-8A79-6C4F774EA6B6}"/>
              </a:ext>
            </a:extLst>
          </p:cNvPr>
          <p:cNvGrpSpPr/>
          <p:nvPr/>
        </p:nvGrpSpPr>
        <p:grpSpPr>
          <a:xfrm>
            <a:off x="7524296" y="2623511"/>
            <a:ext cx="2834575" cy="849313"/>
            <a:chOff x="7524296" y="2554061"/>
            <a:chExt cx="2834575" cy="849313"/>
          </a:xfrm>
        </p:grpSpPr>
        <p:sp>
          <p:nvSpPr>
            <p:cNvPr id="17" name="Line 17">
              <a:extLst>
                <a:ext uri="{FF2B5EF4-FFF2-40B4-BE49-F238E27FC236}">
                  <a16:creationId xmlns:a16="http://schemas.microsoft.com/office/drawing/2014/main" id="{3F48C300-763A-B54F-B0A7-01186DC913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524296" y="2841399"/>
              <a:ext cx="166688" cy="514350"/>
            </a:xfrm>
            <a:prstGeom prst="line">
              <a:avLst/>
            </a:prstGeom>
            <a:noFill/>
            <a:ln w="952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8" name="Text Box 18">
              <a:extLst>
                <a:ext uri="{FF2B5EF4-FFF2-40B4-BE49-F238E27FC236}">
                  <a16:creationId xmlns:a16="http://schemas.microsoft.com/office/drawing/2014/main" id="{6AE4689D-D5B0-114C-898E-652FE11462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75096" y="2554061"/>
              <a:ext cx="278377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carriage return character</a:t>
              </a:r>
            </a:p>
          </p:txBody>
        </p:sp>
        <p:sp>
          <p:nvSpPr>
            <p:cNvPr id="19" name="Text Box 19">
              <a:extLst>
                <a:ext uri="{FF2B5EF4-FFF2-40B4-BE49-F238E27FC236}">
                  <a16:creationId xmlns:a16="http://schemas.microsoft.com/office/drawing/2014/main" id="{BF17A6F8-488B-914D-8FD5-D0101F59C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27496" y="2850924"/>
              <a:ext cx="21493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line-feed character</a:t>
              </a:r>
            </a:p>
          </p:txBody>
        </p:sp>
        <p:sp>
          <p:nvSpPr>
            <p:cNvPr id="20" name="Line 20">
              <a:extLst>
                <a:ext uri="{FF2B5EF4-FFF2-40B4-BE49-F238E27FC236}">
                  <a16:creationId xmlns:a16="http://schemas.microsoft.com/office/drawing/2014/main" id="{36550CDC-D06A-104F-8EAA-1F14B32B7A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05284" y="3150961"/>
              <a:ext cx="80962" cy="252413"/>
            </a:xfrm>
            <a:prstGeom prst="line">
              <a:avLst/>
            </a:prstGeom>
            <a:noFill/>
            <a:ln w="952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3" name="Group 2" descr="Pointing to request line">
            <a:extLst>
              <a:ext uri="{FF2B5EF4-FFF2-40B4-BE49-F238E27FC236}">
                <a16:creationId xmlns:a16="http://schemas.microsoft.com/office/drawing/2014/main" id="{7D1DA586-D2C5-594D-BC4F-D63F85BDFA27}"/>
              </a:ext>
            </a:extLst>
          </p:cNvPr>
          <p:cNvGrpSpPr/>
          <p:nvPr/>
        </p:nvGrpSpPr>
        <p:grpSpPr>
          <a:xfrm>
            <a:off x="304572" y="3050979"/>
            <a:ext cx="3691165" cy="830997"/>
            <a:chOff x="304572" y="3050979"/>
            <a:chExt cx="3691165" cy="830997"/>
          </a:xfrm>
        </p:grpSpPr>
        <p:sp>
          <p:nvSpPr>
            <p:cNvPr id="10" name="Text Box 5">
              <a:extLst>
                <a:ext uri="{FF2B5EF4-FFF2-40B4-BE49-F238E27FC236}">
                  <a16:creationId xmlns:a16="http://schemas.microsoft.com/office/drawing/2014/main" id="{B6C3DB56-846D-8E43-9453-A014201ECC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4572" y="3050979"/>
              <a:ext cx="3163155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request line (GET, POST,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HEAD commands)</a:t>
              </a: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4" name="Straight Arrow Connector 3">
              <a:extLst>
                <a:ext uri="{FF2B5EF4-FFF2-40B4-BE49-F238E27FC236}">
                  <a16:creationId xmlns:a16="http://schemas.microsoft.com/office/drawing/2014/main" id="{1EF472D7-7102-3D4F-8FB9-8F68234EDD8D}"/>
                </a:ext>
              </a:extLst>
            </p:cNvPr>
            <p:cNvCxnSpPr>
              <a:cxnSpLocks/>
            </p:cNvCxnSpPr>
            <p:nvPr/>
          </p:nvCxnSpPr>
          <p:spPr>
            <a:xfrm>
              <a:off x="2558822" y="3471412"/>
              <a:ext cx="1436915" cy="0"/>
            </a:xfrm>
            <a:prstGeom prst="straightConnector1">
              <a:avLst/>
            </a:prstGeom>
            <a:ln w="19050">
              <a:solidFill>
                <a:srgbClr val="0000A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Group 10" descr="Showing CR LF at start of line indicates end of header lines">
            <a:extLst>
              <a:ext uri="{FF2B5EF4-FFF2-40B4-BE49-F238E27FC236}">
                <a16:creationId xmlns:a16="http://schemas.microsoft.com/office/drawing/2014/main" id="{A7CEE239-9E6A-4845-9F03-74B240F246F8}"/>
              </a:ext>
            </a:extLst>
          </p:cNvPr>
          <p:cNvGrpSpPr/>
          <p:nvPr/>
        </p:nvGrpSpPr>
        <p:grpSpPr>
          <a:xfrm>
            <a:off x="743905" y="5548787"/>
            <a:ext cx="3267254" cy="923330"/>
            <a:chOff x="743905" y="5548787"/>
            <a:chExt cx="3267254" cy="923330"/>
          </a:xfrm>
        </p:grpSpPr>
        <p:sp>
          <p:nvSpPr>
            <p:cNvPr id="14" name="Line 10">
              <a:extLst>
                <a:ext uri="{FF2B5EF4-FFF2-40B4-BE49-F238E27FC236}">
                  <a16:creationId xmlns:a16="http://schemas.microsoft.com/office/drawing/2014/main" id="{6CA9B985-18B2-6347-8689-E6656C0254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99984" y="5710011"/>
              <a:ext cx="511175" cy="0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5" name="Text Box 11">
              <a:extLst>
                <a:ext uri="{FF2B5EF4-FFF2-40B4-BE49-F238E27FC236}">
                  <a16:creationId xmlns:a16="http://schemas.microsoft.com/office/drawing/2014/main" id="{DED6E2F1-61E7-E241-8E2D-ADEC5E8A80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3905" y="5548787"/>
              <a:ext cx="2771636" cy="923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carriage return, line feed at start of line indicates end of header lines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6" name="Group 5" descr="Pointing to header lines">
            <a:extLst>
              <a:ext uri="{FF2B5EF4-FFF2-40B4-BE49-F238E27FC236}">
                <a16:creationId xmlns:a16="http://schemas.microsoft.com/office/drawing/2014/main" id="{BD285FF9-3AC9-0BA8-D293-8ED750EF1F4C}"/>
              </a:ext>
            </a:extLst>
          </p:cNvPr>
          <p:cNvGrpSpPr/>
          <p:nvPr/>
        </p:nvGrpSpPr>
        <p:grpSpPr>
          <a:xfrm>
            <a:off x="2771677" y="3704095"/>
            <a:ext cx="1258348" cy="1797803"/>
            <a:chOff x="2771677" y="3704095"/>
            <a:chExt cx="1258348" cy="1797803"/>
          </a:xfrm>
        </p:grpSpPr>
        <p:sp>
          <p:nvSpPr>
            <p:cNvPr id="13" name="Text Box 8">
              <a:extLst>
                <a:ext uri="{FF2B5EF4-FFF2-40B4-BE49-F238E27FC236}">
                  <a16:creationId xmlns:a16="http://schemas.microsoft.com/office/drawing/2014/main" id="{9D189007-4005-564E-B421-909E89E9EF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71677" y="4189643"/>
              <a:ext cx="1071127" cy="7571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header</a:t>
              </a:r>
            </a:p>
            <a:p>
              <a:pPr marL="0" marR="0" lvl="0" indent="0" algn="r" defTabSz="91440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 lines</a:t>
              </a: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" name="Left Brace 4">
              <a:extLst>
                <a:ext uri="{FF2B5EF4-FFF2-40B4-BE49-F238E27FC236}">
                  <a16:creationId xmlns:a16="http://schemas.microsoft.com/office/drawing/2014/main" id="{36B9FB67-1AD8-6146-8926-BFEB803718A3}"/>
                </a:ext>
              </a:extLst>
            </p:cNvPr>
            <p:cNvSpPr/>
            <p:nvPr/>
          </p:nvSpPr>
          <p:spPr>
            <a:xfrm>
              <a:off x="3812583" y="3704095"/>
              <a:ext cx="217442" cy="1797803"/>
            </a:xfrm>
            <a:prstGeom prst="leftBrace">
              <a:avLst/>
            </a:prstGeom>
            <a:ln w="19050">
              <a:solidFill>
                <a:srgbClr val="0000A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58584799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43000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HTTP request message: general format</a:t>
            </a:r>
            <a:endParaRPr lang="en-US" sz="4400" dirty="0"/>
          </a:p>
        </p:txBody>
      </p:sp>
      <p:grpSp>
        <p:nvGrpSpPr>
          <p:cNvPr id="4" name="Group 3" descr="General format of a HTTP request message">
            <a:extLst>
              <a:ext uri="{FF2B5EF4-FFF2-40B4-BE49-F238E27FC236}">
                <a16:creationId xmlns:a16="http://schemas.microsoft.com/office/drawing/2014/main" id="{0F7BC8F2-F91D-586C-BE28-DFACAFE135B8}"/>
              </a:ext>
            </a:extLst>
          </p:cNvPr>
          <p:cNvGrpSpPr/>
          <p:nvPr/>
        </p:nvGrpSpPr>
        <p:grpSpPr>
          <a:xfrm>
            <a:off x="2711659" y="1752600"/>
            <a:ext cx="7023100" cy="3971925"/>
            <a:chOff x="2711659" y="1752600"/>
            <a:chExt cx="7023100" cy="3971925"/>
          </a:xfrm>
        </p:grpSpPr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4E68B272-35EF-40C6-ABC7-67BA9C386DD0}"/>
                </a:ext>
              </a:extLst>
            </p:cNvPr>
            <p:cNvGrpSpPr/>
            <p:nvPr/>
          </p:nvGrpSpPr>
          <p:grpSpPr>
            <a:xfrm>
              <a:off x="8182184" y="1752600"/>
              <a:ext cx="1552575" cy="3857625"/>
              <a:chOff x="8182184" y="1752600"/>
              <a:chExt cx="1552575" cy="3857625"/>
            </a:xfrm>
          </p:grpSpPr>
          <p:sp>
            <p:nvSpPr>
              <p:cNvPr id="25" name="Rectangle 13">
                <a:extLst>
                  <a:ext uri="{FF2B5EF4-FFF2-40B4-BE49-F238E27FC236}">
                    <a16:creationId xmlns:a16="http://schemas.microsoft.com/office/drawing/2014/main" id="{CAFB1EEC-4EBF-6E41-B9CB-E4B01F156E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82184" y="2287587"/>
                <a:ext cx="290513" cy="2017713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" name="Group 1">
                <a:extLst>
                  <a:ext uri="{FF2B5EF4-FFF2-40B4-BE49-F238E27FC236}">
                    <a16:creationId xmlns:a16="http://schemas.microsoft.com/office/drawing/2014/main" id="{6249B7AD-84E0-8557-1611-CEDCE198E9F8}"/>
                  </a:ext>
                </a:extLst>
              </p:cNvPr>
              <p:cNvGrpSpPr/>
              <p:nvPr/>
            </p:nvGrpSpPr>
            <p:grpSpPr>
              <a:xfrm>
                <a:off x="8315534" y="1752600"/>
                <a:ext cx="1419225" cy="3857625"/>
                <a:chOff x="8315534" y="1752600"/>
                <a:chExt cx="1419225" cy="3857625"/>
              </a:xfrm>
            </p:grpSpPr>
            <p:sp>
              <p:nvSpPr>
                <p:cNvPr id="22" name="Text Box 9">
                  <a:extLst>
                    <a:ext uri="{FF2B5EF4-FFF2-40B4-BE49-F238E27FC236}">
                      <a16:creationId xmlns:a16="http://schemas.microsoft.com/office/drawing/2014/main" id="{CAB95007-032C-1849-B460-3E4D669013E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04472" y="1752600"/>
                  <a:ext cx="1030287" cy="64135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marL="342900" indent="-3429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342900" marR="0" lvl="0" indent="-342900" algn="l" defTabSz="914400" rtl="0" eaLnBrk="1" fontAlgn="auto" latinLnBrk="0" hangingPunct="1">
                    <a:lnSpc>
                      <a:spcPct val="9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CC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rPr>
                    <a:t>request</a:t>
                  </a:r>
                </a:p>
                <a:p>
                  <a:pPr marL="342900" marR="0" lvl="0" indent="-342900" algn="l" defTabSz="914400" rtl="0" eaLnBrk="1" fontAlgn="auto" latinLnBrk="0" hangingPunct="1">
                    <a:lnSpc>
                      <a:spcPct val="9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CC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rPr>
                    <a:t>line</a:t>
                  </a:r>
                </a:p>
              </p:txBody>
            </p:sp>
            <p:sp>
              <p:nvSpPr>
                <p:cNvPr id="23" name="Text Box 11">
                  <a:extLst>
                    <a:ext uri="{FF2B5EF4-FFF2-40B4-BE49-F238E27FC236}">
                      <a16:creationId xmlns:a16="http://schemas.microsoft.com/office/drawing/2014/main" id="{0CB38CB5-45F7-C847-AE71-4F4C5B6FDC2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699709" y="2768600"/>
                  <a:ext cx="974725" cy="64135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marL="342900" indent="-3429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342900" marR="0" lvl="0" indent="-342900" algn="l" defTabSz="914400" rtl="0" eaLnBrk="1" fontAlgn="auto" latinLnBrk="0" hangingPunct="1">
                    <a:lnSpc>
                      <a:spcPct val="9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CC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rPr>
                    <a:t>header</a:t>
                  </a:r>
                </a:p>
                <a:p>
                  <a:pPr marL="342900" marR="0" lvl="0" indent="-342900" algn="l" defTabSz="914400" rtl="0" eaLnBrk="1" fontAlgn="auto" latinLnBrk="0" hangingPunct="1">
                    <a:lnSpc>
                      <a:spcPct val="9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CC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rPr>
                    <a:t>lines</a:t>
                  </a:r>
                </a:p>
              </p:txBody>
            </p:sp>
            <p:sp>
              <p:nvSpPr>
                <p:cNvPr id="24" name="Rectangle 12">
                  <a:extLst>
                    <a:ext uri="{FF2B5EF4-FFF2-40B4-BE49-F238E27FC236}">
                      <a16:creationId xmlns:a16="http://schemas.microsoft.com/office/drawing/2014/main" id="{E645219C-0302-5E46-AE15-64BD65153E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315534" y="2338387"/>
                  <a:ext cx="346075" cy="1819275"/>
                </a:xfrm>
                <a:prstGeom prst="rect">
                  <a:avLst/>
                </a:prstGeom>
                <a:noFill/>
                <a:ln w="19050">
                  <a:solidFill>
                    <a:srgbClr val="CC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6" name="Rectangle 15">
                  <a:extLst>
                    <a:ext uri="{FF2B5EF4-FFF2-40B4-BE49-F238E27FC236}">
                      <a16:creationId xmlns:a16="http://schemas.microsoft.com/office/drawing/2014/main" id="{009CBE09-CA75-A245-B675-9042959F16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550484" y="4394200"/>
                  <a:ext cx="712788" cy="1216025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</p:grpSp>
        <p:sp>
          <p:nvSpPr>
            <p:cNvPr id="27" name="Text Box 16">
              <a:extLst>
                <a:ext uri="{FF2B5EF4-FFF2-40B4-BE49-F238E27FC236}">
                  <a16:creationId xmlns:a16="http://schemas.microsoft.com/office/drawing/2014/main" id="{548D8BC5-234B-1340-9AE4-2B7B4CCDF5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01297" y="4959350"/>
              <a:ext cx="735012" cy="36671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body</a:t>
              </a:r>
            </a:p>
          </p:txBody>
        </p:sp>
        <p:sp>
          <p:nvSpPr>
            <p:cNvPr id="28" name="Rectangle 20">
              <a:extLst>
                <a:ext uri="{FF2B5EF4-FFF2-40B4-BE49-F238E27FC236}">
                  <a16:creationId xmlns:a16="http://schemas.microsoft.com/office/drawing/2014/main" id="{8BE22D39-29E3-DB4E-8BB7-B366225B44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9934" y="1789112"/>
              <a:ext cx="5638800" cy="446088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" name="Line 22">
              <a:extLst>
                <a:ext uri="{FF2B5EF4-FFF2-40B4-BE49-F238E27FC236}">
                  <a16:creationId xmlns:a16="http://schemas.microsoft.com/office/drawing/2014/main" id="{E517253E-A702-9F4B-B692-C2D297AE8C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88034" y="1792287"/>
              <a:ext cx="0" cy="4381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0" name="Line 23">
              <a:extLst>
                <a:ext uri="{FF2B5EF4-FFF2-40B4-BE49-F238E27FC236}">
                  <a16:creationId xmlns:a16="http://schemas.microsoft.com/office/drawing/2014/main" id="{9A3ED2FB-B252-C14F-B645-419D36E7F2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2534" y="1792287"/>
              <a:ext cx="0" cy="4381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1" name="Line 24">
              <a:extLst>
                <a:ext uri="{FF2B5EF4-FFF2-40B4-BE49-F238E27FC236}">
                  <a16:creationId xmlns:a16="http://schemas.microsoft.com/office/drawing/2014/main" id="{B2B62443-11E1-2B43-9DCA-4AE37C7E46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40634" y="1792287"/>
              <a:ext cx="0" cy="4381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2" name="Line 25">
              <a:extLst>
                <a:ext uri="{FF2B5EF4-FFF2-40B4-BE49-F238E27FC236}">
                  <a16:creationId xmlns:a16="http://schemas.microsoft.com/office/drawing/2014/main" id="{04CD6AC7-3A8A-D448-ACDB-A1CAAAE458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66084" y="1785937"/>
              <a:ext cx="0" cy="4381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3" name="Line 26">
              <a:extLst>
                <a:ext uri="{FF2B5EF4-FFF2-40B4-BE49-F238E27FC236}">
                  <a16:creationId xmlns:a16="http://schemas.microsoft.com/office/drawing/2014/main" id="{116D6361-9C6F-384A-940A-DBEE668B17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67834" y="1792287"/>
              <a:ext cx="0" cy="4381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4" name="Line 27">
              <a:extLst>
                <a:ext uri="{FF2B5EF4-FFF2-40B4-BE49-F238E27FC236}">
                  <a16:creationId xmlns:a16="http://schemas.microsoft.com/office/drawing/2014/main" id="{66F44111-14E6-9047-91A5-35A2072021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05984" y="1792287"/>
              <a:ext cx="0" cy="4381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5" name="Text Box 28">
              <a:extLst>
                <a:ext uri="{FF2B5EF4-FFF2-40B4-BE49-F238E27FC236}">
                  <a16:creationId xmlns:a16="http://schemas.microsoft.com/office/drawing/2014/main" id="{101CD148-0CB6-B64C-B622-686BDB7E05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03759" y="1816100"/>
              <a:ext cx="1030288" cy="396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method</a:t>
              </a:r>
            </a:p>
          </p:txBody>
        </p:sp>
        <p:sp>
          <p:nvSpPr>
            <p:cNvPr id="36" name="Text Box 29">
              <a:extLst>
                <a:ext uri="{FF2B5EF4-FFF2-40B4-BE49-F238E27FC236}">
                  <a16:creationId xmlns:a16="http://schemas.microsoft.com/office/drawing/2014/main" id="{803519B0-4DBB-0446-BBAE-FAAA993CE3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5809" y="1797050"/>
              <a:ext cx="452438" cy="396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sp</a:t>
              </a:r>
            </a:p>
          </p:txBody>
        </p:sp>
        <p:sp>
          <p:nvSpPr>
            <p:cNvPr id="37" name="Text Box 30">
              <a:extLst>
                <a:ext uri="{FF2B5EF4-FFF2-40B4-BE49-F238E27FC236}">
                  <a16:creationId xmlns:a16="http://schemas.microsoft.com/office/drawing/2014/main" id="{2AE14B96-40BF-C44D-B226-47487039ED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1109" y="1803400"/>
              <a:ext cx="452438" cy="396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sp</a:t>
              </a:r>
            </a:p>
          </p:txBody>
        </p:sp>
        <p:sp>
          <p:nvSpPr>
            <p:cNvPr id="38" name="Text Box 31">
              <a:extLst>
                <a:ext uri="{FF2B5EF4-FFF2-40B4-BE49-F238E27FC236}">
                  <a16:creationId xmlns:a16="http://schemas.microsoft.com/office/drawing/2014/main" id="{499F11E0-2AAF-FC46-939A-844BDA8F36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83709" y="1809750"/>
              <a:ext cx="403225" cy="400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cr</a:t>
              </a:r>
            </a:p>
          </p:txBody>
        </p:sp>
        <p:sp>
          <p:nvSpPr>
            <p:cNvPr id="39" name="Text Box 32">
              <a:extLst>
                <a:ext uri="{FF2B5EF4-FFF2-40B4-BE49-F238E27FC236}">
                  <a16:creationId xmlns:a16="http://schemas.microsoft.com/office/drawing/2014/main" id="{74D4C75B-57F6-FC40-A95F-1EA89717E2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53609" y="1820862"/>
              <a:ext cx="311150" cy="396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lf</a:t>
              </a:r>
            </a:p>
          </p:txBody>
        </p:sp>
        <p:sp>
          <p:nvSpPr>
            <p:cNvPr id="40" name="Text Box 33">
              <a:extLst>
                <a:ext uri="{FF2B5EF4-FFF2-40B4-BE49-F238E27FC236}">
                  <a16:creationId xmlns:a16="http://schemas.microsoft.com/office/drawing/2014/main" id="{D3CF33E6-800C-C34A-9A2F-34E6C60D75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21659" y="1803400"/>
              <a:ext cx="1003300" cy="396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version</a:t>
              </a:r>
            </a:p>
          </p:txBody>
        </p:sp>
        <p:sp>
          <p:nvSpPr>
            <p:cNvPr id="41" name="Text Box 34">
              <a:extLst>
                <a:ext uri="{FF2B5EF4-FFF2-40B4-BE49-F238E27FC236}">
                  <a16:creationId xmlns:a16="http://schemas.microsoft.com/office/drawing/2014/main" id="{064EF9BF-C55B-3041-B970-830A389347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96059" y="1816100"/>
              <a:ext cx="693738" cy="396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URL</a:t>
              </a:r>
            </a:p>
          </p:txBody>
        </p:sp>
        <p:grpSp>
          <p:nvGrpSpPr>
            <p:cNvPr id="42" name="Group 45">
              <a:extLst>
                <a:ext uri="{FF2B5EF4-FFF2-40B4-BE49-F238E27FC236}">
                  <a16:creationId xmlns:a16="http://schemas.microsoft.com/office/drawing/2014/main" id="{BF6F8085-A891-0844-94E6-578F3AFB50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79934" y="2233612"/>
              <a:ext cx="4565650" cy="446088"/>
              <a:chOff x="192" y="1894"/>
              <a:chExt cx="2876" cy="281"/>
            </a:xfrm>
          </p:grpSpPr>
          <p:sp>
            <p:nvSpPr>
              <p:cNvPr id="43" name="Rectangle 35">
                <a:extLst>
                  <a:ext uri="{FF2B5EF4-FFF2-40B4-BE49-F238E27FC236}">
                    <a16:creationId xmlns:a16="http://schemas.microsoft.com/office/drawing/2014/main" id="{37CAD855-2626-9B4A-87B5-BBFB2178C7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" y="1894"/>
                <a:ext cx="2876" cy="281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4" name="Line 36">
                <a:extLst>
                  <a:ext uri="{FF2B5EF4-FFF2-40B4-BE49-F238E27FC236}">
                    <a16:creationId xmlns:a16="http://schemas.microsoft.com/office/drawing/2014/main" id="{3882514C-0ADC-584D-AAA4-E4882A2DEA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0" y="1896"/>
                <a:ext cx="0" cy="27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5" name="Line 37">
                <a:extLst>
                  <a:ext uri="{FF2B5EF4-FFF2-40B4-BE49-F238E27FC236}">
                    <a16:creationId xmlns:a16="http://schemas.microsoft.com/office/drawing/2014/main" id="{688D6AB7-0894-2D4A-9EE3-CF8BFFA306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32" y="1896"/>
                <a:ext cx="0" cy="27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6" name="Line 39">
                <a:extLst>
                  <a:ext uri="{FF2B5EF4-FFF2-40B4-BE49-F238E27FC236}">
                    <a16:creationId xmlns:a16="http://schemas.microsoft.com/office/drawing/2014/main" id="{8B2EC183-EB51-C64D-B126-461EEABB1E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28" y="1896"/>
                <a:ext cx="0" cy="27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7" name="Line 40">
                <a:extLst>
                  <a:ext uri="{FF2B5EF4-FFF2-40B4-BE49-F238E27FC236}">
                    <a16:creationId xmlns:a16="http://schemas.microsoft.com/office/drawing/2014/main" id="{4DE50D57-00F5-134E-8F40-FDF9648315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04" y="1896"/>
                <a:ext cx="0" cy="27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8" name="Text Box 41">
                <a:extLst>
                  <a:ext uri="{FF2B5EF4-FFF2-40B4-BE49-F238E27FC236}">
                    <a16:creationId xmlns:a16="http://schemas.microsoft.com/office/drawing/2014/main" id="{54D07A27-F429-7046-9310-3A09B05FC60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38" y="1907"/>
                <a:ext cx="254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marL="342900" indent="-3429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342900" marR="0" lvl="0" indent="-342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cr</a:t>
                </a:r>
              </a:p>
            </p:txBody>
          </p:sp>
          <p:sp>
            <p:nvSpPr>
              <p:cNvPr id="49" name="Text Box 42">
                <a:extLst>
                  <a:ext uri="{FF2B5EF4-FFF2-40B4-BE49-F238E27FC236}">
                    <a16:creationId xmlns:a16="http://schemas.microsoft.com/office/drawing/2014/main" id="{C2EDB89B-2549-D34E-89E0-D083A1B07D6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34" y="1914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marL="342900" indent="-3429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342900" marR="0" lvl="0" indent="-342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lf</a:t>
                </a:r>
              </a:p>
            </p:txBody>
          </p:sp>
          <p:sp>
            <p:nvSpPr>
              <p:cNvPr id="50" name="Text Box 43">
                <a:extLst>
                  <a:ext uri="{FF2B5EF4-FFF2-40B4-BE49-F238E27FC236}">
                    <a16:creationId xmlns:a16="http://schemas.microsoft.com/office/drawing/2014/main" id="{C7C20190-6015-D24C-8172-D12AE7AC2A4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22" y="1895"/>
                <a:ext cx="4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marL="342900" indent="-3429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342900" marR="0" lvl="0" indent="-342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value</a:t>
                </a:r>
              </a:p>
            </p:txBody>
          </p:sp>
          <p:sp>
            <p:nvSpPr>
              <p:cNvPr id="51" name="Text Box 44">
                <a:extLst>
                  <a:ext uri="{FF2B5EF4-FFF2-40B4-BE49-F238E27FC236}">
                    <a16:creationId xmlns:a16="http://schemas.microsoft.com/office/drawing/2014/main" id="{9D74CC94-6309-9D4E-AC17-7834303D292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46" y="1903"/>
                <a:ext cx="13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marL="342900" indent="-3429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342900" marR="0" lvl="0" indent="-342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header field name</a:t>
                </a:r>
              </a:p>
            </p:txBody>
          </p:sp>
        </p:grpSp>
        <p:grpSp>
          <p:nvGrpSpPr>
            <p:cNvPr id="52" name="Group 46">
              <a:extLst>
                <a:ext uri="{FF2B5EF4-FFF2-40B4-BE49-F238E27FC236}">
                  <a16:creationId xmlns:a16="http://schemas.microsoft.com/office/drawing/2014/main" id="{F763EEE1-8E7B-574B-9B12-C02141AD6C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76759" y="3709987"/>
              <a:ext cx="4565650" cy="446088"/>
              <a:chOff x="192" y="1894"/>
              <a:chExt cx="2876" cy="281"/>
            </a:xfrm>
          </p:grpSpPr>
          <p:sp>
            <p:nvSpPr>
              <p:cNvPr id="53" name="Rectangle 47">
                <a:extLst>
                  <a:ext uri="{FF2B5EF4-FFF2-40B4-BE49-F238E27FC236}">
                    <a16:creationId xmlns:a16="http://schemas.microsoft.com/office/drawing/2014/main" id="{03037660-A975-AC41-9666-AFCCB3A0B9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" y="1894"/>
                <a:ext cx="2876" cy="281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4" name="Line 48">
                <a:extLst>
                  <a:ext uri="{FF2B5EF4-FFF2-40B4-BE49-F238E27FC236}">
                    <a16:creationId xmlns:a16="http://schemas.microsoft.com/office/drawing/2014/main" id="{7DAB01D5-4A4C-0848-8E97-EACA6A36C3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0" y="1896"/>
                <a:ext cx="0" cy="27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5" name="Line 49">
                <a:extLst>
                  <a:ext uri="{FF2B5EF4-FFF2-40B4-BE49-F238E27FC236}">
                    <a16:creationId xmlns:a16="http://schemas.microsoft.com/office/drawing/2014/main" id="{12F13F26-AF12-FB44-9B51-D0B6944C6D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32" y="1896"/>
                <a:ext cx="0" cy="27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6" name="Line 50">
                <a:extLst>
                  <a:ext uri="{FF2B5EF4-FFF2-40B4-BE49-F238E27FC236}">
                    <a16:creationId xmlns:a16="http://schemas.microsoft.com/office/drawing/2014/main" id="{781CA89B-E86B-F843-A1BF-431E567922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28" y="1896"/>
                <a:ext cx="0" cy="27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7" name="Line 51">
                <a:extLst>
                  <a:ext uri="{FF2B5EF4-FFF2-40B4-BE49-F238E27FC236}">
                    <a16:creationId xmlns:a16="http://schemas.microsoft.com/office/drawing/2014/main" id="{74911CA3-EBEB-B142-B4CE-F45E577120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04" y="1896"/>
                <a:ext cx="0" cy="27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8" name="Text Box 52">
                <a:extLst>
                  <a:ext uri="{FF2B5EF4-FFF2-40B4-BE49-F238E27FC236}">
                    <a16:creationId xmlns:a16="http://schemas.microsoft.com/office/drawing/2014/main" id="{D0CB791B-5400-C244-A515-F158CF9A23B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38" y="1907"/>
                <a:ext cx="254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marL="342900" indent="-3429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342900" marR="0" lvl="0" indent="-342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cr</a:t>
                </a:r>
              </a:p>
            </p:txBody>
          </p:sp>
          <p:sp>
            <p:nvSpPr>
              <p:cNvPr id="59" name="Text Box 53">
                <a:extLst>
                  <a:ext uri="{FF2B5EF4-FFF2-40B4-BE49-F238E27FC236}">
                    <a16:creationId xmlns:a16="http://schemas.microsoft.com/office/drawing/2014/main" id="{E5D6E821-F80C-7046-BF97-7FA229C97D7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34" y="1914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marL="342900" indent="-3429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342900" marR="0" lvl="0" indent="-342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lf</a:t>
                </a:r>
              </a:p>
            </p:txBody>
          </p:sp>
          <p:sp>
            <p:nvSpPr>
              <p:cNvPr id="60" name="Text Box 54">
                <a:extLst>
                  <a:ext uri="{FF2B5EF4-FFF2-40B4-BE49-F238E27FC236}">
                    <a16:creationId xmlns:a16="http://schemas.microsoft.com/office/drawing/2014/main" id="{5F6B0327-AD11-4545-B4F6-735084B855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22" y="1895"/>
                <a:ext cx="4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marL="342900" indent="-3429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342900" marR="0" lvl="0" indent="-342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value</a:t>
                </a:r>
              </a:p>
            </p:txBody>
          </p:sp>
          <p:sp>
            <p:nvSpPr>
              <p:cNvPr id="61" name="Text Box 55">
                <a:extLst>
                  <a:ext uri="{FF2B5EF4-FFF2-40B4-BE49-F238E27FC236}">
                    <a16:creationId xmlns:a16="http://schemas.microsoft.com/office/drawing/2014/main" id="{95580CF6-5A42-2640-82F1-B4775A0714B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46" y="1903"/>
                <a:ext cx="13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marL="342900" indent="-3429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342900" marR="0" lvl="0" indent="-342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header field name</a:t>
                </a:r>
              </a:p>
            </p:txBody>
          </p:sp>
        </p:grpSp>
        <p:sp>
          <p:nvSpPr>
            <p:cNvPr id="62" name="Line 56">
              <a:extLst>
                <a:ext uri="{FF2B5EF4-FFF2-40B4-BE49-F238E27FC236}">
                  <a16:creationId xmlns:a16="http://schemas.microsoft.com/office/drawing/2014/main" id="{923CEA11-D6DF-1C46-A3A4-FD9F81E7CB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79934" y="2681287"/>
              <a:ext cx="0" cy="10414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63" name="Group 61">
              <a:extLst>
                <a:ext uri="{FF2B5EF4-FFF2-40B4-BE49-F238E27FC236}">
                  <a16:creationId xmlns:a16="http://schemas.microsoft.com/office/drawing/2014/main" id="{331FDA17-3586-0A4D-9D97-B7C360855E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11659" y="2905125"/>
              <a:ext cx="331788" cy="461962"/>
              <a:chOff x="462" y="1727"/>
              <a:chExt cx="209" cy="291"/>
            </a:xfrm>
          </p:grpSpPr>
          <p:sp>
            <p:nvSpPr>
              <p:cNvPr id="64" name="Rectangle 59">
                <a:extLst>
                  <a:ext uri="{FF2B5EF4-FFF2-40B4-BE49-F238E27FC236}">
                    <a16:creationId xmlns:a16="http://schemas.microsoft.com/office/drawing/2014/main" id="{C1850415-E4E6-744B-A59A-4CBBE0004E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4" y="1854"/>
                <a:ext cx="56" cy="5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5" name="Text Box 57">
                <a:extLst>
                  <a:ext uri="{FF2B5EF4-FFF2-40B4-BE49-F238E27FC236}">
                    <a16:creationId xmlns:a16="http://schemas.microsoft.com/office/drawing/2014/main" id="{26A802CD-661F-6548-9B20-03447D67376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2" y="1727"/>
                <a:ext cx="20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marL="342900" indent="-3429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342900" marR="0" lvl="0" indent="-342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~</a:t>
                </a:r>
              </a:p>
            </p:txBody>
          </p:sp>
          <p:sp>
            <p:nvSpPr>
              <p:cNvPr id="66" name="Text Box 58">
                <a:extLst>
                  <a:ext uri="{FF2B5EF4-FFF2-40B4-BE49-F238E27FC236}">
                    <a16:creationId xmlns:a16="http://schemas.microsoft.com/office/drawing/2014/main" id="{5857CADE-C5FA-4D45-86A4-A527BB0999C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2" y="1768"/>
                <a:ext cx="20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marL="342900" indent="-3429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342900" marR="0" lvl="0" indent="-342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~</a:t>
                </a:r>
              </a:p>
            </p:txBody>
          </p:sp>
        </p:grpSp>
        <p:sp>
          <p:nvSpPr>
            <p:cNvPr id="67" name="Line 62">
              <a:extLst>
                <a:ext uri="{FF2B5EF4-FFF2-40B4-BE49-F238E27FC236}">
                  <a16:creationId xmlns:a16="http://schemas.microsoft.com/office/drawing/2014/main" id="{4AD99966-51D9-144F-843E-CA57BB5A97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43997" y="2668587"/>
              <a:ext cx="0" cy="10414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68" name="Group 63">
              <a:extLst>
                <a:ext uri="{FF2B5EF4-FFF2-40B4-BE49-F238E27FC236}">
                  <a16:creationId xmlns:a16="http://schemas.microsoft.com/office/drawing/2014/main" id="{21BE7B05-C0E3-2847-AA19-1D559561D8E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75722" y="2892425"/>
              <a:ext cx="331787" cy="461962"/>
              <a:chOff x="462" y="1727"/>
              <a:chExt cx="209" cy="291"/>
            </a:xfrm>
          </p:grpSpPr>
          <p:sp>
            <p:nvSpPr>
              <p:cNvPr id="69" name="Rectangle 64">
                <a:extLst>
                  <a:ext uri="{FF2B5EF4-FFF2-40B4-BE49-F238E27FC236}">
                    <a16:creationId xmlns:a16="http://schemas.microsoft.com/office/drawing/2014/main" id="{1068B7F8-AE57-0A4E-92E6-32182A78CA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4" y="1854"/>
                <a:ext cx="56" cy="5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0" name="Text Box 65">
                <a:extLst>
                  <a:ext uri="{FF2B5EF4-FFF2-40B4-BE49-F238E27FC236}">
                    <a16:creationId xmlns:a16="http://schemas.microsoft.com/office/drawing/2014/main" id="{304BAA75-EDF9-3049-8146-D4E3B77D4E5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2" y="1727"/>
                <a:ext cx="20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marL="342900" indent="-3429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342900" marR="0" lvl="0" indent="-342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~</a:t>
                </a:r>
              </a:p>
            </p:txBody>
          </p:sp>
          <p:sp>
            <p:nvSpPr>
              <p:cNvPr id="71" name="Text Box 66">
                <a:extLst>
                  <a:ext uri="{FF2B5EF4-FFF2-40B4-BE49-F238E27FC236}">
                    <a16:creationId xmlns:a16="http://schemas.microsoft.com/office/drawing/2014/main" id="{7B98EC85-B737-7A4A-B367-0CDBC6B0239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2" y="1768"/>
                <a:ext cx="20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marL="342900" indent="-3429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342900" marR="0" lvl="0" indent="-342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~</a:t>
                </a:r>
              </a:p>
            </p:txBody>
          </p:sp>
        </p:grpSp>
        <p:grpSp>
          <p:nvGrpSpPr>
            <p:cNvPr id="72" name="Group 77">
              <a:extLst>
                <a:ext uri="{FF2B5EF4-FFF2-40B4-BE49-F238E27FC236}">
                  <a16:creationId xmlns:a16="http://schemas.microsoft.com/office/drawing/2014/main" id="{3F072947-4F12-CC4D-A114-F6AA680D47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75172" y="4156075"/>
              <a:ext cx="963612" cy="446087"/>
              <a:chOff x="3105" y="2650"/>
              <a:chExt cx="607" cy="281"/>
            </a:xfrm>
          </p:grpSpPr>
          <p:sp>
            <p:nvSpPr>
              <p:cNvPr id="73" name="Rectangle 68">
                <a:extLst>
                  <a:ext uri="{FF2B5EF4-FFF2-40B4-BE49-F238E27FC236}">
                    <a16:creationId xmlns:a16="http://schemas.microsoft.com/office/drawing/2014/main" id="{B30322FD-E3EE-8748-B949-5646BF3FDF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650"/>
                <a:ext cx="607" cy="281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4" name="Line 72">
                <a:extLst>
                  <a:ext uri="{FF2B5EF4-FFF2-40B4-BE49-F238E27FC236}">
                    <a16:creationId xmlns:a16="http://schemas.microsoft.com/office/drawing/2014/main" id="{48E1F9CF-9FEF-5347-B932-F18E52F7D0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06" y="2652"/>
                <a:ext cx="0" cy="27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5" name="Text Box 73">
                <a:extLst>
                  <a:ext uri="{FF2B5EF4-FFF2-40B4-BE49-F238E27FC236}">
                    <a16:creationId xmlns:a16="http://schemas.microsoft.com/office/drawing/2014/main" id="{3F1DCBAA-5080-0B49-ADD4-12FFFAF8A80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40" y="2663"/>
                <a:ext cx="254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marL="342900" indent="-3429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342900" marR="0" lvl="0" indent="-342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cr</a:t>
                </a:r>
              </a:p>
            </p:txBody>
          </p:sp>
          <p:sp>
            <p:nvSpPr>
              <p:cNvPr id="76" name="Text Box 74">
                <a:extLst>
                  <a:ext uri="{FF2B5EF4-FFF2-40B4-BE49-F238E27FC236}">
                    <a16:creationId xmlns:a16="http://schemas.microsoft.com/office/drawing/2014/main" id="{30F8DE49-8702-8242-B74B-8F1C10B8D2B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36" y="2670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marL="342900" indent="-3429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342900" marR="0" lvl="0" indent="-342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lf</a:t>
                </a:r>
              </a:p>
            </p:txBody>
          </p:sp>
        </p:grpSp>
        <p:sp>
          <p:nvSpPr>
            <p:cNvPr id="77" name="Rectangle 78">
              <a:extLst>
                <a:ext uri="{FF2B5EF4-FFF2-40B4-BE49-F238E27FC236}">
                  <a16:creationId xmlns:a16="http://schemas.microsoft.com/office/drawing/2014/main" id="{6229F0FB-98BB-B944-85C4-25A52FBA6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5172" y="4603750"/>
              <a:ext cx="5170487" cy="1120775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8" name="Text Box 80">
              <a:extLst>
                <a:ext uri="{FF2B5EF4-FFF2-40B4-BE49-F238E27FC236}">
                  <a16:creationId xmlns:a16="http://schemas.microsoft.com/office/drawing/2014/main" id="{15C2EA86-0F4F-3247-A569-CE038874C4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1922" y="4927600"/>
              <a:ext cx="1411287" cy="396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entity body</a:t>
              </a:r>
            </a:p>
          </p:txBody>
        </p:sp>
        <p:grpSp>
          <p:nvGrpSpPr>
            <p:cNvPr id="79" name="Group 81">
              <a:extLst>
                <a:ext uri="{FF2B5EF4-FFF2-40B4-BE49-F238E27FC236}">
                  <a16:creationId xmlns:a16="http://schemas.microsoft.com/office/drawing/2014/main" id="{FBD71B37-ADDE-7A46-9420-5D7F558DE36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11659" y="4941887"/>
              <a:ext cx="331788" cy="461963"/>
              <a:chOff x="462" y="1727"/>
              <a:chExt cx="209" cy="291"/>
            </a:xfrm>
          </p:grpSpPr>
          <p:sp>
            <p:nvSpPr>
              <p:cNvPr id="80" name="Rectangle 82">
                <a:extLst>
                  <a:ext uri="{FF2B5EF4-FFF2-40B4-BE49-F238E27FC236}">
                    <a16:creationId xmlns:a16="http://schemas.microsoft.com/office/drawing/2014/main" id="{EB685F5D-49A7-714D-B0CE-A681FE471F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4" y="1854"/>
                <a:ext cx="56" cy="5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1" name="Text Box 83">
                <a:extLst>
                  <a:ext uri="{FF2B5EF4-FFF2-40B4-BE49-F238E27FC236}">
                    <a16:creationId xmlns:a16="http://schemas.microsoft.com/office/drawing/2014/main" id="{F39503FA-5AF7-1343-97ED-74063A1F12A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2" y="1727"/>
                <a:ext cx="20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marL="342900" indent="-3429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342900" marR="0" lvl="0" indent="-342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~</a:t>
                </a:r>
              </a:p>
            </p:txBody>
          </p:sp>
          <p:sp>
            <p:nvSpPr>
              <p:cNvPr id="82" name="Text Box 84">
                <a:extLst>
                  <a:ext uri="{FF2B5EF4-FFF2-40B4-BE49-F238E27FC236}">
                    <a16:creationId xmlns:a16="http://schemas.microsoft.com/office/drawing/2014/main" id="{65445F71-0392-1545-8E73-EFFA475F763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2" y="1768"/>
                <a:ext cx="20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marL="342900" indent="-3429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342900" marR="0" lvl="0" indent="-342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~</a:t>
                </a:r>
              </a:p>
            </p:txBody>
          </p:sp>
        </p:grpSp>
        <p:grpSp>
          <p:nvGrpSpPr>
            <p:cNvPr id="83" name="Group 85">
              <a:extLst>
                <a:ext uri="{FF2B5EF4-FFF2-40B4-BE49-F238E27FC236}">
                  <a16:creationId xmlns:a16="http://schemas.microsoft.com/office/drawing/2014/main" id="{948FB213-CBD1-754F-9A31-92B73ABB09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871034" y="4932362"/>
              <a:ext cx="331788" cy="461963"/>
              <a:chOff x="462" y="1727"/>
              <a:chExt cx="209" cy="291"/>
            </a:xfrm>
          </p:grpSpPr>
          <p:sp>
            <p:nvSpPr>
              <p:cNvPr id="84" name="Rectangle 86">
                <a:extLst>
                  <a:ext uri="{FF2B5EF4-FFF2-40B4-BE49-F238E27FC236}">
                    <a16:creationId xmlns:a16="http://schemas.microsoft.com/office/drawing/2014/main" id="{2099BE28-2CBD-FA47-A576-86B1CF4742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4" y="1854"/>
                <a:ext cx="56" cy="5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" name="Text Box 87">
                <a:extLst>
                  <a:ext uri="{FF2B5EF4-FFF2-40B4-BE49-F238E27FC236}">
                    <a16:creationId xmlns:a16="http://schemas.microsoft.com/office/drawing/2014/main" id="{94AB5515-CA17-A64C-8C42-F0741024357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2" y="1727"/>
                <a:ext cx="20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marL="342900" indent="-3429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342900" marR="0" lvl="0" indent="-342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~</a:t>
                </a:r>
              </a:p>
            </p:txBody>
          </p:sp>
          <p:sp>
            <p:nvSpPr>
              <p:cNvPr id="86" name="Text Box 88">
                <a:extLst>
                  <a:ext uri="{FF2B5EF4-FFF2-40B4-BE49-F238E27FC236}">
                    <a16:creationId xmlns:a16="http://schemas.microsoft.com/office/drawing/2014/main" id="{157CE15D-905D-5B44-91B2-249371FA4B1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2" y="1768"/>
                <a:ext cx="20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marL="342900" indent="-3429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342900" marR="0" lvl="0" indent="-342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~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719365902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43000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Other HTTP request </a:t>
            </a:r>
            <a:r>
              <a:rPr lang="en-US" altLang="en-US" dirty="0">
                <a:ea typeface="ＭＳ Ｐゴシック" panose="020B0600070205080204" pitchFamily="34" charset="-128"/>
              </a:rPr>
              <a:t>m</a:t>
            </a:r>
            <a:r>
              <a:rPr lang="en-US" altLang="en-US" sz="4400" dirty="0">
                <a:ea typeface="ＭＳ Ｐゴシック" panose="020B0600070205080204" pitchFamily="34" charset="-128"/>
              </a:rPr>
              <a:t>essages</a:t>
            </a:r>
            <a:endParaRPr lang="en-US" sz="4400" dirty="0"/>
          </a:p>
        </p:txBody>
      </p:sp>
      <p:sp>
        <p:nvSpPr>
          <p:cNvPr id="87" name="Rectangle 3">
            <a:extLst>
              <a:ext uri="{FF2B5EF4-FFF2-40B4-BE49-F238E27FC236}">
                <a16:creationId xmlns:a16="http://schemas.microsoft.com/office/drawing/2014/main" id="{25316CA5-99B5-7F45-AFB7-B3A2CBFABDDC}"/>
              </a:ext>
            </a:extLst>
          </p:cNvPr>
          <p:cNvSpPr txBox="1">
            <a:spLocks noChangeArrowheads="1"/>
          </p:cNvSpPr>
          <p:nvPr/>
        </p:nvSpPr>
        <p:spPr>
          <a:xfrm>
            <a:off x="685573" y="1727394"/>
            <a:ext cx="4684713" cy="1701606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4288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800" b="0" i="0" u="sng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POST method:</a:t>
            </a:r>
          </a:p>
          <a:p>
            <a:pPr marL="233363" marR="0" lvl="0" indent="-233363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web page often includes form input</a:t>
            </a:r>
          </a:p>
          <a:p>
            <a:pPr marL="233363" marR="0" lvl="0" indent="-233363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user input sent from client to server in entity body of HTTP POST request message</a:t>
            </a:r>
          </a:p>
        </p:txBody>
      </p:sp>
      <p:sp>
        <p:nvSpPr>
          <p:cNvPr id="88" name="Rectangle 3">
            <a:extLst>
              <a:ext uri="{FF2B5EF4-FFF2-40B4-BE49-F238E27FC236}">
                <a16:creationId xmlns:a16="http://schemas.microsoft.com/office/drawing/2014/main" id="{EC7D421B-4EDF-C343-AB2D-4624467F5415}"/>
              </a:ext>
            </a:extLst>
          </p:cNvPr>
          <p:cNvSpPr txBox="1">
            <a:spLocks noChangeArrowheads="1"/>
          </p:cNvSpPr>
          <p:nvPr/>
        </p:nvSpPr>
        <p:spPr>
          <a:xfrm>
            <a:off x="685573" y="4466964"/>
            <a:ext cx="5541055" cy="1701606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4288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800" b="0" i="0" u="sng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GET method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(for sending data to server):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  <a:p>
            <a:pPr marL="233363" marR="0" lvl="0" indent="-23336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include user data in URL field of HTTP GET request message (following a ‘?’):</a:t>
            </a:r>
          </a:p>
        </p:txBody>
      </p:sp>
      <p:sp>
        <p:nvSpPr>
          <p:cNvPr id="89" name="Text Box 5">
            <a:extLst>
              <a:ext uri="{FF2B5EF4-FFF2-40B4-BE49-F238E27FC236}">
                <a16:creationId xmlns:a16="http://schemas.microsoft.com/office/drawing/2014/main" id="{B785588B-2DEA-474F-89CA-2613413F75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8692" y="5806133"/>
            <a:ext cx="628015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www.somesite.com/animalsearch?monkeys&amp;banana</a:t>
            </a:r>
          </a:p>
        </p:txBody>
      </p:sp>
      <p:sp>
        <p:nvSpPr>
          <p:cNvPr id="90" name="Rectangle 3">
            <a:extLst>
              <a:ext uri="{FF2B5EF4-FFF2-40B4-BE49-F238E27FC236}">
                <a16:creationId xmlns:a16="http://schemas.microsoft.com/office/drawing/2014/main" id="{F9FB5262-4D63-A149-A391-3CDD424427AC}"/>
              </a:ext>
            </a:extLst>
          </p:cNvPr>
          <p:cNvSpPr txBox="1">
            <a:spLocks noChangeArrowheads="1"/>
          </p:cNvSpPr>
          <p:nvPr/>
        </p:nvSpPr>
        <p:spPr>
          <a:xfrm>
            <a:off x="6991758" y="1752600"/>
            <a:ext cx="4684713" cy="1701606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4288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800" b="0" i="0" u="sng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HEAD method:</a:t>
            </a:r>
          </a:p>
          <a:p>
            <a:pPr marL="233363" marR="0" lvl="0" indent="-233363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requests headers (only) that would be returned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if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specified URL were requested  with an HTTP GET method. </a:t>
            </a:r>
          </a:p>
        </p:txBody>
      </p:sp>
      <p:sp>
        <p:nvSpPr>
          <p:cNvPr id="91" name="Rectangle 3">
            <a:extLst>
              <a:ext uri="{FF2B5EF4-FFF2-40B4-BE49-F238E27FC236}">
                <a16:creationId xmlns:a16="http://schemas.microsoft.com/office/drawing/2014/main" id="{2D3C6453-B336-C04B-8A91-4E7D3B632FEB}"/>
              </a:ext>
            </a:extLst>
          </p:cNvPr>
          <p:cNvSpPr txBox="1">
            <a:spLocks noChangeArrowheads="1"/>
          </p:cNvSpPr>
          <p:nvPr/>
        </p:nvSpPr>
        <p:spPr>
          <a:xfrm>
            <a:off x="6993371" y="3839527"/>
            <a:ext cx="4684713" cy="1701606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4288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800" b="0" i="0" u="sng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PUT method:</a:t>
            </a:r>
          </a:p>
          <a:p>
            <a:pPr marL="233363" marR="0" lvl="0" indent="-233363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uploads new file (object) to server</a:t>
            </a:r>
          </a:p>
          <a:p>
            <a:pPr marL="233363" marR="0" lvl="0" indent="-233363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completely replaces file that exists at specified URL with content in entity body of POST HTTP request message</a:t>
            </a:r>
          </a:p>
        </p:txBody>
      </p:sp>
    </p:spTree>
    <p:extLst>
      <p:ext uri="{BB962C8B-B14F-4D97-AF65-F5344CB8AC3E}">
        <p14:creationId xmlns:p14="http://schemas.microsoft.com/office/powerpoint/2010/main" val="3691248169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43000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HTTP response </a:t>
            </a:r>
            <a:r>
              <a:rPr lang="en-US" altLang="en-US" dirty="0">
                <a:ea typeface="ＭＳ Ｐゴシック" panose="020B0600070205080204" pitchFamily="34" charset="-128"/>
              </a:rPr>
              <a:t>m</a:t>
            </a:r>
            <a:r>
              <a:rPr lang="en-US" altLang="en-US" sz="4400" dirty="0">
                <a:ea typeface="ＭＳ Ｐゴシック" panose="020B0600070205080204" pitchFamily="34" charset="-128"/>
              </a:rPr>
              <a:t>essage</a:t>
            </a:r>
            <a:endParaRPr lang="en-US" sz="4400" dirty="0"/>
          </a:p>
        </p:txBody>
      </p:sp>
      <p:sp>
        <p:nvSpPr>
          <p:cNvPr id="93" name="Rectangle 15">
            <a:extLst>
              <a:ext uri="{FF2B5EF4-FFF2-40B4-BE49-F238E27FC236}">
                <a16:creationId xmlns:a16="http://schemas.microsoft.com/office/drawing/2014/main" id="{AE1D96B5-48F4-B842-9424-43BC570F63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31481" y="1710879"/>
            <a:ext cx="6311900" cy="34909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Courier New" panose="02070309020205020404" pitchFamily="49" charset="0"/>
              </a:rPr>
              <a:t>HTTP/1.1 200 OK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Courier New" panose="02070309020205020404" pitchFamily="49" charset="0"/>
              </a:rPr>
              <a:t>Date: Tue, 08 Sep 2020 00:53:20 GMT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Courier New" panose="02070309020205020404" pitchFamily="49" charset="0"/>
              </a:rPr>
              <a:t>Server: Apache/2.4.6 (CentOS) OpenSSL/1.0.2k-fips PHP/7.4.9 mod_perl/2.0.11 Perl/v5.16.3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Courier New" panose="02070309020205020404" pitchFamily="49" charset="0"/>
              </a:rPr>
              <a:t>Last-Modified: Tue, 01 Mar 2016 18:57:50 GMT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Courier New" panose="02070309020205020404" pitchFamily="49" charset="0"/>
              </a:rPr>
              <a:t>ETag: "a5b-52d015789ee9e"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Courier New" panose="02070309020205020404" pitchFamily="49" charset="0"/>
              </a:rPr>
              <a:t>Accept-Ranges: bytes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Courier New" panose="02070309020205020404" pitchFamily="49" charset="0"/>
              </a:rPr>
              <a:t>Content-Length: 2651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Courier New" panose="02070309020205020404" pitchFamily="49" charset="0"/>
              </a:rPr>
              <a:t>Content-Type: text/html; charset=UTF-8</a:t>
            </a:r>
          </a:p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\r\n</a:t>
            </a:r>
          </a:p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data data data data data ... </a:t>
            </a:r>
            <a:endParaRPr kumimoji="0" lang="en-US" altLang="en-US" sz="1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ourier New" panose="02070309020205020404" pitchFamily="49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4" name="Group 3" descr="Indicating status line">
            <a:extLst>
              <a:ext uri="{FF2B5EF4-FFF2-40B4-BE49-F238E27FC236}">
                <a16:creationId xmlns:a16="http://schemas.microsoft.com/office/drawing/2014/main" id="{8B1DF0D8-E629-1AB0-3292-927C61BA8C55}"/>
              </a:ext>
            </a:extLst>
          </p:cNvPr>
          <p:cNvGrpSpPr/>
          <p:nvPr/>
        </p:nvGrpSpPr>
        <p:grpSpPr>
          <a:xfrm>
            <a:off x="889630" y="1555730"/>
            <a:ext cx="4141157" cy="830997"/>
            <a:chOff x="889630" y="1555730"/>
            <a:chExt cx="4141157" cy="830997"/>
          </a:xfrm>
        </p:grpSpPr>
        <p:sp>
          <p:nvSpPr>
            <p:cNvPr id="87" name="Text Box 5">
              <a:extLst>
                <a:ext uri="{FF2B5EF4-FFF2-40B4-BE49-F238E27FC236}">
                  <a16:creationId xmlns:a16="http://schemas.microsoft.com/office/drawing/2014/main" id="{A994AECC-DC16-7847-B8EE-F2F612ABB2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9630" y="1555730"/>
              <a:ext cx="4056113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A3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status line (protocol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A3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status code status phrase)</a:t>
              </a: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94" name="Straight Arrow Connector 93">
              <a:extLst>
                <a:ext uri="{FF2B5EF4-FFF2-40B4-BE49-F238E27FC236}">
                  <a16:creationId xmlns:a16="http://schemas.microsoft.com/office/drawing/2014/main" id="{81248C33-8978-FA4A-B68D-07F7345C9C4D}"/>
                </a:ext>
              </a:extLst>
            </p:cNvPr>
            <p:cNvCxnSpPr>
              <a:cxnSpLocks/>
            </p:cNvCxnSpPr>
            <p:nvPr/>
          </p:nvCxnSpPr>
          <p:spPr>
            <a:xfrm>
              <a:off x="3593872" y="1845820"/>
              <a:ext cx="1436915" cy="0"/>
            </a:xfrm>
            <a:prstGeom prst="straightConnector1">
              <a:avLst/>
            </a:prstGeom>
            <a:ln w="19050">
              <a:solidFill>
                <a:srgbClr val="0000A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Group 4" descr="Indicating returned data">
            <a:extLst>
              <a:ext uri="{FF2B5EF4-FFF2-40B4-BE49-F238E27FC236}">
                <a16:creationId xmlns:a16="http://schemas.microsoft.com/office/drawing/2014/main" id="{2DAD1B16-81BF-A281-D054-6D0682F76E4F}"/>
              </a:ext>
            </a:extLst>
          </p:cNvPr>
          <p:cNvGrpSpPr/>
          <p:nvPr/>
        </p:nvGrpSpPr>
        <p:grpSpPr>
          <a:xfrm>
            <a:off x="828397" y="4607159"/>
            <a:ext cx="4251375" cy="830997"/>
            <a:chOff x="828397" y="4607159"/>
            <a:chExt cx="4251375" cy="830997"/>
          </a:xfrm>
        </p:grpSpPr>
        <p:sp>
          <p:nvSpPr>
            <p:cNvPr id="92" name="Text Box 10">
              <a:extLst>
                <a:ext uri="{FF2B5EF4-FFF2-40B4-BE49-F238E27FC236}">
                  <a16:creationId xmlns:a16="http://schemas.microsoft.com/office/drawing/2014/main" id="{71D3CD43-9088-2144-992C-3A77F783A6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8397" y="4607159"/>
              <a:ext cx="3602888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A3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data, e.g.,  requested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A3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HTML file</a:t>
              </a: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95" name="Straight Arrow Connector 94">
              <a:extLst>
                <a:ext uri="{FF2B5EF4-FFF2-40B4-BE49-F238E27FC236}">
                  <a16:creationId xmlns:a16="http://schemas.microsoft.com/office/drawing/2014/main" id="{A1C1D39C-E830-C840-962A-5EF5A5C89548}"/>
                </a:ext>
              </a:extLst>
            </p:cNvPr>
            <p:cNvCxnSpPr>
              <a:cxnSpLocks/>
            </p:cNvCxnSpPr>
            <p:nvPr/>
          </p:nvCxnSpPr>
          <p:spPr>
            <a:xfrm>
              <a:off x="3642857" y="4850277"/>
              <a:ext cx="1436915" cy="0"/>
            </a:xfrm>
            <a:prstGeom prst="straightConnector1">
              <a:avLst/>
            </a:prstGeom>
            <a:ln w="19050">
              <a:solidFill>
                <a:srgbClr val="0000A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" name="Group 1" descr="Indicating header lines">
            <a:extLst>
              <a:ext uri="{FF2B5EF4-FFF2-40B4-BE49-F238E27FC236}">
                <a16:creationId xmlns:a16="http://schemas.microsoft.com/office/drawing/2014/main" id="{E3793CBB-61D7-DA77-00D9-37DCAE716029}"/>
              </a:ext>
            </a:extLst>
          </p:cNvPr>
          <p:cNvGrpSpPr/>
          <p:nvPr/>
        </p:nvGrpSpPr>
        <p:grpSpPr>
          <a:xfrm>
            <a:off x="3979618" y="2057400"/>
            <a:ext cx="1245525" cy="2694214"/>
            <a:chOff x="3979618" y="2057400"/>
            <a:chExt cx="1245525" cy="2694214"/>
          </a:xfrm>
        </p:grpSpPr>
        <p:sp>
          <p:nvSpPr>
            <p:cNvPr id="90" name="Text Box 8">
              <a:extLst>
                <a:ext uri="{FF2B5EF4-FFF2-40B4-BE49-F238E27FC236}">
                  <a16:creationId xmlns:a16="http://schemas.microsoft.com/office/drawing/2014/main" id="{9695B2A1-768B-CE41-87A1-8D564F9538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79618" y="2984961"/>
              <a:ext cx="1071127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A3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header</a:t>
              </a:r>
            </a:p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A3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 lines</a:t>
              </a: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" name="Left Brace 2">
              <a:extLst>
                <a:ext uri="{FF2B5EF4-FFF2-40B4-BE49-F238E27FC236}">
                  <a16:creationId xmlns:a16="http://schemas.microsoft.com/office/drawing/2014/main" id="{7B4A04F6-6325-3B46-B996-B1257F5CC1D8}"/>
                </a:ext>
              </a:extLst>
            </p:cNvPr>
            <p:cNvSpPr/>
            <p:nvPr/>
          </p:nvSpPr>
          <p:spPr>
            <a:xfrm>
              <a:off x="4963885" y="2057400"/>
              <a:ext cx="261258" cy="2694214"/>
            </a:xfrm>
            <a:prstGeom prst="leftBrace">
              <a:avLst/>
            </a:prstGeom>
            <a:ln w="22225">
              <a:solidFill>
                <a:srgbClr val="0000A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16890011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43000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HTTP response </a:t>
            </a:r>
            <a:r>
              <a:rPr lang="en-US" altLang="en-US" dirty="0">
                <a:ea typeface="ＭＳ Ｐゴシック" panose="020B0600070205080204" pitchFamily="34" charset="-128"/>
              </a:rPr>
              <a:t>s</a:t>
            </a:r>
            <a:r>
              <a:rPr lang="en-US" altLang="en-US" sz="4400" dirty="0">
                <a:ea typeface="ＭＳ Ｐゴシック" panose="020B0600070205080204" pitchFamily="34" charset="-128"/>
              </a:rPr>
              <a:t>tatus </a:t>
            </a:r>
            <a:r>
              <a:rPr lang="en-US" altLang="en-US" dirty="0">
                <a:ea typeface="ＭＳ Ｐゴシック" panose="020B0600070205080204" pitchFamily="34" charset="-128"/>
              </a:rPr>
              <a:t>c</a:t>
            </a:r>
            <a:r>
              <a:rPr lang="en-US" altLang="en-US" sz="4400" dirty="0">
                <a:ea typeface="ＭＳ Ｐゴシック" panose="020B0600070205080204" pitchFamily="34" charset="-128"/>
              </a:rPr>
              <a:t>odes</a:t>
            </a:r>
            <a:endParaRPr lang="en-US" sz="4400" dirty="0"/>
          </a:p>
        </p:txBody>
      </p:sp>
      <p:sp>
        <p:nvSpPr>
          <p:cNvPr id="12" name="Rectangle 3">
            <a:extLst>
              <a:ext uri="{FF2B5EF4-FFF2-40B4-BE49-F238E27FC236}">
                <a16:creationId xmlns:a16="http://schemas.microsoft.com/office/drawing/2014/main" id="{D7D9FAF8-ACB6-2648-AF49-4F1CA2DD361E}"/>
              </a:ext>
            </a:extLst>
          </p:cNvPr>
          <p:cNvSpPr txBox="1">
            <a:spLocks noChangeArrowheads="1"/>
          </p:cNvSpPr>
          <p:nvPr/>
        </p:nvSpPr>
        <p:spPr>
          <a:xfrm>
            <a:off x="1179871" y="2274314"/>
            <a:ext cx="10678300" cy="416877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5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200 OK</a:t>
            </a:r>
          </a:p>
          <a:p>
            <a:pPr marL="695325" marR="0" lvl="1" indent="-231775" algn="l" defTabSz="914400" rtl="0" eaLnBrk="1" fontAlgn="auto" latinLnBrk="0" hangingPunct="1">
              <a:lnSpc>
                <a:spcPct val="95000"/>
              </a:lnSpc>
              <a:spcBef>
                <a:spcPts val="4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request succeeded, requested object later in this message</a:t>
            </a:r>
          </a:p>
          <a:p>
            <a:pPr marL="352425" marR="0" lvl="0" indent="-222250" algn="l" defTabSz="914400" rtl="0" eaLnBrk="1" fontAlgn="auto" latinLnBrk="0" hangingPunct="1">
              <a:lnSpc>
                <a:spcPct val="95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301 Moved Permanently</a:t>
            </a:r>
          </a:p>
          <a:p>
            <a:pPr marL="695325" marR="0" lvl="1" indent="-231775" algn="l" defTabSz="914400" rtl="0" eaLnBrk="1" fontAlgn="auto" latinLnBrk="0" hangingPunct="1">
              <a:lnSpc>
                <a:spcPct val="95000"/>
              </a:lnSpc>
              <a:spcBef>
                <a:spcPts val="4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requested object moved, new location specified later in this message (in Location: field)</a:t>
            </a:r>
          </a:p>
          <a:p>
            <a:pPr marL="352425" marR="0" lvl="0" indent="-222250" algn="l" defTabSz="914400" rtl="0" eaLnBrk="1" fontAlgn="auto" latinLnBrk="0" hangingPunct="1">
              <a:lnSpc>
                <a:spcPct val="95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400 Bad Request</a:t>
            </a:r>
          </a:p>
          <a:p>
            <a:pPr marL="695325" marR="0" lvl="1" indent="-231775" algn="l" defTabSz="914400" rtl="0" eaLnBrk="1" fontAlgn="auto" latinLnBrk="0" hangingPunct="1">
              <a:lnSpc>
                <a:spcPct val="95000"/>
              </a:lnSpc>
              <a:spcBef>
                <a:spcPts val="4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request msg not understood by server</a:t>
            </a:r>
          </a:p>
          <a:p>
            <a:pPr marL="352425" marR="0" lvl="0" indent="-222250" algn="l" defTabSz="914400" rtl="0" eaLnBrk="1" fontAlgn="auto" latinLnBrk="0" hangingPunct="1">
              <a:lnSpc>
                <a:spcPct val="95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404 Not Found</a:t>
            </a:r>
          </a:p>
          <a:p>
            <a:pPr marL="695325" marR="0" lvl="1" indent="-231775" algn="l" defTabSz="914400" rtl="0" eaLnBrk="1" fontAlgn="auto" latinLnBrk="0" hangingPunct="1">
              <a:lnSpc>
                <a:spcPct val="95000"/>
              </a:lnSpc>
              <a:spcBef>
                <a:spcPts val="4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requested document not found on this server</a:t>
            </a:r>
          </a:p>
          <a:p>
            <a:pPr marL="352425" marR="0" lvl="0" indent="-222250" algn="l" defTabSz="914400" rtl="0" eaLnBrk="1" fontAlgn="auto" latinLnBrk="0" hangingPunct="1">
              <a:lnSpc>
                <a:spcPct val="95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505 HTTP Version Not Supported</a:t>
            </a:r>
          </a:p>
        </p:txBody>
      </p:sp>
      <p:sp>
        <p:nvSpPr>
          <p:cNvPr id="13" name="Rectangle 5">
            <a:extLst>
              <a:ext uri="{FF2B5EF4-FFF2-40B4-BE49-F238E27FC236}">
                <a16:creationId xmlns:a16="http://schemas.microsoft.com/office/drawing/2014/main" id="{8C98F9E3-E57A-7844-89F3-A6331B0465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8691" y="1325562"/>
            <a:ext cx="10856280" cy="514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50838" indent="-35083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50838" marR="0" lvl="0" indent="-350838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status code appears in 1st line in server-to-client response message.</a:t>
            </a:r>
          </a:p>
          <a:p>
            <a:pPr marL="350838" marR="0" lvl="0" indent="-35083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some sample codes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:</a:t>
            </a:r>
          </a:p>
        </p:txBody>
      </p:sp>
    </p:spTree>
    <p:extLst>
      <p:ext uri="{BB962C8B-B14F-4D97-AF65-F5344CB8AC3E}">
        <p14:creationId xmlns:p14="http://schemas.microsoft.com/office/powerpoint/2010/main" val="4206515814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379879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Maintaining user/server state: cookies</a:t>
            </a:r>
            <a:endParaRPr lang="en-US" sz="4400" dirty="0"/>
          </a:p>
        </p:txBody>
      </p:sp>
      <p:sp>
        <p:nvSpPr>
          <p:cNvPr id="12" name="Rectangle 3">
            <a:extLst>
              <a:ext uri="{FF2B5EF4-FFF2-40B4-BE49-F238E27FC236}">
                <a16:creationId xmlns:a16="http://schemas.microsoft.com/office/drawing/2014/main" id="{3635EFC9-A521-0240-B257-CD458B330808}"/>
              </a:ext>
            </a:extLst>
          </p:cNvPr>
          <p:cNvSpPr txBox="1">
            <a:spLocks noChangeArrowheads="1"/>
          </p:cNvSpPr>
          <p:nvPr/>
        </p:nvSpPr>
        <p:spPr>
          <a:xfrm>
            <a:off x="751523" y="1368109"/>
            <a:ext cx="5877880" cy="4836748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Recall that  HTTP GET/response interaction is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stateless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no notion of multi-step exchanges of HTTP messages to complete a Web “transaction” 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no need for client/server to track “state” of multi-step exchange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all HTTP requests are independent of each other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no need for client/server to “recover” from a partially-completed-but-never-completely-completed transaction</a:t>
            </a:r>
          </a:p>
        </p:txBody>
      </p:sp>
      <p:grpSp>
        <p:nvGrpSpPr>
          <p:cNvPr id="3" name="Group 2" descr="Stateful protocol and need for atomic transactions">
            <a:extLst>
              <a:ext uri="{FF2B5EF4-FFF2-40B4-BE49-F238E27FC236}">
                <a16:creationId xmlns:a16="http://schemas.microsoft.com/office/drawing/2014/main" id="{EA97D351-FA7E-9B12-C71E-2EDA19B70905}"/>
              </a:ext>
            </a:extLst>
          </p:cNvPr>
          <p:cNvGrpSpPr/>
          <p:nvPr/>
        </p:nvGrpSpPr>
        <p:grpSpPr>
          <a:xfrm>
            <a:off x="7384517" y="1266045"/>
            <a:ext cx="4115505" cy="5288070"/>
            <a:chOff x="7384517" y="1266045"/>
            <a:chExt cx="4115505" cy="5288070"/>
          </a:xfrm>
        </p:grpSpPr>
        <p:sp>
          <p:nvSpPr>
            <p:cNvPr id="2" name="TextBox 1">
              <a:extLst>
                <a:ext uri="{FF2B5EF4-FFF2-40B4-BE49-F238E27FC236}">
                  <a16:creationId xmlns:a16="http://schemas.microsoft.com/office/drawing/2014/main" id="{F81F961A-6387-0345-9591-6D8E9EDB9801}"/>
                </a:ext>
              </a:extLst>
            </p:cNvPr>
            <p:cNvSpPr txBox="1"/>
            <p:nvPr/>
          </p:nvSpPr>
          <p:spPr>
            <a:xfrm>
              <a:off x="7777183" y="1266045"/>
              <a:ext cx="334734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A3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a stateful protocol: 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client makes two changes to X, or none at all</a:t>
              </a:r>
            </a:p>
          </p:txBody>
        </p:sp>
        <p:sp>
          <p:nvSpPr>
            <p:cNvPr id="14" name="Line 15">
              <a:extLst>
                <a:ext uri="{FF2B5EF4-FFF2-40B4-BE49-F238E27FC236}">
                  <a16:creationId xmlns:a16="http://schemas.microsoft.com/office/drawing/2014/main" id="{E1896121-77D8-FD42-BC74-F51FD18D86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1743" y="2818375"/>
              <a:ext cx="0" cy="2832100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prstDash val="sysDot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7" name="Line 16">
              <a:extLst>
                <a:ext uri="{FF2B5EF4-FFF2-40B4-BE49-F238E27FC236}">
                  <a16:creationId xmlns:a16="http://schemas.microsoft.com/office/drawing/2014/main" id="{7668C468-5627-F641-A1D5-CCCD71D476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902430" y="2812025"/>
              <a:ext cx="0" cy="2881312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prstDash val="sysDot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4" name="Text Box 37">
              <a:extLst>
                <a:ext uri="{FF2B5EF4-FFF2-40B4-BE49-F238E27FC236}">
                  <a16:creationId xmlns:a16="http://schemas.microsoft.com/office/drawing/2014/main" id="{4D29A06D-1A18-BA46-8999-A8C319B065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86318" y="5664762"/>
              <a:ext cx="519694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65000"/>
                    </a:prstClr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time</a:t>
              </a:r>
            </a:p>
          </p:txBody>
        </p:sp>
        <p:sp>
          <p:nvSpPr>
            <p:cNvPr id="35" name="Text Box 38">
              <a:extLst>
                <a:ext uri="{FF2B5EF4-FFF2-40B4-BE49-F238E27FC236}">
                  <a16:creationId xmlns:a16="http://schemas.microsoft.com/office/drawing/2014/main" id="{27466D26-729A-A04F-8FFC-34F73F8EF3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664305" y="5647300"/>
              <a:ext cx="51969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65000"/>
                    </a:prstClr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time</a:t>
              </a:r>
            </a:p>
          </p:txBody>
        </p:sp>
        <p:grpSp>
          <p:nvGrpSpPr>
            <p:cNvPr id="36" name="Group 43">
              <a:extLst>
                <a:ext uri="{FF2B5EF4-FFF2-40B4-BE49-F238E27FC236}">
                  <a16:creationId xmlns:a16="http://schemas.microsoft.com/office/drawing/2014/main" id="{FAE9785A-4169-E940-B94F-671A4AB9F4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702405" y="2045262"/>
              <a:ext cx="423863" cy="684213"/>
              <a:chOff x="4140" y="429"/>
              <a:chExt cx="1425" cy="2396"/>
            </a:xfrm>
          </p:grpSpPr>
          <p:sp>
            <p:nvSpPr>
              <p:cNvPr id="37" name="Freeform 44">
                <a:extLst>
                  <a:ext uri="{FF2B5EF4-FFF2-40B4-BE49-F238E27FC236}">
                    <a16:creationId xmlns:a16="http://schemas.microsoft.com/office/drawing/2014/main" id="{6CED6B20-429D-A742-A5A8-C560D2273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8" name="Rectangle 45">
                <a:extLst>
                  <a:ext uri="{FF2B5EF4-FFF2-40B4-BE49-F238E27FC236}">
                    <a16:creationId xmlns:a16="http://schemas.microsoft.com/office/drawing/2014/main" id="{3217673F-28F2-7F49-B23F-A3ED64A057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51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9" name="Freeform 46">
                <a:extLst>
                  <a:ext uri="{FF2B5EF4-FFF2-40B4-BE49-F238E27FC236}">
                    <a16:creationId xmlns:a16="http://schemas.microsoft.com/office/drawing/2014/main" id="{2C8F4947-7476-8140-9308-A091DA125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0" name="Freeform 47">
                <a:extLst>
                  <a:ext uri="{FF2B5EF4-FFF2-40B4-BE49-F238E27FC236}">
                    <a16:creationId xmlns:a16="http://schemas.microsoft.com/office/drawing/2014/main" id="{C324215D-D2F8-D640-866A-AD06AEA38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1" name="Rectangle 48">
                <a:extLst>
                  <a:ext uri="{FF2B5EF4-FFF2-40B4-BE49-F238E27FC236}">
                    <a16:creationId xmlns:a16="http://schemas.microsoft.com/office/drawing/2014/main" id="{AF16B93D-625D-BF47-B9C3-3122406F6C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9" y="690"/>
                <a:ext cx="598" cy="5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42" name="Group 49">
                <a:extLst>
                  <a:ext uri="{FF2B5EF4-FFF2-40B4-BE49-F238E27FC236}">
                    <a16:creationId xmlns:a16="http://schemas.microsoft.com/office/drawing/2014/main" id="{E5823F1D-E46B-E542-BA9A-BE7B2ADB2B8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67" name="AutoShape 50">
                  <a:extLst>
                    <a:ext uri="{FF2B5EF4-FFF2-40B4-BE49-F238E27FC236}">
                      <a16:creationId xmlns:a16="http://schemas.microsoft.com/office/drawing/2014/main" id="{5EDFB4BA-9ECC-1D4B-9DE1-6892D81BDDE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8"/>
                  <a:ext cx="726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" name="AutoShape 51">
                  <a:extLst>
                    <a:ext uri="{FF2B5EF4-FFF2-40B4-BE49-F238E27FC236}">
                      <a16:creationId xmlns:a16="http://schemas.microsoft.com/office/drawing/2014/main" id="{322B0365-5AB5-FB41-8CFB-D0A89CDC6CD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4"/>
                  <a:ext cx="693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43" name="Rectangle 52">
                <a:extLst>
                  <a:ext uri="{FF2B5EF4-FFF2-40B4-BE49-F238E27FC236}">
                    <a16:creationId xmlns:a16="http://schemas.microsoft.com/office/drawing/2014/main" id="{29C26A51-8119-1C45-B765-0A6FDC4204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18"/>
                <a:ext cx="592" cy="5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44" name="Group 53">
                <a:extLst>
                  <a:ext uri="{FF2B5EF4-FFF2-40B4-BE49-F238E27FC236}">
                    <a16:creationId xmlns:a16="http://schemas.microsoft.com/office/drawing/2014/main" id="{A0E07450-02B5-944A-993E-ED4E720D6C1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65" name="AutoShape 54">
                  <a:extLst>
                    <a:ext uri="{FF2B5EF4-FFF2-40B4-BE49-F238E27FC236}">
                      <a16:creationId xmlns:a16="http://schemas.microsoft.com/office/drawing/2014/main" id="{B895EECE-8814-364B-ABEF-BDFDB5B6907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70"/>
                  <a:ext cx="726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6" name="AutoShape 55">
                  <a:extLst>
                    <a:ext uri="{FF2B5EF4-FFF2-40B4-BE49-F238E27FC236}">
                      <a16:creationId xmlns:a16="http://schemas.microsoft.com/office/drawing/2014/main" id="{19862CEA-43CD-F949-9939-14C77DA0F5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7"/>
                  <a:ext cx="693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45" name="Rectangle 56">
                <a:extLst>
                  <a:ext uri="{FF2B5EF4-FFF2-40B4-BE49-F238E27FC236}">
                    <a16:creationId xmlns:a16="http://schemas.microsoft.com/office/drawing/2014/main" id="{AF3B098B-3C77-8047-942A-938B768ECD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1357"/>
                <a:ext cx="598" cy="4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6" name="Rectangle 57">
                <a:extLst>
                  <a:ext uri="{FF2B5EF4-FFF2-40B4-BE49-F238E27FC236}">
                    <a16:creationId xmlns:a16="http://schemas.microsoft.com/office/drawing/2014/main" id="{B55EF1A5-9C91-874D-A21C-9283813B94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658"/>
                <a:ext cx="598" cy="4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47" name="Group 58">
                <a:extLst>
                  <a:ext uri="{FF2B5EF4-FFF2-40B4-BE49-F238E27FC236}">
                    <a16:creationId xmlns:a16="http://schemas.microsoft.com/office/drawing/2014/main" id="{4BE447F1-4065-604D-9C52-935316AF907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63" name="AutoShape 59">
                  <a:extLst>
                    <a:ext uri="{FF2B5EF4-FFF2-40B4-BE49-F238E27FC236}">
                      <a16:creationId xmlns:a16="http://schemas.microsoft.com/office/drawing/2014/main" id="{B6AF28E0-3DFD-B648-BA8B-C954368CED3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81"/>
                  <a:ext cx="731" cy="12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4" name="AutoShape 60">
                  <a:extLst>
                    <a:ext uri="{FF2B5EF4-FFF2-40B4-BE49-F238E27FC236}">
                      <a16:creationId xmlns:a16="http://schemas.microsoft.com/office/drawing/2014/main" id="{CD352178-7C9F-9247-ADEE-3A9C5EEDD1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4" y="2586"/>
                  <a:ext cx="698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48" name="Freeform 61">
                <a:extLst>
                  <a:ext uri="{FF2B5EF4-FFF2-40B4-BE49-F238E27FC236}">
                    <a16:creationId xmlns:a16="http://schemas.microsoft.com/office/drawing/2014/main" id="{167E2C73-34F7-5443-B80D-3E31BC266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49" name="Group 62">
                <a:extLst>
                  <a:ext uri="{FF2B5EF4-FFF2-40B4-BE49-F238E27FC236}">
                    <a16:creationId xmlns:a16="http://schemas.microsoft.com/office/drawing/2014/main" id="{FD3C1C1A-4BE2-8A4D-B7D1-6FE82CCD5E7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61" name="AutoShape 63">
                  <a:extLst>
                    <a:ext uri="{FF2B5EF4-FFF2-40B4-BE49-F238E27FC236}">
                      <a16:creationId xmlns:a16="http://schemas.microsoft.com/office/drawing/2014/main" id="{37F891D2-79F1-BA40-9E94-2CB7F92C3A8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76"/>
                  <a:ext cx="725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2" name="AutoShape 64">
                  <a:extLst>
                    <a:ext uri="{FF2B5EF4-FFF2-40B4-BE49-F238E27FC236}">
                      <a16:creationId xmlns:a16="http://schemas.microsoft.com/office/drawing/2014/main" id="{A6F14F93-50F0-1D44-A328-C58C4810E5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6" y="2587"/>
                  <a:ext cx="691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50" name="Rectangle 65">
                <a:extLst>
                  <a:ext uri="{FF2B5EF4-FFF2-40B4-BE49-F238E27FC236}">
                    <a16:creationId xmlns:a16="http://schemas.microsoft.com/office/drawing/2014/main" id="{002C4B61-E0A4-9947-A2B8-C5E4A183D5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69" cy="2290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1" name="Freeform 66">
                <a:extLst>
                  <a:ext uri="{FF2B5EF4-FFF2-40B4-BE49-F238E27FC236}">
                    <a16:creationId xmlns:a16="http://schemas.microsoft.com/office/drawing/2014/main" id="{03750C04-4651-264E-A820-846CC991E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2" name="Freeform 67">
                <a:extLst>
                  <a:ext uri="{FF2B5EF4-FFF2-40B4-BE49-F238E27FC236}">
                    <a16:creationId xmlns:a16="http://schemas.microsoft.com/office/drawing/2014/main" id="{8FAC3F30-F8EF-E042-AB16-84DEBD8CD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3" name="Oval 68">
                <a:extLst>
                  <a:ext uri="{FF2B5EF4-FFF2-40B4-BE49-F238E27FC236}">
                    <a16:creationId xmlns:a16="http://schemas.microsoft.com/office/drawing/2014/main" id="{0AC7D83A-6568-AE4B-9387-52663F18F9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7" y="2614"/>
                <a:ext cx="48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4" name="Freeform 69">
                <a:extLst>
                  <a:ext uri="{FF2B5EF4-FFF2-40B4-BE49-F238E27FC236}">
                    <a16:creationId xmlns:a16="http://schemas.microsoft.com/office/drawing/2014/main" id="{1F36BF90-AD45-4E43-863B-F70935197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5" name="AutoShape 70">
                <a:extLst>
                  <a:ext uri="{FF2B5EF4-FFF2-40B4-BE49-F238E27FC236}">
                    <a16:creationId xmlns:a16="http://schemas.microsoft.com/office/drawing/2014/main" id="{F5B54DD4-D0E2-AF41-9405-9DCDB2D7E8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80"/>
                <a:ext cx="1201" cy="145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6" name="AutoShape 71">
                <a:extLst>
                  <a:ext uri="{FF2B5EF4-FFF2-40B4-BE49-F238E27FC236}">
                    <a16:creationId xmlns:a16="http://schemas.microsoft.com/office/drawing/2014/main" id="{23D73537-49F7-C342-B924-696A08B3BD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08"/>
                <a:ext cx="1073" cy="8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7" name="Oval 72">
                <a:extLst>
                  <a:ext uri="{FF2B5EF4-FFF2-40B4-BE49-F238E27FC236}">
                    <a16:creationId xmlns:a16="http://schemas.microsoft.com/office/drawing/2014/main" id="{BC45042D-B8F2-A44D-9D8F-FC3BBA5D97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5" y="2380"/>
                <a:ext cx="160" cy="145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8" name="Oval 73">
                <a:extLst>
                  <a:ext uri="{FF2B5EF4-FFF2-40B4-BE49-F238E27FC236}">
                    <a16:creationId xmlns:a16="http://schemas.microsoft.com/office/drawing/2014/main" id="{B9F22805-FC3E-6544-AABA-20E89AF959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6"/>
                <a:ext cx="160" cy="139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9" name="Oval 74">
                <a:extLst>
                  <a:ext uri="{FF2B5EF4-FFF2-40B4-BE49-F238E27FC236}">
                    <a16:creationId xmlns:a16="http://schemas.microsoft.com/office/drawing/2014/main" id="{EB68854B-BAC2-D941-B3A2-A5819DC3E9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3" y="2380"/>
                <a:ext cx="155" cy="139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0" name="Rectangle 75">
                <a:extLst>
                  <a:ext uri="{FF2B5EF4-FFF2-40B4-BE49-F238E27FC236}">
                    <a16:creationId xmlns:a16="http://schemas.microsoft.com/office/drawing/2014/main" id="{D02DEB6D-1661-D243-AA4D-D82ACE64AE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3" y="1835"/>
                <a:ext cx="85" cy="762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69" name="Group 76">
              <a:extLst>
                <a:ext uri="{FF2B5EF4-FFF2-40B4-BE49-F238E27FC236}">
                  <a16:creationId xmlns:a16="http://schemas.microsoft.com/office/drawing/2014/main" id="{DCF55C78-47F8-BB4D-B7DC-9327933177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00568" y="2067487"/>
              <a:ext cx="698500" cy="709613"/>
              <a:chOff x="-44" y="1473"/>
              <a:chExt cx="981" cy="1105"/>
            </a:xfrm>
          </p:grpSpPr>
          <p:pic>
            <p:nvPicPr>
              <p:cNvPr id="70" name="Picture 77" descr="desktop_computer_stylized_medium">
                <a:extLst>
                  <a:ext uri="{FF2B5EF4-FFF2-40B4-BE49-F238E27FC236}">
                    <a16:creationId xmlns:a16="http://schemas.microsoft.com/office/drawing/2014/main" id="{DA88C7F5-3379-274A-B44E-AF12E56C27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1" name="Freeform 78">
                <a:extLst>
                  <a:ext uri="{FF2B5EF4-FFF2-40B4-BE49-F238E27FC236}">
                    <a16:creationId xmlns:a16="http://schemas.microsoft.com/office/drawing/2014/main" id="{FAA003F1-DCEB-8040-A71C-4C8DD7155DD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125" name="Group 124">
              <a:extLst>
                <a:ext uri="{FF2B5EF4-FFF2-40B4-BE49-F238E27FC236}">
                  <a16:creationId xmlns:a16="http://schemas.microsoft.com/office/drawing/2014/main" id="{E2F7DE24-824D-8B4E-BB5F-5FEDF024EC8E}"/>
                </a:ext>
              </a:extLst>
            </p:cNvPr>
            <p:cNvGrpSpPr/>
            <p:nvPr/>
          </p:nvGrpSpPr>
          <p:grpSpPr>
            <a:xfrm>
              <a:off x="8211743" y="3942941"/>
              <a:ext cx="1673225" cy="337184"/>
              <a:chOff x="8211743" y="3942941"/>
              <a:chExt cx="1673225" cy="337184"/>
            </a:xfrm>
          </p:grpSpPr>
          <p:sp>
            <p:nvSpPr>
              <p:cNvPr id="77" name="Line 18">
                <a:extLst>
                  <a:ext uri="{FF2B5EF4-FFF2-40B4-BE49-F238E27FC236}">
                    <a16:creationId xmlns:a16="http://schemas.microsoft.com/office/drawing/2014/main" id="{3D07B504-4294-484D-A15A-873F55BFA7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211743" y="3942941"/>
                <a:ext cx="1673225" cy="24221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DC44DF33-D418-CB41-BFC5-96705F979CCC}"/>
                  </a:ext>
                </a:extLst>
              </p:cNvPr>
              <p:cNvSpPr txBox="1"/>
              <p:nvPr/>
            </p:nvSpPr>
            <p:spPr>
              <a:xfrm rot="21106037">
                <a:off x="9382305" y="3972348"/>
                <a:ext cx="462053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OK</a:t>
                </a:r>
                <a:endParaRPr kumimoji="0" lang="en-US" sz="1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127" name="Group 126">
              <a:extLst>
                <a:ext uri="{FF2B5EF4-FFF2-40B4-BE49-F238E27FC236}">
                  <a16:creationId xmlns:a16="http://schemas.microsoft.com/office/drawing/2014/main" id="{9C6582D8-E5C3-E94C-91FA-DD082657187F}"/>
                </a:ext>
              </a:extLst>
            </p:cNvPr>
            <p:cNvGrpSpPr/>
            <p:nvPr/>
          </p:nvGrpSpPr>
          <p:grpSpPr>
            <a:xfrm>
              <a:off x="8220565" y="4654247"/>
              <a:ext cx="1673225" cy="307777"/>
              <a:chOff x="8220565" y="4654247"/>
              <a:chExt cx="1673225" cy="307777"/>
            </a:xfrm>
          </p:grpSpPr>
          <p:sp>
            <p:nvSpPr>
              <p:cNvPr id="82" name="Line 18">
                <a:extLst>
                  <a:ext uri="{FF2B5EF4-FFF2-40B4-BE49-F238E27FC236}">
                    <a16:creationId xmlns:a16="http://schemas.microsoft.com/office/drawing/2014/main" id="{4C9BF12C-724F-3C4B-9FC7-C0EB274091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220565" y="4655320"/>
                <a:ext cx="1673225" cy="24221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DF7DB85B-1569-344D-AC0D-B969F2CD0B87}"/>
                  </a:ext>
                </a:extLst>
              </p:cNvPr>
              <p:cNvSpPr txBox="1"/>
              <p:nvPr/>
            </p:nvSpPr>
            <p:spPr>
              <a:xfrm rot="21106037">
                <a:off x="9360647" y="4654247"/>
                <a:ext cx="462053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OK</a:t>
                </a:r>
                <a:endParaRPr kumimoji="0" lang="en-US" sz="1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128" name="Group 127">
              <a:extLst>
                <a:ext uri="{FF2B5EF4-FFF2-40B4-BE49-F238E27FC236}">
                  <a16:creationId xmlns:a16="http://schemas.microsoft.com/office/drawing/2014/main" id="{6AAF2513-9DD5-1A4B-B41D-1AFE8BDB247D}"/>
                </a:ext>
              </a:extLst>
            </p:cNvPr>
            <p:cNvGrpSpPr/>
            <p:nvPr/>
          </p:nvGrpSpPr>
          <p:grpSpPr>
            <a:xfrm>
              <a:off x="8226030" y="4881121"/>
              <a:ext cx="1684338" cy="344172"/>
              <a:chOff x="8226030" y="4881121"/>
              <a:chExt cx="1684338" cy="344172"/>
            </a:xfrm>
          </p:grpSpPr>
          <p:sp>
            <p:nvSpPr>
              <p:cNvPr id="86" name="Line 17">
                <a:extLst>
                  <a:ext uri="{FF2B5EF4-FFF2-40B4-BE49-F238E27FC236}">
                    <a16:creationId xmlns:a16="http://schemas.microsoft.com/office/drawing/2014/main" id="{33143F67-A599-EE4C-988D-1E52584BCB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26030" y="4990711"/>
                <a:ext cx="1684338" cy="2345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8" name="TextBox 87">
                <a:extLst>
                  <a:ext uri="{FF2B5EF4-FFF2-40B4-BE49-F238E27FC236}">
                    <a16:creationId xmlns:a16="http://schemas.microsoft.com/office/drawing/2014/main" id="{6F421034-4844-1843-9EDF-80D2D2191FFC}"/>
                  </a:ext>
                </a:extLst>
              </p:cNvPr>
              <p:cNvSpPr txBox="1"/>
              <p:nvPr/>
            </p:nvSpPr>
            <p:spPr>
              <a:xfrm rot="460210">
                <a:off x="8601378" y="4881121"/>
                <a:ext cx="1126989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unlock </a:t>
                </a:r>
                <a:r>
                  <a:rPr kumimoji="0" lang="en-US" sz="14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X</a:t>
                </a:r>
              </a:p>
            </p:txBody>
          </p:sp>
        </p:grpSp>
        <p:grpSp>
          <p:nvGrpSpPr>
            <p:cNvPr id="129" name="Group 128">
              <a:extLst>
                <a:ext uri="{FF2B5EF4-FFF2-40B4-BE49-F238E27FC236}">
                  <a16:creationId xmlns:a16="http://schemas.microsoft.com/office/drawing/2014/main" id="{02E6B42D-EC51-CD42-8E76-639F17FF9C82}"/>
                </a:ext>
              </a:extLst>
            </p:cNvPr>
            <p:cNvGrpSpPr/>
            <p:nvPr/>
          </p:nvGrpSpPr>
          <p:grpSpPr>
            <a:xfrm>
              <a:off x="8211743" y="5253900"/>
              <a:ext cx="1673225" cy="336684"/>
              <a:chOff x="8211743" y="5253900"/>
              <a:chExt cx="1673225" cy="336684"/>
            </a:xfrm>
          </p:grpSpPr>
          <p:sp>
            <p:nvSpPr>
              <p:cNvPr id="87" name="Line 18">
                <a:extLst>
                  <a:ext uri="{FF2B5EF4-FFF2-40B4-BE49-F238E27FC236}">
                    <a16:creationId xmlns:a16="http://schemas.microsoft.com/office/drawing/2014/main" id="{981C6A97-493C-1541-8F46-FB6401EE6D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211743" y="5253900"/>
                <a:ext cx="1673225" cy="24221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9" name="TextBox 88">
                <a:extLst>
                  <a:ext uri="{FF2B5EF4-FFF2-40B4-BE49-F238E27FC236}">
                    <a16:creationId xmlns:a16="http://schemas.microsoft.com/office/drawing/2014/main" id="{4E6BC057-143C-EA4C-9758-617A540239BE}"/>
                  </a:ext>
                </a:extLst>
              </p:cNvPr>
              <p:cNvSpPr txBox="1"/>
              <p:nvPr/>
            </p:nvSpPr>
            <p:spPr>
              <a:xfrm rot="21106037">
                <a:off x="9373746" y="5282807"/>
                <a:ext cx="462053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OK</a:t>
                </a:r>
                <a:endParaRPr kumimoji="0" lang="en-US" sz="1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130" name="Group 129">
              <a:extLst>
                <a:ext uri="{FF2B5EF4-FFF2-40B4-BE49-F238E27FC236}">
                  <a16:creationId xmlns:a16="http://schemas.microsoft.com/office/drawing/2014/main" id="{812585BB-270F-6343-8338-140BA89C7E52}"/>
                </a:ext>
              </a:extLst>
            </p:cNvPr>
            <p:cNvGrpSpPr/>
            <p:nvPr/>
          </p:nvGrpSpPr>
          <p:grpSpPr>
            <a:xfrm>
              <a:off x="8226030" y="3575737"/>
              <a:ext cx="1696234" cy="338597"/>
              <a:chOff x="8226030" y="3575737"/>
              <a:chExt cx="1696234" cy="338597"/>
            </a:xfrm>
          </p:grpSpPr>
          <p:sp>
            <p:nvSpPr>
              <p:cNvPr id="76" name="Line 17">
                <a:extLst>
                  <a:ext uri="{FF2B5EF4-FFF2-40B4-BE49-F238E27FC236}">
                    <a16:creationId xmlns:a16="http://schemas.microsoft.com/office/drawing/2014/main" id="{06976B72-BDF3-7C48-82E3-924EF74F53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26030" y="3679752"/>
                <a:ext cx="1684338" cy="2345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A7D38CDC-448B-6D46-8D67-92FCAC24452A}"/>
                  </a:ext>
                </a:extLst>
              </p:cNvPr>
              <p:cNvSpPr txBox="1"/>
              <p:nvPr/>
            </p:nvSpPr>
            <p:spPr>
              <a:xfrm rot="460210">
                <a:off x="8589335" y="3575737"/>
                <a:ext cx="1332929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update </a:t>
                </a:r>
                <a:r>
                  <a:rPr kumimoji="0" lang="en-US" sz="14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X      X’</a:t>
                </a:r>
              </a:p>
            </p:txBody>
          </p:sp>
          <p:cxnSp>
            <p:nvCxnSpPr>
              <p:cNvPr id="92" name="Straight Arrow Connector 91">
                <a:extLst>
                  <a:ext uri="{FF2B5EF4-FFF2-40B4-BE49-F238E27FC236}">
                    <a16:creationId xmlns:a16="http://schemas.microsoft.com/office/drawing/2014/main" id="{196C1467-1B22-FD48-8EA3-AAA9DBA798B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331367" y="3750644"/>
                <a:ext cx="221806" cy="28115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1" name="Group 130">
              <a:extLst>
                <a:ext uri="{FF2B5EF4-FFF2-40B4-BE49-F238E27FC236}">
                  <a16:creationId xmlns:a16="http://schemas.microsoft.com/office/drawing/2014/main" id="{0BE549BD-AAEC-8444-851F-3374194952CD}"/>
                </a:ext>
              </a:extLst>
            </p:cNvPr>
            <p:cNvGrpSpPr/>
            <p:nvPr/>
          </p:nvGrpSpPr>
          <p:grpSpPr>
            <a:xfrm>
              <a:off x="8234852" y="4259764"/>
              <a:ext cx="1684338" cy="366949"/>
              <a:chOff x="8234852" y="4259764"/>
              <a:chExt cx="1684338" cy="366949"/>
            </a:xfrm>
          </p:grpSpPr>
          <p:sp>
            <p:nvSpPr>
              <p:cNvPr id="81" name="Line 17">
                <a:extLst>
                  <a:ext uri="{FF2B5EF4-FFF2-40B4-BE49-F238E27FC236}">
                    <a16:creationId xmlns:a16="http://schemas.microsoft.com/office/drawing/2014/main" id="{BD9CD2B5-5BAD-F64E-ABCA-CBF632B90A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34852" y="4392131"/>
                <a:ext cx="1684338" cy="2345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4" name="TextBox 83">
                <a:extLst>
                  <a:ext uri="{FF2B5EF4-FFF2-40B4-BE49-F238E27FC236}">
                    <a16:creationId xmlns:a16="http://schemas.microsoft.com/office/drawing/2014/main" id="{9C94E783-4022-4840-9168-04845DD3C6E1}"/>
                  </a:ext>
                </a:extLst>
              </p:cNvPr>
              <p:cNvSpPr txBox="1"/>
              <p:nvPr/>
            </p:nvSpPr>
            <p:spPr>
              <a:xfrm rot="460210">
                <a:off x="8600615" y="4259764"/>
                <a:ext cx="1257041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update </a:t>
                </a:r>
                <a:r>
                  <a:rPr kumimoji="0" lang="en-US" sz="14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X      X’’</a:t>
                </a:r>
              </a:p>
            </p:txBody>
          </p:sp>
          <p:cxnSp>
            <p:nvCxnSpPr>
              <p:cNvPr id="96" name="Straight Arrow Connector 95">
                <a:extLst>
                  <a:ext uri="{FF2B5EF4-FFF2-40B4-BE49-F238E27FC236}">
                    <a16:creationId xmlns:a16="http://schemas.microsoft.com/office/drawing/2014/main" id="{E91273DD-2DB7-7D46-A38E-BB2C165693F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339955" y="4436145"/>
                <a:ext cx="221806" cy="28115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1" name="Group 120">
              <a:extLst>
                <a:ext uri="{FF2B5EF4-FFF2-40B4-BE49-F238E27FC236}">
                  <a16:creationId xmlns:a16="http://schemas.microsoft.com/office/drawing/2014/main" id="{67AF7376-17A3-D741-91E5-0D8534607D08}"/>
                </a:ext>
              </a:extLst>
            </p:cNvPr>
            <p:cNvGrpSpPr/>
            <p:nvPr/>
          </p:nvGrpSpPr>
          <p:grpSpPr>
            <a:xfrm>
              <a:off x="8226030" y="2820539"/>
              <a:ext cx="1684338" cy="362594"/>
              <a:chOff x="8226030" y="2820539"/>
              <a:chExt cx="1684338" cy="362594"/>
            </a:xfrm>
          </p:grpSpPr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0770E437-30BF-E34D-A36A-B1465B8979C1}"/>
                  </a:ext>
                </a:extLst>
              </p:cNvPr>
              <p:cNvSpPr txBox="1"/>
              <p:nvPr/>
            </p:nvSpPr>
            <p:spPr>
              <a:xfrm rot="460210">
                <a:off x="8283881" y="2820539"/>
                <a:ext cx="1560697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lock data record </a:t>
                </a:r>
                <a:r>
                  <a:rPr kumimoji="0" lang="en-US" sz="14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X</a:t>
                </a:r>
              </a:p>
            </p:txBody>
          </p:sp>
          <p:sp>
            <p:nvSpPr>
              <p:cNvPr id="18" name="Line 17">
                <a:extLst>
                  <a:ext uri="{FF2B5EF4-FFF2-40B4-BE49-F238E27FC236}">
                    <a16:creationId xmlns:a16="http://schemas.microsoft.com/office/drawing/2014/main" id="{226EF0C1-2237-8E46-AB56-8D689EE5CD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26030" y="2948551"/>
                <a:ext cx="1684338" cy="2345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6D140EC4-5DA8-F040-BC23-C3A90A90AE49}"/>
                </a:ext>
              </a:extLst>
            </p:cNvPr>
            <p:cNvGrpSpPr/>
            <p:nvPr/>
          </p:nvGrpSpPr>
          <p:grpSpPr>
            <a:xfrm>
              <a:off x="8211743" y="3211740"/>
              <a:ext cx="1673225" cy="326272"/>
              <a:chOff x="8211743" y="3211740"/>
              <a:chExt cx="1673225" cy="326272"/>
            </a:xfrm>
          </p:grpSpPr>
          <p:sp>
            <p:nvSpPr>
              <p:cNvPr id="20" name="Line 18">
                <a:extLst>
                  <a:ext uri="{FF2B5EF4-FFF2-40B4-BE49-F238E27FC236}">
                    <a16:creationId xmlns:a16="http://schemas.microsoft.com/office/drawing/2014/main" id="{C78912E7-84E1-824B-B855-60DAC36E52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211743" y="3211740"/>
                <a:ext cx="1673225" cy="24221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839CDE70-7C81-BB40-B7E7-D376841A3505}"/>
                  </a:ext>
                </a:extLst>
              </p:cNvPr>
              <p:cNvSpPr txBox="1"/>
              <p:nvPr/>
            </p:nvSpPr>
            <p:spPr>
              <a:xfrm rot="21106037">
                <a:off x="9368027" y="3230235"/>
                <a:ext cx="462053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OK</a:t>
                </a:r>
                <a:endParaRPr kumimoji="0" lang="en-US" sz="1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122" name="Group 121">
              <a:extLst>
                <a:ext uri="{FF2B5EF4-FFF2-40B4-BE49-F238E27FC236}">
                  <a16:creationId xmlns:a16="http://schemas.microsoft.com/office/drawing/2014/main" id="{3FE3FF41-4F60-4C4F-85AB-4CC4494FF63A}"/>
                </a:ext>
              </a:extLst>
            </p:cNvPr>
            <p:cNvGrpSpPr/>
            <p:nvPr/>
          </p:nvGrpSpPr>
          <p:grpSpPr>
            <a:xfrm>
              <a:off x="10136156" y="2957082"/>
              <a:ext cx="522425" cy="400110"/>
              <a:chOff x="10136156" y="2957082"/>
              <a:chExt cx="522425" cy="400110"/>
            </a:xfrm>
          </p:grpSpPr>
          <p:sp>
            <p:nvSpPr>
              <p:cNvPr id="91" name="AutoShape 327">
                <a:extLst>
                  <a:ext uri="{FF2B5EF4-FFF2-40B4-BE49-F238E27FC236}">
                    <a16:creationId xmlns:a16="http://schemas.microsoft.com/office/drawing/2014/main" id="{819E3430-D00B-DE4A-BF76-DA4F707FA9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38333" y="2957082"/>
                <a:ext cx="510086" cy="400110"/>
              </a:xfrm>
              <a:prstGeom prst="can">
                <a:avLst>
                  <a:gd name="adj" fmla="val 31004"/>
                </a:avLst>
              </a:prstGeom>
              <a:gradFill rotWithShape="1">
                <a:gsLst>
                  <a:gs pos="0">
                    <a:schemeClr val="accent5">
                      <a:lumMod val="75000"/>
                    </a:schemeClr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9A7AE3A8-B4B7-5D45-9040-2EECD223536E}"/>
                  </a:ext>
                </a:extLst>
              </p:cNvPr>
              <p:cNvSpPr txBox="1"/>
              <p:nvPr/>
            </p:nvSpPr>
            <p:spPr>
              <a:xfrm>
                <a:off x="10364121" y="3049415"/>
                <a:ext cx="294460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X</a:t>
                </a:r>
              </a:p>
            </p:txBody>
          </p:sp>
          <p:pic>
            <p:nvPicPr>
              <p:cNvPr id="101" name="Picture 100">
                <a:extLst>
                  <a:ext uri="{FF2B5EF4-FFF2-40B4-BE49-F238E27FC236}">
                    <a16:creationId xmlns:a16="http://schemas.microsoft.com/office/drawing/2014/main" id="{E64171ED-8243-0748-A18D-E9E66AB8CC6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10136156" y="2995160"/>
                <a:ext cx="307778" cy="307778"/>
              </a:xfrm>
              <a:prstGeom prst="rect">
                <a:avLst/>
              </a:prstGeom>
            </p:spPr>
          </p:pic>
        </p:grpSp>
        <p:sp>
          <p:nvSpPr>
            <p:cNvPr id="102" name="AutoShape 327">
              <a:extLst>
                <a:ext uri="{FF2B5EF4-FFF2-40B4-BE49-F238E27FC236}">
                  <a16:creationId xmlns:a16="http://schemas.microsoft.com/office/drawing/2014/main" id="{94D2C5FA-36D2-234A-8CDE-D9DE43DC6B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57378" y="2195369"/>
              <a:ext cx="510086" cy="400110"/>
            </a:xfrm>
            <a:prstGeom prst="can">
              <a:avLst>
                <a:gd name="adj" fmla="val 31004"/>
              </a:avLst>
            </a:prstGeom>
            <a:gradFill rotWithShape="1">
              <a:gsLst>
                <a:gs pos="0">
                  <a:schemeClr val="accent5">
                    <a:lumMod val="75000"/>
                  </a:schemeClr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0E67923B-2554-D94F-98BF-5970F66E0A80}"/>
                </a:ext>
              </a:extLst>
            </p:cNvPr>
            <p:cNvSpPr txBox="1"/>
            <p:nvPr/>
          </p:nvSpPr>
          <p:spPr>
            <a:xfrm>
              <a:off x="10383166" y="2287702"/>
              <a:ext cx="29446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X</a:t>
              </a:r>
            </a:p>
          </p:txBody>
        </p:sp>
        <p:grpSp>
          <p:nvGrpSpPr>
            <p:cNvPr id="106" name="Group 105">
              <a:extLst>
                <a:ext uri="{FF2B5EF4-FFF2-40B4-BE49-F238E27FC236}">
                  <a16:creationId xmlns:a16="http://schemas.microsoft.com/office/drawing/2014/main" id="{2B5B74FE-39C8-5B43-9432-6DE5518154FD}"/>
                </a:ext>
              </a:extLst>
            </p:cNvPr>
            <p:cNvGrpSpPr/>
            <p:nvPr/>
          </p:nvGrpSpPr>
          <p:grpSpPr>
            <a:xfrm>
              <a:off x="10132163" y="3702128"/>
              <a:ext cx="592569" cy="400110"/>
              <a:chOff x="10136156" y="2957082"/>
              <a:chExt cx="592569" cy="400110"/>
            </a:xfrm>
          </p:grpSpPr>
          <p:sp>
            <p:nvSpPr>
              <p:cNvPr id="107" name="AutoShape 327">
                <a:extLst>
                  <a:ext uri="{FF2B5EF4-FFF2-40B4-BE49-F238E27FC236}">
                    <a16:creationId xmlns:a16="http://schemas.microsoft.com/office/drawing/2014/main" id="{8B16F450-5DEA-8B45-B210-945CA6750C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38333" y="2957082"/>
                <a:ext cx="510086" cy="400110"/>
              </a:xfrm>
              <a:prstGeom prst="can">
                <a:avLst>
                  <a:gd name="adj" fmla="val 31004"/>
                </a:avLst>
              </a:prstGeom>
              <a:gradFill rotWithShape="1">
                <a:gsLst>
                  <a:gs pos="0">
                    <a:schemeClr val="accent5">
                      <a:lumMod val="75000"/>
                    </a:schemeClr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8" name="TextBox 107">
                <a:extLst>
                  <a:ext uri="{FF2B5EF4-FFF2-40B4-BE49-F238E27FC236}">
                    <a16:creationId xmlns:a16="http://schemas.microsoft.com/office/drawing/2014/main" id="{72167ECA-B9B2-4E40-82B0-9F43976F24FE}"/>
                  </a:ext>
                </a:extLst>
              </p:cNvPr>
              <p:cNvSpPr txBox="1"/>
              <p:nvPr/>
            </p:nvSpPr>
            <p:spPr>
              <a:xfrm>
                <a:off x="10364121" y="3049415"/>
                <a:ext cx="364604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X’</a:t>
                </a:r>
              </a:p>
            </p:txBody>
          </p:sp>
          <p:pic>
            <p:nvPicPr>
              <p:cNvPr id="109" name="Picture 108">
                <a:extLst>
                  <a:ext uri="{FF2B5EF4-FFF2-40B4-BE49-F238E27FC236}">
                    <a16:creationId xmlns:a16="http://schemas.microsoft.com/office/drawing/2014/main" id="{06DE726C-08C5-5346-B762-9B140BCB888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10136156" y="2995160"/>
                <a:ext cx="307778" cy="307778"/>
              </a:xfrm>
              <a:prstGeom prst="rect">
                <a:avLst/>
              </a:prstGeom>
            </p:spPr>
          </p:pic>
        </p:grpSp>
        <p:grpSp>
          <p:nvGrpSpPr>
            <p:cNvPr id="110" name="Group 109">
              <a:extLst>
                <a:ext uri="{FF2B5EF4-FFF2-40B4-BE49-F238E27FC236}">
                  <a16:creationId xmlns:a16="http://schemas.microsoft.com/office/drawing/2014/main" id="{6E55A0D6-71A5-1D45-8A52-331867F92A1A}"/>
                </a:ext>
              </a:extLst>
            </p:cNvPr>
            <p:cNvGrpSpPr/>
            <p:nvPr/>
          </p:nvGrpSpPr>
          <p:grpSpPr>
            <a:xfrm>
              <a:off x="10128170" y="4447174"/>
              <a:ext cx="592569" cy="400110"/>
              <a:chOff x="10136156" y="2957082"/>
              <a:chExt cx="592569" cy="400110"/>
            </a:xfrm>
          </p:grpSpPr>
          <p:sp>
            <p:nvSpPr>
              <p:cNvPr id="111" name="AutoShape 327">
                <a:extLst>
                  <a:ext uri="{FF2B5EF4-FFF2-40B4-BE49-F238E27FC236}">
                    <a16:creationId xmlns:a16="http://schemas.microsoft.com/office/drawing/2014/main" id="{AD90F81E-B5AA-6341-8460-5E051080AA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38333" y="2957082"/>
                <a:ext cx="510086" cy="400110"/>
              </a:xfrm>
              <a:prstGeom prst="can">
                <a:avLst>
                  <a:gd name="adj" fmla="val 31004"/>
                </a:avLst>
              </a:prstGeom>
              <a:gradFill rotWithShape="1">
                <a:gsLst>
                  <a:gs pos="0">
                    <a:schemeClr val="accent5">
                      <a:lumMod val="75000"/>
                    </a:schemeClr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12" name="TextBox 111">
                <a:extLst>
                  <a:ext uri="{FF2B5EF4-FFF2-40B4-BE49-F238E27FC236}">
                    <a16:creationId xmlns:a16="http://schemas.microsoft.com/office/drawing/2014/main" id="{C02956FF-BB8D-6149-9012-24692DD7049D}"/>
                  </a:ext>
                </a:extLst>
              </p:cNvPr>
              <p:cNvSpPr txBox="1"/>
              <p:nvPr/>
            </p:nvSpPr>
            <p:spPr>
              <a:xfrm>
                <a:off x="10364121" y="3049415"/>
                <a:ext cx="364604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X’’</a:t>
                </a:r>
              </a:p>
            </p:txBody>
          </p:sp>
          <p:pic>
            <p:nvPicPr>
              <p:cNvPr id="113" name="Picture 112">
                <a:extLst>
                  <a:ext uri="{FF2B5EF4-FFF2-40B4-BE49-F238E27FC236}">
                    <a16:creationId xmlns:a16="http://schemas.microsoft.com/office/drawing/2014/main" id="{7E37BA2D-D932-D14B-9FD2-5FE1BA0B72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10136156" y="2995160"/>
                <a:ext cx="307778" cy="307778"/>
              </a:xfrm>
              <a:prstGeom prst="rect">
                <a:avLst/>
              </a:prstGeom>
            </p:spPr>
          </p:pic>
        </p:grpSp>
        <p:grpSp>
          <p:nvGrpSpPr>
            <p:cNvPr id="114" name="Group 113">
              <a:extLst>
                <a:ext uri="{FF2B5EF4-FFF2-40B4-BE49-F238E27FC236}">
                  <a16:creationId xmlns:a16="http://schemas.microsoft.com/office/drawing/2014/main" id="{CEB7CAB0-F376-054D-A184-1987E69E5578}"/>
                </a:ext>
              </a:extLst>
            </p:cNvPr>
            <p:cNvGrpSpPr/>
            <p:nvPr/>
          </p:nvGrpSpPr>
          <p:grpSpPr>
            <a:xfrm>
              <a:off x="10126354" y="5192220"/>
              <a:ext cx="726072" cy="400110"/>
              <a:chOff x="10138333" y="2957082"/>
              <a:chExt cx="726072" cy="400110"/>
            </a:xfrm>
          </p:grpSpPr>
          <p:sp>
            <p:nvSpPr>
              <p:cNvPr id="115" name="AutoShape 327">
                <a:extLst>
                  <a:ext uri="{FF2B5EF4-FFF2-40B4-BE49-F238E27FC236}">
                    <a16:creationId xmlns:a16="http://schemas.microsoft.com/office/drawing/2014/main" id="{0D7E10F2-D009-F14B-82D2-F08AB22187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38333" y="2957082"/>
                <a:ext cx="510086" cy="400110"/>
              </a:xfrm>
              <a:prstGeom prst="can">
                <a:avLst>
                  <a:gd name="adj" fmla="val 31004"/>
                </a:avLst>
              </a:prstGeom>
              <a:gradFill rotWithShape="1">
                <a:gsLst>
                  <a:gs pos="0">
                    <a:schemeClr val="accent5">
                      <a:lumMod val="75000"/>
                    </a:schemeClr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16" name="TextBox 115">
                <a:extLst>
                  <a:ext uri="{FF2B5EF4-FFF2-40B4-BE49-F238E27FC236}">
                    <a16:creationId xmlns:a16="http://schemas.microsoft.com/office/drawing/2014/main" id="{87935EAA-1BE1-5D4A-BB6F-A7C69F071ADD}"/>
                  </a:ext>
                </a:extLst>
              </p:cNvPr>
              <p:cNvSpPr txBox="1"/>
              <p:nvPr/>
            </p:nvSpPr>
            <p:spPr>
              <a:xfrm>
                <a:off x="10364121" y="3049415"/>
                <a:ext cx="500284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X’’</a:t>
                </a:r>
              </a:p>
            </p:txBody>
          </p:sp>
        </p:grp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6F306746-EF4C-B446-9F1D-1D85D8A99FAC}"/>
                </a:ext>
              </a:extLst>
            </p:cNvPr>
            <p:cNvSpPr txBox="1"/>
            <p:nvPr/>
          </p:nvSpPr>
          <p:spPr>
            <a:xfrm>
              <a:off x="7895870" y="4140346"/>
              <a:ext cx="41429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A3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t’</a:t>
              </a:r>
              <a:endParaRPr kumimoji="0" lang="en-US" sz="16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80C0AC55-7635-2346-85C0-10B75BF4C445}"/>
                </a:ext>
              </a:extLst>
            </p:cNvPr>
            <p:cNvSpPr txBox="1"/>
            <p:nvPr/>
          </p:nvSpPr>
          <p:spPr>
            <a:xfrm>
              <a:off x="7384517" y="5969340"/>
              <a:ext cx="4115505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Q: </a:t>
              </a: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what happens if network connection or client crashes at </a:t>
              </a:r>
              <a:r>
                <a:rPr kumimoji="0" 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t’ </a:t>
              </a: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?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645911935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379879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Maintaining user/server state: cookies</a:t>
            </a:r>
            <a:endParaRPr lang="en-US" sz="4400" dirty="0"/>
          </a:p>
        </p:txBody>
      </p:sp>
      <p:grpSp>
        <p:nvGrpSpPr>
          <p:cNvPr id="2" name="Group 1" descr="A diagram showing how cookies are used and maintained.">
            <a:extLst>
              <a:ext uri="{FF2B5EF4-FFF2-40B4-BE49-F238E27FC236}">
                <a16:creationId xmlns:a16="http://schemas.microsoft.com/office/drawing/2014/main" id="{18D3FEE5-A73C-2847-0821-2C0C8ECF3D1A}"/>
              </a:ext>
            </a:extLst>
          </p:cNvPr>
          <p:cNvGrpSpPr/>
          <p:nvPr/>
        </p:nvGrpSpPr>
        <p:grpSpPr>
          <a:xfrm>
            <a:off x="1550772" y="1266659"/>
            <a:ext cx="9424247" cy="5470167"/>
            <a:chOff x="1550772" y="1266659"/>
            <a:chExt cx="9424247" cy="5470167"/>
          </a:xfrm>
        </p:grpSpPr>
        <p:sp>
          <p:nvSpPr>
            <p:cNvPr id="96" name="Text Box 5">
              <a:extLst>
                <a:ext uri="{FF2B5EF4-FFF2-40B4-BE49-F238E27FC236}">
                  <a16:creationId xmlns:a16="http://schemas.microsoft.com/office/drawing/2014/main" id="{BDD58876-57D5-6242-A5A0-1F4F57BBD4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92674" y="1266659"/>
              <a:ext cx="87395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client</a:t>
              </a:r>
            </a:p>
          </p:txBody>
        </p:sp>
        <p:sp>
          <p:nvSpPr>
            <p:cNvPr id="97" name="Text Box 6">
              <a:extLst>
                <a:ext uri="{FF2B5EF4-FFF2-40B4-BE49-F238E27FC236}">
                  <a16:creationId xmlns:a16="http://schemas.microsoft.com/office/drawing/2014/main" id="{2C7DB634-32FD-8242-867E-9B9E0867E9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45557" y="1520844"/>
              <a:ext cx="2052165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Amazon server</a:t>
              </a:r>
            </a:p>
          </p:txBody>
        </p:sp>
        <p:grpSp>
          <p:nvGrpSpPr>
            <p:cNvPr id="98" name="Group 90">
              <a:extLst>
                <a:ext uri="{FF2B5EF4-FFF2-40B4-BE49-F238E27FC236}">
                  <a16:creationId xmlns:a16="http://schemas.microsoft.com/office/drawing/2014/main" id="{94011BFB-FD4F-E449-8218-8F0FBC7956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96806" y="4057653"/>
              <a:ext cx="3873500" cy="458788"/>
              <a:chOff x="1414" y="2657"/>
              <a:chExt cx="2440" cy="289"/>
            </a:xfrm>
          </p:grpSpPr>
          <p:sp>
            <p:nvSpPr>
              <p:cNvPr id="99" name="Line 16">
                <a:extLst>
                  <a:ext uri="{FF2B5EF4-FFF2-40B4-BE49-F238E27FC236}">
                    <a16:creationId xmlns:a16="http://schemas.microsoft.com/office/drawing/2014/main" id="{88BDB1BC-CF22-D740-8FD0-3286D32A2A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414" y="2657"/>
                <a:ext cx="2440" cy="24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100" name="Group 17">
                <a:extLst>
                  <a:ext uri="{FF2B5EF4-FFF2-40B4-BE49-F238E27FC236}">
                    <a16:creationId xmlns:a16="http://schemas.microsoft.com/office/drawing/2014/main" id="{1663D802-36E9-1C4C-BFE3-BD3D0033505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53" y="2694"/>
                <a:ext cx="1897" cy="252"/>
                <a:chOff x="3268" y="2846"/>
                <a:chExt cx="1897" cy="252"/>
              </a:xfrm>
            </p:grpSpPr>
            <p:sp>
              <p:nvSpPr>
                <p:cNvPr id="101" name="Rectangle 18">
                  <a:extLst>
                    <a:ext uri="{FF2B5EF4-FFF2-40B4-BE49-F238E27FC236}">
                      <a16:creationId xmlns:a16="http://schemas.microsoft.com/office/drawing/2014/main" id="{F3795387-184E-6040-B5E5-4A94444CF86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82" y="2856"/>
                  <a:ext cx="1692" cy="198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" name="Text Box 19">
                  <a:extLst>
                    <a:ext uri="{FF2B5EF4-FFF2-40B4-BE49-F238E27FC236}">
                      <a16:creationId xmlns:a16="http://schemas.microsoft.com/office/drawing/2014/main" id="{1E8E6531-8FF1-1C40-8C70-630F4E1475A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8" y="2846"/>
                  <a:ext cx="1897" cy="252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square"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/>
                      <a:ea typeface="ＭＳ Ｐゴシック" panose="020B0600070205080204" pitchFamily="34" charset="-128"/>
                      <a:cs typeface="+mn-cs"/>
                    </a:rPr>
                    <a:t>usual HTTP response msg</a:t>
                  </a: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</p:grpSp>
        <p:grpSp>
          <p:nvGrpSpPr>
            <p:cNvPr id="103" name="Group 94">
              <a:extLst>
                <a:ext uri="{FF2B5EF4-FFF2-40B4-BE49-F238E27FC236}">
                  <a16:creationId xmlns:a16="http://schemas.microsoft.com/office/drawing/2014/main" id="{A02DFDF0-ACF5-0944-BB01-BEA857B24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2432" y="5867498"/>
              <a:ext cx="3859213" cy="463549"/>
              <a:chOff x="1392" y="3579"/>
              <a:chExt cx="2431" cy="292"/>
            </a:xfrm>
          </p:grpSpPr>
          <p:sp>
            <p:nvSpPr>
              <p:cNvPr id="104" name="Line 24">
                <a:extLst>
                  <a:ext uri="{FF2B5EF4-FFF2-40B4-BE49-F238E27FC236}">
                    <a16:creationId xmlns:a16="http://schemas.microsoft.com/office/drawing/2014/main" id="{EEB16C5E-89E3-9248-A0E9-068D3F51C4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392" y="3579"/>
                <a:ext cx="2431" cy="2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7" name="Text Box 27">
                <a:extLst>
                  <a:ext uri="{FF2B5EF4-FFF2-40B4-BE49-F238E27FC236}">
                    <a16:creationId xmlns:a16="http://schemas.microsoft.com/office/drawing/2014/main" id="{474B7C25-022E-B449-BFB7-79520686A1C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8" y="3619"/>
                <a:ext cx="1852" cy="252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squar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rPr>
                  <a:t>usual HTTP response msg</a:t>
                </a: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08" name="Text Box 59">
              <a:extLst>
                <a:ext uri="{FF2B5EF4-FFF2-40B4-BE49-F238E27FC236}">
                  <a16:creationId xmlns:a16="http://schemas.microsoft.com/office/drawing/2014/main" id="{8FCE1392-BEBB-7649-A72C-5DBA317615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33156" y="2293935"/>
              <a:ext cx="178752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cookie file</a:t>
              </a:r>
            </a:p>
          </p:txBody>
        </p:sp>
        <p:sp>
          <p:nvSpPr>
            <p:cNvPr id="109" name="Text Box 66">
              <a:extLst>
                <a:ext uri="{FF2B5EF4-FFF2-40B4-BE49-F238E27FC236}">
                  <a16:creationId xmlns:a16="http://schemas.microsoft.com/office/drawing/2014/main" id="{0A6A1E02-F6BE-5D46-AD20-D1F7027FB4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50772" y="4672055"/>
              <a:ext cx="1810111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one week later:</a:t>
              </a:r>
            </a:p>
          </p:txBody>
        </p:sp>
        <p:grpSp>
          <p:nvGrpSpPr>
            <p:cNvPr id="110" name="Group 89">
              <a:extLst>
                <a:ext uri="{FF2B5EF4-FFF2-40B4-BE49-F238E27FC236}">
                  <a16:creationId xmlns:a16="http://schemas.microsoft.com/office/drawing/2014/main" id="{40D8E44C-8C6C-D542-9BE7-10406B51CD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98327" y="3429000"/>
              <a:ext cx="6777024" cy="1128713"/>
              <a:chOff x="1411" y="2261"/>
              <a:chExt cx="3533" cy="711"/>
            </a:xfrm>
          </p:grpSpPr>
          <p:sp>
            <p:nvSpPr>
              <p:cNvPr id="111" name="Line 12">
                <a:extLst>
                  <a:ext uri="{FF2B5EF4-FFF2-40B4-BE49-F238E27FC236}">
                    <a16:creationId xmlns:a16="http://schemas.microsoft.com/office/drawing/2014/main" id="{153DBCD9-AEFE-0D4C-84B4-A29E1AAACC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11" y="2361"/>
                <a:ext cx="2016" cy="24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2" name="Text Box 15">
                <a:extLst>
                  <a:ext uri="{FF2B5EF4-FFF2-40B4-BE49-F238E27FC236}">
                    <a16:creationId xmlns:a16="http://schemas.microsoft.com/office/drawing/2014/main" id="{B4EE3ACA-27BC-0046-99A0-E10CEAF864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48" y="2261"/>
                <a:ext cx="1689" cy="404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squar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rPr>
                  <a:t>usual HTTP request msg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rPr>
                  <a:t>cookie: 1678</a:t>
                </a:r>
              </a:p>
            </p:txBody>
          </p:sp>
          <p:sp>
            <p:nvSpPr>
              <p:cNvPr id="113" name="Text Box 28">
                <a:extLst>
                  <a:ext uri="{FF2B5EF4-FFF2-40B4-BE49-F238E27FC236}">
                    <a16:creationId xmlns:a16="http://schemas.microsoft.com/office/drawing/2014/main" id="{E0C8E058-016B-9643-8EC4-38404A2A2E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49" y="2332"/>
                <a:ext cx="607" cy="64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rPr>
                  <a:t>cookie-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rPr>
                  <a:t>specific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rPr>
                  <a:t>action</a:t>
                </a:r>
              </a:p>
            </p:txBody>
          </p:sp>
          <p:sp>
            <p:nvSpPr>
              <p:cNvPr id="114" name="Line 42">
                <a:extLst>
                  <a:ext uri="{FF2B5EF4-FFF2-40B4-BE49-F238E27FC236}">
                    <a16:creationId xmlns:a16="http://schemas.microsoft.com/office/drawing/2014/main" id="{AEE1E959-6738-514B-BC11-A0C6268B08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52" y="2367"/>
                <a:ext cx="692" cy="269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 type="triangl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115" name="Group 83">
                <a:extLst>
                  <a:ext uri="{FF2B5EF4-FFF2-40B4-BE49-F238E27FC236}">
                    <a16:creationId xmlns:a16="http://schemas.microsoft.com/office/drawing/2014/main" id="{B7857F88-08E3-E240-A20C-5162D296902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06" y="2363"/>
                <a:ext cx="539" cy="252"/>
                <a:chOff x="4306" y="2273"/>
                <a:chExt cx="539" cy="252"/>
              </a:xfrm>
            </p:grpSpPr>
            <p:sp>
              <p:nvSpPr>
                <p:cNvPr id="116" name="Rectangle 72">
                  <a:extLst>
                    <a:ext uri="{FF2B5EF4-FFF2-40B4-BE49-F238E27FC236}">
                      <a16:creationId xmlns:a16="http://schemas.microsoft.com/office/drawing/2014/main" id="{597ACCEC-4FF2-6B40-8454-C2F1F6A7C1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09" y="2365"/>
                  <a:ext cx="384" cy="96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7" name="Text Box 43">
                  <a:extLst>
                    <a:ext uri="{FF2B5EF4-FFF2-40B4-BE49-F238E27FC236}">
                      <a16:creationId xmlns:a16="http://schemas.microsoft.com/office/drawing/2014/main" id="{361D7D30-A4D4-5C44-878A-9FE3CEA4414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306" y="2273"/>
                  <a:ext cx="539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/>
                      <a:ea typeface="ＭＳ Ｐゴシック" panose="020B0600070205080204" pitchFamily="34" charset="-128"/>
                      <a:cs typeface="+mn-cs"/>
                    </a:rPr>
                    <a:t>access</a:t>
                  </a:r>
                </a:p>
              </p:txBody>
            </p:sp>
          </p:grpSp>
        </p:grpSp>
        <p:grpSp>
          <p:nvGrpSpPr>
            <p:cNvPr id="118" name="Group 81">
              <a:extLst>
                <a:ext uri="{FF2B5EF4-FFF2-40B4-BE49-F238E27FC236}">
                  <a16:creationId xmlns:a16="http://schemas.microsoft.com/office/drawing/2014/main" id="{CCEC4E82-EFC9-4646-BCEE-C0B8C7E94B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4581" y="1762123"/>
              <a:ext cx="1066800" cy="565150"/>
              <a:chOff x="527" y="1047"/>
              <a:chExt cx="855" cy="486"/>
            </a:xfrm>
          </p:grpSpPr>
          <p:sp>
            <p:nvSpPr>
              <p:cNvPr id="119" name="AutoShape 67">
                <a:extLst>
                  <a:ext uri="{FF2B5EF4-FFF2-40B4-BE49-F238E27FC236}">
                    <a16:creationId xmlns:a16="http://schemas.microsoft.com/office/drawing/2014/main" id="{3FF0F743-E4ED-2B41-96D3-06A33C2442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7" y="1047"/>
                <a:ext cx="855" cy="486"/>
              </a:xfrm>
              <a:prstGeom prst="can">
                <a:avLst>
                  <a:gd name="adj" fmla="val 25000"/>
                </a:avLst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20" name="Text Box 60">
                <a:extLst>
                  <a:ext uri="{FF2B5EF4-FFF2-40B4-BE49-F238E27FC236}">
                    <a16:creationId xmlns:a16="http://schemas.microsoft.com/office/drawing/2014/main" id="{6117DA15-C6DD-B847-B11A-0D6EFDBC12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2" y="1193"/>
                <a:ext cx="805" cy="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rPr>
                  <a:t>ebay 8734</a:t>
                </a:r>
              </a:p>
            </p:txBody>
          </p:sp>
        </p:grpSp>
        <p:grpSp>
          <p:nvGrpSpPr>
            <p:cNvPr id="121" name="Group 95">
              <a:extLst>
                <a:ext uri="{FF2B5EF4-FFF2-40B4-BE49-F238E27FC236}">
                  <a16:creationId xmlns:a16="http://schemas.microsoft.com/office/drawing/2014/main" id="{6419469C-19C4-3947-B461-0398BDE5A5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52356" y="1946272"/>
              <a:ext cx="6972540" cy="1301749"/>
              <a:chOff x="1386" y="1327"/>
              <a:chExt cx="3730" cy="820"/>
            </a:xfrm>
          </p:grpSpPr>
          <p:sp>
            <p:nvSpPr>
              <p:cNvPr id="122" name="Line 4">
                <a:extLst>
                  <a:ext uri="{FF2B5EF4-FFF2-40B4-BE49-F238E27FC236}">
                    <a16:creationId xmlns:a16="http://schemas.microsoft.com/office/drawing/2014/main" id="{53358BBA-04B8-9D40-89A7-C1749138D1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86" y="1355"/>
                <a:ext cx="2082" cy="24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23" name="Text Box 8">
                <a:extLst>
                  <a:ext uri="{FF2B5EF4-FFF2-40B4-BE49-F238E27FC236}">
                    <a16:creationId xmlns:a16="http://schemas.microsoft.com/office/drawing/2014/main" id="{437463ED-2B74-A04D-85BF-36A6CD1ADBE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54" y="1327"/>
                <a:ext cx="1689" cy="252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rPr>
                  <a:t>usual HTTP request msg</a:t>
                </a:r>
              </a:p>
            </p:txBody>
          </p:sp>
          <p:sp>
            <p:nvSpPr>
              <p:cNvPr id="124" name="Text Box 31">
                <a:extLst>
                  <a:ext uri="{FF2B5EF4-FFF2-40B4-BE49-F238E27FC236}">
                    <a16:creationId xmlns:a16="http://schemas.microsoft.com/office/drawing/2014/main" id="{8689192D-F56C-1640-861C-3C443D419F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60" y="1390"/>
                <a:ext cx="848" cy="58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rPr>
                  <a:t>Amazon server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rPr>
                  <a:t>creates ID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rPr>
                  <a:t>1678 for user</a:t>
                </a: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125" name="Group 82">
                <a:extLst>
                  <a:ext uri="{FF2B5EF4-FFF2-40B4-BE49-F238E27FC236}">
                    <a16:creationId xmlns:a16="http://schemas.microsoft.com/office/drawing/2014/main" id="{03DF1B1A-A9A9-854D-8891-346BB0DBAA8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77" y="1730"/>
                <a:ext cx="739" cy="417"/>
                <a:chOff x="4377" y="1640"/>
                <a:chExt cx="739" cy="417"/>
              </a:xfrm>
            </p:grpSpPr>
            <p:sp>
              <p:nvSpPr>
                <p:cNvPr id="126" name="Line 40">
                  <a:extLst>
                    <a:ext uri="{FF2B5EF4-FFF2-40B4-BE49-F238E27FC236}">
                      <a16:creationId xmlns:a16="http://schemas.microsoft.com/office/drawing/2014/main" id="{52C051AD-65C2-504B-9A70-F8E72303C4F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377" y="1640"/>
                  <a:ext cx="659" cy="414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 type="triangle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7" name="Rectangle 73">
                  <a:extLst>
                    <a:ext uri="{FF2B5EF4-FFF2-40B4-BE49-F238E27FC236}">
                      <a16:creationId xmlns:a16="http://schemas.microsoft.com/office/drawing/2014/main" id="{7F34673E-5298-3241-9317-86EC3DD70F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70" y="1729"/>
                  <a:ext cx="602" cy="243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8" name="Text Box 41">
                  <a:extLst>
                    <a:ext uri="{FF2B5EF4-FFF2-40B4-BE49-F238E27FC236}">
                      <a16:creationId xmlns:a16="http://schemas.microsoft.com/office/drawing/2014/main" id="{F17F9C36-958E-4C47-BE78-4A1A5F07266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381" y="1702"/>
                  <a:ext cx="735" cy="35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75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/>
                      <a:ea typeface="ＭＳ Ｐゴシック" panose="020B0600070205080204" pitchFamily="34" charset="-128"/>
                      <a:cs typeface="+mn-cs"/>
                    </a:rPr>
                    <a:t>create</a:t>
                  </a:r>
                </a:p>
                <a:p>
                  <a:pPr marL="0" marR="0" lvl="0" indent="0" algn="l" defTabSz="914400" rtl="0" eaLnBrk="0" fontAlgn="base" latinLnBrk="0" hangingPunct="0">
                    <a:lnSpc>
                      <a:spcPct val="75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/>
                      <a:ea typeface="ＭＳ Ｐゴシック" panose="020B0600070205080204" pitchFamily="34" charset="-128"/>
                      <a:cs typeface="+mn-cs"/>
                    </a:rPr>
                    <a:t>    entry</a:t>
                  </a:r>
                </a:p>
              </p:txBody>
            </p:sp>
          </p:grpSp>
        </p:grpSp>
        <p:grpSp>
          <p:nvGrpSpPr>
            <p:cNvPr id="129" name="Group 88">
              <a:extLst>
                <a:ext uri="{FF2B5EF4-FFF2-40B4-BE49-F238E27FC236}">
                  <a16:creationId xmlns:a16="http://schemas.microsoft.com/office/drawing/2014/main" id="{7A1CD3F5-FA12-5E48-9AC5-0FFB79FB2A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75603" y="2474086"/>
              <a:ext cx="5151555" cy="890270"/>
              <a:chOff x="462" y="1603"/>
              <a:chExt cx="3550" cy="719"/>
            </a:xfrm>
          </p:grpSpPr>
          <p:sp>
            <p:nvSpPr>
              <p:cNvPr id="130" name="Line 9">
                <a:extLst>
                  <a:ext uri="{FF2B5EF4-FFF2-40B4-BE49-F238E27FC236}">
                    <a16:creationId xmlns:a16="http://schemas.microsoft.com/office/drawing/2014/main" id="{34D0E0B7-0FCE-BB41-80D4-74036A2750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404" y="1603"/>
                <a:ext cx="2608" cy="27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31" name="Text Box 11">
                <a:extLst>
                  <a:ext uri="{FF2B5EF4-FFF2-40B4-BE49-F238E27FC236}">
                    <a16:creationId xmlns:a16="http://schemas.microsoft.com/office/drawing/2014/main" id="{C2A582BF-35AD-EC42-8C5E-BCF7C4420C1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52" y="1650"/>
                <a:ext cx="1665" cy="51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rPr>
                  <a:t>usual HTTP response 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rPr>
                  <a:t>set-cookie: 1678 </a:t>
                </a:r>
              </a:p>
            </p:txBody>
          </p:sp>
          <p:grpSp>
            <p:nvGrpSpPr>
              <p:cNvPr id="132" name="Group 76">
                <a:extLst>
                  <a:ext uri="{FF2B5EF4-FFF2-40B4-BE49-F238E27FC236}">
                    <a16:creationId xmlns:a16="http://schemas.microsoft.com/office/drawing/2014/main" id="{9B50E41F-6BE8-5B41-B57A-83E988A059B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2" y="1836"/>
                <a:ext cx="1004" cy="486"/>
                <a:chOff x="687" y="1746"/>
                <a:chExt cx="1004" cy="486"/>
              </a:xfrm>
            </p:grpSpPr>
            <p:sp>
              <p:nvSpPr>
                <p:cNvPr id="133" name="AutoShape 74">
                  <a:extLst>
                    <a:ext uri="{FF2B5EF4-FFF2-40B4-BE49-F238E27FC236}">
                      <a16:creationId xmlns:a16="http://schemas.microsoft.com/office/drawing/2014/main" id="{0B53BA64-2104-564F-AC68-42F70CD184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02" y="1746"/>
                  <a:ext cx="735" cy="486"/>
                </a:xfrm>
                <a:prstGeom prst="can">
                  <a:avLst>
                    <a:gd name="adj" fmla="val 25000"/>
                  </a:avLst>
                </a:prstGeom>
                <a:solidFill>
                  <a:srgbClr val="3333CC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34" name="Text Box 75">
                  <a:extLst>
                    <a:ext uri="{FF2B5EF4-FFF2-40B4-BE49-F238E27FC236}">
                      <a16:creationId xmlns:a16="http://schemas.microsoft.com/office/drawing/2014/main" id="{40EF6721-60A7-E646-8306-ACE2C580AA1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87" y="1836"/>
                  <a:ext cx="1004" cy="3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9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Calibri"/>
                      <a:ea typeface="ＭＳ Ｐゴシック" panose="020B0600070205080204" pitchFamily="34" charset="-128"/>
                      <a:cs typeface="+mn-cs"/>
                    </a:rPr>
                    <a:t>ebay 8734</a:t>
                  </a:r>
                </a:p>
                <a:p>
                  <a:pPr marL="0" marR="0" lvl="0" indent="0" algn="l" defTabSz="914400" rtl="0" eaLnBrk="0" fontAlgn="base" latinLnBrk="0" hangingPunct="0">
                    <a:lnSpc>
                      <a:spcPct val="9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Calibri"/>
                      <a:ea typeface="ＭＳ Ｐゴシック" panose="020B0600070205080204" pitchFamily="34" charset="-128"/>
                      <a:cs typeface="+mn-cs"/>
                    </a:rPr>
                    <a:t>amazon 1678</a:t>
                  </a:r>
                </a:p>
              </p:txBody>
            </p:sp>
          </p:grpSp>
        </p:grpSp>
        <p:grpSp>
          <p:nvGrpSpPr>
            <p:cNvPr id="135" name="Group 93">
              <a:extLst>
                <a:ext uri="{FF2B5EF4-FFF2-40B4-BE49-F238E27FC236}">
                  <a16:creationId xmlns:a16="http://schemas.microsoft.com/office/drawing/2014/main" id="{3301D1A0-4332-D44D-9339-6985DCD61D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94226" y="4365354"/>
              <a:ext cx="6781125" cy="2001838"/>
              <a:chOff x="1406" y="2641"/>
              <a:chExt cx="3562" cy="1261"/>
            </a:xfrm>
          </p:grpSpPr>
          <p:sp>
            <p:nvSpPr>
              <p:cNvPr id="136" name="Line 20">
                <a:extLst>
                  <a:ext uri="{FF2B5EF4-FFF2-40B4-BE49-F238E27FC236}">
                    <a16:creationId xmlns:a16="http://schemas.microsoft.com/office/drawing/2014/main" id="{27A08B61-84D4-974B-B631-032C83422C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06" y="3293"/>
                <a:ext cx="2032" cy="24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37" name="Text Box 23">
                <a:extLst>
                  <a:ext uri="{FF2B5EF4-FFF2-40B4-BE49-F238E27FC236}">
                    <a16:creationId xmlns:a16="http://schemas.microsoft.com/office/drawing/2014/main" id="{C0FE6E20-0831-D147-9963-B3CABC0FF1A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61" y="3171"/>
                <a:ext cx="1689" cy="404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rPr>
                  <a:t>usual HTTP request msg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rPr>
                  <a:t>cookie: 1678</a:t>
                </a:r>
              </a:p>
            </p:txBody>
          </p:sp>
          <p:sp>
            <p:nvSpPr>
              <p:cNvPr id="138" name="Text Box 29">
                <a:extLst>
                  <a:ext uri="{FF2B5EF4-FFF2-40B4-BE49-F238E27FC236}">
                    <a16:creationId xmlns:a16="http://schemas.microsoft.com/office/drawing/2014/main" id="{8241B379-77A9-114B-8D91-05EAB5E6DC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79" y="3262"/>
                <a:ext cx="607" cy="64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rPr>
                  <a:t>cookie-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rPr>
                  <a:t>specific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rPr>
                  <a:t>action</a:t>
                </a:r>
              </a:p>
            </p:txBody>
          </p:sp>
          <p:sp>
            <p:nvSpPr>
              <p:cNvPr id="139" name="Line 44">
                <a:extLst>
                  <a:ext uri="{FF2B5EF4-FFF2-40B4-BE49-F238E27FC236}">
                    <a16:creationId xmlns:a16="http://schemas.microsoft.com/office/drawing/2014/main" id="{E200A986-F657-7343-BB4C-41C023FA53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181" y="2641"/>
                <a:ext cx="787" cy="86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 type="triangl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40" name="Text Box 71">
                <a:extLst>
                  <a:ext uri="{FF2B5EF4-FFF2-40B4-BE49-F238E27FC236}">
                    <a16:creationId xmlns:a16="http://schemas.microsoft.com/office/drawing/2014/main" id="{CCBDD99D-1C5A-2749-9C7B-9D0A6E0A3C9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87" y="2939"/>
                <a:ext cx="539" cy="252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</p:txBody>
          </p:sp>
        </p:grpSp>
        <p:grpSp>
          <p:nvGrpSpPr>
            <p:cNvPr id="141" name="Group 77">
              <a:extLst>
                <a:ext uri="{FF2B5EF4-FFF2-40B4-BE49-F238E27FC236}">
                  <a16:creationId xmlns:a16="http://schemas.microsoft.com/office/drawing/2014/main" id="{147D74CA-2DA8-1241-A8E8-3EF2E932E8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55687" y="5113066"/>
              <a:ext cx="1389062" cy="633978"/>
              <a:chOff x="702" y="1746"/>
              <a:chExt cx="1004" cy="486"/>
            </a:xfrm>
          </p:grpSpPr>
          <p:sp>
            <p:nvSpPr>
              <p:cNvPr id="142" name="AutoShape 78">
                <a:extLst>
                  <a:ext uri="{FF2B5EF4-FFF2-40B4-BE49-F238E27FC236}">
                    <a16:creationId xmlns:a16="http://schemas.microsoft.com/office/drawing/2014/main" id="{19C72BA2-8506-044E-A290-911BA7AE5D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5" y="1746"/>
                <a:ext cx="773" cy="486"/>
              </a:xfrm>
              <a:prstGeom prst="can">
                <a:avLst>
                  <a:gd name="adj" fmla="val 25000"/>
                </a:avLst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43" name="Text Box 79">
                <a:extLst>
                  <a:ext uri="{FF2B5EF4-FFF2-40B4-BE49-F238E27FC236}">
                    <a16:creationId xmlns:a16="http://schemas.microsoft.com/office/drawing/2014/main" id="{DF0A1B9A-EFCF-7042-A14D-D22FE4D35A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02" y="1851"/>
                <a:ext cx="1004" cy="3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9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rPr>
                  <a:t>ebay 8734</a:t>
                </a:r>
              </a:p>
              <a:p>
                <a:pPr marL="0" marR="0" lvl="0" indent="0" algn="l" defTabSz="914400" rtl="0" eaLnBrk="0" fontAlgn="base" latinLnBrk="0" hangingPunct="0">
                  <a:lnSpc>
                    <a:spcPct val="9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rPr>
                  <a:t>amazon 1678</a:t>
                </a:r>
                <a:endParaRPr kumimoji="0" lang="en-US" alt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44" name="Text Box 80">
              <a:extLst>
                <a:ext uri="{FF2B5EF4-FFF2-40B4-BE49-F238E27FC236}">
                  <a16:creationId xmlns:a16="http://schemas.microsoft.com/office/drawing/2014/main" id="{EC583638-A99A-9144-B11A-E459DCDD4B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4963" y="2582111"/>
              <a:ext cx="1140056" cy="7078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backend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database</a:t>
              </a:r>
            </a:p>
          </p:txBody>
        </p:sp>
        <p:sp>
          <p:nvSpPr>
            <p:cNvPr id="145" name="AutoShape 327">
              <a:extLst>
                <a:ext uri="{FF2B5EF4-FFF2-40B4-BE49-F238E27FC236}">
                  <a16:creationId xmlns:a16="http://schemas.microsoft.com/office/drawing/2014/main" id="{774E3BE6-BFC9-C849-B588-B56E574DA6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04838" y="3202824"/>
              <a:ext cx="592138" cy="908050"/>
            </a:xfrm>
            <a:prstGeom prst="can">
              <a:avLst>
                <a:gd name="adj" fmla="val 31004"/>
              </a:avLst>
            </a:pr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46" name="Group 63">
              <a:extLst>
                <a:ext uri="{FF2B5EF4-FFF2-40B4-BE49-F238E27FC236}">
                  <a16:creationId xmlns:a16="http://schemas.microsoft.com/office/drawing/2014/main" id="{1D650FE6-EFAF-DA42-B6C3-89E2D30D67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09231" y="1274501"/>
              <a:ext cx="351110" cy="610396"/>
              <a:chOff x="4140" y="429"/>
              <a:chExt cx="1425" cy="2396"/>
            </a:xfrm>
          </p:grpSpPr>
          <p:sp>
            <p:nvSpPr>
              <p:cNvPr id="147" name="Freeform 64">
                <a:extLst>
                  <a:ext uri="{FF2B5EF4-FFF2-40B4-BE49-F238E27FC236}">
                    <a16:creationId xmlns:a16="http://schemas.microsoft.com/office/drawing/2014/main" id="{23F46B7A-88B4-C64E-A298-064AE8ED2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48" name="Rectangle 65">
                <a:extLst>
                  <a:ext uri="{FF2B5EF4-FFF2-40B4-BE49-F238E27FC236}">
                    <a16:creationId xmlns:a16="http://schemas.microsoft.com/office/drawing/2014/main" id="{932E7E2F-358A-204B-ACA1-ECA34C748C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429"/>
                <a:ext cx="1045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49" name="Freeform 66">
                <a:extLst>
                  <a:ext uri="{FF2B5EF4-FFF2-40B4-BE49-F238E27FC236}">
                    <a16:creationId xmlns:a16="http://schemas.microsoft.com/office/drawing/2014/main" id="{5AD2CC4E-2BC1-3742-B273-CCF955749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50" name="Freeform 67">
                <a:extLst>
                  <a:ext uri="{FF2B5EF4-FFF2-40B4-BE49-F238E27FC236}">
                    <a16:creationId xmlns:a16="http://schemas.microsoft.com/office/drawing/2014/main" id="{1DBFB074-4990-854E-B454-9FF52C6C4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51" name="Rectangle 68">
                <a:extLst>
                  <a:ext uri="{FF2B5EF4-FFF2-40B4-BE49-F238E27FC236}">
                    <a16:creationId xmlns:a16="http://schemas.microsoft.com/office/drawing/2014/main" id="{BE0EBEA8-CD1D-5047-B6F1-2FAA1FF32D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2" y="695"/>
                <a:ext cx="594" cy="44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152" name="Group 69">
                <a:extLst>
                  <a:ext uri="{FF2B5EF4-FFF2-40B4-BE49-F238E27FC236}">
                    <a16:creationId xmlns:a16="http://schemas.microsoft.com/office/drawing/2014/main" id="{FB3D83DD-33C0-D64F-AEA3-0EDE4789704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77" name="AutoShape 70">
                  <a:extLst>
                    <a:ext uri="{FF2B5EF4-FFF2-40B4-BE49-F238E27FC236}">
                      <a16:creationId xmlns:a16="http://schemas.microsoft.com/office/drawing/2014/main" id="{9F58D14A-E308-6E43-8765-29117CEB2DC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6"/>
                  <a:ext cx="721" cy="142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78" name="AutoShape 71">
                  <a:extLst>
                    <a:ext uri="{FF2B5EF4-FFF2-40B4-BE49-F238E27FC236}">
                      <a16:creationId xmlns:a16="http://schemas.microsoft.com/office/drawing/2014/main" id="{990E0E9A-D7D4-F540-994A-F5A32D42A3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0"/>
                  <a:ext cx="687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53" name="Rectangle 72">
                <a:extLst>
                  <a:ext uri="{FF2B5EF4-FFF2-40B4-BE49-F238E27FC236}">
                    <a16:creationId xmlns:a16="http://schemas.microsoft.com/office/drawing/2014/main" id="{914BF847-475C-7C47-96A4-CAFCCACEC2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21"/>
                <a:ext cx="600" cy="44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154" name="Group 73">
                <a:extLst>
                  <a:ext uri="{FF2B5EF4-FFF2-40B4-BE49-F238E27FC236}">
                    <a16:creationId xmlns:a16="http://schemas.microsoft.com/office/drawing/2014/main" id="{A276F146-AB6A-8C4E-BD8B-856A510CB00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75" name="AutoShape 74">
                  <a:extLst>
                    <a:ext uri="{FF2B5EF4-FFF2-40B4-BE49-F238E27FC236}">
                      <a16:creationId xmlns:a16="http://schemas.microsoft.com/office/drawing/2014/main" id="{FB783255-C8AF-CD4E-84DF-1573DF917D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70"/>
                  <a:ext cx="728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76" name="AutoShape 75">
                  <a:extLst>
                    <a:ext uri="{FF2B5EF4-FFF2-40B4-BE49-F238E27FC236}">
                      <a16:creationId xmlns:a16="http://schemas.microsoft.com/office/drawing/2014/main" id="{46E81119-BF44-D945-96D2-7A6A2F19ECA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5"/>
                  <a:ext cx="693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55" name="Rectangle 76">
                <a:extLst>
                  <a:ext uri="{FF2B5EF4-FFF2-40B4-BE49-F238E27FC236}">
                    <a16:creationId xmlns:a16="http://schemas.microsoft.com/office/drawing/2014/main" id="{823BB60D-416A-0746-BBEF-9DC4528B9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6"/>
                <a:ext cx="594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56" name="Rectangle 77">
                <a:extLst>
                  <a:ext uri="{FF2B5EF4-FFF2-40B4-BE49-F238E27FC236}">
                    <a16:creationId xmlns:a16="http://schemas.microsoft.com/office/drawing/2014/main" id="{500EA440-64F5-FE43-A9CD-EC38855A5B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8" y="1657"/>
                <a:ext cx="594" cy="44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157" name="Group 78">
                <a:extLst>
                  <a:ext uri="{FF2B5EF4-FFF2-40B4-BE49-F238E27FC236}">
                    <a16:creationId xmlns:a16="http://schemas.microsoft.com/office/drawing/2014/main" id="{014CE493-B3CF-454F-97A3-BF80992E345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73" name="AutoShape 79">
                  <a:extLst>
                    <a:ext uri="{FF2B5EF4-FFF2-40B4-BE49-F238E27FC236}">
                      <a16:creationId xmlns:a16="http://schemas.microsoft.com/office/drawing/2014/main" id="{40259673-2628-3C41-9A32-A9512F4B29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8"/>
                  <a:ext cx="727" cy="141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74" name="AutoShape 80">
                  <a:extLst>
                    <a:ext uri="{FF2B5EF4-FFF2-40B4-BE49-F238E27FC236}">
                      <a16:creationId xmlns:a16="http://schemas.microsoft.com/office/drawing/2014/main" id="{F5B75204-14D3-4949-85E6-E03DC063784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2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58" name="Freeform 81">
                <a:extLst>
                  <a:ext uri="{FF2B5EF4-FFF2-40B4-BE49-F238E27FC236}">
                    <a16:creationId xmlns:a16="http://schemas.microsoft.com/office/drawing/2014/main" id="{C088528D-4021-6642-8A80-03351DCF2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159" name="Group 82">
                <a:extLst>
                  <a:ext uri="{FF2B5EF4-FFF2-40B4-BE49-F238E27FC236}">
                    <a16:creationId xmlns:a16="http://schemas.microsoft.com/office/drawing/2014/main" id="{1859255F-C0C6-124B-9F92-5E236F8BD3A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71" name="AutoShape 83">
                  <a:extLst>
                    <a:ext uri="{FF2B5EF4-FFF2-40B4-BE49-F238E27FC236}">
                      <a16:creationId xmlns:a16="http://schemas.microsoft.com/office/drawing/2014/main" id="{C035ED52-DDB2-C843-9FFF-5BC45A6C06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7"/>
                  <a:ext cx="727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72" name="AutoShape 84">
                  <a:extLst>
                    <a:ext uri="{FF2B5EF4-FFF2-40B4-BE49-F238E27FC236}">
                      <a16:creationId xmlns:a16="http://schemas.microsoft.com/office/drawing/2014/main" id="{E3C20259-037C-3641-A789-24D0DCCDCAB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2"/>
                  <a:ext cx="692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60" name="Rectangle 85">
                <a:extLst>
                  <a:ext uri="{FF2B5EF4-FFF2-40B4-BE49-F238E27FC236}">
                    <a16:creationId xmlns:a16="http://schemas.microsoft.com/office/drawing/2014/main" id="{AAA45EA2-DB28-264A-8894-70368F48D2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1" y="429"/>
                <a:ext cx="66" cy="2288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61" name="Freeform 86">
                <a:extLst>
                  <a:ext uri="{FF2B5EF4-FFF2-40B4-BE49-F238E27FC236}">
                    <a16:creationId xmlns:a16="http://schemas.microsoft.com/office/drawing/2014/main" id="{056A9634-8A28-174F-BB52-3C9B4E969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62" name="Freeform 87">
                <a:extLst>
                  <a:ext uri="{FF2B5EF4-FFF2-40B4-BE49-F238E27FC236}">
                    <a16:creationId xmlns:a16="http://schemas.microsoft.com/office/drawing/2014/main" id="{28B4EE70-3F36-D84A-BBF7-26FCDCAB2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63" name="Oval 88">
                <a:extLst>
                  <a:ext uri="{FF2B5EF4-FFF2-40B4-BE49-F238E27FC236}">
                    <a16:creationId xmlns:a16="http://schemas.microsoft.com/office/drawing/2014/main" id="{AFA23CDD-2C19-364F-8CB6-E34A3A50AA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3"/>
                <a:ext cx="50" cy="94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64" name="Freeform 89">
                <a:extLst>
                  <a:ext uri="{FF2B5EF4-FFF2-40B4-BE49-F238E27FC236}">
                    <a16:creationId xmlns:a16="http://schemas.microsoft.com/office/drawing/2014/main" id="{C80FF08C-B05A-5742-B82B-9D6BFBFA2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65" name="AutoShape 90">
                <a:extLst>
                  <a:ext uri="{FF2B5EF4-FFF2-40B4-BE49-F238E27FC236}">
                    <a16:creationId xmlns:a16="http://schemas.microsoft.com/office/drawing/2014/main" id="{D46EF758-7531-924C-8A33-5AC571E08E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7"/>
                <a:ext cx="1199" cy="148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66" name="AutoShape 91">
                <a:extLst>
                  <a:ext uri="{FF2B5EF4-FFF2-40B4-BE49-F238E27FC236}">
                    <a16:creationId xmlns:a16="http://schemas.microsoft.com/office/drawing/2014/main" id="{E252E208-3522-884B-9DE7-7EB157685A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2712"/>
                <a:ext cx="1067" cy="8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67" name="Oval 92">
                <a:extLst>
                  <a:ext uri="{FF2B5EF4-FFF2-40B4-BE49-F238E27FC236}">
                    <a16:creationId xmlns:a16="http://schemas.microsoft.com/office/drawing/2014/main" id="{957DD520-6280-3E4E-BAD7-651F514139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1" y="2381"/>
                <a:ext cx="154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68" name="Oval 93">
                <a:extLst>
                  <a:ext uri="{FF2B5EF4-FFF2-40B4-BE49-F238E27FC236}">
                    <a16:creationId xmlns:a16="http://schemas.microsoft.com/office/drawing/2014/main" id="{ECF80637-5F56-1F4E-A6A8-ED0FA8AC53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6"/>
                <a:ext cx="160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69" name="Oval 94">
                <a:extLst>
                  <a:ext uri="{FF2B5EF4-FFF2-40B4-BE49-F238E27FC236}">
                    <a16:creationId xmlns:a16="http://schemas.microsoft.com/office/drawing/2014/main" id="{FFEB5237-B81D-9B45-A444-21BB499020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3" y="2381"/>
                <a:ext cx="160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70" name="Rectangle 95">
                <a:extLst>
                  <a:ext uri="{FF2B5EF4-FFF2-40B4-BE49-F238E27FC236}">
                    <a16:creationId xmlns:a16="http://schemas.microsoft.com/office/drawing/2014/main" id="{8C2A523A-6ED6-094A-8260-B51956D795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4"/>
                <a:ext cx="83" cy="764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79" name="Group 96">
              <a:extLst>
                <a:ext uri="{FF2B5EF4-FFF2-40B4-BE49-F238E27FC236}">
                  <a16:creationId xmlns:a16="http://schemas.microsoft.com/office/drawing/2014/main" id="{079DFC6E-4E8A-7B4D-8113-190A0989D0F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4523" y="1369488"/>
              <a:ext cx="667783" cy="586047"/>
              <a:chOff x="-44" y="1473"/>
              <a:chExt cx="981" cy="1105"/>
            </a:xfrm>
          </p:grpSpPr>
          <p:pic>
            <p:nvPicPr>
              <p:cNvPr id="180" name="Picture 97" descr="desktop_computer_stylized_medium">
                <a:extLst>
                  <a:ext uri="{FF2B5EF4-FFF2-40B4-BE49-F238E27FC236}">
                    <a16:creationId xmlns:a16="http://schemas.microsoft.com/office/drawing/2014/main" id="{FB14A9C2-A921-3747-8B81-81EE51820A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81" name="Freeform 98">
                <a:extLst>
                  <a:ext uri="{FF2B5EF4-FFF2-40B4-BE49-F238E27FC236}">
                    <a16:creationId xmlns:a16="http://schemas.microsoft.com/office/drawing/2014/main" id="{9C2960BD-B3C9-AE44-9E68-217EF326BFC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88" name="Line 15">
              <a:extLst>
                <a:ext uri="{FF2B5EF4-FFF2-40B4-BE49-F238E27FC236}">
                  <a16:creationId xmlns:a16="http://schemas.microsoft.com/office/drawing/2014/main" id="{9030FA43-2615-A74C-949D-871EDD5258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99897" y="1993139"/>
              <a:ext cx="510" cy="4465805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prstDash val="sysDot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9" name="Text Box 37">
              <a:extLst>
                <a:ext uri="{FF2B5EF4-FFF2-40B4-BE49-F238E27FC236}">
                  <a16:creationId xmlns:a16="http://schemas.microsoft.com/office/drawing/2014/main" id="{7717F97B-37DE-2442-8F9E-81FB9F33AB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46707" y="6459827"/>
              <a:ext cx="519694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65000"/>
                    </a:prstClr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time</a:t>
              </a:r>
            </a:p>
          </p:txBody>
        </p:sp>
        <p:sp>
          <p:nvSpPr>
            <p:cNvPr id="90" name="Line 15">
              <a:extLst>
                <a:ext uri="{FF2B5EF4-FFF2-40B4-BE49-F238E27FC236}">
                  <a16:creationId xmlns:a16="http://schemas.microsoft.com/office/drawing/2014/main" id="{6E5A588C-0539-7140-B8E3-80735DCD2D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867352" y="2001551"/>
              <a:ext cx="510" cy="4465805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prstDash val="sysDot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91" name="Text Box 37">
            <a:extLst>
              <a:ext uri="{FF2B5EF4-FFF2-40B4-BE49-F238E27FC236}">
                <a16:creationId xmlns:a16="http://schemas.microsoft.com/office/drawing/2014/main" id="{716E4165-7532-204E-993F-D649CD8713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14162" y="6468239"/>
            <a:ext cx="519694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65000"/>
                  </a:prstClr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time</a:t>
            </a:r>
          </a:p>
        </p:txBody>
      </p:sp>
    </p:spTree>
    <p:extLst>
      <p:ext uri="{BB962C8B-B14F-4D97-AF65-F5344CB8AC3E}">
        <p14:creationId xmlns:p14="http://schemas.microsoft.com/office/powerpoint/2010/main" val="2680331947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379879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HTTP cookies: comments</a:t>
            </a:r>
            <a:endParaRPr lang="en-US" sz="4400" dirty="0"/>
          </a:p>
        </p:txBody>
      </p:sp>
      <p:sp>
        <p:nvSpPr>
          <p:cNvPr id="88" name="Rectangle 3">
            <a:extLst>
              <a:ext uri="{FF2B5EF4-FFF2-40B4-BE49-F238E27FC236}">
                <a16:creationId xmlns:a16="http://schemas.microsoft.com/office/drawing/2014/main" id="{7CD5F1C3-47BC-1645-A288-078B99127C22}"/>
              </a:ext>
            </a:extLst>
          </p:cNvPr>
          <p:cNvSpPr txBox="1">
            <a:spLocks noChangeArrowheads="1"/>
          </p:cNvSpPr>
          <p:nvPr/>
        </p:nvSpPr>
        <p:spPr>
          <a:xfrm>
            <a:off x="648049" y="1556443"/>
            <a:ext cx="6034668" cy="26416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7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What cookies can be used for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:</a:t>
            </a:r>
          </a:p>
          <a:p>
            <a:pPr marL="352425" marR="0" lvl="0" indent="-222250" algn="l" defTabSz="914400" rtl="0" eaLnBrk="1" fontAlgn="auto" latinLnBrk="0" hangingPunct="1">
              <a:lnSpc>
                <a:spcPct val="7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authorization</a:t>
            </a:r>
          </a:p>
          <a:p>
            <a:pPr marL="352425" marR="0" lvl="0" indent="-222250" algn="l" defTabSz="914400" rtl="0" eaLnBrk="1" fontAlgn="auto" latinLnBrk="0" hangingPunct="1">
              <a:lnSpc>
                <a:spcPct val="7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shopping carts</a:t>
            </a:r>
          </a:p>
          <a:p>
            <a:pPr marL="352425" marR="0" lvl="0" indent="-222250" algn="l" defTabSz="914400" rtl="0" eaLnBrk="1" fontAlgn="auto" latinLnBrk="0" hangingPunct="1">
              <a:lnSpc>
                <a:spcPct val="7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recommendations</a:t>
            </a:r>
          </a:p>
          <a:p>
            <a:pPr marL="352425" marR="0" lvl="0" indent="-222250" algn="l" defTabSz="914400" rtl="0" eaLnBrk="1" fontAlgn="auto" latinLnBrk="0" hangingPunct="1">
              <a:lnSpc>
                <a:spcPct val="7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user session state (Web e-mail)</a:t>
            </a:r>
          </a:p>
        </p:txBody>
      </p:sp>
      <p:sp>
        <p:nvSpPr>
          <p:cNvPr id="89" name="Rectangle 13">
            <a:extLst>
              <a:ext uri="{FF2B5EF4-FFF2-40B4-BE49-F238E27FC236}">
                <a16:creationId xmlns:a16="http://schemas.microsoft.com/office/drawing/2014/main" id="{BC2253F6-EA38-7C47-9CAD-4C2EC6BB22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04291" y="1568189"/>
            <a:ext cx="3810000" cy="3553646"/>
          </a:xfrm>
          <a:prstGeom prst="rect">
            <a:avLst/>
          </a:prstGeom>
          <a:noFill/>
          <a:ln w="19050">
            <a:solidFill>
              <a:srgbClr val="000099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cookies and privacy:</a:t>
            </a:r>
          </a:p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cookies permit sites to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learn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a lot about you on their site.</a:t>
            </a:r>
          </a:p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third party persistent cookies (tracking cookies) allow common identity (cookie value) to be tracked across multiple web sites</a:t>
            </a:r>
          </a:p>
        </p:txBody>
      </p:sp>
      <p:sp>
        <p:nvSpPr>
          <p:cNvPr id="90" name="Text Box 14">
            <a:extLst>
              <a:ext uri="{FF2B5EF4-FFF2-40B4-BE49-F238E27FC236}">
                <a16:creationId xmlns:a16="http://schemas.microsoft.com/office/drawing/2014/main" id="{D023EC46-D7D8-D04C-9048-D7EFE18FF3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149568" y="1325611"/>
            <a:ext cx="838691" cy="46166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aside</a:t>
            </a:r>
          </a:p>
        </p:txBody>
      </p:sp>
      <p:sp>
        <p:nvSpPr>
          <p:cNvPr id="91" name="Rectangle 15">
            <a:extLst>
              <a:ext uri="{FF2B5EF4-FFF2-40B4-BE49-F238E27FC236}">
                <a16:creationId xmlns:a16="http://schemas.microsoft.com/office/drawing/2014/main" id="{2C2FE22D-B17F-7C44-AE2F-8249765866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1562" y="3980757"/>
            <a:ext cx="6267067" cy="2641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Challenge: How to keep </a:t>
            </a:r>
            <a:r>
              <a:rPr kumimoji="0" lang="en-US" altLang="ja-JP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state?</a:t>
            </a:r>
          </a:p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at protocol endpoints: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maintain state at sender/receiver over multiple transactions</a:t>
            </a:r>
          </a:p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in messages: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cookies in HTTP messages carry state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9620A05F-ABF1-C945-2FAD-3C452A829784}"/>
              </a:ext>
            </a:extLst>
          </p:cNvPr>
          <p:cNvSpPr txBox="1"/>
          <p:nvPr/>
        </p:nvSpPr>
        <p:spPr>
          <a:xfrm>
            <a:off x="7504291" y="5422869"/>
            <a:ext cx="3609578" cy="12003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r>
              <a:rPr lang="en-US" sz="2400" dirty="0"/>
              <a:t>RFC 2109 (February 1997)</a:t>
            </a:r>
          </a:p>
          <a:p>
            <a:r>
              <a:rPr lang="en-US" sz="2400" dirty="0"/>
              <a:t>RFC 2965 (October 2000)</a:t>
            </a:r>
          </a:p>
          <a:p>
            <a:pPr algn="l"/>
            <a:r>
              <a:rPr lang="en-US" sz="2400" b="0" i="0" u="none" strike="noStrike" dirty="0">
                <a:solidFill>
                  <a:srgbClr val="000000"/>
                </a:solidFill>
                <a:effectLst/>
                <a:latin typeface="Avenir" panose="02000503020000020003" pitchFamily="2" charset="0"/>
              </a:rPr>
              <a:t>RFC 6265 (April 2011)</a:t>
            </a:r>
            <a:endParaRPr lang="en-US" b="0" i="0" u="none" strike="noStrike" dirty="0">
              <a:solidFill>
                <a:srgbClr val="000000"/>
              </a:solidFill>
              <a:effectLst/>
              <a:latin typeface="Avenir" panose="02000503020000020003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96498074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379879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Web caches (1)</a:t>
            </a:r>
            <a:endParaRPr lang="en-US" sz="4400" dirty="0"/>
          </a:p>
        </p:txBody>
      </p:sp>
      <p:sp>
        <p:nvSpPr>
          <p:cNvPr id="81" name="Rectangle 3">
            <a:extLst>
              <a:ext uri="{FF2B5EF4-FFF2-40B4-BE49-F238E27FC236}">
                <a16:creationId xmlns:a16="http://schemas.microsoft.com/office/drawing/2014/main" id="{0E93D937-D6CD-8B48-B770-F30B1D0D993E}"/>
              </a:ext>
            </a:extLst>
          </p:cNvPr>
          <p:cNvSpPr txBox="1">
            <a:spLocks noChangeArrowheads="1"/>
          </p:cNvSpPr>
          <p:nvPr/>
        </p:nvSpPr>
        <p:spPr>
          <a:xfrm>
            <a:off x="794606" y="2233994"/>
            <a:ext cx="4908362" cy="376237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3363" marR="0" lvl="0" indent="-23336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user configures browser to point to a (local)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Web cache</a:t>
            </a:r>
          </a:p>
          <a:p>
            <a:pPr marL="233363" marR="0" lvl="0" indent="-23336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browser sends all HTTP requests to cache</a:t>
            </a:r>
          </a:p>
          <a:p>
            <a:pPr marL="685800" marR="0" lvl="1" indent="-228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if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object in cache: cache returns object to client</a:t>
            </a:r>
          </a:p>
          <a:p>
            <a:pPr marL="685800" marR="0" lvl="1" indent="-228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else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cache requests object from origin server, caches received object, then returns object to client</a:t>
            </a:r>
          </a:p>
        </p:txBody>
      </p:sp>
      <p:sp>
        <p:nvSpPr>
          <p:cNvPr id="82" name="Rectangle 4">
            <a:extLst>
              <a:ext uri="{FF2B5EF4-FFF2-40B4-BE49-F238E27FC236}">
                <a16:creationId xmlns:a16="http://schemas.microsoft.com/office/drawing/2014/main" id="{333F1EEA-A155-1C41-80CD-10E94B8308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5380" y="1333500"/>
            <a:ext cx="10292615" cy="596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Goal: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satisfy client requests without involving origin server</a:t>
            </a:r>
          </a:p>
        </p:txBody>
      </p:sp>
      <p:grpSp>
        <p:nvGrpSpPr>
          <p:cNvPr id="3" name="Group 2" descr="client makes a request to a web cache - with a miss.">
            <a:extLst>
              <a:ext uri="{FF2B5EF4-FFF2-40B4-BE49-F238E27FC236}">
                <a16:creationId xmlns:a16="http://schemas.microsoft.com/office/drawing/2014/main" id="{030FFDAF-CF76-CE3A-E7A0-622E1CE72D3F}"/>
              </a:ext>
            </a:extLst>
          </p:cNvPr>
          <p:cNvGrpSpPr/>
          <p:nvPr/>
        </p:nvGrpSpPr>
        <p:grpSpPr>
          <a:xfrm>
            <a:off x="6237288" y="2381588"/>
            <a:ext cx="4832350" cy="3044825"/>
            <a:chOff x="6237288" y="2381588"/>
            <a:chExt cx="4832350" cy="3044825"/>
          </a:xfrm>
        </p:grpSpPr>
        <p:grpSp>
          <p:nvGrpSpPr>
            <p:cNvPr id="8" name="Group 171">
              <a:extLst>
                <a:ext uri="{FF2B5EF4-FFF2-40B4-BE49-F238E27FC236}">
                  <a16:creationId xmlns:a16="http://schemas.microsoft.com/office/drawing/2014/main" id="{E76E25C6-83D0-304F-B3E3-A37D3DAE7B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72213" y="2445088"/>
              <a:ext cx="687387" cy="763588"/>
              <a:chOff x="-44" y="1473"/>
              <a:chExt cx="981" cy="1105"/>
            </a:xfrm>
          </p:grpSpPr>
          <p:pic>
            <p:nvPicPr>
              <p:cNvPr id="10" name="Picture 172" descr="desktop_computer_stylized_medium">
                <a:extLst>
                  <a:ext uri="{FF2B5EF4-FFF2-40B4-BE49-F238E27FC236}">
                    <a16:creationId xmlns:a16="http://schemas.microsoft.com/office/drawing/2014/main" id="{CB2AE99F-D134-A74A-947C-5E7B017C1D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" name="Freeform 173">
                <a:extLst>
                  <a:ext uri="{FF2B5EF4-FFF2-40B4-BE49-F238E27FC236}">
                    <a16:creationId xmlns:a16="http://schemas.microsoft.com/office/drawing/2014/main" id="{CC3CBC7E-C664-ED4A-8BFE-4C6C0A390F2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12" name="Group 102">
              <a:extLst>
                <a:ext uri="{FF2B5EF4-FFF2-40B4-BE49-F238E27FC236}">
                  <a16:creationId xmlns:a16="http://schemas.microsoft.com/office/drawing/2014/main" id="{341AE079-CB6E-AE4A-A6CF-6667D0BCC3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37300" y="4318338"/>
              <a:ext cx="687388" cy="763588"/>
              <a:chOff x="-44" y="1473"/>
              <a:chExt cx="981" cy="1105"/>
            </a:xfrm>
          </p:grpSpPr>
          <p:pic>
            <p:nvPicPr>
              <p:cNvPr id="13" name="Picture 103" descr="desktop_computer_stylized_medium">
                <a:extLst>
                  <a:ext uri="{FF2B5EF4-FFF2-40B4-BE49-F238E27FC236}">
                    <a16:creationId xmlns:a16="http://schemas.microsoft.com/office/drawing/2014/main" id="{0F7D667F-14F5-8947-8466-5A2508D1FF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4" name="Freeform 104">
                <a:extLst>
                  <a:ext uri="{FF2B5EF4-FFF2-40B4-BE49-F238E27FC236}">
                    <a16:creationId xmlns:a16="http://schemas.microsoft.com/office/drawing/2014/main" id="{1CCE495C-FE29-374C-9BCD-5BFBA55DE77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48" name="Group 105">
              <a:extLst>
                <a:ext uri="{FF2B5EF4-FFF2-40B4-BE49-F238E27FC236}">
                  <a16:creationId xmlns:a16="http://schemas.microsoft.com/office/drawing/2014/main" id="{713D2680-FE84-BF45-82AB-42E37E22BD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423525" y="2586376"/>
              <a:ext cx="433388" cy="715962"/>
              <a:chOff x="4140" y="429"/>
              <a:chExt cx="1425" cy="2396"/>
            </a:xfrm>
          </p:grpSpPr>
          <p:sp>
            <p:nvSpPr>
              <p:cNvPr id="49" name="Freeform 106">
                <a:extLst>
                  <a:ext uri="{FF2B5EF4-FFF2-40B4-BE49-F238E27FC236}">
                    <a16:creationId xmlns:a16="http://schemas.microsoft.com/office/drawing/2014/main" id="{F351644B-40EC-1643-B55C-BD6490B42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0" name="Rectangle 107">
                <a:extLst>
                  <a:ext uri="{FF2B5EF4-FFF2-40B4-BE49-F238E27FC236}">
                    <a16:creationId xmlns:a16="http://schemas.microsoft.com/office/drawing/2014/main" id="{C431E1A6-A308-714C-9DB4-CD66A6C1EE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8" y="429"/>
                <a:ext cx="1044" cy="2284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1" name="Freeform 108">
                <a:extLst>
                  <a:ext uri="{FF2B5EF4-FFF2-40B4-BE49-F238E27FC236}">
                    <a16:creationId xmlns:a16="http://schemas.microsoft.com/office/drawing/2014/main" id="{31CFCE65-E538-0841-8EF3-0F63DB894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2" name="Freeform 109">
                <a:extLst>
                  <a:ext uri="{FF2B5EF4-FFF2-40B4-BE49-F238E27FC236}">
                    <a16:creationId xmlns:a16="http://schemas.microsoft.com/office/drawing/2014/main" id="{ECC9C409-7630-F84A-B584-5C94715A6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3" name="Rectangle 110">
                <a:extLst>
                  <a:ext uri="{FF2B5EF4-FFF2-40B4-BE49-F238E27FC236}">
                    <a16:creationId xmlns:a16="http://schemas.microsoft.com/office/drawing/2014/main" id="{F46717B0-272A-7C4F-B732-92EEC8E77A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3" y="695"/>
                <a:ext cx="595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54" name="Group 111">
                <a:extLst>
                  <a:ext uri="{FF2B5EF4-FFF2-40B4-BE49-F238E27FC236}">
                    <a16:creationId xmlns:a16="http://schemas.microsoft.com/office/drawing/2014/main" id="{F4ACB840-83DF-404B-A66F-DEBB071861C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79" name="AutoShape 112">
                  <a:extLst>
                    <a:ext uri="{FF2B5EF4-FFF2-40B4-BE49-F238E27FC236}">
                      <a16:creationId xmlns:a16="http://schemas.microsoft.com/office/drawing/2014/main" id="{A911B0DC-A8C2-124C-9C82-2A735A79B9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3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0" name="AutoShape 113">
                  <a:extLst>
                    <a:ext uri="{FF2B5EF4-FFF2-40B4-BE49-F238E27FC236}">
                      <a16:creationId xmlns:a16="http://schemas.microsoft.com/office/drawing/2014/main" id="{9F0B8CE7-288A-EE43-A6E4-C3D97C626F4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3"/>
                  <a:ext cx="690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55" name="Rectangle 114">
                <a:extLst>
                  <a:ext uri="{FF2B5EF4-FFF2-40B4-BE49-F238E27FC236}">
                    <a16:creationId xmlns:a16="http://schemas.microsoft.com/office/drawing/2014/main" id="{766D4B94-8E57-804B-B018-819DFD6CDC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4" y="1019"/>
                <a:ext cx="595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56" name="Group 115">
                <a:extLst>
                  <a:ext uri="{FF2B5EF4-FFF2-40B4-BE49-F238E27FC236}">
                    <a16:creationId xmlns:a16="http://schemas.microsoft.com/office/drawing/2014/main" id="{D994FF4C-7626-D748-A12D-5D1C5FEE1AC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77" name="AutoShape 116">
                  <a:extLst>
                    <a:ext uri="{FF2B5EF4-FFF2-40B4-BE49-F238E27FC236}">
                      <a16:creationId xmlns:a16="http://schemas.microsoft.com/office/drawing/2014/main" id="{198A1BC7-4B65-BC4C-8A29-B983D8E1F8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66"/>
                  <a:ext cx="730" cy="14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8" name="AutoShape 117">
                  <a:extLst>
                    <a:ext uri="{FF2B5EF4-FFF2-40B4-BE49-F238E27FC236}">
                      <a16:creationId xmlns:a16="http://schemas.microsoft.com/office/drawing/2014/main" id="{40DD27E4-9779-CF42-BFDD-6696DFFFA76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3"/>
                  <a:ext cx="697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57" name="Rectangle 118">
                <a:extLst>
                  <a:ext uri="{FF2B5EF4-FFF2-40B4-BE49-F238E27FC236}">
                    <a16:creationId xmlns:a16="http://schemas.microsoft.com/office/drawing/2014/main" id="{ACA44148-7C10-3C49-BB35-5101746C95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8" y="1359"/>
                <a:ext cx="595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8" name="Rectangle 119">
                <a:extLst>
                  <a:ext uri="{FF2B5EF4-FFF2-40B4-BE49-F238E27FC236}">
                    <a16:creationId xmlns:a16="http://schemas.microsoft.com/office/drawing/2014/main" id="{4E7711E0-C3F4-3F44-939E-C5EB99D290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9" y="1656"/>
                <a:ext cx="595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59" name="Group 120">
                <a:extLst>
                  <a:ext uri="{FF2B5EF4-FFF2-40B4-BE49-F238E27FC236}">
                    <a16:creationId xmlns:a16="http://schemas.microsoft.com/office/drawing/2014/main" id="{67EE5E5B-A672-4948-A190-6619EF0F40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75" name="AutoShape 121">
                  <a:extLst>
                    <a:ext uri="{FF2B5EF4-FFF2-40B4-BE49-F238E27FC236}">
                      <a16:creationId xmlns:a16="http://schemas.microsoft.com/office/drawing/2014/main" id="{05F4D1D6-814A-6E46-A67F-0AB27A8D1CE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70"/>
                  <a:ext cx="722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6" name="AutoShape 122">
                  <a:extLst>
                    <a:ext uri="{FF2B5EF4-FFF2-40B4-BE49-F238E27FC236}">
                      <a16:creationId xmlns:a16="http://schemas.microsoft.com/office/drawing/2014/main" id="{B26FB4DB-5CE0-0547-A9EF-8F3F889E2A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5"/>
                  <a:ext cx="683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60" name="Freeform 123">
                <a:extLst>
                  <a:ext uri="{FF2B5EF4-FFF2-40B4-BE49-F238E27FC236}">
                    <a16:creationId xmlns:a16="http://schemas.microsoft.com/office/drawing/2014/main" id="{06773D0F-8045-BA4B-A438-853ED5C1E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61" name="Group 124">
                <a:extLst>
                  <a:ext uri="{FF2B5EF4-FFF2-40B4-BE49-F238E27FC236}">
                    <a16:creationId xmlns:a16="http://schemas.microsoft.com/office/drawing/2014/main" id="{2289418B-58E5-6F41-8BA5-C30F733D8B7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73" name="AutoShape 125">
                  <a:extLst>
                    <a:ext uri="{FF2B5EF4-FFF2-40B4-BE49-F238E27FC236}">
                      <a16:creationId xmlns:a16="http://schemas.microsoft.com/office/drawing/2014/main" id="{38E6EBDC-7542-364B-BAB0-D30286482B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2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" name="AutoShape 126">
                  <a:extLst>
                    <a:ext uri="{FF2B5EF4-FFF2-40B4-BE49-F238E27FC236}">
                      <a16:creationId xmlns:a16="http://schemas.microsoft.com/office/drawing/2014/main" id="{54B2EB69-B7C9-EC42-B99F-19CC17D5EAD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4"/>
                  <a:ext cx="689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62" name="Rectangle 127">
                <a:extLst>
                  <a:ext uri="{FF2B5EF4-FFF2-40B4-BE49-F238E27FC236}">
                    <a16:creationId xmlns:a16="http://schemas.microsoft.com/office/drawing/2014/main" id="{08BCE1F3-76AF-E441-89A0-DA57E700E3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2" y="429"/>
                <a:ext cx="68" cy="2290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3" name="Freeform 128">
                <a:extLst>
                  <a:ext uri="{FF2B5EF4-FFF2-40B4-BE49-F238E27FC236}">
                    <a16:creationId xmlns:a16="http://schemas.microsoft.com/office/drawing/2014/main" id="{4B174135-D9EA-854A-9853-AC5CCDD44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4" name="Freeform 129">
                <a:extLst>
                  <a:ext uri="{FF2B5EF4-FFF2-40B4-BE49-F238E27FC236}">
                    <a16:creationId xmlns:a16="http://schemas.microsoft.com/office/drawing/2014/main" id="{927D55DC-6C82-634A-B79C-B427EAAD4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5" name="Oval 130">
                <a:extLst>
                  <a:ext uri="{FF2B5EF4-FFF2-40B4-BE49-F238E27FC236}">
                    <a16:creationId xmlns:a16="http://schemas.microsoft.com/office/drawing/2014/main" id="{3BB31101-2EB7-F44D-8AA6-0366039E9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8" y="2612"/>
                <a:ext cx="47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6" name="Freeform 131">
                <a:extLst>
                  <a:ext uri="{FF2B5EF4-FFF2-40B4-BE49-F238E27FC236}">
                    <a16:creationId xmlns:a16="http://schemas.microsoft.com/office/drawing/2014/main" id="{79253978-26CE-7249-A74C-F9743D4FB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7" name="AutoShape 132">
                <a:extLst>
                  <a:ext uri="{FF2B5EF4-FFF2-40B4-BE49-F238E27FC236}">
                    <a16:creationId xmlns:a16="http://schemas.microsoft.com/office/drawing/2014/main" id="{D2E63390-A569-3942-9FC4-1FAF9A9C77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6"/>
                <a:ext cx="1201" cy="149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8" name="AutoShape 133">
                <a:extLst>
                  <a:ext uri="{FF2B5EF4-FFF2-40B4-BE49-F238E27FC236}">
                    <a16:creationId xmlns:a16="http://schemas.microsoft.com/office/drawing/2014/main" id="{76E84029-5A5D-0B43-A027-68F72A0B10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8" y="2713"/>
                <a:ext cx="1070" cy="8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9" name="Oval 134">
                <a:extLst>
                  <a:ext uri="{FF2B5EF4-FFF2-40B4-BE49-F238E27FC236}">
                    <a16:creationId xmlns:a16="http://schemas.microsoft.com/office/drawing/2014/main" id="{3E213C1D-2C02-AD4C-9E3D-D83B7E9B84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4"/>
                <a:ext cx="157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0" name="Oval 135">
                <a:extLst>
                  <a:ext uri="{FF2B5EF4-FFF2-40B4-BE49-F238E27FC236}">
                    <a16:creationId xmlns:a16="http://schemas.microsoft.com/office/drawing/2014/main" id="{8AAFA532-A081-384C-AB75-218BDC209A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384"/>
                <a:ext cx="162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71" name="Oval 136">
                <a:extLst>
                  <a:ext uri="{FF2B5EF4-FFF2-40B4-BE49-F238E27FC236}">
                    <a16:creationId xmlns:a16="http://schemas.microsoft.com/office/drawing/2014/main" id="{56B5635A-EB88-0440-8FBB-410A578DEF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2" y="2379"/>
                <a:ext cx="157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2" name="Rectangle 137">
                <a:extLst>
                  <a:ext uri="{FF2B5EF4-FFF2-40B4-BE49-F238E27FC236}">
                    <a16:creationId xmlns:a16="http://schemas.microsoft.com/office/drawing/2014/main" id="{DB35C1A6-F8F8-A34C-83A8-1C5F2BC02C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7"/>
                <a:ext cx="84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83" name="Text Box 6">
              <a:extLst>
                <a:ext uri="{FF2B5EF4-FFF2-40B4-BE49-F238E27FC236}">
                  <a16:creationId xmlns:a16="http://schemas.microsoft.com/office/drawing/2014/main" id="{70E92C74-86C4-E048-AD53-D4201EAFCF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16675" y="3118188"/>
              <a:ext cx="65722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client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" name="Group 1">
              <a:extLst>
                <a:ext uri="{FF2B5EF4-FFF2-40B4-BE49-F238E27FC236}">
                  <a16:creationId xmlns:a16="http://schemas.microsoft.com/office/drawing/2014/main" id="{E568D9C3-D40D-D946-AB3E-DA830336DA5D}"/>
                </a:ext>
              </a:extLst>
            </p:cNvPr>
            <p:cNvGrpSpPr/>
            <p:nvPr/>
          </p:nvGrpSpPr>
          <p:grpSpPr>
            <a:xfrm>
              <a:off x="8270000" y="2687749"/>
              <a:ext cx="786882" cy="1235302"/>
              <a:chOff x="8270000" y="2687749"/>
              <a:chExt cx="786882" cy="1235302"/>
            </a:xfrm>
          </p:grpSpPr>
          <p:grpSp>
            <p:nvGrpSpPr>
              <p:cNvPr id="15" name="Group 138">
                <a:extLst>
                  <a:ext uri="{FF2B5EF4-FFF2-40B4-BE49-F238E27FC236}">
                    <a16:creationId xmlns:a16="http://schemas.microsoft.com/office/drawing/2014/main" id="{BCAE7764-70F3-6C4D-BAB2-DE0B7C89D81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475663" y="3207088"/>
                <a:ext cx="400050" cy="715963"/>
                <a:chOff x="4140" y="429"/>
                <a:chExt cx="1425" cy="2396"/>
              </a:xfrm>
            </p:grpSpPr>
            <p:sp>
              <p:nvSpPr>
                <p:cNvPr id="16" name="Freeform 139">
                  <a:extLst>
                    <a:ext uri="{FF2B5EF4-FFF2-40B4-BE49-F238E27FC236}">
                      <a16:creationId xmlns:a16="http://schemas.microsoft.com/office/drawing/2014/main" id="{F1B2DFA0-F79D-7B41-AEB4-30CE9076E7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2 w 354"/>
                    <a:gd name="T1" fmla="*/ 0 h 2742"/>
                    <a:gd name="T2" fmla="*/ 12 w 354"/>
                    <a:gd name="T3" fmla="*/ 23 h 2742"/>
                    <a:gd name="T4" fmla="*/ 12 w 354"/>
                    <a:gd name="T5" fmla="*/ 171 h 2742"/>
                    <a:gd name="T6" fmla="*/ 0 w 354"/>
                    <a:gd name="T7" fmla="*/ 179 h 2742"/>
                    <a:gd name="T8" fmla="*/ 2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" name="Rectangle 140">
                  <a:extLst>
                    <a:ext uri="{FF2B5EF4-FFF2-40B4-BE49-F238E27FC236}">
                      <a16:creationId xmlns:a16="http://schemas.microsoft.com/office/drawing/2014/main" id="{C5E2EFBB-BBC5-9A42-BB0E-E6D6D2C22EC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8" y="429"/>
                  <a:ext cx="1046" cy="2284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" name="Freeform 141">
                  <a:extLst>
                    <a:ext uri="{FF2B5EF4-FFF2-40B4-BE49-F238E27FC236}">
                      <a16:creationId xmlns:a16="http://schemas.microsoft.com/office/drawing/2014/main" id="{55529617-AF40-4A4A-B8BE-0A1D9AFF98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7 w 211"/>
                    <a:gd name="T3" fmla="*/ 15 h 2537"/>
                    <a:gd name="T4" fmla="*/ 2 w 211"/>
                    <a:gd name="T5" fmla="*/ 163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" name="Freeform 142">
                  <a:extLst>
                    <a:ext uri="{FF2B5EF4-FFF2-40B4-BE49-F238E27FC236}">
                      <a16:creationId xmlns:a16="http://schemas.microsoft.com/office/drawing/2014/main" id="{CD96A818-3AB4-9749-B364-C94B61E393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9 h 226"/>
                    <a:gd name="T4" fmla="*/ 11 w 328"/>
                    <a:gd name="T5" fmla="*/ 16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" name="Rectangle 143">
                  <a:extLst>
                    <a:ext uri="{FF2B5EF4-FFF2-40B4-BE49-F238E27FC236}">
                      <a16:creationId xmlns:a16="http://schemas.microsoft.com/office/drawing/2014/main" id="{6CB7A8CB-28B7-454A-B6FA-0B497C6EA08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4" y="695"/>
                  <a:ext cx="594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" name="Group 144">
                  <a:extLst>
                    <a:ext uri="{FF2B5EF4-FFF2-40B4-BE49-F238E27FC236}">
                      <a16:creationId xmlns:a16="http://schemas.microsoft.com/office/drawing/2014/main" id="{B151228D-C4D6-FC47-B4C4-E4FEAAC8EB9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46" name="AutoShape 145">
                    <a:extLst>
                      <a:ext uri="{FF2B5EF4-FFF2-40B4-BE49-F238E27FC236}">
                        <a16:creationId xmlns:a16="http://schemas.microsoft.com/office/drawing/2014/main" id="{581E8E47-6DB1-F54B-9476-01B6F2E300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6" y="2568"/>
                    <a:ext cx="720" cy="138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7" name="AutoShape 146">
                    <a:extLst>
                      <a:ext uri="{FF2B5EF4-FFF2-40B4-BE49-F238E27FC236}">
                        <a16:creationId xmlns:a16="http://schemas.microsoft.com/office/drawing/2014/main" id="{7F2D9B2C-626D-344A-83E2-C990F841501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3"/>
                    <a:ext cx="670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2" name="Rectangle 147">
                  <a:extLst>
                    <a:ext uri="{FF2B5EF4-FFF2-40B4-BE49-F238E27FC236}">
                      <a16:creationId xmlns:a16="http://schemas.microsoft.com/office/drawing/2014/main" id="{06A6E158-AA9B-7643-9927-3F063660DC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5" y="1019"/>
                  <a:ext cx="594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3" name="Group 148">
                  <a:extLst>
                    <a:ext uri="{FF2B5EF4-FFF2-40B4-BE49-F238E27FC236}">
                      <a16:creationId xmlns:a16="http://schemas.microsoft.com/office/drawing/2014/main" id="{24564C8A-097F-5447-B760-9CD6285FD6E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44" name="AutoShape 149">
                    <a:extLst>
                      <a:ext uri="{FF2B5EF4-FFF2-40B4-BE49-F238E27FC236}">
                        <a16:creationId xmlns:a16="http://schemas.microsoft.com/office/drawing/2014/main" id="{04C4FA5A-4748-2D42-BA0D-06AFE4DAEE2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2" y="2566"/>
                    <a:ext cx="727" cy="143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5" name="AutoShape 150">
                    <a:extLst>
                      <a:ext uri="{FF2B5EF4-FFF2-40B4-BE49-F238E27FC236}">
                        <a16:creationId xmlns:a16="http://schemas.microsoft.com/office/drawing/2014/main" id="{84E1D8C6-7DEE-484B-99EE-B608D1AEB0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6" y="2583"/>
                    <a:ext cx="692" cy="110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4" name="Rectangle 151">
                  <a:extLst>
                    <a:ext uri="{FF2B5EF4-FFF2-40B4-BE49-F238E27FC236}">
                      <a16:creationId xmlns:a16="http://schemas.microsoft.com/office/drawing/2014/main" id="{454AD9D8-054B-E244-8A65-C00DC300D6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9" y="1359"/>
                  <a:ext cx="594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5" name="Rectangle 152">
                  <a:extLst>
                    <a:ext uri="{FF2B5EF4-FFF2-40B4-BE49-F238E27FC236}">
                      <a16:creationId xmlns:a16="http://schemas.microsoft.com/office/drawing/2014/main" id="{40C54BAB-9592-ED4B-80E1-874156D7B1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6"/>
                  <a:ext cx="594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6" name="Group 153">
                  <a:extLst>
                    <a:ext uri="{FF2B5EF4-FFF2-40B4-BE49-F238E27FC236}">
                      <a16:creationId xmlns:a16="http://schemas.microsoft.com/office/drawing/2014/main" id="{64CB2613-6494-6C4A-AC96-EDE0548984F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42" name="AutoShape 154">
                    <a:extLst>
                      <a:ext uri="{FF2B5EF4-FFF2-40B4-BE49-F238E27FC236}">
                        <a16:creationId xmlns:a16="http://schemas.microsoft.com/office/drawing/2014/main" id="{A27D1399-0ADF-5D43-8B09-BCD5BD0CD0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2" y="2570"/>
                    <a:ext cx="726" cy="137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3" name="AutoShape 155">
                    <a:extLst>
                      <a:ext uri="{FF2B5EF4-FFF2-40B4-BE49-F238E27FC236}">
                        <a16:creationId xmlns:a16="http://schemas.microsoft.com/office/drawing/2014/main" id="{20A4C850-89B5-6B44-820C-B66073B7527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7" y="2585"/>
                    <a:ext cx="690" cy="108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7" name="Freeform 156">
                  <a:extLst>
                    <a:ext uri="{FF2B5EF4-FFF2-40B4-BE49-F238E27FC236}">
                      <a16:creationId xmlns:a16="http://schemas.microsoft.com/office/drawing/2014/main" id="{69CA70FC-8D55-3C40-9230-BB1B319F02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8 h 226"/>
                    <a:gd name="T4" fmla="*/ 11 w 328"/>
                    <a:gd name="T5" fmla="*/ 14 h 226"/>
                    <a:gd name="T6" fmla="*/ 0 w 328"/>
                    <a:gd name="T7" fmla="*/ 6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grpSp>
              <p:nvGrpSpPr>
                <p:cNvPr id="28" name="Group 157">
                  <a:extLst>
                    <a:ext uri="{FF2B5EF4-FFF2-40B4-BE49-F238E27FC236}">
                      <a16:creationId xmlns:a16="http://schemas.microsoft.com/office/drawing/2014/main" id="{592B4F87-8FD7-004F-9CBD-2E07936D76B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40" name="AutoShape 158">
                    <a:extLst>
                      <a:ext uri="{FF2B5EF4-FFF2-40B4-BE49-F238E27FC236}">
                        <a16:creationId xmlns:a16="http://schemas.microsoft.com/office/drawing/2014/main" id="{52452D42-BA3E-B548-9F26-4F10DEBFFC0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8"/>
                    <a:ext cx="726" cy="138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1" name="AutoShape 159">
                    <a:extLst>
                      <a:ext uri="{FF2B5EF4-FFF2-40B4-BE49-F238E27FC236}">
                        <a16:creationId xmlns:a16="http://schemas.microsoft.com/office/drawing/2014/main" id="{2E496C07-9C8C-B34F-8201-DBF2AB09E8D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9" y="2584"/>
                    <a:ext cx="690" cy="106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9" name="Rectangle 160">
                  <a:extLst>
                    <a:ext uri="{FF2B5EF4-FFF2-40B4-BE49-F238E27FC236}">
                      <a16:creationId xmlns:a16="http://schemas.microsoft.com/office/drawing/2014/main" id="{507783BC-460D-F943-9047-6C6F897FE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8" y="429"/>
                  <a:ext cx="68" cy="229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0" name="Freeform 161">
                  <a:extLst>
                    <a:ext uri="{FF2B5EF4-FFF2-40B4-BE49-F238E27FC236}">
                      <a16:creationId xmlns:a16="http://schemas.microsoft.com/office/drawing/2014/main" id="{88257E4A-4830-E644-BAF7-847C2053BC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1 w 296"/>
                    <a:gd name="T3" fmla="*/ 8 h 256"/>
                    <a:gd name="T4" fmla="*/ 11 w 296"/>
                    <a:gd name="T5" fmla="*/ 16 h 256"/>
                    <a:gd name="T6" fmla="*/ 0 w 296"/>
                    <a:gd name="T7" fmla="*/ 6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Freeform 162">
                  <a:extLst>
                    <a:ext uri="{FF2B5EF4-FFF2-40B4-BE49-F238E27FC236}">
                      <a16:creationId xmlns:a16="http://schemas.microsoft.com/office/drawing/2014/main" id="{24A3F621-17CD-4645-A51D-7042FE22E5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1 w 304"/>
                    <a:gd name="T3" fmla="*/ 11 h 288"/>
                    <a:gd name="T4" fmla="*/ 10 w 304"/>
                    <a:gd name="T5" fmla="*/ 19 h 288"/>
                    <a:gd name="T6" fmla="*/ 2 w 304"/>
                    <a:gd name="T7" fmla="*/ 8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Oval 163">
                  <a:extLst>
                    <a:ext uri="{FF2B5EF4-FFF2-40B4-BE49-F238E27FC236}">
                      <a16:creationId xmlns:a16="http://schemas.microsoft.com/office/drawing/2014/main" id="{EA7A271B-C672-7748-BB6C-4320F9AE91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20" y="2612"/>
                  <a:ext cx="45" cy="96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3" name="Freeform 164">
                  <a:extLst>
                    <a:ext uri="{FF2B5EF4-FFF2-40B4-BE49-F238E27FC236}">
                      <a16:creationId xmlns:a16="http://schemas.microsoft.com/office/drawing/2014/main" id="{BF246A84-BFE7-3049-922B-DD8B6EA2E7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8 h 240"/>
                    <a:gd name="T2" fmla="*/ 2 w 306"/>
                    <a:gd name="T3" fmla="*/ 16 h 240"/>
                    <a:gd name="T4" fmla="*/ 11 w 306"/>
                    <a:gd name="T5" fmla="*/ 8 h 240"/>
                    <a:gd name="T6" fmla="*/ 11 w 306"/>
                    <a:gd name="T7" fmla="*/ 0 h 240"/>
                    <a:gd name="T8" fmla="*/ 0 w 306"/>
                    <a:gd name="T9" fmla="*/ 8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4" name="AutoShape 165">
                  <a:extLst>
                    <a:ext uri="{FF2B5EF4-FFF2-40B4-BE49-F238E27FC236}">
                      <a16:creationId xmlns:a16="http://schemas.microsoft.com/office/drawing/2014/main" id="{A85BFA7C-936F-3A41-9B80-F269D0D81E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6"/>
                  <a:ext cx="1199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5" name="AutoShape 166">
                  <a:extLst>
                    <a:ext uri="{FF2B5EF4-FFF2-40B4-BE49-F238E27FC236}">
                      <a16:creationId xmlns:a16="http://schemas.microsoft.com/office/drawing/2014/main" id="{143F5A2C-3FCC-214E-B1DD-37354850C3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8" y="2713"/>
                  <a:ext cx="1069" cy="8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6" name="Oval 167">
                  <a:extLst>
                    <a:ext uri="{FF2B5EF4-FFF2-40B4-BE49-F238E27FC236}">
                      <a16:creationId xmlns:a16="http://schemas.microsoft.com/office/drawing/2014/main" id="{9F154E92-095E-194F-B02E-9A00467A044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10" y="2384"/>
                  <a:ext cx="158" cy="143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7" name="Oval 168">
                  <a:extLst>
                    <a:ext uri="{FF2B5EF4-FFF2-40B4-BE49-F238E27FC236}">
                      <a16:creationId xmlns:a16="http://schemas.microsoft.com/office/drawing/2014/main" id="{9D1FEADC-3D9C-A84B-8B87-2D971178EA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5" y="2384"/>
                  <a:ext cx="158" cy="143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8" name="Oval 169">
                  <a:extLst>
                    <a:ext uri="{FF2B5EF4-FFF2-40B4-BE49-F238E27FC236}">
                      <a16:creationId xmlns:a16="http://schemas.microsoft.com/office/drawing/2014/main" id="{4E9E3512-C0DF-9C4B-84D2-8F5465E6D8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60" y="2379"/>
                  <a:ext cx="158" cy="143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9" name="Rectangle 170">
                  <a:extLst>
                    <a:ext uri="{FF2B5EF4-FFF2-40B4-BE49-F238E27FC236}">
                      <a16:creationId xmlns:a16="http://schemas.microsoft.com/office/drawing/2014/main" id="{4D132F38-B955-6A4E-A501-5DB6D9BF92E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2" y="1837"/>
                  <a:ext cx="85" cy="760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4" name="Text Box 8">
                <a:extLst>
                  <a:ext uri="{FF2B5EF4-FFF2-40B4-BE49-F238E27FC236}">
                    <a16:creationId xmlns:a16="http://schemas.microsoft.com/office/drawing/2014/main" id="{5DE1E660-E2FD-8848-B0BB-84A037DCCC2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70000" y="2687749"/>
                <a:ext cx="786882" cy="5909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rPr>
                  <a:t>Web 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rPr>
                  <a:t>cache</a:t>
                </a: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85" name="Text Box 21">
              <a:extLst>
                <a:ext uri="{FF2B5EF4-FFF2-40B4-BE49-F238E27FC236}">
                  <a16:creationId xmlns:a16="http://schemas.microsoft.com/office/drawing/2014/main" id="{E15405A8-0743-624D-A374-AA89B476DB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38913" y="5089863"/>
              <a:ext cx="65722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client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96" name="Group 49">
              <a:extLst>
                <a:ext uri="{FF2B5EF4-FFF2-40B4-BE49-F238E27FC236}">
                  <a16:creationId xmlns:a16="http://schemas.microsoft.com/office/drawing/2014/main" id="{8EC23EE2-3572-4749-B83B-56A3E22AF76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10400" y="2873713"/>
              <a:ext cx="3251200" cy="730250"/>
              <a:chOff x="3002" y="1979"/>
              <a:chExt cx="2048" cy="460"/>
            </a:xfrm>
          </p:grpSpPr>
          <p:sp>
            <p:nvSpPr>
              <p:cNvPr id="97" name="Freeform 18">
                <a:extLst>
                  <a:ext uri="{FF2B5EF4-FFF2-40B4-BE49-F238E27FC236}">
                    <a16:creationId xmlns:a16="http://schemas.microsoft.com/office/drawing/2014/main" id="{B3BFA12B-AF52-444A-9C8D-FD235EBCD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1979"/>
                <a:ext cx="2048" cy="460"/>
              </a:xfrm>
              <a:custGeom>
                <a:avLst/>
                <a:gdLst>
                  <a:gd name="T0" fmla="*/ 0 w 2048"/>
                  <a:gd name="T1" fmla="*/ 2 h 460"/>
                  <a:gd name="T2" fmla="*/ 1011 w 2048"/>
                  <a:gd name="T3" fmla="*/ 460 h 460"/>
                  <a:gd name="T4" fmla="*/ 2048 w 2048"/>
                  <a:gd name="T5" fmla="*/ 0 h 460"/>
                  <a:gd name="T6" fmla="*/ 0 60000 65536"/>
                  <a:gd name="T7" fmla="*/ 0 60000 65536"/>
                  <a:gd name="T8" fmla="*/ 0 60000 65536"/>
                  <a:gd name="T9" fmla="*/ 0 w 2048"/>
                  <a:gd name="T10" fmla="*/ 0 h 460"/>
                  <a:gd name="T11" fmla="*/ 2048 w 2048"/>
                  <a:gd name="T12" fmla="*/ 460 h 46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048" h="460">
                    <a:moveTo>
                      <a:pt x="0" y="2"/>
                    </a:moveTo>
                    <a:lnTo>
                      <a:pt x="1011" y="460"/>
                    </a:lnTo>
                    <a:lnTo>
                      <a:pt x="2048" y="0"/>
                    </a:lnTo>
                  </a:path>
                </a:pathLst>
              </a:custGeom>
              <a:noFill/>
              <a:ln w="28575">
                <a:solidFill>
                  <a:srgbClr val="CC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8" name="Text Box 22">
                <a:extLst>
                  <a:ext uri="{FF2B5EF4-FFF2-40B4-BE49-F238E27FC236}">
                    <a16:creationId xmlns:a16="http://schemas.microsoft.com/office/drawing/2014/main" id="{5DC9736F-EB13-904A-A584-847C86859C2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1422049">
                <a:off x="3129" y="2005"/>
                <a:ext cx="821" cy="2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rPr>
                  <a:t>HTTP request</a:t>
                </a: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99" name="Text Box 45">
                <a:extLst>
                  <a:ext uri="{FF2B5EF4-FFF2-40B4-BE49-F238E27FC236}">
                    <a16:creationId xmlns:a16="http://schemas.microsoft.com/office/drawing/2014/main" id="{5F201396-3496-B54A-87C0-83E69A7B870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20180032">
                <a:off x="4160" y="2015"/>
                <a:ext cx="821" cy="2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rPr>
                  <a:t>HTTP request</a:t>
                </a: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01" name="Text Box 48">
              <a:extLst>
                <a:ext uri="{FF2B5EF4-FFF2-40B4-BE49-F238E27FC236}">
                  <a16:creationId xmlns:a16="http://schemas.microsoft.com/office/drawing/2014/main" id="{53C0E2C7-E328-094F-86C2-7FF28BDF95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81826" y="3292132"/>
              <a:ext cx="708848" cy="5355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origin 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server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pic>
          <p:nvPicPr>
            <p:cNvPr id="103" name="Picture 56">
              <a:extLst>
                <a:ext uri="{FF2B5EF4-FFF2-40B4-BE49-F238E27FC236}">
                  <a16:creationId xmlns:a16="http://schemas.microsoft.com/office/drawing/2014/main" id="{D1860A46-FB8D-2145-A291-FDFCD300B2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542588" y="2381588"/>
              <a:ext cx="527050" cy="433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04" name="Group 60">
              <a:extLst>
                <a:ext uri="{FF2B5EF4-FFF2-40B4-BE49-F238E27FC236}">
                  <a16:creationId xmlns:a16="http://schemas.microsoft.com/office/drawing/2014/main" id="{1E55489F-3411-D147-A30E-37C79E67D1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37288" y="2421276"/>
              <a:ext cx="2851150" cy="1814512"/>
              <a:chOff x="2515" y="1687"/>
              <a:chExt cx="1796" cy="1143"/>
            </a:xfrm>
          </p:grpSpPr>
          <p:pic>
            <p:nvPicPr>
              <p:cNvPr id="108" name="Picture 57">
                <a:extLst>
                  <a:ext uri="{FF2B5EF4-FFF2-40B4-BE49-F238E27FC236}">
                    <a16:creationId xmlns:a16="http://schemas.microsoft.com/office/drawing/2014/main" id="{AAE983CF-984C-9D4D-815F-5073893D27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79" y="2557"/>
                <a:ext cx="332" cy="2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9" name="Picture 59">
                <a:extLst>
                  <a:ext uri="{FF2B5EF4-FFF2-40B4-BE49-F238E27FC236}">
                    <a16:creationId xmlns:a16="http://schemas.microsoft.com/office/drawing/2014/main" id="{24961BA7-6903-124E-955A-AEDC5B6FBE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15" y="1687"/>
                <a:ext cx="332" cy="2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110" name="Picture 61">
              <a:extLst>
                <a:ext uri="{FF2B5EF4-FFF2-40B4-BE49-F238E27FC236}">
                  <a16:creationId xmlns:a16="http://schemas.microsoft.com/office/drawing/2014/main" id="{DB808EFC-F790-0C46-B5F2-BCC2B49C45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84913" y="4362788"/>
              <a:ext cx="527050" cy="433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2564792084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7E400A-8A8D-2854-0587-D7940DF5C0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72B2406F-1DA4-E2C6-EFD4-34CFC1090CB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379879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Web caches (2)</a:t>
            </a:r>
            <a:endParaRPr lang="en-US" sz="4400" dirty="0"/>
          </a:p>
        </p:txBody>
      </p:sp>
      <p:sp>
        <p:nvSpPr>
          <p:cNvPr id="81" name="Rectangle 3">
            <a:extLst>
              <a:ext uri="{FF2B5EF4-FFF2-40B4-BE49-F238E27FC236}">
                <a16:creationId xmlns:a16="http://schemas.microsoft.com/office/drawing/2014/main" id="{04EC795E-8EE6-4B33-4BAB-1AEFF19224EE}"/>
              </a:ext>
            </a:extLst>
          </p:cNvPr>
          <p:cNvSpPr txBox="1">
            <a:spLocks noChangeArrowheads="1"/>
          </p:cNvSpPr>
          <p:nvPr/>
        </p:nvSpPr>
        <p:spPr>
          <a:xfrm>
            <a:off x="794606" y="2233994"/>
            <a:ext cx="4908362" cy="376237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3363" marR="0" lvl="0" indent="-23336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user configures browser to point to a (local)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Web cache</a:t>
            </a:r>
          </a:p>
          <a:p>
            <a:pPr marL="233363" marR="0" lvl="0" indent="-23336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browser sends all HTTP requests to cache</a:t>
            </a:r>
          </a:p>
          <a:p>
            <a:pPr marL="685800" marR="0" lvl="1" indent="-228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if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object in cache: cache returns object to client</a:t>
            </a:r>
          </a:p>
          <a:p>
            <a:pPr marL="685800" marR="0" lvl="1" indent="-228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else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cache requests object from origin server, caches received object, then returns object to client</a:t>
            </a:r>
          </a:p>
        </p:txBody>
      </p:sp>
      <p:sp>
        <p:nvSpPr>
          <p:cNvPr id="82" name="Rectangle 4">
            <a:extLst>
              <a:ext uri="{FF2B5EF4-FFF2-40B4-BE49-F238E27FC236}">
                <a16:creationId xmlns:a16="http://schemas.microsoft.com/office/drawing/2014/main" id="{64872469-71A5-C5A6-8F61-351E5A9A96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5380" y="1333500"/>
            <a:ext cx="10292615" cy="596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Goal: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satisfy client requests without involving origin server</a:t>
            </a:r>
          </a:p>
        </p:txBody>
      </p:sp>
      <p:grpSp>
        <p:nvGrpSpPr>
          <p:cNvPr id="3" name="Group 2" descr="Origin server sends results to web cache which forwards to client">
            <a:extLst>
              <a:ext uri="{FF2B5EF4-FFF2-40B4-BE49-F238E27FC236}">
                <a16:creationId xmlns:a16="http://schemas.microsoft.com/office/drawing/2014/main" id="{87620855-A5CE-1948-8F81-645170287896}"/>
              </a:ext>
            </a:extLst>
          </p:cNvPr>
          <p:cNvGrpSpPr/>
          <p:nvPr/>
        </p:nvGrpSpPr>
        <p:grpSpPr>
          <a:xfrm>
            <a:off x="6237288" y="2381588"/>
            <a:ext cx="4832350" cy="3044825"/>
            <a:chOff x="6237288" y="2381588"/>
            <a:chExt cx="4832350" cy="3044825"/>
          </a:xfrm>
        </p:grpSpPr>
        <p:grpSp>
          <p:nvGrpSpPr>
            <p:cNvPr id="8" name="Group 171">
              <a:extLst>
                <a:ext uri="{FF2B5EF4-FFF2-40B4-BE49-F238E27FC236}">
                  <a16:creationId xmlns:a16="http://schemas.microsoft.com/office/drawing/2014/main" id="{524C59DE-92B1-EB94-7789-C2E75D6D5C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72213" y="2445088"/>
              <a:ext cx="687387" cy="763588"/>
              <a:chOff x="-44" y="1473"/>
              <a:chExt cx="981" cy="1105"/>
            </a:xfrm>
          </p:grpSpPr>
          <p:pic>
            <p:nvPicPr>
              <p:cNvPr id="10" name="Picture 172" descr="desktop_computer_stylized_medium">
                <a:extLst>
                  <a:ext uri="{FF2B5EF4-FFF2-40B4-BE49-F238E27FC236}">
                    <a16:creationId xmlns:a16="http://schemas.microsoft.com/office/drawing/2014/main" id="{E15E5698-C852-7BE7-B155-F46463AD85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" name="Freeform 173">
                <a:extLst>
                  <a:ext uri="{FF2B5EF4-FFF2-40B4-BE49-F238E27FC236}">
                    <a16:creationId xmlns:a16="http://schemas.microsoft.com/office/drawing/2014/main" id="{96ED9D0C-5F8E-0701-46AF-792449FCC24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12" name="Group 102">
              <a:extLst>
                <a:ext uri="{FF2B5EF4-FFF2-40B4-BE49-F238E27FC236}">
                  <a16:creationId xmlns:a16="http://schemas.microsoft.com/office/drawing/2014/main" id="{85722F6A-8354-BE0E-59A3-1BCE30683F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37300" y="4318338"/>
              <a:ext cx="687388" cy="763588"/>
              <a:chOff x="-44" y="1473"/>
              <a:chExt cx="981" cy="1105"/>
            </a:xfrm>
          </p:grpSpPr>
          <p:pic>
            <p:nvPicPr>
              <p:cNvPr id="13" name="Picture 103" descr="desktop_computer_stylized_medium">
                <a:extLst>
                  <a:ext uri="{FF2B5EF4-FFF2-40B4-BE49-F238E27FC236}">
                    <a16:creationId xmlns:a16="http://schemas.microsoft.com/office/drawing/2014/main" id="{25FE0DFE-A7B9-5818-BBD8-D5577CD535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4" name="Freeform 104">
                <a:extLst>
                  <a:ext uri="{FF2B5EF4-FFF2-40B4-BE49-F238E27FC236}">
                    <a16:creationId xmlns:a16="http://schemas.microsoft.com/office/drawing/2014/main" id="{4615036C-57DF-5669-C8DB-203F4F99884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48" name="Group 105">
              <a:extLst>
                <a:ext uri="{FF2B5EF4-FFF2-40B4-BE49-F238E27FC236}">
                  <a16:creationId xmlns:a16="http://schemas.microsoft.com/office/drawing/2014/main" id="{AC623AAD-C7CA-90A5-8300-D9992CA1E7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423525" y="2586376"/>
              <a:ext cx="433388" cy="715962"/>
              <a:chOff x="4140" y="429"/>
              <a:chExt cx="1425" cy="2396"/>
            </a:xfrm>
          </p:grpSpPr>
          <p:sp>
            <p:nvSpPr>
              <p:cNvPr id="49" name="Freeform 106">
                <a:extLst>
                  <a:ext uri="{FF2B5EF4-FFF2-40B4-BE49-F238E27FC236}">
                    <a16:creationId xmlns:a16="http://schemas.microsoft.com/office/drawing/2014/main" id="{75985179-A4FA-D11E-2723-BDB5FC089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0" name="Rectangle 107">
                <a:extLst>
                  <a:ext uri="{FF2B5EF4-FFF2-40B4-BE49-F238E27FC236}">
                    <a16:creationId xmlns:a16="http://schemas.microsoft.com/office/drawing/2014/main" id="{C5A0275C-881D-A35E-42F8-8743B98035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8" y="429"/>
                <a:ext cx="1044" cy="2284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1" name="Freeform 108">
                <a:extLst>
                  <a:ext uri="{FF2B5EF4-FFF2-40B4-BE49-F238E27FC236}">
                    <a16:creationId xmlns:a16="http://schemas.microsoft.com/office/drawing/2014/main" id="{8E611FB7-7744-6ACF-98AE-7BCF8120E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2" name="Freeform 109">
                <a:extLst>
                  <a:ext uri="{FF2B5EF4-FFF2-40B4-BE49-F238E27FC236}">
                    <a16:creationId xmlns:a16="http://schemas.microsoft.com/office/drawing/2014/main" id="{08A53542-0F02-FBA6-A40E-D738B919E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3" name="Rectangle 110">
                <a:extLst>
                  <a:ext uri="{FF2B5EF4-FFF2-40B4-BE49-F238E27FC236}">
                    <a16:creationId xmlns:a16="http://schemas.microsoft.com/office/drawing/2014/main" id="{EA0D7A50-C6DC-7274-3392-841A4B615D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3" y="695"/>
                <a:ext cx="595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54" name="Group 111">
                <a:extLst>
                  <a:ext uri="{FF2B5EF4-FFF2-40B4-BE49-F238E27FC236}">
                    <a16:creationId xmlns:a16="http://schemas.microsoft.com/office/drawing/2014/main" id="{52FC4875-46E6-9BEE-6C88-6FA7BF05CB5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79" name="AutoShape 112">
                  <a:extLst>
                    <a:ext uri="{FF2B5EF4-FFF2-40B4-BE49-F238E27FC236}">
                      <a16:creationId xmlns:a16="http://schemas.microsoft.com/office/drawing/2014/main" id="{0DB90F7F-A94B-F106-C600-226208BC7F4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3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0" name="AutoShape 113">
                  <a:extLst>
                    <a:ext uri="{FF2B5EF4-FFF2-40B4-BE49-F238E27FC236}">
                      <a16:creationId xmlns:a16="http://schemas.microsoft.com/office/drawing/2014/main" id="{3A4FE816-68FD-CED2-7933-FFC91AE6D68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3"/>
                  <a:ext cx="690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55" name="Rectangle 114">
                <a:extLst>
                  <a:ext uri="{FF2B5EF4-FFF2-40B4-BE49-F238E27FC236}">
                    <a16:creationId xmlns:a16="http://schemas.microsoft.com/office/drawing/2014/main" id="{D30C878A-69C8-A30E-E2F4-AE3F3D664C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4" y="1019"/>
                <a:ext cx="595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56" name="Group 115">
                <a:extLst>
                  <a:ext uri="{FF2B5EF4-FFF2-40B4-BE49-F238E27FC236}">
                    <a16:creationId xmlns:a16="http://schemas.microsoft.com/office/drawing/2014/main" id="{2D2CF2F9-9A64-0757-9837-C0A14470F65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77" name="AutoShape 116">
                  <a:extLst>
                    <a:ext uri="{FF2B5EF4-FFF2-40B4-BE49-F238E27FC236}">
                      <a16:creationId xmlns:a16="http://schemas.microsoft.com/office/drawing/2014/main" id="{A67C8EAD-BFCD-20B0-BE3E-399093E685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66"/>
                  <a:ext cx="730" cy="14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8" name="AutoShape 117">
                  <a:extLst>
                    <a:ext uri="{FF2B5EF4-FFF2-40B4-BE49-F238E27FC236}">
                      <a16:creationId xmlns:a16="http://schemas.microsoft.com/office/drawing/2014/main" id="{44573B60-9036-D242-4CB6-4A4BAB06CE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3"/>
                  <a:ext cx="697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57" name="Rectangle 118">
                <a:extLst>
                  <a:ext uri="{FF2B5EF4-FFF2-40B4-BE49-F238E27FC236}">
                    <a16:creationId xmlns:a16="http://schemas.microsoft.com/office/drawing/2014/main" id="{5C488F5D-FD3E-2580-6975-55AAAF2984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8" y="1359"/>
                <a:ext cx="595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8" name="Rectangle 119">
                <a:extLst>
                  <a:ext uri="{FF2B5EF4-FFF2-40B4-BE49-F238E27FC236}">
                    <a16:creationId xmlns:a16="http://schemas.microsoft.com/office/drawing/2014/main" id="{6374B072-0CFD-4146-6A47-A9DE3A7340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9" y="1656"/>
                <a:ext cx="595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59" name="Group 120">
                <a:extLst>
                  <a:ext uri="{FF2B5EF4-FFF2-40B4-BE49-F238E27FC236}">
                    <a16:creationId xmlns:a16="http://schemas.microsoft.com/office/drawing/2014/main" id="{0AE5E972-4938-39CC-095C-557008FECFA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75" name="AutoShape 121">
                  <a:extLst>
                    <a:ext uri="{FF2B5EF4-FFF2-40B4-BE49-F238E27FC236}">
                      <a16:creationId xmlns:a16="http://schemas.microsoft.com/office/drawing/2014/main" id="{605A54F3-4090-04E2-66AE-6D7F4ED57D1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70"/>
                  <a:ext cx="722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6" name="AutoShape 122">
                  <a:extLst>
                    <a:ext uri="{FF2B5EF4-FFF2-40B4-BE49-F238E27FC236}">
                      <a16:creationId xmlns:a16="http://schemas.microsoft.com/office/drawing/2014/main" id="{2356856E-749A-0DA4-F69E-C222892F20D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5"/>
                  <a:ext cx="683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60" name="Freeform 123">
                <a:extLst>
                  <a:ext uri="{FF2B5EF4-FFF2-40B4-BE49-F238E27FC236}">
                    <a16:creationId xmlns:a16="http://schemas.microsoft.com/office/drawing/2014/main" id="{5FC716C9-0009-3A18-6B1C-2D7AEEC1C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61" name="Group 124">
                <a:extLst>
                  <a:ext uri="{FF2B5EF4-FFF2-40B4-BE49-F238E27FC236}">
                    <a16:creationId xmlns:a16="http://schemas.microsoft.com/office/drawing/2014/main" id="{48E9F668-3B8B-AA77-1908-DFF83DBDD07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73" name="AutoShape 125">
                  <a:extLst>
                    <a:ext uri="{FF2B5EF4-FFF2-40B4-BE49-F238E27FC236}">
                      <a16:creationId xmlns:a16="http://schemas.microsoft.com/office/drawing/2014/main" id="{7AE67475-290E-62EC-2E71-0FAE5FFD1E0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2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" name="AutoShape 126">
                  <a:extLst>
                    <a:ext uri="{FF2B5EF4-FFF2-40B4-BE49-F238E27FC236}">
                      <a16:creationId xmlns:a16="http://schemas.microsoft.com/office/drawing/2014/main" id="{73CFA66E-F9A1-E511-0DFC-8A6C6EB3F3F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4"/>
                  <a:ext cx="689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62" name="Rectangle 127">
                <a:extLst>
                  <a:ext uri="{FF2B5EF4-FFF2-40B4-BE49-F238E27FC236}">
                    <a16:creationId xmlns:a16="http://schemas.microsoft.com/office/drawing/2014/main" id="{BEBC5172-A2E3-BA12-1E89-BC63961241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2" y="429"/>
                <a:ext cx="68" cy="2290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3" name="Freeform 128">
                <a:extLst>
                  <a:ext uri="{FF2B5EF4-FFF2-40B4-BE49-F238E27FC236}">
                    <a16:creationId xmlns:a16="http://schemas.microsoft.com/office/drawing/2014/main" id="{26296FF1-BB77-A498-FB71-C2C9E7AB2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4" name="Freeform 129">
                <a:extLst>
                  <a:ext uri="{FF2B5EF4-FFF2-40B4-BE49-F238E27FC236}">
                    <a16:creationId xmlns:a16="http://schemas.microsoft.com/office/drawing/2014/main" id="{BAA0C748-EED9-3690-CD33-4B94BEBB7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5" name="Oval 130">
                <a:extLst>
                  <a:ext uri="{FF2B5EF4-FFF2-40B4-BE49-F238E27FC236}">
                    <a16:creationId xmlns:a16="http://schemas.microsoft.com/office/drawing/2014/main" id="{B32A4CF7-9582-D7D4-1429-4BF1E74369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8" y="2612"/>
                <a:ext cx="47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6" name="Freeform 131">
                <a:extLst>
                  <a:ext uri="{FF2B5EF4-FFF2-40B4-BE49-F238E27FC236}">
                    <a16:creationId xmlns:a16="http://schemas.microsoft.com/office/drawing/2014/main" id="{097ADA32-E2BD-8954-BB2C-364A0A813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7" name="AutoShape 132">
                <a:extLst>
                  <a:ext uri="{FF2B5EF4-FFF2-40B4-BE49-F238E27FC236}">
                    <a16:creationId xmlns:a16="http://schemas.microsoft.com/office/drawing/2014/main" id="{DBF4EDBF-6651-B713-11F5-E0F4D5E737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6"/>
                <a:ext cx="1201" cy="149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8" name="AutoShape 133">
                <a:extLst>
                  <a:ext uri="{FF2B5EF4-FFF2-40B4-BE49-F238E27FC236}">
                    <a16:creationId xmlns:a16="http://schemas.microsoft.com/office/drawing/2014/main" id="{99F33A0C-1F80-D743-72B8-5D6709E7DE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8" y="2713"/>
                <a:ext cx="1070" cy="8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9" name="Oval 134">
                <a:extLst>
                  <a:ext uri="{FF2B5EF4-FFF2-40B4-BE49-F238E27FC236}">
                    <a16:creationId xmlns:a16="http://schemas.microsoft.com/office/drawing/2014/main" id="{0895CEC7-E84E-17AB-4BE4-B428FFE2EA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4"/>
                <a:ext cx="157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0" name="Oval 135">
                <a:extLst>
                  <a:ext uri="{FF2B5EF4-FFF2-40B4-BE49-F238E27FC236}">
                    <a16:creationId xmlns:a16="http://schemas.microsoft.com/office/drawing/2014/main" id="{FAC19E86-089D-5C22-CDF7-1D1EBD4233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384"/>
                <a:ext cx="162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71" name="Oval 136">
                <a:extLst>
                  <a:ext uri="{FF2B5EF4-FFF2-40B4-BE49-F238E27FC236}">
                    <a16:creationId xmlns:a16="http://schemas.microsoft.com/office/drawing/2014/main" id="{60A5F721-DFAF-62AE-D7F6-D97D5472BD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2" y="2379"/>
                <a:ext cx="157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2" name="Rectangle 137">
                <a:extLst>
                  <a:ext uri="{FF2B5EF4-FFF2-40B4-BE49-F238E27FC236}">
                    <a16:creationId xmlns:a16="http://schemas.microsoft.com/office/drawing/2014/main" id="{E0E32458-DD93-A2ED-A32F-6D423A3925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7"/>
                <a:ext cx="84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83" name="Text Box 6">
              <a:extLst>
                <a:ext uri="{FF2B5EF4-FFF2-40B4-BE49-F238E27FC236}">
                  <a16:creationId xmlns:a16="http://schemas.microsoft.com/office/drawing/2014/main" id="{248BBDB3-84D4-398E-5DB0-A49515DB86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16675" y="3118188"/>
              <a:ext cx="65722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client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" name="Group 1">
              <a:extLst>
                <a:ext uri="{FF2B5EF4-FFF2-40B4-BE49-F238E27FC236}">
                  <a16:creationId xmlns:a16="http://schemas.microsoft.com/office/drawing/2014/main" id="{88FA6156-20F4-F97E-AB26-8A1C416C097D}"/>
                </a:ext>
              </a:extLst>
            </p:cNvPr>
            <p:cNvGrpSpPr/>
            <p:nvPr/>
          </p:nvGrpSpPr>
          <p:grpSpPr>
            <a:xfrm>
              <a:off x="8270000" y="2687749"/>
              <a:ext cx="786882" cy="1235302"/>
              <a:chOff x="8270000" y="2687749"/>
              <a:chExt cx="786882" cy="1235302"/>
            </a:xfrm>
          </p:grpSpPr>
          <p:grpSp>
            <p:nvGrpSpPr>
              <p:cNvPr id="15" name="Group 138">
                <a:extLst>
                  <a:ext uri="{FF2B5EF4-FFF2-40B4-BE49-F238E27FC236}">
                    <a16:creationId xmlns:a16="http://schemas.microsoft.com/office/drawing/2014/main" id="{4536EAD6-042E-49FC-34D8-C5FF6AAE13B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475663" y="3207088"/>
                <a:ext cx="400050" cy="715963"/>
                <a:chOff x="4140" y="429"/>
                <a:chExt cx="1425" cy="2396"/>
              </a:xfrm>
            </p:grpSpPr>
            <p:sp>
              <p:nvSpPr>
                <p:cNvPr id="16" name="Freeform 139">
                  <a:extLst>
                    <a:ext uri="{FF2B5EF4-FFF2-40B4-BE49-F238E27FC236}">
                      <a16:creationId xmlns:a16="http://schemas.microsoft.com/office/drawing/2014/main" id="{DE322F89-B7FD-0C67-9159-F93E058FA9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2 w 354"/>
                    <a:gd name="T1" fmla="*/ 0 h 2742"/>
                    <a:gd name="T2" fmla="*/ 12 w 354"/>
                    <a:gd name="T3" fmla="*/ 23 h 2742"/>
                    <a:gd name="T4" fmla="*/ 12 w 354"/>
                    <a:gd name="T5" fmla="*/ 171 h 2742"/>
                    <a:gd name="T6" fmla="*/ 0 w 354"/>
                    <a:gd name="T7" fmla="*/ 179 h 2742"/>
                    <a:gd name="T8" fmla="*/ 2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" name="Rectangle 140">
                  <a:extLst>
                    <a:ext uri="{FF2B5EF4-FFF2-40B4-BE49-F238E27FC236}">
                      <a16:creationId xmlns:a16="http://schemas.microsoft.com/office/drawing/2014/main" id="{C6A786D8-D33E-32AB-8B4B-AAFD1EBF2B3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8" y="429"/>
                  <a:ext cx="1046" cy="2284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" name="Freeform 141">
                  <a:extLst>
                    <a:ext uri="{FF2B5EF4-FFF2-40B4-BE49-F238E27FC236}">
                      <a16:creationId xmlns:a16="http://schemas.microsoft.com/office/drawing/2014/main" id="{FEE1172B-272E-CC41-75DD-46F0D3948A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7 w 211"/>
                    <a:gd name="T3" fmla="*/ 15 h 2537"/>
                    <a:gd name="T4" fmla="*/ 2 w 211"/>
                    <a:gd name="T5" fmla="*/ 163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" name="Freeform 142">
                  <a:extLst>
                    <a:ext uri="{FF2B5EF4-FFF2-40B4-BE49-F238E27FC236}">
                      <a16:creationId xmlns:a16="http://schemas.microsoft.com/office/drawing/2014/main" id="{A3E673C5-22F8-498C-935A-4B7B64C363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9 h 226"/>
                    <a:gd name="T4" fmla="*/ 11 w 328"/>
                    <a:gd name="T5" fmla="*/ 16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" name="Rectangle 143">
                  <a:extLst>
                    <a:ext uri="{FF2B5EF4-FFF2-40B4-BE49-F238E27FC236}">
                      <a16:creationId xmlns:a16="http://schemas.microsoft.com/office/drawing/2014/main" id="{3F4D112E-047C-C756-2DF6-831063E5CA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4" y="695"/>
                  <a:ext cx="594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" name="Group 144">
                  <a:extLst>
                    <a:ext uri="{FF2B5EF4-FFF2-40B4-BE49-F238E27FC236}">
                      <a16:creationId xmlns:a16="http://schemas.microsoft.com/office/drawing/2014/main" id="{EE7549AA-191E-DE12-3D33-DD3F71258E9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46" name="AutoShape 145">
                    <a:extLst>
                      <a:ext uri="{FF2B5EF4-FFF2-40B4-BE49-F238E27FC236}">
                        <a16:creationId xmlns:a16="http://schemas.microsoft.com/office/drawing/2014/main" id="{CA17FAE8-F9C2-B6A7-5CC7-54D803C9561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6" y="2568"/>
                    <a:ext cx="720" cy="138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7" name="AutoShape 146">
                    <a:extLst>
                      <a:ext uri="{FF2B5EF4-FFF2-40B4-BE49-F238E27FC236}">
                        <a16:creationId xmlns:a16="http://schemas.microsoft.com/office/drawing/2014/main" id="{6FAEF0F9-5104-B45A-EC0C-502757B718E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3"/>
                    <a:ext cx="670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2" name="Rectangle 147">
                  <a:extLst>
                    <a:ext uri="{FF2B5EF4-FFF2-40B4-BE49-F238E27FC236}">
                      <a16:creationId xmlns:a16="http://schemas.microsoft.com/office/drawing/2014/main" id="{21E7C591-56FF-4C92-C9BF-BAE5B3B83D7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5" y="1019"/>
                  <a:ext cx="594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3" name="Group 148">
                  <a:extLst>
                    <a:ext uri="{FF2B5EF4-FFF2-40B4-BE49-F238E27FC236}">
                      <a16:creationId xmlns:a16="http://schemas.microsoft.com/office/drawing/2014/main" id="{CD8ED052-C93D-63C1-7B04-2AF172C5531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44" name="AutoShape 149">
                    <a:extLst>
                      <a:ext uri="{FF2B5EF4-FFF2-40B4-BE49-F238E27FC236}">
                        <a16:creationId xmlns:a16="http://schemas.microsoft.com/office/drawing/2014/main" id="{93831898-A864-78DC-F4C8-EFA7E5FA45E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2" y="2566"/>
                    <a:ext cx="727" cy="143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5" name="AutoShape 150">
                    <a:extLst>
                      <a:ext uri="{FF2B5EF4-FFF2-40B4-BE49-F238E27FC236}">
                        <a16:creationId xmlns:a16="http://schemas.microsoft.com/office/drawing/2014/main" id="{055F6013-FAFE-1A1E-618C-2CF5E7F1E5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6" y="2583"/>
                    <a:ext cx="692" cy="110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4" name="Rectangle 151">
                  <a:extLst>
                    <a:ext uri="{FF2B5EF4-FFF2-40B4-BE49-F238E27FC236}">
                      <a16:creationId xmlns:a16="http://schemas.microsoft.com/office/drawing/2014/main" id="{1F13C351-106F-2DDE-2B91-E1DCF672000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9" y="1359"/>
                  <a:ext cx="594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5" name="Rectangle 152">
                  <a:extLst>
                    <a:ext uri="{FF2B5EF4-FFF2-40B4-BE49-F238E27FC236}">
                      <a16:creationId xmlns:a16="http://schemas.microsoft.com/office/drawing/2014/main" id="{237B4D0E-9D23-A0CC-AF4E-A9F90E8F152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6"/>
                  <a:ext cx="594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6" name="Group 153">
                  <a:extLst>
                    <a:ext uri="{FF2B5EF4-FFF2-40B4-BE49-F238E27FC236}">
                      <a16:creationId xmlns:a16="http://schemas.microsoft.com/office/drawing/2014/main" id="{180702EF-6868-F90F-D8A3-645AC848846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42" name="AutoShape 154">
                    <a:extLst>
                      <a:ext uri="{FF2B5EF4-FFF2-40B4-BE49-F238E27FC236}">
                        <a16:creationId xmlns:a16="http://schemas.microsoft.com/office/drawing/2014/main" id="{FF61B4A4-5167-0EDF-0039-8EEF96845C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2" y="2570"/>
                    <a:ext cx="726" cy="137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3" name="AutoShape 155">
                    <a:extLst>
                      <a:ext uri="{FF2B5EF4-FFF2-40B4-BE49-F238E27FC236}">
                        <a16:creationId xmlns:a16="http://schemas.microsoft.com/office/drawing/2014/main" id="{5501F2AE-6CEE-5B97-44FD-9939528C42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7" y="2585"/>
                    <a:ext cx="690" cy="108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7" name="Freeform 156">
                  <a:extLst>
                    <a:ext uri="{FF2B5EF4-FFF2-40B4-BE49-F238E27FC236}">
                      <a16:creationId xmlns:a16="http://schemas.microsoft.com/office/drawing/2014/main" id="{3DCF921E-803B-0D98-C5E6-036BC6A568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8 h 226"/>
                    <a:gd name="T4" fmla="*/ 11 w 328"/>
                    <a:gd name="T5" fmla="*/ 14 h 226"/>
                    <a:gd name="T6" fmla="*/ 0 w 328"/>
                    <a:gd name="T7" fmla="*/ 6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grpSp>
              <p:nvGrpSpPr>
                <p:cNvPr id="28" name="Group 157">
                  <a:extLst>
                    <a:ext uri="{FF2B5EF4-FFF2-40B4-BE49-F238E27FC236}">
                      <a16:creationId xmlns:a16="http://schemas.microsoft.com/office/drawing/2014/main" id="{F8FDBCEF-8184-5893-02CA-01944ADBF44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40" name="AutoShape 158">
                    <a:extLst>
                      <a:ext uri="{FF2B5EF4-FFF2-40B4-BE49-F238E27FC236}">
                        <a16:creationId xmlns:a16="http://schemas.microsoft.com/office/drawing/2014/main" id="{FABA2DAF-334A-78F2-FE1D-2B7E0EB53A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8"/>
                    <a:ext cx="726" cy="138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1" name="AutoShape 159">
                    <a:extLst>
                      <a:ext uri="{FF2B5EF4-FFF2-40B4-BE49-F238E27FC236}">
                        <a16:creationId xmlns:a16="http://schemas.microsoft.com/office/drawing/2014/main" id="{0DF23BD5-3E4C-DC66-C664-1DC1E832CE9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9" y="2584"/>
                    <a:ext cx="690" cy="106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9" name="Rectangle 160">
                  <a:extLst>
                    <a:ext uri="{FF2B5EF4-FFF2-40B4-BE49-F238E27FC236}">
                      <a16:creationId xmlns:a16="http://schemas.microsoft.com/office/drawing/2014/main" id="{4E61408A-0E20-79D6-EABA-80828BA8D94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8" y="429"/>
                  <a:ext cx="68" cy="229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0" name="Freeform 161">
                  <a:extLst>
                    <a:ext uri="{FF2B5EF4-FFF2-40B4-BE49-F238E27FC236}">
                      <a16:creationId xmlns:a16="http://schemas.microsoft.com/office/drawing/2014/main" id="{A794A7E3-0A81-B001-3E75-45A762688C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1 w 296"/>
                    <a:gd name="T3" fmla="*/ 8 h 256"/>
                    <a:gd name="T4" fmla="*/ 11 w 296"/>
                    <a:gd name="T5" fmla="*/ 16 h 256"/>
                    <a:gd name="T6" fmla="*/ 0 w 296"/>
                    <a:gd name="T7" fmla="*/ 6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Freeform 162">
                  <a:extLst>
                    <a:ext uri="{FF2B5EF4-FFF2-40B4-BE49-F238E27FC236}">
                      <a16:creationId xmlns:a16="http://schemas.microsoft.com/office/drawing/2014/main" id="{59478AE7-FE16-C4BF-665F-C1C3218CD7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1 w 304"/>
                    <a:gd name="T3" fmla="*/ 11 h 288"/>
                    <a:gd name="T4" fmla="*/ 10 w 304"/>
                    <a:gd name="T5" fmla="*/ 19 h 288"/>
                    <a:gd name="T6" fmla="*/ 2 w 304"/>
                    <a:gd name="T7" fmla="*/ 8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Oval 163">
                  <a:extLst>
                    <a:ext uri="{FF2B5EF4-FFF2-40B4-BE49-F238E27FC236}">
                      <a16:creationId xmlns:a16="http://schemas.microsoft.com/office/drawing/2014/main" id="{85997412-6479-4CF2-A68A-A7F60D3570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20" y="2612"/>
                  <a:ext cx="45" cy="96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3" name="Freeform 164">
                  <a:extLst>
                    <a:ext uri="{FF2B5EF4-FFF2-40B4-BE49-F238E27FC236}">
                      <a16:creationId xmlns:a16="http://schemas.microsoft.com/office/drawing/2014/main" id="{125A5E6C-C38D-D9B3-79B3-59783D561C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8 h 240"/>
                    <a:gd name="T2" fmla="*/ 2 w 306"/>
                    <a:gd name="T3" fmla="*/ 16 h 240"/>
                    <a:gd name="T4" fmla="*/ 11 w 306"/>
                    <a:gd name="T5" fmla="*/ 8 h 240"/>
                    <a:gd name="T6" fmla="*/ 11 w 306"/>
                    <a:gd name="T7" fmla="*/ 0 h 240"/>
                    <a:gd name="T8" fmla="*/ 0 w 306"/>
                    <a:gd name="T9" fmla="*/ 8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4" name="AutoShape 165">
                  <a:extLst>
                    <a:ext uri="{FF2B5EF4-FFF2-40B4-BE49-F238E27FC236}">
                      <a16:creationId xmlns:a16="http://schemas.microsoft.com/office/drawing/2014/main" id="{E9530F52-2B9A-8064-3E7A-00657FA6786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6"/>
                  <a:ext cx="1199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5" name="AutoShape 166">
                  <a:extLst>
                    <a:ext uri="{FF2B5EF4-FFF2-40B4-BE49-F238E27FC236}">
                      <a16:creationId xmlns:a16="http://schemas.microsoft.com/office/drawing/2014/main" id="{86CDEED0-B136-D555-0CD8-92C785B7B9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8" y="2713"/>
                  <a:ext cx="1069" cy="8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6" name="Oval 167">
                  <a:extLst>
                    <a:ext uri="{FF2B5EF4-FFF2-40B4-BE49-F238E27FC236}">
                      <a16:creationId xmlns:a16="http://schemas.microsoft.com/office/drawing/2014/main" id="{145605A5-7B43-EBAA-A8DD-73217CA91D0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10" y="2384"/>
                  <a:ext cx="158" cy="143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7" name="Oval 168">
                  <a:extLst>
                    <a:ext uri="{FF2B5EF4-FFF2-40B4-BE49-F238E27FC236}">
                      <a16:creationId xmlns:a16="http://schemas.microsoft.com/office/drawing/2014/main" id="{6A293BD3-32CF-2F57-2298-A8C0B4A94DD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5" y="2384"/>
                  <a:ext cx="158" cy="143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8" name="Oval 169">
                  <a:extLst>
                    <a:ext uri="{FF2B5EF4-FFF2-40B4-BE49-F238E27FC236}">
                      <a16:creationId xmlns:a16="http://schemas.microsoft.com/office/drawing/2014/main" id="{5ACE5431-9478-8AE5-8D8A-C3FAF2E0545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60" y="2379"/>
                  <a:ext cx="158" cy="143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9" name="Rectangle 170">
                  <a:extLst>
                    <a:ext uri="{FF2B5EF4-FFF2-40B4-BE49-F238E27FC236}">
                      <a16:creationId xmlns:a16="http://schemas.microsoft.com/office/drawing/2014/main" id="{A9C88037-1DE0-D44A-5389-B81BDB4065F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2" y="1837"/>
                  <a:ext cx="85" cy="760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4" name="Text Box 8">
                <a:extLst>
                  <a:ext uri="{FF2B5EF4-FFF2-40B4-BE49-F238E27FC236}">
                    <a16:creationId xmlns:a16="http://schemas.microsoft.com/office/drawing/2014/main" id="{6B99FF85-2FFE-1829-5ABB-618A7B33E29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70000" y="2687749"/>
                <a:ext cx="786882" cy="5909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rPr>
                  <a:t>Web 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rPr>
                  <a:t>cache</a:t>
                </a: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85" name="Text Box 21">
              <a:extLst>
                <a:ext uri="{FF2B5EF4-FFF2-40B4-BE49-F238E27FC236}">
                  <a16:creationId xmlns:a16="http://schemas.microsoft.com/office/drawing/2014/main" id="{526D89EC-83B3-2359-B59E-8151409309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38913" y="5089863"/>
              <a:ext cx="65722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client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1" name="Text Box 48">
              <a:extLst>
                <a:ext uri="{FF2B5EF4-FFF2-40B4-BE49-F238E27FC236}">
                  <a16:creationId xmlns:a16="http://schemas.microsoft.com/office/drawing/2014/main" id="{E86B61EE-6652-0E20-6B56-2ABA1826E5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81826" y="3292132"/>
              <a:ext cx="708848" cy="5355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origin 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server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pic>
          <p:nvPicPr>
            <p:cNvPr id="103" name="Picture 56">
              <a:extLst>
                <a:ext uri="{FF2B5EF4-FFF2-40B4-BE49-F238E27FC236}">
                  <a16:creationId xmlns:a16="http://schemas.microsoft.com/office/drawing/2014/main" id="{9E590F77-C87B-A6D0-0D65-25A20B0B6B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542588" y="2381588"/>
              <a:ext cx="527050" cy="433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04" name="Group 60">
              <a:extLst>
                <a:ext uri="{FF2B5EF4-FFF2-40B4-BE49-F238E27FC236}">
                  <a16:creationId xmlns:a16="http://schemas.microsoft.com/office/drawing/2014/main" id="{EDA8F3BE-CA05-E93E-A7CE-AD28E22F27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37288" y="2421276"/>
              <a:ext cx="4110038" cy="1814512"/>
              <a:chOff x="2515" y="1687"/>
              <a:chExt cx="2589" cy="1143"/>
            </a:xfrm>
          </p:grpSpPr>
          <p:sp>
            <p:nvSpPr>
              <p:cNvPr id="105" name="Freeform 44">
                <a:extLst>
                  <a:ext uri="{FF2B5EF4-FFF2-40B4-BE49-F238E27FC236}">
                    <a16:creationId xmlns:a16="http://schemas.microsoft.com/office/drawing/2014/main" id="{2E27F83D-217A-4E9A-5EDB-80AAAB443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2026"/>
                <a:ext cx="2119" cy="476"/>
              </a:xfrm>
              <a:custGeom>
                <a:avLst/>
                <a:gdLst>
                  <a:gd name="T0" fmla="*/ 2119 w 2119"/>
                  <a:gd name="T1" fmla="*/ 0 h 476"/>
                  <a:gd name="T2" fmla="*/ 1020 w 2119"/>
                  <a:gd name="T3" fmla="*/ 476 h 476"/>
                  <a:gd name="T4" fmla="*/ 0 w 2119"/>
                  <a:gd name="T5" fmla="*/ 8 h 476"/>
                  <a:gd name="T6" fmla="*/ 0 60000 65536"/>
                  <a:gd name="T7" fmla="*/ 0 60000 65536"/>
                  <a:gd name="T8" fmla="*/ 0 60000 65536"/>
                  <a:gd name="T9" fmla="*/ 0 w 2119"/>
                  <a:gd name="T10" fmla="*/ 0 h 476"/>
                  <a:gd name="T11" fmla="*/ 2119 w 2119"/>
                  <a:gd name="T12" fmla="*/ 476 h 47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19" h="476">
                    <a:moveTo>
                      <a:pt x="2119" y="0"/>
                    </a:moveTo>
                    <a:lnTo>
                      <a:pt x="1020" y="476"/>
                    </a:lnTo>
                    <a:lnTo>
                      <a:pt x="0" y="8"/>
                    </a:lnTo>
                  </a:path>
                </a:pathLst>
              </a:custGeom>
              <a:noFill/>
              <a:ln w="28575">
                <a:solidFill>
                  <a:srgbClr val="CC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6" name="Text Box 24">
                <a:extLst>
                  <a:ext uri="{FF2B5EF4-FFF2-40B4-BE49-F238E27FC236}">
                    <a16:creationId xmlns:a16="http://schemas.microsoft.com/office/drawing/2014/main" id="{82B0C6AD-32BD-D2C4-94E0-346C3A420C0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1411598">
                <a:off x="2963" y="2243"/>
                <a:ext cx="898" cy="2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rPr>
                  <a:t>HTTP response</a:t>
                </a: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7" name="Text Box 46">
                <a:extLst>
                  <a:ext uri="{FF2B5EF4-FFF2-40B4-BE49-F238E27FC236}">
                    <a16:creationId xmlns:a16="http://schemas.microsoft.com/office/drawing/2014/main" id="{6D214479-0DCD-7495-B2C1-A9614B85A1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20184211">
                <a:off x="4193" y="2231"/>
                <a:ext cx="898" cy="2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rPr>
                  <a:t>HTTP response</a:t>
                </a: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pic>
            <p:nvPicPr>
              <p:cNvPr id="108" name="Picture 57">
                <a:extLst>
                  <a:ext uri="{FF2B5EF4-FFF2-40B4-BE49-F238E27FC236}">
                    <a16:creationId xmlns:a16="http://schemas.microsoft.com/office/drawing/2014/main" id="{40050ABB-C9F0-D3B5-33B6-65486E5917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79" y="2557"/>
                <a:ext cx="332" cy="2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9" name="Picture 59">
                <a:extLst>
                  <a:ext uri="{FF2B5EF4-FFF2-40B4-BE49-F238E27FC236}">
                    <a16:creationId xmlns:a16="http://schemas.microsoft.com/office/drawing/2014/main" id="{42278E37-A424-D004-5AE9-4E8B9B25F5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15" y="1687"/>
                <a:ext cx="332" cy="2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110" name="Picture 61">
              <a:extLst>
                <a:ext uri="{FF2B5EF4-FFF2-40B4-BE49-F238E27FC236}">
                  <a16:creationId xmlns:a16="http://schemas.microsoft.com/office/drawing/2014/main" id="{D5A94C7D-F2B6-6F68-F132-5D18D87F6D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84913" y="4362788"/>
              <a:ext cx="527050" cy="433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3279778946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E37F59-D174-74E6-6E83-6EAAD6EC7D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81156F69-C86B-739F-C8F8-048A1D02C31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379879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>
                <a:ea typeface="ＭＳ Ｐゴシック" panose="020B0600070205080204" pitchFamily="34" charset="-128"/>
              </a:rPr>
              <a:t>Web caches (3)</a:t>
            </a:r>
            <a:endParaRPr lang="en-US" sz="4400" dirty="0"/>
          </a:p>
        </p:txBody>
      </p:sp>
      <p:sp>
        <p:nvSpPr>
          <p:cNvPr id="81" name="Rectangle 3">
            <a:extLst>
              <a:ext uri="{FF2B5EF4-FFF2-40B4-BE49-F238E27FC236}">
                <a16:creationId xmlns:a16="http://schemas.microsoft.com/office/drawing/2014/main" id="{EEAA96B4-BFED-2781-A755-32EF935FA38E}"/>
              </a:ext>
            </a:extLst>
          </p:cNvPr>
          <p:cNvSpPr txBox="1">
            <a:spLocks noChangeArrowheads="1"/>
          </p:cNvSpPr>
          <p:nvPr/>
        </p:nvSpPr>
        <p:spPr>
          <a:xfrm>
            <a:off x="794606" y="2233994"/>
            <a:ext cx="4908362" cy="376237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3363" marR="0" lvl="0" indent="-23336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user configures browser to point to a (local)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Web cache</a:t>
            </a:r>
          </a:p>
          <a:p>
            <a:pPr marL="233363" marR="0" lvl="0" indent="-23336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browser sends all HTTP requests to cache</a:t>
            </a:r>
          </a:p>
          <a:p>
            <a:pPr marL="685800" marR="0" lvl="1" indent="-228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if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object in cache: cache returns object to client</a:t>
            </a:r>
          </a:p>
          <a:p>
            <a:pPr marL="685800" marR="0" lvl="1" indent="-228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else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cache requests object from origin server, caches received object, then returns object to client</a:t>
            </a:r>
          </a:p>
        </p:txBody>
      </p:sp>
      <p:sp>
        <p:nvSpPr>
          <p:cNvPr id="82" name="Rectangle 4">
            <a:extLst>
              <a:ext uri="{FF2B5EF4-FFF2-40B4-BE49-F238E27FC236}">
                <a16:creationId xmlns:a16="http://schemas.microsoft.com/office/drawing/2014/main" id="{E2D79C66-2A82-4ADB-1795-9B16DB520D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5380" y="1333500"/>
            <a:ext cx="10292615" cy="596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Goal: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satisfy client requests without involving origin server</a:t>
            </a:r>
          </a:p>
        </p:txBody>
      </p:sp>
      <p:grpSp>
        <p:nvGrpSpPr>
          <p:cNvPr id="3" name="Group 2" descr="Another client requests the same page which the web cache has cached, and so returns.">
            <a:extLst>
              <a:ext uri="{FF2B5EF4-FFF2-40B4-BE49-F238E27FC236}">
                <a16:creationId xmlns:a16="http://schemas.microsoft.com/office/drawing/2014/main" id="{1258BD80-D70C-1CCD-5027-6D2B86C0F703}"/>
              </a:ext>
            </a:extLst>
          </p:cNvPr>
          <p:cNvGrpSpPr/>
          <p:nvPr/>
        </p:nvGrpSpPr>
        <p:grpSpPr>
          <a:xfrm>
            <a:off x="6272213" y="2381588"/>
            <a:ext cx="4797425" cy="3044825"/>
            <a:chOff x="6272213" y="2381588"/>
            <a:chExt cx="4797425" cy="3044825"/>
          </a:xfrm>
        </p:grpSpPr>
        <p:grpSp>
          <p:nvGrpSpPr>
            <p:cNvPr id="8" name="Group 171">
              <a:extLst>
                <a:ext uri="{FF2B5EF4-FFF2-40B4-BE49-F238E27FC236}">
                  <a16:creationId xmlns:a16="http://schemas.microsoft.com/office/drawing/2014/main" id="{569DD15D-5440-13FF-BC42-458A5AB7F59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72213" y="2445088"/>
              <a:ext cx="687387" cy="763588"/>
              <a:chOff x="-44" y="1473"/>
              <a:chExt cx="981" cy="1105"/>
            </a:xfrm>
          </p:grpSpPr>
          <p:pic>
            <p:nvPicPr>
              <p:cNvPr id="10" name="Picture 172" descr="desktop_computer_stylized_medium">
                <a:extLst>
                  <a:ext uri="{FF2B5EF4-FFF2-40B4-BE49-F238E27FC236}">
                    <a16:creationId xmlns:a16="http://schemas.microsoft.com/office/drawing/2014/main" id="{E6D931C6-B9B2-CE23-AB7E-81EDF8FC95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" name="Freeform 173">
                <a:extLst>
                  <a:ext uri="{FF2B5EF4-FFF2-40B4-BE49-F238E27FC236}">
                    <a16:creationId xmlns:a16="http://schemas.microsoft.com/office/drawing/2014/main" id="{0F847718-9662-9F18-7B70-4B95AE4FE3B3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12" name="Group 102">
              <a:extLst>
                <a:ext uri="{FF2B5EF4-FFF2-40B4-BE49-F238E27FC236}">
                  <a16:creationId xmlns:a16="http://schemas.microsoft.com/office/drawing/2014/main" id="{B7C1BFEC-E2C1-0C93-9DEA-EACDFB9D2E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37300" y="4318338"/>
              <a:ext cx="687388" cy="763588"/>
              <a:chOff x="-44" y="1473"/>
              <a:chExt cx="981" cy="1105"/>
            </a:xfrm>
          </p:grpSpPr>
          <p:pic>
            <p:nvPicPr>
              <p:cNvPr id="13" name="Picture 103" descr="desktop_computer_stylized_medium">
                <a:extLst>
                  <a:ext uri="{FF2B5EF4-FFF2-40B4-BE49-F238E27FC236}">
                    <a16:creationId xmlns:a16="http://schemas.microsoft.com/office/drawing/2014/main" id="{E55F34D5-B2BF-E0CB-D200-062035B5F1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4" name="Freeform 104">
                <a:extLst>
                  <a:ext uri="{FF2B5EF4-FFF2-40B4-BE49-F238E27FC236}">
                    <a16:creationId xmlns:a16="http://schemas.microsoft.com/office/drawing/2014/main" id="{71A93CD2-6720-D1A4-9D4D-E9AB47CDDF3B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48" name="Group 105">
              <a:extLst>
                <a:ext uri="{FF2B5EF4-FFF2-40B4-BE49-F238E27FC236}">
                  <a16:creationId xmlns:a16="http://schemas.microsoft.com/office/drawing/2014/main" id="{2F7CFB75-4CAF-EF0C-E65F-268931E3B7D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423525" y="2586376"/>
              <a:ext cx="433388" cy="715962"/>
              <a:chOff x="4140" y="429"/>
              <a:chExt cx="1425" cy="2396"/>
            </a:xfrm>
          </p:grpSpPr>
          <p:sp>
            <p:nvSpPr>
              <p:cNvPr id="49" name="Freeform 106">
                <a:extLst>
                  <a:ext uri="{FF2B5EF4-FFF2-40B4-BE49-F238E27FC236}">
                    <a16:creationId xmlns:a16="http://schemas.microsoft.com/office/drawing/2014/main" id="{B6FF1974-5CC2-8098-5C24-2AE412E14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0" name="Rectangle 107">
                <a:extLst>
                  <a:ext uri="{FF2B5EF4-FFF2-40B4-BE49-F238E27FC236}">
                    <a16:creationId xmlns:a16="http://schemas.microsoft.com/office/drawing/2014/main" id="{11F4A5EE-945D-D088-4982-9C6CEDE2AA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8" y="429"/>
                <a:ext cx="1044" cy="2284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1" name="Freeform 108">
                <a:extLst>
                  <a:ext uri="{FF2B5EF4-FFF2-40B4-BE49-F238E27FC236}">
                    <a16:creationId xmlns:a16="http://schemas.microsoft.com/office/drawing/2014/main" id="{52E0C12A-7F51-DC31-98EC-2EA15F539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2" name="Freeform 109">
                <a:extLst>
                  <a:ext uri="{FF2B5EF4-FFF2-40B4-BE49-F238E27FC236}">
                    <a16:creationId xmlns:a16="http://schemas.microsoft.com/office/drawing/2014/main" id="{61D74642-DD4B-0D88-F868-626ACF52B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3" name="Rectangle 110">
                <a:extLst>
                  <a:ext uri="{FF2B5EF4-FFF2-40B4-BE49-F238E27FC236}">
                    <a16:creationId xmlns:a16="http://schemas.microsoft.com/office/drawing/2014/main" id="{01F4BFA4-270E-0544-2379-5E47B51775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3" y="695"/>
                <a:ext cx="595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54" name="Group 111">
                <a:extLst>
                  <a:ext uri="{FF2B5EF4-FFF2-40B4-BE49-F238E27FC236}">
                    <a16:creationId xmlns:a16="http://schemas.microsoft.com/office/drawing/2014/main" id="{33AD8BE8-10F6-6205-CD1D-771F3213DCA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79" name="AutoShape 112">
                  <a:extLst>
                    <a:ext uri="{FF2B5EF4-FFF2-40B4-BE49-F238E27FC236}">
                      <a16:creationId xmlns:a16="http://schemas.microsoft.com/office/drawing/2014/main" id="{567273D0-2D10-DF8C-9C87-2D07BEE9585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3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0" name="AutoShape 113">
                  <a:extLst>
                    <a:ext uri="{FF2B5EF4-FFF2-40B4-BE49-F238E27FC236}">
                      <a16:creationId xmlns:a16="http://schemas.microsoft.com/office/drawing/2014/main" id="{0E98FF60-7A7A-1AD0-A052-29B4E4AB49B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3"/>
                  <a:ext cx="690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55" name="Rectangle 114">
                <a:extLst>
                  <a:ext uri="{FF2B5EF4-FFF2-40B4-BE49-F238E27FC236}">
                    <a16:creationId xmlns:a16="http://schemas.microsoft.com/office/drawing/2014/main" id="{9CE566D1-6FF6-9BB3-8AC0-76B7ED2895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4" y="1019"/>
                <a:ext cx="595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56" name="Group 115">
                <a:extLst>
                  <a:ext uri="{FF2B5EF4-FFF2-40B4-BE49-F238E27FC236}">
                    <a16:creationId xmlns:a16="http://schemas.microsoft.com/office/drawing/2014/main" id="{CE18150C-44D3-425B-DAA4-CA14391747C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77" name="AutoShape 116">
                  <a:extLst>
                    <a:ext uri="{FF2B5EF4-FFF2-40B4-BE49-F238E27FC236}">
                      <a16:creationId xmlns:a16="http://schemas.microsoft.com/office/drawing/2014/main" id="{CA0D5064-B99F-1EA2-C17C-B56C18BA8B4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66"/>
                  <a:ext cx="730" cy="14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8" name="AutoShape 117">
                  <a:extLst>
                    <a:ext uri="{FF2B5EF4-FFF2-40B4-BE49-F238E27FC236}">
                      <a16:creationId xmlns:a16="http://schemas.microsoft.com/office/drawing/2014/main" id="{1E28A0A4-019C-6F32-224E-322216E2298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3"/>
                  <a:ext cx="697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57" name="Rectangle 118">
                <a:extLst>
                  <a:ext uri="{FF2B5EF4-FFF2-40B4-BE49-F238E27FC236}">
                    <a16:creationId xmlns:a16="http://schemas.microsoft.com/office/drawing/2014/main" id="{350FB3DD-2693-BF91-F3AF-50559B88F9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8" y="1359"/>
                <a:ext cx="595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8" name="Rectangle 119">
                <a:extLst>
                  <a:ext uri="{FF2B5EF4-FFF2-40B4-BE49-F238E27FC236}">
                    <a16:creationId xmlns:a16="http://schemas.microsoft.com/office/drawing/2014/main" id="{194B53D4-2DD0-8C2E-6DBD-8D577336F6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9" y="1656"/>
                <a:ext cx="595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59" name="Group 120">
                <a:extLst>
                  <a:ext uri="{FF2B5EF4-FFF2-40B4-BE49-F238E27FC236}">
                    <a16:creationId xmlns:a16="http://schemas.microsoft.com/office/drawing/2014/main" id="{BBF8BF88-11F2-659F-5094-8EABBEE7D1D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75" name="AutoShape 121">
                  <a:extLst>
                    <a:ext uri="{FF2B5EF4-FFF2-40B4-BE49-F238E27FC236}">
                      <a16:creationId xmlns:a16="http://schemas.microsoft.com/office/drawing/2014/main" id="{7C6A4455-9960-8D70-DEB9-C6257044CB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70"/>
                  <a:ext cx="722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6" name="AutoShape 122">
                  <a:extLst>
                    <a:ext uri="{FF2B5EF4-FFF2-40B4-BE49-F238E27FC236}">
                      <a16:creationId xmlns:a16="http://schemas.microsoft.com/office/drawing/2014/main" id="{74C88EE6-D5E7-A623-D0B4-9E052F393E5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5"/>
                  <a:ext cx="683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60" name="Freeform 123">
                <a:extLst>
                  <a:ext uri="{FF2B5EF4-FFF2-40B4-BE49-F238E27FC236}">
                    <a16:creationId xmlns:a16="http://schemas.microsoft.com/office/drawing/2014/main" id="{D3F7F68F-1E02-5380-DAB1-1E9CB8E72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61" name="Group 124">
                <a:extLst>
                  <a:ext uri="{FF2B5EF4-FFF2-40B4-BE49-F238E27FC236}">
                    <a16:creationId xmlns:a16="http://schemas.microsoft.com/office/drawing/2014/main" id="{5308315A-CA03-A7D6-D439-422EBB5E5A3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73" name="AutoShape 125">
                  <a:extLst>
                    <a:ext uri="{FF2B5EF4-FFF2-40B4-BE49-F238E27FC236}">
                      <a16:creationId xmlns:a16="http://schemas.microsoft.com/office/drawing/2014/main" id="{490B5510-33F7-F8E9-089A-9CDA96EBC7B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2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" name="AutoShape 126">
                  <a:extLst>
                    <a:ext uri="{FF2B5EF4-FFF2-40B4-BE49-F238E27FC236}">
                      <a16:creationId xmlns:a16="http://schemas.microsoft.com/office/drawing/2014/main" id="{66506A88-327C-7ACE-C7E9-2B5596D4D2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4"/>
                  <a:ext cx="689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62" name="Rectangle 127">
                <a:extLst>
                  <a:ext uri="{FF2B5EF4-FFF2-40B4-BE49-F238E27FC236}">
                    <a16:creationId xmlns:a16="http://schemas.microsoft.com/office/drawing/2014/main" id="{EE198ACB-80ED-90C2-1DBB-2112EF255B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2" y="429"/>
                <a:ext cx="68" cy="2290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3" name="Freeform 128">
                <a:extLst>
                  <a:ext uri="{FF2B5EF4-FFF2-40B4-BE49-F238E27FC236}">
                    <a16:creationId xmlns:a16="http://schemas.microsoft.com/office/drawing/2014/main" id="{AEB41F7F-58B1-232E-0CBC-F0A127EB1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4" name="Freeform 129">
                <a:extLst>
                  <a:ext uri="{FF2B5EF4-FFF2-40B4-BE49-F238E27FC236}">
                    <a16:creationId xmlns:a16="http://schemas.microsoft.com/office/drawing/2014/main" id="{FC49B929-5FF4-369A-3754-E6B1627E3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5" name="Oval 130">
                <a:extLst>
                  <a:ext uri="{FF2B5EF4-FFF2-40B4-BE49-F238E27FC236}">
                    <a16:creationId xmlns:a16="http://schemas.microsoft.com/office/drawing/2014/main" id="{E6DE9A69-EF46-B4A9-F85D-42F3592B02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8" y="2612"/>
                <a:ext cx="47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6" name="Freeform 131">
                <a:extLst>
                  <a:ext uri="{FF2B5EF4-FFF2-40B4-BE49-F238E27FC236}">
                    <a16:creationId xmlns:a16="http://schemas.microsoft.com/office/drawing/2014/main" id="{5F1FE2A7-7FD7-71B8-B56B-8D2181856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7" name="AutoShape 132">
                <a:extLst>
                  <a:ext uri="{FF2B5EF4-FFF2-40B4-BE49-F238E27FC236}">
                    <a16:creationId xmlns:a16="http://schemas.microsoft.com/office/drawing/2014/main" id="{5A0873BF-1559-E552-5A90-36312E6D22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6"/>
                <a:ext cx="1201" cy="149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8" name="AutoShape 133">
                <a:extLst>
                  <a:ext uri="{FF2B5EF4-FFF2-40B4-BE49-F238E27FC236}">
                    <a16:creationId xmlns:a16="http://schemas.microsoft.com/office/drawing/2014/main" id="{99710A22-E6D8-E9EA-A867-D256E51713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8" y="2713"/>
                <a:ext cx="1070" cy="8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9" name="Oval 134">
                <a:extLst>
                  <a:ext uri="{FF2B5EF4-FFF2-40B4-BE49-F238E27FC236}">
                    <a16:creationId xmlns:a16="http://schemas.microsoft.com/office/drawing/2014/main" id="{79C05F00-4C7E-D3BD-A820-A65CC99423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4"/>
                <a:ext cx="157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0" name="Oval 135">
                <a:extLst>
                  <a:ext uri="{FF2B5EF4-FFF2-40B4-BE49-F238E27FC236}">
                    <a16:creationId xmlns:a16="http://schemas.microsoft.com/office/drawing/2014/main" id="{97DF9D8F-2820-B2F5-4504-6B2A71457E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384"/>
                <a:ext cx="162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71" name="Oval 136">
                <a:extLst>
                  <a:ext uri="{FF2B5EF4-FFF2-40B4-BE49-F238E27FC236}">
                    <a16:creationId xmlns:a16="http://schemas.microsoft.com/office/drawing/2014/main" id="{9220C0E4-3D7C-73C5-3D15-264BFBAB70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2" y="2379"/>
                <a:ext cx="157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2" name="Rectangle 137">
                <a:extLst>
                  <a:ext uri="{FF2B5EF4-FFF2-40B4-BE49-F238E27FC236}">
                    <a16:creationId xmlns:a16="http://schemas.microsoft.com/office/drawing/2014/main" id="{4C6130CB-9B93-4BCB-96E0-3033EC2D71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7"/>
                <a:ext cx="84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83" name="Text Box 6">
              <a:extLst>
                <a:ext uri="{FF2B5EF4-FFF2-40B4-BE49-F238E27FC236}">
                  <a16:creationId xmlns:a16="http://schemas.microsoft.com/office/drawing/2014/main" id="{4E12BC9F-201A-222B-42D4-A4382E4BD5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16675" y="3118188"/>
              <a:ext cx="65722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client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" name="Group 1">
              <a:extLst>
                <a:ext uri="{FF2B5EF4-FFF2-40B4-BE49-F238E27FC236}">
                  <a16:creationId xmlns:a16="http://schemas.microsoft.com/office/drawing/2014/main" id="{BC199CD8-FD08-8C4F-D53E-0EC69F5B6A06}"/>
                </a:ext>
              </a:extLst>
            </p:cNvPr>
            <p:cNvGrpSpPr/>
            <p:nvPr/>
          </p:nvGrpSpPr>
          <p:grpSpPr>
            <a:xfrm>
              <a:off x="8270000" y="2687749"/>
              <a:ext cx="786882" cy="1235302"/>
              <a:chOff x="8270000" y="2687749"/>
              <a:chExt cx="786882" cy="1235302"/>
            </a:xfrm>
          </p:grpSpPr>
          <p:grpSp>
            <p:nvGrpSpPr>
              <p:cNvPr id="15" name="Group 138">
                <a:extLst>
                  <a:ext uri="{FF2B5EF4-FFF2-40B4-BE49-F238E27FC236}">
                    <a16:creationId xmlns:a16="http://schemas.microsoft.com/office/drawing/2014/main" id="{257FA8E1-DEC8-9261-314D-3F72B3847F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475663" y="3207088"/>
                <a:ext cx="400050" cy="715963"/>
                <a:chOff x="4140" y="429"/>
                <a:chExt cx="1425" cy="2396"/>
              </a:xfrm>
            </p:grpSpPr>
            <p:sp>
              <p:nvSpPr>
                <p:cNvPr id="16" name="Freeform 139">
                  <a:extLst>
                    <a:ext uri="{FF2B5EF4-FFF2-40B4-BE49-F238E27FC236}">
                      <a16:creationId xmlns:a16="http://schemas.microsoft.com/office/drawing/2014/main" id="{B2734521-CD3A-4370-70B0-1FC43EBB2F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2 w 354"/>
                    <a:gd name="T1" fmla="*/ 0 h 2742"/>
                    <a:gd name="T2" fmla="*/ 12 w 354"/>
                    <a:gd name="T3" fmla="*/ 23 h 2742"/>
                    <a:gd name="T4" fmla="*/ 12 w 354"/>
                    <a:gd name="T5" fmla="*/ 171 h 2742"/>
                    <a:gd name="T6" fmla="*/ 0 w 354"/>
                    <a:gd name="T7" fmla="*/ 179 h 2742"/>
                    <a:gd name="T8" fmla="*/ 2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" name="Rectangle 140">
                  <a:extLst>
                    <a:ext uri="{FF2B5EF4-FFF2-40B4-BE49-F238E27FC236}">
                      <a16:creationId xmlns:a16="http://schemas.microsoft.com/office/drawing/2014/main" id="{98E049A8-345D-6178-72F1-56BBEEAB85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8" y="429"/>
                  <a:ext cx="1046" cy="2284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8" name="Freeform 141">
                  <a:extLst>
                    <a:ext uri="{FF2B5EF4-FFF2-40B4-BE49-F238E27FC236}">
                      <a16:creationId xmlns:a16="http://schemas.microsoft.com/office/drawing/2014/main" id="{87A656BB-7683-F09A-C580-0E092F586D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7 w 211"/>
                    <a:gd name="T3" fmla="*/ 15 h 2537"/>
                    <a:gd name="T4" fmla="*/ 2 w 211"/>
                    <a:gd name="T5" fmla="*/ 163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" name="Freeform 142">
                  <a:extLst>
                    <a:ext uri="{FF2B5EF4-FFF2-40B4-BE49-F238E27FC236}">
                      <a16:creationId xmlns:a16="http://schemas.microsoft.com/office/drawing/2014/main" id="{35C554CD-8ADD-67C7-352D-C7E889A80E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9 h 226"/>
                    <a:gd name="T4" fmla="*/ 11 w 328"/>
                    <a:gd name="T5" fmla="*/ 16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" name="Rectangle 143">
                  <a:extLst>
                    <a:ext uri="{FF2B5EF4-FFF2-40B4-BE49-F238E27FC236}">
                      <a16:creationId xmlns:a16="http://schemas.microsoft.com/office/drawing/2014/main" id="{B4DAE0FE-060D-626B-22E4-31B91359CE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4" y="695"/>
                  <a:ext cx="594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1" name="Group 144">
                  <a:extLst>
                    <a:ext uri="{FF2B5EF4-FFF2-40B4-BE49-F238E27FC236}">
                      <a16:creationId xmlns:a16="http://schemas.microsoft.com/office/drawing/2014/main" id="{7374D732-88B9-008F-677C-E5CCAD9FE80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46" name="AutoShape 145">
                    <a:extLst>
                      <a:ext uri="{FF2B5EF4-FFF2-40B4-BE49-F238E27FC236}">
                        <a16:creationId xmlns:a16="http://schemas.microsoft.com/office/drawing/2014/main" id="{A8E758C4-1372-C15A-3C14-7680A28D923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6" y="2568"/>
                    <a:ext cx="720" cy="138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7" name="AutoShape 146">
                    <a:extLst>
                      <a:ext uri="{FF2B5EF4-FFF2-40B4-BE49-F238E27FC236}">
                        <a16:creationId xmlns:a16="http://schemas.microsoft.com/office/drawing/2014/main" id="{45CC6190-D640-6AF5-2AE6-035143BD0BD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3"/>
                    <a:ext cx="670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2" name="Rectangle 147">
                  <a:extLst>
                    <a:ext uri="{FF2B5EF4-FFF2-40B4-BE49-F238E27FC236}">
                      <a16:creationId xmlns:a16="http://schemas.microsoft.com/office/drawing/2014/main" id="{F7F4D518-9CB0-BB45-33B6-F16F47C749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5" y="1019"/>
                  <a:ext cx="594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3" name="Group 148">
                  <a:extLst>
                    <a:ext uri="{FF2B5EF4-FFF2-40B4-BE49-F238E27FC236}">
                      <a16:creationId xmlns:a16="http://schemas.microsoft.com/office/drawing/2014/main" id="{2DAEDA61-8819-19F6-9EC2-B5F6A7518E1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44" name="AutoShape 149">
                    <a:extLst>
                      <a:ext uri="{FF2B5EF4-FFF2-40B4-BE49-F238E27FC236}">
                        <a16:creationId xmlns:a16="http://schemas.microsoft.com/office/drawing/2014/main" id="{B040F02A-D4C9-B1CB-F70F-E1F34B45756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2" y="2566"/>
                    <a:ext cx="727" cy="143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5" name="AutoShape 150">
                    <a:extLst>
                      <a:ext uri="{FF2B5EF4-FFF2-40B4-BE49-F238E27FC236}">
                        <a16:creationId xmlns:a16="http://schemas.microsoft.com/office/drawing/2014/main" id="{3C3D222F-E542-C000-AE7B-4D0169F4CB2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6" y="2583"/>
                    <a:ext cx="692" cy="110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4" name="Rectangle 151">
                  <a:extLst>
                    <a:ext uri="{FF2B5EF4-FFF2-40B4-BE49-F238E27FC236}">
                      <a16:creationId xmlns:a16="http://schemas.microsoft.com/office/drawing/2014/main" id="{A7D161C0-ABF5-478A-A6C7-FBFD49DF357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9" y="1359"/>
                  <a:ext cx="594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5" name="Rectangle 152">
                  <a:extLst>
                    <a:ext uri="{FF2B5EF4-FFF2-40B4-BE49-F238E27FC236}">
                      <a16:creationId xmlns:a16="http://schemas.microsoft.com/office/drawing/2014/main" id="{5D7D62D9-830C-2D30-CC33-077F7D20D5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6"/>
                  <a:ext cx="594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6" name="Group 153">
                  <a:extLst>
                    <a:ext uri="{FF2B5EF4-FFF2-40B4-BE49-F238E27FC236}">
                      <a16:creationId xmlns:a16="http://schemas.microsoft.com/office/drawing/2014/main" id="{67B652E5-DF94-1E59-FF6E-DEF9429C2D8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42" name="AutoShape 154">
                    <a:extLst>
                      <a:ext uri="{FF2B5EF4-FFF2-40B4-BE49-F238E27FC236}">
                        <a16:creationId xmlns:a16="http://schemas.microsoft.com/office/drawing/2014/main" id="{81927D25-2405-5B3D-C50F-C342835E31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2" y="2570"/>
                    <a:ext cx="726" cy="137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3" name="AutoShape 155">
                    <a:extLst>
                      <a:ext uri="{FF2B5EF4-FFF2-40B4-BE49-F238E27FC236}">
                        <a16:creationId xmlns:a16="http://schemas.microsoft.com/office/drawing/2014/main" id="{56DD8EC9-610A-302C-8D36-014553DE334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7" y="2585"/>
                    <a:ext cx="690" cy="108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7" name="Freeform 156">
                  <a:extLst>
                    <a:ext uri="{FF2B5EF4-FFF2-40B4-BE49-F238E27FC236}">
                      <a16:creationId xmlns:a16="http://schemas.microsoft.com/office/drawing/2014/main" id="{C173E2D8-DFBC-1E1E-558D-9E89E5C42A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8 h 226"/>
                    <a:gd name="T4" fmla="*/ 11 w 328"/>
                    <a:gd name="T5" fmla="*/ 14 h 226"/>
                    <a:gd name="T6" fmla="*/ 0 w 328"/>
                    <a:gd name="T7" fmla="*/ 6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grpSp>
              <p:nvGrpSpPr>
                <p:cNvPr id="28" name="Group 157">
                  <a:extLst>
                    <a:ext uri="{FF2B5EF4-FFF2-40B4-BE49-F238E27FC236}">
                      <a16:creationId xmlns:a16="http://schemas.microsoft.com/office/drawing/2014/main" id="{A78020A8-1C71-7E5E-3135-D96417A3DE6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40" name="AutoShape 158">
                    <a:extLst>
                      <a:ext uri="{FF2B5EF4-FFF2-40B4-BE49-F238E27FC236}">
                        <a16:creationId xmlns:a16="http://schemas.microsoft.com/office/drawing/2014/main" id="{8391BEED-3C3E-414E-2898-C8E84D78849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8"/>
                    <a:ext cx="726" cy="138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1" name="AutoShape 159">
                    <a:extLst>
                      <a:ext uri="{FF2B5EF4-FFF2-40B4-BE49-F238E27FC236}">
                        <a16:creationId xmlns:a16="http://schemas.microsoft.com/office/drawing/2014/main" id="{217CE529-6EE5-8F65-31AF-F7FF4468E28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9" y="2584"/>
                    <a:ext cx="690" cy="106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9" name="Rectangle 160">
                  <a:extLst>
                    <a:ext uri="{FF2B5EF4-FFF2-40B4-BE49-F238E27FC236}">
                      <a16:creationId xmlns:a16="http://schemas.microsoft.com/office/drawing/2014/main" id="{268069C0-3253-6762-0A10-9906782C27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8" y="429"/>
                  <a:ext cx="68" cy="229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0" name="Freeform 161">
                  <a:extLst>
                    <a:ext uri="{FF2B5EF4-FFF2-40B4-BE49-F238E27FC236}">
                      <a16:creationId xmlns:a16="http://schemas.microsoft.com/office/drawing/2014/main" id="{32FB62F5-14CE-D5F0-B555-CD6CF34858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1 w 296"/>
                    <a:gd name="T3" fmla="*/ 8 h 256"/>
                    <a:gd name="T4" fmla="*/ 11 w 296"/>
                    <a:gd name="T5" fmla="*/ 16 h 256"/>
                    <a:gd name="T6" fmla="*/ 0 w 296"/>
                    <a:gd name="T7" fmla="*/ 6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Freeform 162">
                  <a:extLst>
                    <a:ext uri="{FF2B5EF4-FFF2-40B4-BE49-F238E27FC236}">
                      <a16:creationId xmlns:a16="http://schemas.microsoft.com/office/drawing/2014/main" id="{62532219-E0CC-9510-921D-75C8ED332A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1 w 304"/>
                    <a:gd name="T3" fmla="*/ 11 h 288"/>
                    <a:gd name="T4" fmla="*/ 10 w 304"/>
                    <a:gd name="T5" fmla="*/ 19 h 288"/>
                    <a:gd name="T6" fmla="*/ 2 w 304"/>
                    <a:gd name="T7" fmla="*/ 8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Oval 163">
                  <a:extLst>
                    <a:ext uri="{FF2B5EF4-FFF2-40B4-BE49-F238E27FC236}">
                      <a16:creationId xmlns:a16="http://schemas.microsoft.com/office/drawing/2014/main" id="{8CB6945F-8DA2-B17C-5E5C-D647325DADF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20" y="2612"/>
                  <a:ext cx="45" cy="96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3" name="Freeform 164">
                  <a:extLst>
                    <a:ext uri="{FF2B5EF4-FFF2-40B4-BE49-F238E27FC236}">
                      <a16:creationId xmlns:a16="http://schemas.microsoft.com/office/drawing/2014/main" id="{BB146028-CACA-9615-46BB-749DCFC0C7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8 h 240"/>
                    <a:gd name="T2" fmla="*/ 2 w 306"/>
                    <a:gd name="T3" fmla="*/ 16 h 240"/>
                    <a:gd name="T4" fmla="*/ 11 w 306"/>
                    <a:gd name="T5" fmla="*/ 8 h 240"/>
                    <a:gd name="T6" fmla="*/ 11 w 306"/>
                    <a:gd name="T7" fmla="*/ 0 h 240"/>
                    <a:gd name="T8" fmla="*/ 0 w 306"/>
                    <a:gd name="T9" fmla="*/ 8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4" name="AutoShape 165">
                  <a:extLst>
                    <a:ext uri="{FF2B5EF4-FFF2-40B4-BE49-F238E27FC236}">
                      <a16:creationId xmlns:a16="http://schemas.microsoft.com/office/drawing/2014/main" id="{1F4FCAEB-B6C6-E47E-9510-2EF03833328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6"/>
                  <a:ext cx="1199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5" name="AutoShape 166">
                  <a:extLst>
                    <a:ext uri="{FF2B5EF4-FFF2-40B4-BE49-F238E27FC236}">
                      <a16:creationId xmlns:a16="http://schemas.microsoft.com/office/drawing/2014/main" id="{2B8F9208-DE89-3109-6F19-C06096ADA3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8" y="2713"/>
                  <a:ext cx="1069" cy="8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6" name="Oval 167">
                  <a:extLst>
                    <a:ext uri="{FF2B5EF4-FFF2-40B4-BE49-F238E27FC236}">
                      <a16:creationId xmlns:a16="http://schemas.microsoft.com/office/drawing/2014/main" id="{798B8D9C-61A2-E48B-0A79-F441BD5863C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10" y="2384"/>
                  <a:ext cx="158" cy="143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7" name="Oval 168">
                  <a:extLst>
                    <a:ext uri="{FF2B5EF4-FFF2-40B4-BE49-F238E27FC236}">
                      <a16:creationId xmlns:a16="http://schemas.microsoft.com/office/drawing/2014/main" id="{9E7E5D97-5EB5-4001-0FCE-EFAECC0E06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5" y="2384"/>
                  <a:ext cx="158" cy="143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8" name="Oval 169">
                  <a:extLst>
                    <a:ext uri="{FF2B5EF4-FFF2-40B4-BE49-F238E27FC236}">
                      <a16:creationId xmlns:a16="http://schemas.microsoft.com/office/drawing/2014/main" id="{26CCD5D8-B9F3-6E50-759F-5964CFDFE5F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60" y="2379"/>
                  <a:ext cx="158" cy="143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9" name="Rectangle 170">
                  <a:extLst>
                    <a:ext uri="{FF2B5EF4-FFF2-40B4-BE49-F238E27FC236}">
                      <a16:creationId xmlns:a16="http://schemas.microsoft.com/office/drawing/2014/main" id="{256EBD94-AB14-BE9F-27E3-0A922BB9EF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2" y="1837"/>
                  <a:ext cx="85" cy="760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4" name="Text Box 8">
                <a:extLst>
                  <a:ext uri="{FF2B5EF4-FFF2-40B4-BE49-F238E27FC236}">
                    <a16:creationId xmlns:a16="http://schemas.microsoft.com/office/drawing/2014/main" id="{F2AA1D1E-4513-44B5-9813-74329409EB5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70000" y="2687749"/>
                <a:ext cx="786882" cy="5909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rPr>
                  <a:t>Web 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rPr>
                  <a:t>cache</a:t>
                </a: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85" name="Text Box 21">
              <a:extLst>
                <a:ext uri="{FF2B5EF4-FFF2-40B4-BE49-F238E27FC236}">
                  <a16:creationId xmlns:a16="http://schemas.microsoft.com/office/drawing/2014/main" id="{01914CED-5ECD-4515-BB9F-DF2ED0A8AD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38913" y="5089863"/>
              <a:ext cx="65722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client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86" name="Group 53">
              <a:extLst>
                <a:ext uri="{FF2B5EF4-FFF2-40B4-BE49-F238E27FC236}">
                  <a16:creationId xmlns:a16="http://schemas.microsoft.com/office/drawing/2014/main" id="{9164079F-113E-C261-2343-1BD0996F4C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15150" y="3845263"/>
              <a:ext cx="1490663" cy="760413"/>
              <a:chOff x="2942" y="2580"/>
              <a:chExt cx="939" cy="479"/>
            </a:xfrm>
          </p:grpSpPr>
          <p:sp>
            <p:nvSpPr>
              <p:cNvPr id="87" name="Line 19">
                <a:extLst>
                  <a:ext uri="{FF2B5EF4-FFF2-40B4-BE49-F238E27FC236}">
                    <a16:creationId xmlns:a16="http://schemas.microsoft.com/office/drawing/2014/main" id="{A5427B8D-5936-9650-C4E1-EBAC53FA49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98" y="2580"/>
                <a:ext cx="883" cy="479"/>
              </a:xfrm>
              <a:prstGeom prst="line">
                <a:avLst/>
              </a:prstGeom>
              <a:noFill/>
              <a:ln w="28575">
                <a:solidFill>
                  <a:srgbClr val="CC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2" name="Text Box 23">
                <a:extLst>
                  <a:ext uri="{FF2B5EF4-FFF2-40B4-BE49-F238E27FC236}">
                    <a16:creationId xmlns:a16="http://schemas.microsoft.com/office/drawing/2014/main" id="{443A8544-3602-896B-00DF-2EEA730F32B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19907361">
                <a:off x="2942" y="2645"/>
                <a:ext cx="821" cy="2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rPr>
                  <a:t>HTTP request</a:t>
                </a: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93" name="Group 54">
              <a:extLst>
                <a:ext uri="{FF2B5EF4-FFF2-40B4-BE49-F238E27FC236}">
                  <a16:creationId xmlns:a16="http://schemas.microsoft.com/office/drawing/2014/main" id="{D1D36F54-F940-BD6D-0090-3E4B310C056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54850" y="3932576"/>
              <a:ext cx="1487488" cy="785812"/>
              <a:chOff x="3030" y="2635"/>
              <a:chExt cx="937" cy="495"/>
            </a:xfrm>
          </p:grpSpPr>
          <p:sp>
            <p:nvSpPr>
              <p:cNvPr id="94" name="Line 20">
                <a:extLst>
                  <a:ext uri="{FF2B5EF4-FFF2-40B4-BE49-F238E27FC236}">
                    <a16:creationId xmlns:a16="http://schemas.microsoft.com/office/drawing/2014/main" id="{CB24FF83-6550-47EA-132A-FD124A8E7D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030" y="2635"/>
                <a:ext cx="884" cy="495"/>
              </a:xfrm>
              <a:prstGeom prst="line">
                <a:avLst/>
              </a:prstGeom>
              <a:noFill/>
              <a:ln w="28575">
                <a:solidFill>
                  <a:srgbClr val="CC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5" name="Text Box 25">
                <a:extLst>
                  <a:ext uri="{FF2B5EF4-FFF2-40B4-BE49-F238E27FC236}">
                    <a16:creationId xmlns:a16="http://schemas.microsoft.com/office/drawing/2014/main" id="{F84DBE40-0871-3B51-389B-8500D027EC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19862217">
                <a:off x="3069" y="2846"/>
                <a:ext cx="898" cy="2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rPr>
                  <a:t>HTTP response</a:t>
                </a: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01" name="Text Box 48">
              <a:extLst>
                <a:ext uri="{FF2B5EF4-FFF2-40B4-BE49-F238E27FC236}">
                  <a16:creationId xmlns:a16="http://schemas.microsoft.com/office/drawing/2014/main" id="{43FF6497-0A73-FED5-CF27-87E68AC9F0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81826" y="3292132"/>
              <a:ext cx="708848" cy="5355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origin 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server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endParaRPr>
            </a:p>
          </p:txBody>
        </p:sp>
        <p:pic>
          <p:nvPicPr>
            <p:cNvPr id="103" name="Picture 56">
              <a:extLst>
                <a:ext uri="{FF2B5EF4-FFF2-40B4-BE49-F238E27FC236}">
                  <a16:creationId xmlns:a16="http://schemas.microsoft.com/office/drawing/2014/main" id="{6BB8EA11-829A-428C-5B64-B48E9E2029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542588" y="2381588"/>
              <a:ext cx="527050" cy="433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0" name="Picture 61">
              <a:extLst>
                <a:ext uri="{FF2B5EF4-FFF2-40B4-BE49-F238E27FC236}">
                  <a16:creationId xmlns:a16="http://schemas.microsoft.com/office/drawing/2014/main" id="{309362E1-7AFC-7C7A-D1AC-414F2FB82A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84913" y="4362788"/>
              <a:ext cx="527050" cy="433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4167432563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379879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Web caches (aka proxy servers)</a:t>
            </a:r>
            <a:endParaRPr lang="en-US" sz="4400" dirty="0"/>
          </a:p>
        </p:txBody>
      </p:sp>
      <p:sp>
        <p:nvSpPr>
          <p:cNvPr id="144" name="Rectangle 3">
            <a:extLst>
              <a:ext uri="{FF2B5EF4-FFF2-40B4-BE49-F238E27FC236}">
                <a16:creationId xmlns:a16="http://schemas.microsoft.com/office/drawing/2014/main" id="{7B8521C1-7DCD-9344-8BCE-E617E0E93A48}"/>
              </a:ext>
            </a:extLst>
          </p:cNvPr>
          <p:cNvSpPr txBox="1">
            <a:spLocks noChangeArrowheads="1"/>
          </p:cNvSpPr>
          <p:nvPr/>
        </p:nvSpPr>
        <p:spPr>
          <a:xfrm>
            <a:off x="600308" y="1534695"/>
            <a:ext cx="4752277" cy="2134937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7988" marR="0" lvl="0" indent="-27781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Web cache acts as both client and server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server for original requesting client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client to origin server</a:t>
            </a:r>
          </a:p>
        </p:txBody>
      </p:sp>
      <p:sp>
        <p:nvSpPr>
          <p:cNvPr id="145" name="Rectangle 4">
            <a:extLst>
              <a:ext uri="{FF2B5EF4-FFF2-40B4-BE49-F238E27FC236}">
                <a16:creationId xmlns:a16="http://schemas.microsoft.com/office/drawing/2014/main" id="{F6AE5A0B-A69D-B948-BD0F-B69E446252C4}"/>
              </a:ext>
            </a:extLst>
          </p:cNvPr>
          <p:cNvSpPr txBox="1">
            <a:spLocks noChangeArrowheads="1"/>
          </p:cNvSpPr>
          <p:nvPr/>
        </p:nvSpPr>
        <p:spPr>
          <a:xfrm>
            <a:off x="5544015" y="1534695"/>
            <a:ext cx="6047678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Why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Web caching?</a:t>
            </a:r>
          </a:p>
          <a:p>
            <a:pPr marL="40798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reduce response time for client request </a:t>
            </a:r>
          </a:p>
          <a:p>
            <a:pPr marL="750888" marR="0" lvl="1" indent="-2873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cache is closer to client</a:t>
            </a:r>
          </a:p>
          <a:p>
            <a:pPr marL="40798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reduce traffic on an institution</a:t>
            </a:r>
            <a:r>
              <a:rPr kumimoji="0" lang="en-US" altLang="ja-JP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’s access link</a:t>
            </a:r>
          </a:p>
          <a:p>
            <a:pPr marL="40798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Internet is dense with caches </a:t>
            </a:r>
          </a:p>
          <a:p>
            <a:pPr marL="750888" marR="0" lvl="1" indent="-2873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enables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poor” content providers to more effectively deliver content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078A0BA-EA92-E84B-9D25-74AB5B584F39}"/>
              </a:ext>
            </a:extLst>
          </p:cNvPr>
          <p:cNvGrpSpPr/>
          <p:nvPr/>
        </p:nvGrpSpPr>
        <p:grpSpPr>
          <a:xfrm>
            <a:off x="632391" y="3810000"/>
            <a:ext cx="4798594" cy="2217821"/>
            <a:chOff x="632391" y="3810000"/>
            <a:chExt cx="4798594" cy="2217821"/>
          </a:xfrm>
        </p:grpSpPr>
        <p:pic>
          <p:nvPicPr>
            <p:cNvPr id="2" name="Picture 1">
              <a:extLst>
                <a:ext uri="{FF2B5EF4-FFF2-40B4-BE49-F238E27FC236}">
                  <a16:creationId xmlns:a16="http://schemas.microsoft.com/office/drawing/2014/main" id="{A367C1AB-A47E-5446-99C0-0905B5F0557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065462" y="5015497"/>
              <a:ext cx="4324685" cy="452126"/>
            </a:xfrm>
            <a:prstGeom prst="rect">
              <a:avLst/>
            </a:prstGeom>
          </p:spPr>
        </p:pic>
        <p:pic>
          <p:nvPicPr>
            <p:cNvPr id="4" name="Picture 3">
              <a:extLst>
                <a:ext uri="{FF2B5EF4-FFF2-40B4-BE49-F238E27FC236}">
                  <a16:creationId xmlns:a16="http://schemas.microsoft.com/office/drawing/2014/main" id="{BCCF5707-C36A-2B44-B3DE-6F31EEC700EE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1066130" y="5587331"/>
              <a:ext cx="4364855" cy="440490"/>
            </a:xfrm>
            <a:prstGeom prst="rect">
              <a:avLst/>
            </a:prstGeom>
          </p:spPr>
        </p:pic>
        <p:sp>
          <p:nvSpPr>
            <p:cNvPr id="8" name="Rectangle 3">
              <a:extLst>
                <a:ext uri="{FF2B5EF4-FFF2-40B4-BE49-F238E27FC236}">
                  <a16:creationId xmlns:a16="http://schemas.microsoft.com/office/drawing/2014/main" id="{9E701FCD-5285-BE4B-BD4D-92A5F9D53E04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632391" y="3810000"/>
              <a:ext cx="4757756" cy="1327484"/>
            </a:xfrm>
            <a:prstGeom prst="rect">
              <a:avLst/>
            </a:prstGeom>
          </p:spPr>
          <p:txBody>
            <a:bodyPr/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407988" marR="0" lvl="0" indent="-277813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server tells cache about object’s allowable caching in response header: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111243331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60A4D48-763C-7E81-2AE7-0657DDF0D39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HTTP/2 and HTTP/3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91B41E4-3635-D975-9397-1034C157539E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ln w="19050">
            <a:solidFill>
              <a:schemeClr val="tx1"/>
            </a:solidFill>
          </a:ln>
        </p:spPr>
        <p:txBody>
          <a:bodyPr>
            <a:normAutofit lnSpcReduction="10000"/>
          </a:bodyPr>
          <a:lstStyle/>
          <a:p>
            <a:pPr marL="0" indent="0">
              <a:buNone/>
            </a:pPr>
            <a:r>
              <a:rPr lang="en-US" dirty="0"/>
              <a:t>HTTP/2 RFC 9113 (June 2022)</a:t>
            </a:r>
          </a:p>
          <a:p>
            <a:pPr marL="0" indent="0">
              <a:buNone/>
            </a:pPr>
            <a:r>
              <a:rPr lang="en-US" dirty="0"/>
              <a:t>Developed by IETF HTTP Working Group (“</a:t>
            </a:r>
            <a:r>
              <a:rPr lang="en-US" dirty="0" err="1"/>
              <a:t>httpbis</a:t>
            </a:r>
            <a:r>
              <a:rPr lang="en-US" dirty="0"/>
              <a:t>”)</a:t>
            </a:r>
          </a:p>
          <a:p>
            <a:r>
              <a:rPr lang="en-US" dirty="0"/>
              <a:t>Data compression of HTTP headers</a:t>
            </a:r>
          </a:p>
          <a:p>
            <a:r>
              <a:rPr lang="en-US" dirty="0"/>
              <a:t>Pushing unrequested objects to clients</a:t>
            </a:r>
          </a:p>
          <a:p>
            <a:r>
              <a:rPr lang="en-US" dirty="0"/>
              <a:t>Prioritization of requests</a:t>
            </a:r>
          </a:p>
          <a:p>
            <a:r>
              <a:rPr lang="en-US" dirty="0"/>
              <a:t>Multiplexing multiple requests over a single TCP connection</a:t>
            </a:r>
          </a:p>
          <a:p>
            <a:pPr marL="0" indent="0">
              <a:buNone/>
            </a:pPr>
            <a:endParaRPr lang="en-US" dirty="0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75C62C00-961F-B477-1DB5-BDE8F5B06F61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ln w="19050">
            <a:solidFill>
              <a:schemeClr val="tx1"/>
            </a:solidFill>
          </a:ln>
        </p:spPr>
        <p:txBody>
          <a:bodyPr>
            <a:normAutofit lnSpcReduction="10000"/>
          </a:bodyPr>
          <a:lstStyle/>
          <a:p>
            <a:pPr marL="0" indent="0">
              <a:buNone/>
            </a:pPr>
            <a:r>
              <a:rPr lang="en-US" dirty="0"/>
              <a:t>HTTP/3 RFC 9114 (June 2022)</a:t>
            </a:r>
          </a:p>
          <a:p>
            <a:pPr marL="0" indent="0">
              <a:buNone/>
            </a:pPr>
            <a:r>
              <a:rPr lang="en-US" dirty="0"/>
              <a:t>Developed by IETF HTTP and QUIC Working Groups</a:t>
            </a:r>
          </a:p>
          <a:p>
            <a:r>
              <a:rPr lang="en-US" dirty="0"/>
              <a:t>Built over QUIC Transport Protocol (RFC 9000, May 2021)</a:t>
            </a:r>
          </a:p>
          <a:p>
            <a:r>
              <a:rPr lang="en-US" dirty="0"/>
              <a:t>Adds security, per object error- and congestion-control (more pipelining) over UDP</a:t>
            </a:r>
          </a:p>
          <a:p>
            <a:endParaRPr lang="en-US" dirty="0"/>
          </a:p>
          <a:p>
            <a:pPr marL="0" indent="0">
              <a:buNone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76994565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379879"/>
            <a:ext cx="10515600" cy="894622"/>
          </a:xfrm>
        </p:spPr>
        <p:txBody>
          <a:bodyPr>
            <a:normAutofit fontScale="90000"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HTTP/2: mitigating Head of Line (HOL) blocking</a:t>
            </a:r>
            <a:endParaRPr lang="en-US" sz="4400" dirty="0"/>
          </a:p>
        </p:txBody>
      </p:sp>
      <p:sp>
        <p:nvSpPr>
          <p:cNvPr id="272" name="Rectangle 3">
            <a:extLst>
              <a:ext uri="{FF2B5EF4-FFF2-40B4-BE49-F238E27FC236}">
                <a16:creationId xmlns:a16="http://schemas.microsoft.com/office/drawing/2014/main" id="{8CBA4EFF-1AC8-A245-B998-4DDACE8C36D2}"/>
              </a:ext>
            </a:extLst>
          </p:cNvPr>
          <p:cNvSpPr txBox="1">
            <a:spLocks noChangeArrowheads="1"/>
          </p:cNvSpPr>
          <p:nvPr/>
        </p:nvSpPr>
        <p:spPr>
          <a:xfrm>
            <a:off x="798691" y="1274501"/>
            <a:ext cx="11117107" cy="503308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HTTP 1.1: client requests 1 large object (e.g., video file) and 3 smaller objects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17" name="Rectangle 3">
            <a:extLst>
              <a:ext uri="{FF2B5EF4-FFF2-40B4-BE49-F238E27FC236}">
                <a16:creationId xmlns:a16="http://schemas.microsoft.com/office/drawing/2014/main" id="{A8987A85-6673-8C45-92B4-FA947F072F67}"/>
              </a:ext>
            </a:extLst>
          </p:cNvPr>
          <p:cNvSpPr txBox="1">
            <a:spLocks noChangeArrowheads="1"/>
          </p:cNvSpPr>
          <p:nvPr/>
        </p:nvSpPr>
        <p:spPr>
          <a:xfrm>
            <a:off x="2410244" y="6238081"/>
            <a:ext cx="8451975" cy="503308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objects delivered in order requested: O</a:t>
            </a:r>
            <a:r>
              <a:rPr kumimoji="0" lang="en-US" altLang="en-US" sz="2400" b="0" i="1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2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, O</a:t>
            </a:r>
            <a:r>
              <a:rPr kumimoji="0" lang="en-US" altLang="en-US" sz="2400" b="0" i="1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3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, O</a:t>
            </a:r>
            <a:r>
              <a:rPr kumimoji="0" lang="en-US" altLang="en-US" sz="2400" b="0" i="1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4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wait behind O</a:t>
            </a:r>
            <a:r>
              <a:rPr kumimoji="0" lang="en-US" altLang="en-US" sz="2400" b="0" i="1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1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2" name="Group 1" descr="Illustration of Head of Line (HOL) blocking">
            <a:extLst>
              <a:ext uri="{FF2B5EF4-FFF2-40B4-BE49-F238E27FC236}">
                <a16:creationId xmlns:a16="http://schemas.microsoft.com/office/drawing/2014/main" id="{51E4D832-386A-D73E-F44E-FFB93FDD53AB}"/>
              </a:ext>
            </a:extLst>
          </p:cNvPr>
          <p:cNvGrpSpPr/>
          <p:nvPr/>
        </p:nvGrpSpPr>
        <p:grpSpPr>
          <a:xfrm>
            <a:off x="1750742" y="1892257"/>
            <a:ext cx="9131881" cy="4241033"/>
            <a:chOff x="1750742" y="1892257"/>
            <a:chExt cx="9131881" cy="4241033"/>
          </a:xfrm>
        </p:grpSpPr>
        <p:sp>
          <p:nvSpPr>
            <p:cNvPr id="11" name="Text Box 5">
              <a:extLst>
                <a:ext uri="{FF2B5EF4-FFF2-40B4-BE49-F238E27FC236}">
                  <a16:creationId xmlns:a16="http://schemas.microsoft.com/office/drawing/2014/main" id="{9C81A400-509D-8B49-94F6-4A247623F1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00584" y="2902508"/>
              <a:ext cx="777875" cy="396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client</a:t>
              </a:r>
            </a:p>
          </p:txBody>
        </p:sp>
        <p:sp>
          <p:nvSpPr>
            <p:cNvPr id="12" name="Text Box 6">
              <a:extLst>
                <a:ext uri="{FF2B5EF4-FFF2-40B4-BE49-F238E27FC236}">
                  <a16:creationId xmlns:a16="http://schemas.microsoft.com/office/drawing/2014/main" id="{1C4A8696-15E9-F34E-9D6B-A386450B2B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29972" y="1892257"/>
              <a:ext cx="836959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server</a:t>
              </a:r>
            </a:p>
          </p:txBody>
        </p:sp>
        <p:grpSp>
          <p:nvGrpSpPr>
            <p:cNvPr id="13" name="Group 34">
              <a:extLst>
                <a:ext uri="{FF2B5EF4-FFF2-40B4-BE49-F238E27FC236}">
                  <a16:creationId xmlns:a16="http://schemas.microsoft.com/office/drawing/2014/main" id="{3F9049F0-AD0D-BB4A-9A38-AE6CD2DEE4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34967" y="2262203"/>
              <a:ext cx="422275" cy="685800"/>
              <a:chOff x="4140" y="429"/>
              <a:chExt cx="1425" cy="2396"/>
            </a:xfrm>
          </p:grpSpPr>
          <p:sp>
            <p:nvSpPr>
              <p:cNvPr id="14" name="Freeform 35">
                <a:extLst>
                  <a:ext uri="{FF2B5EF4-FFF2-40B4-BE49-F238E27FC236}">
                    <a16:creationId xmlns:a16="http://schemas.microsoft.com/office/drawing/2014/main" id="{803C6B5A-D9D1-EB4A-A391-52C6BC681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5" name="Rectangle 36">
                <a:extLst>
                  <a:ext uri="{FF2B5EF4-FFF2-40B4-BE49-F238E27FC236}">
                    <a16:creationId xmlns:a16="http://schemas.microsoft.com/office/drawing/2014/main" id="{743E8922-0B4F-124B-8E08-EAFC48A26A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50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6" name="Freeform 37">
                <a:extLst>
                  <a:ext uri="{FF2B5EF4-FFF2-40B4-BE49-F238E27FC236}">
                    <a16:creationId xmlns:a16="http://schemas.microsoft.com/office/drawing/2014/main" id="{B8099CED-B66E-A64F-9D64-36008CA179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7" name="Freeform 38">
                <a:extLst>
                  <a:ext uri="{FF2B5EF4-FFF2-40B4-BE49-F238E27FC236}">
                    <a16:creationId xmlns:a16="http://schemas.microsoft.com/office/drawing/2014/main" id="{8E10A1E3-E714-724B-9A56-653D39FCC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8" name="Rectangle 39">
                <a:extLst>
                  <a:ext uri="{FF2B5EF4-FFF2-40B4-BE49-F238E27FC236}">
                    <a16:creationId xmlns:a16="http://schemas.microsoft.com/office/drawing/2014/main" id="{51B7511E-9F4A-634B-B78E-ADF6D024CA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5"/>
                <a:ext cx="600" cy="4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19" name="Group 40">
                <a:extLst>
                  <a:ext uri="{FF2B5EF4-FFF2-40B4-BE49-F238E27FC236}">
                    <a16:creationId xmlns:a16="http://schemas.microsoft.com/office/drawing/2014/main" id="{5B0CC43F-BAC2-3140-B5A3-62B0B2DB20E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4" name="AutoShape 41">
                  <a:extLst>
                    <a:ext uri="{FF2B5EF4-FFF2-40B4-BE49-F238E27FC236}">
                      <a16:creationId xmlns:a16="http://schemas.microsoft.com/office/drawing/2014/main" id="{15BC3053-32F0-D74D-89AF-8B97E27A39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2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5" name="AutoShape 42">
                  <a:extLst>
                    <a:ext uri="{FF2B5EF4-FFF2-40B4-BE49-F238E27FC236}">
                      <a16:creationId xmlns:a16="http://schemas.microsoft.com/office/drawing/2014/main" id="{20995AA6-2DCD-3745-B56B-D4A2BD016F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3"/>
                  <a:ext cx="689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0" name="Rectangle 43">
                <a:extLst>
                  <a:ext uri="{FF2B5EF4-FFF2-40B4-BE49-F238E27FC236}">
                    <a16:creationId xmlns:a16="http://schemas.microsoft.com/office/drawing/2014/main" id="{A0AB9F72-54CB-1348-80D1-B314D48A04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6" y="1017"/>
                <a:ext cx="595" cy="5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1" name="Group 44">
                <a:extLst>
                  <a:ext uri="{FF2B5EF4-FFF2-40B4-BE49-F238E27FC236}">
                    <a16:creationId xmlns:a16="http://schemas.microsoft.com/office/drawing/2014/main" id="{9E4659C2-4E42-B443-84EF-9148F9288BE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2" name="AutoShape 45">
                  <a:extLst>
                    <a:ext uri="{FF2B5EF4-FFF2-40B4-BE49-F238E27FC236}">
                      <a16:creationId xmlns:a16="http://schemas.microsoft.com/office/drawing/2014/main" id="{D8903B39-8265-544A-9AFB-566D599B94B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69"/>
                  <a:ext cx="729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3" name="AutoShape 46">
                  <a:extLst>
                    <a:ext uri="{FF2B5EF4-FFF2-40B4-BE49-F238E27FC236}">
                      <a16:creationId xmlns:a16="http://schemas.microsoft.com/office/drawing/2014/main" id="{FD67A903-00AF-8F4D-B4F7-1CE981372C0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6"/>
                  <a:ext cx="695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2" name="Rectangle 47">
                <a:extLst>
                  <a:ext uri="{FF2B5EF4-FFF2-40B4-BE49-F238E27FC236}">
                    <a16:creationId xmlns:a16="http://schemas.microsoft.com/office/drawing/2014/main" id="{4CE4A0E0-E439-5A47-BF8B-98C51081AA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1355"/>
                <a:ext cx="600" cy="5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3" name="Rectangle 48">
                <a:extLst>
                  <a:ext uri="{FF2B5EF4-FFF2-40B4-BE49-F238E27FC236}">
                    <a16:creationId xmlns:a16="http://schemas.microsoft.com/office/drawing/2014/main" id="{9C3A9589-0AF1-484B-8D65-785BF63FA9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6" y="1655"/>
                <a:ext cx="600" cy="5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4" name="Group 49">
                <a:extLst>
                  <a:ext uri="{FF2B5EF4-FFF2-40B4-BE49-F238E27FC236}">
                    <a16:creationId xmlns:a16="http://schemas.microsoft.com/office/drawing/2014/main" id="{B0BBD09F-6C03-C742-8A03-DE01670CB53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40" name="AutoShape 50">
                  <a:extLst>
                    <a:ext uri="{FF2B5EF4-FFF2-40B4-BE49-F238E27FC236}">
                      <a16:creationId xmlns:a16="http://schemas.microsoft.com/office/drawing/2014/main" id="{F540A08B-AEF4-A545-BD11-4851FF84ED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68"/>
                  <a:ext cx="727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1" name="AutoShape 51">
                  <a:extLst>
                    <a:ext uri="{FF2B5EF4-FFF2-40B4-BE49-F238E27FC236}">
                      <a16:creationId xmlns:a16="http://schemas.microsoft.com/office/drawing/2014/main" id="{3E831A66-2030-664B-A089-E131017C23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3"/>
                  <a:ext cx="694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5" name="Freeform 52">
                <a:extLst>
                  <a:ext uri="{FF2B5EF4-FFF2-40B4-BE49-F238E27FC236}">
                    <a16:creationId xmlns:a16="http://schemas.microsoft.com/office/drawing/2014/main" id="{EB110631-8DF7-8E4E-A94B-F2F52EA1E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26" name="Group 53">
                <a:extLst>
                  <a:ext uri="{FF2B5EF4-FFF2-40B4-BE49-F238E27FC236}">
                    <a16:creationId xmlns:a16="http://schemas.microsoft.com/office/drawing/2014/main" id="{0605E8F2-9F9A-7648-8BA6-ABA0DFC7933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38" name="AutoShape 54">
                  <a:extLst>
                    <a:ext uri="{FF2B5EF4-FFF2-40B4-BE49-F238E27FC236}">
                      <a16:creationId xmlns:a16="http://schemas.microsoft.com/office/drawing/2014/main" id="{D18E181B-E7B4-7D4A-A9B8-9FDE56CEBE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8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9" name="AutoShape 55">
                  <a:extLst>
                    <a:ext uri="{FF2B5EF4-FFF2-40B4-BE49-F238E27FC236}">
                      <a16:creationId xmlns:a16="http://schemas.microsoft.com/office/drawing/2014/main" id="{0A0D2D66-4293-5E42-AB2B-B27978D8D73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5"/>
                  <a:ext cx="687" cy="10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7" name="Rectangle 56">
                <a:extLst>
                  <a:ext uri="{FF2B5EF4-FFF2-40B4-BE49-F238E27FC236}">
                    <a16:creationId xmlns:a16="http://schemas.microsoft.com/office/drawing/2014/main" id="{29DA363B-DCCE-0E42-97D8-C3675780D8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9" y="429"/>
                <a:ext cx="70" cy="2291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8" name="Freeform 57">
                <a:extLst>
                  <a:ext uri="{FF2B5EF4-FFF2-40B4-BE49-F238E27FC236}">
                    <a16:creationId xmlns:a16="http://schemas.microsoft.com/office/drawing/2014/main" id="{003F54F8-B50A-A745-830C-199E1BDB2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9" name="Freeform 58">
                <a:extLst>
                  <a:ext uri="{FF2B5EF4-FFF2-40B4-BE49-F238E27FC236}">
                    <a16:creationId xmlns:a16="http://schemas.microsoft.com/office/drawing/2014/main" id="{7C5A7536-BE63-4040-ABA1-74B2DEB36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0" name="Oval 59">
                <a:extLst>
                  <a:ext uri="{FF2B5EF4-FFF2-40B4-BE49-F238E27FC236}">
                    <a16:creationId xmlns:a16="http://schemas.microsoft.com/office/drawing/2014/main" id="{22686AD2-E3C1-444A-BFBF-DA43577786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7" y="2609"/>
                <a:ext cx="48" cy="100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" name="Freeform 60">
                <a:extLst>
                  <a:ext uri="{FF2B5EF4-FFF2-40B4-BE49-F238E27FC236}">
                    <a16:creationId xmlns:a16="http://schemas.microsoft.com/office/drawing/2014/main" id="{A511E8EF-CCBE-984C-81CA-5741AD13A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2" name="AutoShape 61">
                <a:extLst>
                  <a:ext uri="{FF2B5EF4-FFF2-40B4-BE49-F238E27FC236}">
                    <a16:creationId xmlns:a16="http://schemas.microsoft.com/office/drawing/2014/main" id="{E12F38C4-3DA7-4848-A901-A1CCC93301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200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3" name="AutoShape 62">
                <a:extLst>
                  <a:ext uri="{FF2B5EF4-FFF2-40B4-BE49-F238E27FC236}">
                    <a16:creationId xmlns:a16="http://schemas.microsoft.com/office/drawing/2014/main" id="{48A88A52-5BBB-4743-AF8B-09BA6FDF0D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09"/>
                <a:ext cx="1071" cy="8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4" name="Oval 63">
                <a:extLst>
                  <a:ext uri="{FF2B5EF4-FFF2-40B4-BE49-F238E27FC236}">
                    <a16:creationId xmlns:a16="http://schemas.microsoft.com/office/drawing/2014/main" id="{D48CE070-E4DE-984E-B8A5-1FAECB3FCE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6" y="2381"/>
                <a:ext cx="161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5" name="Oval 64">
                <a:extLst>
                  <a:ext uri="{FF2B5EF4-FFF2-40B4-BE49-F238E27FC236}">
                    <a16:creationId xmlns:a16="http://schemas.microsoft.com/office/drawing/2014/main" id="{3AACC7F2-958D-5A4E-B37D-C55208B6F9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8" y="2381"/>
                <a:ext cx="155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6" name="Oval 65">
                <a:extLst>
                  <a:ext uri="{FF2B5EF4-FFF2-40B4-BE49-F238E27FC236}">
                    <a16:creationId xmlns:a16="http://schemas.microsoft.com/office/drawing/2014/main" id="{F26427F9-3E33-EB43-B662-FA88A41C6D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1"/>
                <a:ext cx="161" cy="139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7" name="Rectangle 66">
                <a:extLst>
                  <a:ext uri="{FF2B5EF4-FFF2-40B4-BE49-F238E27FC236}">
                    <a16:creationId xmlns:a16="http://schemas.microsoft.com/office/drawing/2014/main" id="{8F1829D6-46E0-BC42-B764-C952B46A24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1" y="1838"/>
                <a:ext cx="86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6" name="Group 67">
              <a:extLst>
                <a:ext uri="{FF2B5EF4-FFF2-40B4-BE49-F238E27FC236}">
                  <a16:creationId xmlns:a16="http://schemas.microsoft.com/office/drawing/2014/main" id="{E398CB23-1767-0048-89F5-62C5E9AF78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85332" y="2291964"/>
              <a:ext cx="742950" cy="742950"/>
              <a:chOff x="-44" y="1473"/>
              <a:chExt cx="981" cy="1105"/>
            </a:xfrm>
          </p:grpSpPr>
          <p:pic>
            <p:nvPicPr>
              <p:cNvPr id="47" name="Picture 68" descr="desktop_computer_stylized_medium">
                <a:extLst>
                  <a:ext uri="{FF2B5EF4-FFF2-40B4-BE49-F238E27FC236}">
                    <a16:creationId xmlns:a16="http://schemas.microsoft.com/office/drawing/2014/main" id="{8EC7FF3D-42E5-D345-8DA9-637E325A41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8" name="Freeform 69">
                <a:extLst>
                  <a:ext uri="{FF2B5EF4-FFF2-40B4-BE49-F238E27FC236}">
                    <a16:creationId xmlns:a16="http://schemas.microsoft.com/office/drawing/2014/main" id="{A9F3AAA5-0B80-934E-BA4C-75AD71012D0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cxnSp>
          <p:nvCxnSpPr>
            <p:cNvPr id="5" name="Straight Arrow Connector 4">
              <a:extLst>
                <a:ext uri="{FF2B5EF4-FFF2-40B4-BE49-F238E27FC236}">
                  <a16:creationId xmlns:a16="http://schemas.microsoft.com/office/drawing/2014/main" id="{CFD5BA50-AF40-4342-8C77-22AF37730C06}"/>
                </a:ext>
              </a:extLst>
            </p:cNvPr>
            <p:cNvCxnSpPr>
              <a:cxnSpLocks/>
            </p:cNvCxnSpPr>
            <p:nvPr/>
          </p:nvCxnSpPr>
          <p:spPr>
            <a:xfrm>
              <a:off x="3526536" y="2791484"/>
              <a:ext cx="3910012" cy="260743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BCF97F68-AA2C-FB49-ABBC-199B7521D0A1}"/>
                </a:ext>
              </a:extLst>
            </p:cNvPr>
            <p:cNvSpPr txBox="1"/>
            <p:nvPr/>
          </p:nvSpPr>
          <p:spPr>
            <a:xfrm>
              <a:off x="6093263" y="2667596"/>
              <a:ext cx="892099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GET O</a:t>
              </a:r>
              <a:r>
                <a:rPr kumimoji="0" lang="en-US" sz="16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1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854675CA-3B4C-CC4F-AFB8-7456C2CEC59A}"/>
                </a:ext>
              </a:extLst>
            </p:cNvPr>
            <p:cNvSpPr txBox="1"/>
            <p:nvPr/>
          </p:nvSpPr>
          <p:spPr>
            <a:xfrm>
              <a:off x="5291796" y="2596769"/>
              <a:ext cx="892099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GET O</a:t>
              </a:r>
              <a:r>
                <a:rPr kumimoji="0" lang="en-US" sz="16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2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EBB1F67B-C0F8-024A-91A3-3517B8E3A8B6}"/>
                </a:ext>
              </a:extLst>
            </p:cNvPr>
            <p:cNvSpPr txBox="1"/>
            <p:nvPr/>
          </p:nvSpPr>
          <p:spPr>
            <a:xfrm>
              <a:off x="4513773" y="2538104"/>
              <a:ext cx="892099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GET O</a:t>
              </a:r>
              <a:r>
                <a:rPr kumimoji="0" lang="en-US" sz="16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3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33D26801-4441-6448-9C51-E7BF273943AE}"/>
                </a:ext>
              </a:extLst>
            </p:cNvPr>
            <p:cNvSpPr txBox="1"/>
            <p:nvPr/>
          </p:nvSpPr>
          <p:spPr>
            <a:xfrm>
              <a:off x="3721264" y="2473869"/>
              <a:ext cx="892099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GET O</a:t>
              </a:r>
              <a:r>
                <a:rPr kumimoji="0" lang="en-US" sz="16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4</a:t>
              </a:r>
            </a:p>
          </p:txBody>
        </p:sp>
        <p:sp>
          <p:nvSpPr>
            <p:cNvPr id="63" name="Rectangle 62">
              <a:extLst>
                <a:ext uri="{FF2B5EF4-FFF2-40B4-BE49-F238E27FC236}">
                  <a16:creationId xmlns:a16="http://schemas.microsoft.com/office/drawing/2014/main" id="{38FF6E3C-DC0A-2A42-A83A-2B0D55A3D376}"/>
                </a:ext>
              </a:extLst>
            </p:cNvPr>
            <p:cNvSpPr/>
            <p:nvPr/>
          </p:nvSpPr>
          <p:spPr>
            <a:xfrm>
              <a:off x="8620343" y="3108868"/>
              <a:ext cx="892098" cy="197132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4" name="Rectangle 63">
              <a:extLst>
                <a:ext uri="{FF2B5EF4-FFF2-40B4-BE49-F238E27FC236}">
                  <a16:creationId xmlns:a16="http://schemas.microsoft.com/office/drawing/2014/main" id="{790AB6BC-5FA2-CD42-9930-4B26196539D4}"/>
                </a:ext>
              </a:extLst>
            </p:cNvPr>
            <p:cNvSpPr/>
            <p:nvPr/>
          </p:nvSpPr>
          <p:spPr>
            <a:xfrm>
              <a:off x="8624001" y="5094824"/>
              <a:ext cx="892097" cy="110302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3BCCEA0D-BD56-2144-8446-6F45775C9DAB}"/>
                </a:ext>
              </a:extLst>
            </p:cNvPr>
            <p:cNvGrpSpPr/>
            <p:nvPr/>
          </p:nvGrpSpPr>
          <p:grpSpPr>
            <a:xfrm>
              <a:off x="3400914" y="3064264"/>
              <a:ext cx="4052925" cy="2231577"/>
              <a:chOff x="3400914" y="3064264"/>
              <a:chExt cx="4052925" cy="2231577"/>
            </a:xfrm>
          </p:grpSpPr>
          <p:cxnSp>
            <p:nvCxnSpPr>
              <p:cNvPr id="59" name="Straight Arrow Connector 58">
                <a:extLst>
                  <a:ext uri="{FF2B5EF4-FFF2-40B4-BE49-F238E27FC236}">
                    <a16:creationId xmlns:a16="http://schemas.microsoft.com/office/drawing/2014/main" id="{FD6DCCE9-A422-404A-94DE-DE520C1D280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400914" y="5022530"/>
                <a:ext cx="4052925" cy="273311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9" name="Freeform 48">
                <a:extLst>
                  <a:ext uri="{FF2B5EF4-FFF2-40B4-BE49-F238E27FC236}">
                    <a16:creationId xmlns:a16="http://schemas.microsoft.com/office/drawing/2014/main" id="{AF7FDDA2-EA85-004E-AB1B-97A9090ECD2A}"/>
                  </a:ext>
                </a:extLst>
              </p:cNvPr>
              <p:cNvSpPr/>
              <p:nvPr/>
            </p:nvSpPr>
            <p:spPr>
              <a:xfrm>
                <a:off x="3517643" y="3064264"/>
                <a:ext cx="3868169" cy="2226179"/>
              </a:xfrm>
              <a:custGeom>
                <a:avLst/>
                <a:gdLst>
                  <a:gd name="connsiteX0" fmla="*/ 3896882 w 3926792"/>
                  <a:gd name="connsiteY0" fmla="*/ 0 h 2226179"/>
                  <a:gd name="connsiteX1" fmla="*/ 0 w 3926792"/>
                  <a:gd name="connsiteY1" fmla="*/ 264919 h 2226179"/>
                  <a:gd name="connsiteX2" fmla="*/ 29910 w 3926792"/>
                  <a:gd name="connsiteY2" fmla="*/ 2226179 h 2226179"/>
                  <a:gd name="connsiteX3" fmla="*/ 3926792 w 3926792"/>
                  <a:gd name="connsiteY3" fmla="*/ 1961260 h 2226179"/>
                  <a:gd name="connsiteX4" fmla="*/ 3896882 w 3926792"/>
                  <a:gd name="connsiteY4" fmla="*/ 0 h 2226179"/>
                  <a:gd name="connsiteX0" fmla="*/ 3896882 w 3909701"/>
                  <a:gd name="connsiteY0" fmla="*/ 0 h 2226179"/>
                  <a:gd name="connsiteX1" fmla="*/ 0 w 3909701"/>
                  <a:gd name="connsiteY1" fmla="*/ 264919 h 2226179"/>
                  <a:gd name="connsiteX2" fmla="*/ 29910 w 3909701"/>
                  <a:gd name="connsiteY2" fmla="*/ 2226179 h 2226179"/>
                  <a:gd name="connsiteX3" fmla="*/ 3909701 w 3909701"/>
                  <a:gd name="connsiteY3" fmla="*/ 1969805 h 2226179"/>
                  <a:gd name="connsiteX4" fmla="*/ 3896882 w 3909701"/>
                  <a:gd name="connsiteY4" fmla="*/ 0 h 2226179"/>
                  <a:gd name="connsiteX0" fmla="*/ 3896882 w 3896882"/>
                  <a:gd name="connsiteY0" fmla="*/ 0 h 2226179"/>
                  <a:gd name="connsiteX1" fmla="*/ 0 w 3896882"/>
                  <a:gd name="connsiteY1" fmla="*/ 264919 h 2226179"/>
                  <a:gd name="connsiteX2" fmla="*/ 29910 w 3896882"/>
                  <a:gd name="connsiteY2" fmla="*/ 2226179 h 2226179"/>
                  <a:gd name="connsiteX3" fmla="*/ 3892609 w 3896882"/>
                  <a:gd name="connsiteY3" fmla="*/ 1974078 h 2226179"/>
                  <a:gd name="connsiteX4" fmla="*/ 3896882 w 3896882"/>
                  <a:gd name="connsiteY4" fmla="*/ 0 h 2226179"/>
                  <a:gd name="connsiteX0" fmla="*/ 3871245 w 3871245"/>
                  <a:gd name="connsiteY0" fmla="*/ 0 h 2226179"/>
                  <a:gd name="connsiteX1" fmla="*/ 0 w 3871245"/>
                  <a:gd name="connsiteY1" fmla="*/ 264919 h 2226179"/>
                  <a:gd name="connsiteX2" fmla="*/ 4273 w 3871245"/>
                  <a:gd name="connsiteY2" fmla="*/ 2226179 h 2226179"/>
                  <a:gd name="connsiteX3" fmla="*/ 3866972 w 3871245"/>
                  <a:gd name="connsiteY3" fmla="*/ 1974078 h 2226179"/>
                  <a:gd name="connsiteX4" fmla="*/ 3871245 w 3871245"/>
                  <a:gd name="connsiteY4" fmla="*/ 0 h 2226179"/>
                  <a:gd name="connsiteX0" fmla="*/ 3867064 w 3867064"/>
                  <a:gd name="connsiteY0" fmla="*/ 0 h 2226179"/>
                  <a:gd name="connsiteX1" fmla="*/ 12911 w 3867064"/>
                  <a:gd name="connsiteY1" fmla="*/ 269192 h 2226179"/>
                  <a:gd name="connsiteX2" fmla="*/ 92 w 3867064"/>
                  <a:gd name="connsiteY2" fmla="*/ 2226179 h 2226179"/>
                  <a:gd name="connsiteX3" fmla="*/ 3862791 w 3867064"/>
                  <a:gd name="connsiteY3" fmla="*/ 1974078 h 2226179"/>
                  <a:gd name="connsiteX4" fmla="*/ 3867064 w 3867064"/>
                  <a:gd name="connsiteY4" fmla="*/ 0 h 2226179"/>
                  <a:gd name="connsiteX0" fmla="*/ 3867383 w 3867383"/>
                  <a:gd name="connsiteY0" fmla="*/ 0 h 2226179"/>
                  <a:gd name="connsiteX1" fmla="*/ 411 w 3867383"/>
                  <a:gd name="connsiteY1" fmla="*/ 273465 h 2226179"/>
                  <a:gd name="connsiteX2" fmla="*/ 411 w 3867383"/>
                  <a:gd name="connsiteY2" fmla="*/ 2226179 h 2226179"/>
                  <a:gd name="connsiteX3" fmla="*/ 3863110 w 3867383"/>
                  <a:gd name="connsiteY3" fmla="*/ 1974078 h 2226179"/>
                  <a:gd name="connsiteX4" fmla="*/ 3867383 w 3867383"/>
                  <a:gd name="connsiteY4" fmla="*/ 0 h 2226179"/>
                  <a:gd name="connsiteX0" fmla="*/ 3867383 w 3876052"/>
                  <a:gd name="connsiteY0" fmla="*/ 0 h 2226179"/>
                  <a:gd name="connsiteX1" fmla="*/ 411 w 3876052"/>
                  <a:gd name="connsiteY1" fmla="*/ 273465 h 2226179"/>
                  <a:gd name="connsiteX2" fmla="*/ 411 w 3876052"/>
                  <a:gd name="connsiteY2" fmla="*/ 2226179 h 2226179"/>
                  <a:gd name="connsiteX3" fmla="*/ 3875929 w 3876052"/>
                  <a:gd name="connsiteY3" fmla="*/ 1956987 h 2226179"/>
                  <a:gd name="connsiteX4" fmla="*/ 3867383 w 3876052"/>
                  <a:gd name="connsiteY4" fmla="*/ 0 h 2226179"/>
                  <a:gd name="connsiteX0" fmla="*/ 3867383 w 3871845"/>
                  <a:gd name="connsiteY0" fmla="*/ 0 h 2226179"/>
                  <a:gd name="connsiteX1" fmla="*/ 411 w 3871845"/>
                  <a:gd name="connsiteY1" fmla="*/ 273465 h 2226179"/>
                  <a:gd name="connsiteX2" fmla="*/ 411 w 3871845"/>
                  <a:gd name="connsiteY2" fmla="*/ 2226179 h 2226179"/>
                  <a:gd name="connsiteX3" fmla="*/ 3871656 w 3871845"/>
                  <a:gd name="connsiteY3" fmla="*/ 1969806 h 2226179"/>
                  <a:gd name="connsiteX4" fmla="*/ 3867383 w 3871845"/>
                  <a:gd name="connsiteY4" fmla="*/ 0 h 2226179"/>
                  <a:gd name="connsiteX0" fmla="*/ 3867383 w 3872034"/>
                  <a:gd name="connsiteY0" fmla="*/ 0 h 2226179"/>
                  <a:gd name="connsiteX1" fmla="*/ 411 w 3872034"/>
                  <a:gd name="connsiteY1" fmla="*/ 273465 h 2226179"/>
                  <a:gd name="connsiteX2" fmla="*/ 411 w 3872034"/>
                  <a:gd name="connsiteY2" fmla="*/ 2226179 h 2226179"/>
                  <a:gd name="connsiteX3" fmla="*/ 3871656 w 3872034"/>
                  <a:gd name="connsiteY3" fmla="*/ 1969806 h 2226179"/>
                  <a:gd name="connsiteX4" fmla="*/ 3867383 w 3872034"/>
                  <a:gd name="connsiteY4" fmla="*/ 0 h 2226179"/>
                  <a:gd name="connsiteX0" fmla="*/ 3867383 w 3868169"/>
                  <a:gd name="connsiteY0" fmla="*/ 0 h 2226179"/>
                  <a:gd name="connsiteX1" fmla="*/ 411 w 3868169"/>
                  <a:gd name="connsiteY1" fmla="*/ 273465 h 2226179"/>
                  <a:gd name="connsiteX2" fmla="*/ 411 w 3868169"/>
                  <a:gd name="connsiteY2" fmla="*/ 2226179 h 2226179"/>
                  <a:gd name="connsiteX3" fmla="*/ 3863110 w 3868169"/>
                  <a:gd name="connsiteY3" fmla="*/ 1969806 h 2226179"/>
                  <a:gd name="connsiteX4" fmla="*/ 3867383 w 3868169"/>
                  <a:gd name="connsiteY4" fmla="*/ 0 h 2226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68169" h="2226179">
                    <a:moveTo>
                      <a:pt x="3867383" y="0"/>
                    </a:moveTo>
                    <a:lnTo>
                      <a:pt x="411" y="273465"/>
                    </a:lnTo>
                    <a:cubicBezTo>
                      <a:pt x="1835" y="927218"/>
                      <a:pt x="-1013" y="1572426"/>
                      <a:pt x="411" y="2226179"/>
                    </a:cubicBezTo>
                    <a:lnTo>
                      <a:pt x="3863110" y="1969806"/>
                    </a:lnTo>
                    <a:cubicBezTo>
                      <a:pt x="3864534" y="1311780"/>
                      <a:pt x="3870232" y="615297"/>
                      <a:pt x="3867383" y="0"/>
                    </a:cubicBezTo>
                    <a:close/>
                  </a:path>
                </a:pathLst>
              </a:cu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1032D652-964E-9F43-98C4-FFCFB51B8116}"/>
                </a:ext>
              </a:extLst>
            </p:cNvPr>
            <p:cNvGrpSpPr/>
            <p:nvPr/>
          </p:nvGrpSpPr>
          <p:grpSpPr>
            <a:xfrm>
              <a:off x="3389679" y="5054301"/>
              <a:ext cx="4064160" cy="386589"/>
              <a:chOff x="3389679" y="5054301"/>
              <a:chExt cx="4064160" cy="386589"/>
            </a:xfrm>
          </p:grpSpPr>
          <p:cxnSp>
            <p:nvCxnSpPr>
              <p:cNvPr id="60" name="Straight Arrow Connector 59">
                <a:extLst>
                  <a:ext uri="{FF2B5EF4-FFF2-40B4-BE49-F238E27FC236}">
                    <a16:creationId xmlns:a16="http://schemas.microsoft.com/office/drawing/2014/main" id="{74B14409-7AA2-6647-870D-F81D3E4A7B9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389679" y="5161562"/>
                <a:ext cx="4064160" cy="279328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40D71812-E6AC-D143-8CC1-FD1BA4C52E80}"/>
                  </a:ext>
                </a:extLst>
              </p:cNvPr>
              <p:cNvSpPr/>
              <p:nvPr/>
            </p:nvSpPr>
            <p:spPr>
              <a:xfrm>
                <a:off x="3519116" y="5054301"/>
                <a:ext cx="3875928" cy="375356"/>
              </a:xfrm>
              <a:custGeom>
                <a:avLst/>
                <a:gdLst>
                  <a:gd name="connsiteX0" fmla="*/ 3896882 w 3926792"/>
                  <a:gd name="connsiteY0" fmla="*/ 0 h 2226179"/>
                  <a:gd name="connsiteX1" fmla="*/ 0 w 3926792"/>
                  <a:gd name="connsiteY1" fmla="*/ 264919 h 2226179"/>
                  <a:gd name="connsiteX2" fmla="*/ 29910 w 3926792"/>
                  <a:gd name="connsiteY2" fmla="*/ 2226179 h 2226179"/>
                  <a:gd name="connsiteX3" fmla="*/ 3926792 w 3926792"/>
                  <a:gd name="connsiteY3" fmla="*/ 1961260 h 2226179"/>
                  <a:gd name="connsiteX4" fmla="*/ 3896882 w 3926792"/>
                  <a:gd name="connsiteY4" fmla="*/ 0 h 2226179"/>
                  <a:gd name="connsiteX0" fmla="*/ 3896882 w 3909701"/>
                  <a:gd name="connsiteY0" fmla="*/ 0 h 2226179"/>
                  <a:gd name="connsiteX1" fmla="*/ 0 w 3909701"/>
                  <a:gd name="connsiteY1" fmla="*/ 264919 h 2226179"/>
                  <a:gd name="connsiteX2" fmla="*/ 29910 w 3909701"/>
                  <a:gd name="connsiteY2" fmla="*/ 2226179 h 2226179"/>
                  <a:gd name="connsiteX3" fmla="*/ 3909701 w 3909701"/>
                  <a:gd name="connsiteY3" fmla="*/ 1969805 h 2226179"/>
                  <a:gd name="connsiteX4" fmla="*/ 3896882 w 3909701"/>
                  <a:gd name="connsiteY4" fmla="*/ 0 h 2226179"/>
                  <a:gd name="connsiteX0" fmla="*/ 3896882 w 3896882"/>
                  <a:gd name="connsiteY0" fmla="*/ 0 h 2226179"/>
                  <a:gd name="connsiteX1" fmla="*/ 0 w 3896882"/>
                  <a:gd name="connsiteY1" fmla="*/ 264919 h 2226179"/>
                  <a:gd name="connsiteX2" fmla="*/ 29910 w 3896882"/>
                  <a:gd name="connsiteY2" fmla="*/ 2226179 h 2226179"/>
                  <a:gd name="connsiteX3" fmla="*/ 3892609 w 3896882"/>
                  <a:gd name="connsiteY3" fmla="*/ 1974078 h 2226179"/>
                  <a:gd name="connsiteX4" fmla="*/ 3896882 w 3896882"/>
                  <a:gd name="connsiteY4" fmla="*/ 0 h 2226179"/>
                  <a:gd name="connsiteX0" fmla="*/ 3871245 w 3871245"/>
                  <a:gd name="connsiteY0" fmla="*/ 0 h 2226179"/>
                  <a:gd name="connsiteX1" fmla="*/ 0 w 3871245"/>
                  <a:gd name="connsiteY1" fmla="*/ 264919 h 2226179"/>
                  <a:gd name="connsiteX2" fmla="*/ 4273 w 3871245"/>
                  <a:gd name="connsiteY2" fmla="*/ 2226179 h 2226179"/>
                  <a:gd name="connsiteX3" fmla="*/ 3866972 w 3871245"/>
                  <a:gd name="connsiteY3" fmla="*/ 1974078 h 2226179"/>
                  <a:gd name="connsiteX4" fmla="*/ 3871245 w 3871245"/>
                  <a:gd name="connsiteY4" fmla="*/ 0 h 2226179"/>
                  <a:gd name="connsiteX0" fmla="*/ 3867064 w 3867064"/>
                  <a:gd name="connsiteY0" fmla="*/ 0 h 2226179"/>
                  <a:gd name="connsiteX1" fmla="*/ 12911 w 3867064"/>
                  <a:gd name="connsiteY1" fmla="*/ 269192 h 2226179"/>
                  <a:gd name="connsiteX2" fmla="*/ 92 w 3867064"/>
                  <a:gd name="connsiteY2" fmla="*/ 2226179 h 2226179"/>
                  <a:gd name="connsiteX3" fmla="*/ 3862791 w 3867064"/>
                  <a:gd name="connsiteY3" fmla="*/ 1974078 h 2226179"/>
                  <a:gd name="connsiteX4" fmla="*/ 3867064 w 3867064"/>
                  <a:gd name="connsiteY4" fmla="*/ 0 h 2226179"/>
                  <a:gd name="connsiteX0" fmla="*/ 3867383 w 3867383"/>
                  <a:gd name="connsiteY0" fmla="*/ 0 h 2226179"/>
                  <a:gd name="connsiteX1" fmla="*/ 411 w 3867383"/>
                  <a:gd name="connsiteY1" fmla="*/ 273465 h 2226179"/>
                  <a:gd name="connsiteX2" fmla="*/ 411 w 3867383"/>
                  <a:gd name="connsiteY2" fmla="*/ 2226179 h 2226179"/>
                  <a:gd name="connsiteX3" fmla="*/ 3863110 w 3867383"/>
                  <a:gd name="connsiteY3" fmla="*/ 1974078 h 2226179"/>
                  <a:gd name="connsiteX4" fmla="*/ 3867383 w 3867383"/>
                  <a:gd name="connsiteY4" fmla="*/ 0 h 2226179"/>
                  <a:gd name="connsiteX0" fmla="*/ 3892661 w 3892661"/>
                  <a:gd name="connsiteY0" fmla="*/ 0 h 6403180"/>
                  <a:gd name="connsiteX1" fmla="*/ 25689 w 3892661"/>
                  <a:gd name="connsiteY1" fmla="*/ 273465 h 6403180"/>
                  <a:gd name="connsiteX2" fmla="*/ 51 w 3892661"/>
                  <a:gd name="connsiteY2" fmla="*/ 6403180 h 6403180"/>
                  <a:gd name="connsiteX3" fmla="*/ 3888388 w 3892661"/>
                  <a:gd name="connsiteY3" fmla="*/ 1974078 h 6403180"/>
                  <a:gd name="connsiteX4" fmla="*/ 3892661 w 3892661"/>
                  <a:gd name="connsiteY4" fmla="*/ 0 h 6403180"/>
                  <a:gd name="connsiteX0" fmla="*/ 3896882 w 3896882"/>
                  <a:gd name="connsiteY0" fmla="*/ 0 h 6403180"/>
                  <a:gd name="connsiteX1" fmla="*/ 0 w 3896882"/>
                  <a:gd name="connsiteY1" fmla="*/ 4599655 h 6403180"/>
                  <a:gd name="connsiteX2" fmla="*/ 4272 w 3896882"/>
                  <a:gd name="connsiteY2" fmla="*/ 6403180 h 6403180"/>
                  <a:gd name="connsiteX3" fmla="*/ 3892609 w 3896882"/>
                  <a:gd name="connsiteY3" fmla="*/ 1974078 h 6403180"/>
                  <a:gd name="connsiteX4" fmla="*/ 3896882 w 3896882"/>
                  <a:gd name="connsiteY4" fmla="*/ 0 h 6403180"/>
                  <a:gd name="connsiteX0" fmla="*/ 3893021 w 3893021"/>
                  <a:gd name="connsiteY0" fmla="*/ 0 h 6403180"/>
                  <a:gd name="connsiteX1" fmla="*/ 412 w 3893021"/>
                  <a:gd name="connsiteY1" fmla="*/ 4152108 h 6403180"/>
                  <a:gd name="connsiteX2" fmla="*/ 411 w 3893021"/>
                  <a:gd name="connsiteY2" fmla="*/ 6403180 h 6403180"/>
                  <a:gd name="connsiteX3" fmla="*/ 3888748 w 3893021"/>
                  <a:gd name="connsiteY3" fmla="*/ 1974078 h 6403180"/>
                  <a:gd name="connsiteX4" fmla="*/ 3893021 w 3893021"/>
                  <a:gd name="connsiteY4" fmla="*/ 0 h 6403180"/>
                  <a:gd name="connsiteX0" fmla="*/ 3892651 w 3892651"/>
                  <a:gd name="connsiteY0" fmla="*/ 0 h 6403180"/>
                  <a:gd name="connsiteX1" fmla="*/ 34226 w 3892651"/>
                  <a:gd name="connsiteY1" fmla="*/ 4375864 h 6403180"/>
                  <a:gd name="connsiteX2" fmla="*/ 41 w 3892651"/>
                  <a:gd name="connsiteY2" fmla="*/ 6403180 h 6403180"/>
                  <a:gd name="connsiteX3" fmla="*/ 3888378 w 3892651"/>
                  <a:gd name="connsiteY3" fmla="*/ 1974078 h 6403180"/>
                  <a:gd name="connsiteX4" fmla="*/ 3892651 w 3892651"/>
                  <a:gd name="connsiteY4" fmla="*/ 0 h 6403180"/>
                  <a:gd name="connsiteX0" fmla="*/ 3875591 w 3875591"/>
                  <a:gd name="connsiteY0" fmla="*/ 0 h 6552362"/>
                  <a:gd name="connsiteX1" fmla="*/ 17166 w 3875591"/>
                  <a:gd name="connsiteY1" fmla="*/ 4375864 h 6552362"/>
                  <a:gd name="connsiteX2" fmla="*/ 73 w 3875591"/>
                  <a:gd name="connsiteY2" fmla="*/ 6552362 h 6552362"/>
                  <a:gd name="connsiteX3" fmla="*/ 3871318 w 3875591"/>
                  <a:gd name="connsiteY3" fmla="*/ 1974078 h 6552362"/>
                  <a:gd name="connsiteX4" fmla="*/ 3875591 w 3875591"/>
                  <a:gd name="connsiteY4" fmla="*/ 0 h 6552362"/>
                  <a:gd name="connsiteX0" fmla="*/ 3875928 w 3875928"/>
                  <a:gd name="connsiteY0" fmla="*/ 0 h 6552362"/>
                  <a:gd name="connsiteX1" fmla="*/ 412 w 3875928"/>
                  <a:gd name="connsiteY1" fmla="*/ 4599620 h 6552362"/>
                  <a:gd name="connsiteX2" fmla="*/ 410 w 3875928"/>
                  <a:gd name="connsiteY2" fmla="*/ 6552362 h 6552362"/>
                  <a:gd name="connsiteX3" fmla="*/ 3871655 w 3875928"/>
                  <a:gd name="connsiteY3" fmla="*/ 1974078 h 6552362"/>
                  <a:gd name="connsiteX4" fmla="*/ 3875928 w 3875928"/>
                  <a:gd name="connsiteY4" fmla="*/ 0 h 6552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5928" h="6552362">
                    <a:moveTo>
                      <a:pt x="3875928" y="0"/>
                    </a:moveTo>
                    <a:lnTo>
                      <a:pt x="412" y="4599620"/>
                    </a:lnTo>
                    <a:cubicBezTo>
                      <a:pt x="1836" y="5253373"/>
                      <a:pt x="-1014" y="5898609"/>
                      <a:pt x="410" y="6552362"/>
                    </a:cubicBezTo>
                    <a:lnTo>
                      <a:pt x="3871655" y="1974078"/>
                    </a:lnTo>
                    <a:cubicBezTo>
                      <a:pt x="3873079" y="1316052"/>
                      <a:pt x="3874504" y="658026"/>
                      <a:pt x="387592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54" name="Group 53">
              <a:extLst>
                <a:ext uri="{FF2B5EF4-FFF2-40B4-BE49-F238E27FC236}">
                  <a16:creationId xmlns:a16="http://schemas.microsoft.com/office/drawing/2014/main" id="{40FB06DE-F29F-A246-84EE-63E1636623F1}"/>
                </a:ext>
              </a:extLst>
            </p:cNvPr>
            <p:cNvGrpSpPr/>
            <p:nvPr/>
          </p:nvGrpSpPr>
          <p:grpSpPr>
            <a:xfrm>
              <a:off x="3401181" y="5445216"/>
              <a:ext cx="4028803" cy="375356"/>
              <a:chOff x="3401181" y="5445216"/>
              <a:chExt cx="4028803" cy="375356"/>
            </a:xfrm>
          </p:grpSpPr>
          <p:cxnSp>
            <p:nvCxnSpPr>
              <p:cNvPr id="62" name="Straight Arrow Connector 61">
                <a:extLst>
                  <a:ext uri="{FF2B5EF4-FFF2-40B4-BE49-F238E27FC236}">
                    <a16:creationId xmlns:a16="http://schemas.microsoft.com/office/drawing/2014/main" id="{58B400F4-D655-EC45-9A58-A60137EE250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401181" y="5534648"/>
                <a:ext cx="4028803" cy="269984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0" name="Freeform 69">
                <a:extLst>
                  <a:ext uri="{FF2B5EF4-FFF2-40B4-BE49-F238E27FC236}">
                    <a16:creationId xmlns:a16="http://schemas.microsoft.com/office/drawing/2014/main" id="{E5D9F6BF-C428-4448-A3F0-EC7E244381F1}"/>
                  </a:ext>
                </a:extLst>
              </p:cNvPr>
              <p:cNvSpPr/>
              <p:nvPr/>
            </p:nvSpPr>
            <p:spPr>
              <a:xfrm>
                <a:off x="3504762" y="5445216"/>
                <a:ext cx="3875928" cy="375356"/>
              </a:xfrm>
              <a:custGeom>
                <a:avLst/>
                <a:gdLst>
                  <a:gd name="connsiteX0" fmla="*/ 3896882 w 3926792"/>
                  <a:gd name="connsiteY0" fmla="*/ 0 h 2226179"/>
                  <a:gd name="connsiteX1" fmla="*/ 0 w 3926792"/>
                  <a:gd name="connsiteY1" fmla="*/ 264919 h 2226179"/>
                  <a:gd name="connsiteX2" fmla="*/ 29910 w 3926792"/>
                  <a:gd name="connsiteY2" fmla="*/ 2226179 h 2226179"/>
                  <a:gd name="connsiteX3" fmla="*/ 3926792 w 3926792"/>
                  <a:gd name="connsiteY3" fmla="*/ 1961260 h 2226179"/>
                  <a:gd name="connsiteX4" fmla="*/ 3896882 w 3926792"/>
                  <a:gd name="connsiteY4" fmla="*/ 0 h 2226179"/>
                  <a:gd name="connsiteX0" fmla="*/ 3896882 w 3909701"/>
                  <a:gd name="connsiteY0" fmla="*/ 0 h 2226179"/>
                  <a:gd name="connsiteX1" fmla="*/ 0 w 3909701"/>
                  <a:gd name="connsiteY1" fmla="*/ 264919 h 2226179"/>
                  <a:gd name="connsiteX2" fmla="*/ 29910 w 3909701"/>
                  <a:gd name="connsiteY2" fmla="*/ 2226179 h 2226179"/>
                  <a:gd name="connsiteX3" fmla="*/ 3909701 w 3909701"/>
                  <a:gd name="connsiteY3" fmla="*/ 1969805 h 2226179"/>
                  <a:gd name="connsiteX4" fmla="*/ 3896882 w 3909701"/>
                  <a:gd name="connsiteY4" fmla="*/ 0 h 2226179"/>
                  <a:gd name="connsiteX0" fmla="*/ 3896882 w 3896882"/>
                  <a:gd name="connsiteY0" fmla="*/ 0 h 2226179"/>
                  <a:gd name="connsiteX1" fmla="*/ 0 w 3896882"/>
                  <a:gd name="connsiteY1" fmla="*/ 264919 h 2226179"/>
                  <a:gd name="connsiteX2" fmla="*/ 29910 w 3896882"/>
                  <a:gd name="connsiteY2" fmla="*/ 2226179 h 2226179"/>
                  <a:gd name="connsiteX3" fmla="*/ 3892609 w 3896882"/>
                  <a:gd name="connsiteY3" fmla="*/ 1974078 h 2226179"/>
                  <a:gd name="connsiteX4" fmla="*/ 3896882 w 3896882"/>
                  <a:gd name="connsiteY4" fmla="*/ 0 h 2226179"/>
                  <a:gd name="connsiteX0" fmla="*/ 3871245 w 3871245"/>
                  <a:gd name="connsiteY0" fmla="*/ 0 h 2226179"/>
                  <a:gd name="connsiteX1" fmla="*/ 0 w 3871245"/>
                  <a:gd name="connsiteY1" fmla="*/ 264919 h 2226179"/>
                  <a:gd name="connsiteX2" fmla="*/ 4273 w 3871245"/>
                  <a:gd name="connsiteY2" fmla="*/ 2226179 h 2226179"/>
                  <a:gd name="connsiteX3" fmla="*/ 3866972 w 3871245"/>
                  <a:gd name="connsiteY3" fmla="*/ 1974078 h 2226179"/>
                  <a:gd name="connsiteX4" fmla="*/ 3871245 w 3871245"/>
                  <a:gd name="connsiteY4" fmla="*/ 0 h 2226179"/>
                  <a:gd name="connsiteX0" fmla="*/ 3867064 w 3867064"/>
                  <a:gd name="connsiteY0" fmla="*/ 0 h 2226179"/>
                  <a:gd name="connsiteX1" fmla="*/ 12911 w 3867064"/>
                  <a:gd name="connsiteY1" fmla="*/ 269192 h 2226179"/>
                  <a:gd name="connsiteX2" fmla="*/ 92 w 3867064"/>
                  <a:gd name="connsiteY2" fmla="*/ 2226179 h 2226179"/>
                  <a:gd name="connsiteX3" fmla="*/ 3862791 w 3867064"/>
                  <a:gd name="connsiteY3" fmla="*/ 1974078 h 2226179"/>
                  <a:gd name="connsiteX4" fmla="*/ 3867064 w 3867064"/>
                  <a:gd name="connsiteY4" fmla="*/ 0 h 2226179"/>
                  <a:gd name="connsiteX0" fmla="*/ 3867383 w 3867383"/>
                  <a:gd name="connsiteY0" fmla="*/ 0 h 2226179"/>
                  <a:gd name="connsiteX1" fmla="*/ 411 w 3867383"/>
                  <a:gd name="connsiteY1" fmla="*/ 273465 h 2226179"/>
                  <a:gd name="connsiteX2" fmla="*/ 411 w 3867383"/>
                  <a:gd name="connsiteY2" fmla="*/ 2226179 h 2226179"/>
                  <a:gd name="connsiteX3" fmla="*/ 3863110 w 3867383"/>
                  <a:gd name="connsiteY3" fmla="*/ 1974078 h 2226179"/>
                  <a:gd name="connsiteX4" fmla="*/ 3867383 w 3867383"/>
                  <a:gd name="connsiteY4" fmla="*/ 0 h 2226179"/>
                  <a:gd name="connsiteX0" fmla="*/ 3892661 w 3892661"/>
                  <a:gd name="connsiteY0" fmla="*/ 0 h 6403180"/>
                  <a:gd name="connsiteX1" fmla="*/ 25689 w 3892661"/>
                  <a:gd name="connsiteY1" fmla="*/ 273465 h 6403180"/>
                  <a:gd name="connsiteX2" fmla="*/ 51 w 3892661"/>
                  <a:gd name="connsiteY2" fmla="*/ 6403180 h 6403180"/>
                  <a:gd name="connsiteX3" fmla="*/ 3888388 w 3892661"/>
                  <a:gd name="connsiteY3" fmla="*/ 1974078 h 6403180"/>
                  <a:gd name="connsiteX4" fmla="*/ 3892661 w 3892661"/>
                  <a:gd name="connsiteY4" fmla="*/ 0 h 6403180"/>
                  <a:gd name="connsiteX0" fmla="*/ 3896882 w 3896882"/>
                  <a:gd name="connsiteY0" fmla="*/ 0 h 6403180"/>
                  <a:gd name="connsiteX1" fmla="*/ 0 w 3896882"/>
                  <a:gd name="connsiteY1" fmla="*/ 4599655 h 6403180"/>
                  <a:gd name="connsiteX2" fmla="*/ 4272 w 3896882"/>
                  <a:gd name="connsiteY2" fmla="*/ 6403180 h 6403180"/>
                  <a:gd name="connsiteX3" fmla="*/ 3892609 w 3896882"/>
                  <a:gd name="connsiteY3" fmla="*/ 1974078 h 6403180"/>
                  <a:gd name="connsiteX4" fmla="*/ 3896882 w 3896882"/>
                  <a:gd name="connsiteY4" fmla="*/ 0 h 6403180"/>
                  <a:gd name="connsiteX0" fmla="*/ 3893021 w 3893021"/>
                  <a:gd name="connsiteY0" fmla="*/ 0 h 6403180"/>
                  <a:gd name="connsiteX1" fmla="*/ 412 w 3893021"/>
                  <a:gd name="connsiteY1" fmla="*/ 4152108 h 6403180"/>
                  <a:gd name="connsiteX2" fmla="*/ 411 w 3893021"/>
                  <a:gd name="connsiteY2" fmla="*/ 6403180 h 6403180"/>
                  <a:gd name="connsiteX3" fmla="*/ 3888748 w 3893021"/>
                  <a:gd name="connsiteY3" fmla="*/ 1974078 h 6403180"/>
                  <a:gd name="connsiteX4" fmla="*/ 3893021 w 3893021"/>
                  <a:gd name="connsiteY4" fmla="*/ 0 h 6403180"/>
                  <a:gd name="connsiteX0" fmla="*/ 3892651 w 3892651"/>
                  <a:gd name="connsiteY0" fmla="*/ 0 h 6403180"/>
                  <a:gd name="connsiteX1" fmla="*/ 34226 w 3892651"/>
                  <a:gd name="connsiteY1" fmla="*/ 4375864 h 6403180"/>
                  <a:gd name="connsiteX2" fmla="*/ 41 w 3892651"/>
                  <a:gd name="connsiteY2" fmla="*/ 6403180 h 6403180"/>
                  <a:gd name="connsiteX3" fmla="*/ 3888378 w 3892651"/>
                  <a:gd name="connsiteY3" fmla="*/ 1974078 h 6403180"/>
                  <a:gd name="connsiteX4" fmla="*/ 3892651 w 3892651"/>
                  <a:gd name="connsiteY4" fmla="*/ 0 h 6403180"/>
                  <a:gd name="connsiteX0" fmla="*/ 3875591 w 3875591"/>
                  <a:gd name="connsiteY0" fmla="*/ 0 h 6552362"/>
                  <a:gd name="connsiteX1" fmla="*/ 17166 w 3875591"/>
                  <a:gd name="connsiteY1" fmla="*/ 4375864 h 6552362"/>
                  <a:gd name="connsiteX2" fmla="*/ 73 w 3875591"/>
                  <a:gd name="connsiteY2" fmla="*/ 6552362 h 6552362"/>
                  <a:gd name="connsiteX3" fmla="*/ 3871318 w 3875591"/>
                  <a:gd name="connsiteY3" fmla="*/ 1974078 h 6552362"/>
                  <a:gd name="connsiteX4" fmla="*/ 3875591 w 3875591"/>
                  <a:gd name="connsiteY4" fmla="*/ 0 h 6552362"/>
                  <a:gd name="connsiteX0" fmla="*/ 3875928 w 3875928"/>
                  <a:gd name="connsiteY0" fmla="*/ 0 h 6552362"/>
                  <a:gd name="connsiteX1" fmla="*/ 412 w 3875928"/>
                  <a:gd name="connsiteY1" fmla="*/ 4599620 h 6552362"/>
                  <a:gd name="connsiteX2" fmla="*/ 410 w 3875928"/>
                  <a:gd name="connsiteY2" fmla="*/ 6552362 h 6552362"/>
                  <a:gd name="connsiteX3" fmla="*/ 3871655 w 3875928"/>
                  <a:gd name="connsiteY3" fmla="*/ 1974078 h 6552362"/>
                  <a:gd name="connsiteX4" fmla="*/ 3875928 w 3875928"/>
                  <a:gd name="connsiteY4" fmla="*/ 0 h 6552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5928" h="6552362">
                    <a:moveTo>
                      <a:pt x="3875928" y="0"/>
                    </a:moveTo>
                    <a:lnTo>
                      <a:pt x="412" y="4599620"/>
                    </a:lnTo>
                    <a:cubicBezTo>
                      <a:pt x="1836" y="5253373"/>
                      <a:pt x="-1014" y="5898609"/>
                      <a:pt x="410" y="6552362"/>
                    </a:cubicBezTo>
                    <a:lnTo>
                      <a:pt x="3871655" y="1974078"/>
                    </a:lnTo>
                    <a:cubicBezTo>
                      <a:pt x="3873079" y="1316052"/>
                      <a:pt x="3874504" y="658026"/>
                      <a:pt x="3875928" y="0"/>
                    </a:cubicBezTo>
                    <a:close/>
                  </a:path>
                </a:pathLst>
              </a:custGeom>
              <a:solidFill>
                <a:srgbClr val="7030A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     </a:t>
                </a:r>
              </a:p>
            </p:txBody>
          </p:sp>
        </p:grpSp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CFF15201-6C51-0E4C-8DF2-2874D9BB5094}"/>
                </a:ext>
              </a:extLst>
            </p:cNvPr>
            <p:cNvGrpSpPr/>
            <p:nvPr/>
          </p:nvGrpSpPr>
          <p:grpSpPr>
            <a:xfrm>
              <a:off x="1750742" y="5112121"/>
              <a:ext cx="1641327" cy="338554"/>
              <a:chOff x="1750742" y="5112121"/>
              <a:chExt cx="1641327" cy="338554"/>
            </a:xfrm>
          </p:grpSpPr>
          <p:cxnSp>
            <p:nvCxnSpPr>
              <p:cNvPr id="80" name="Straight Arrow Connector 79">
                <a:extLst>
                  <a:ext uri="{FF2B5EF4-FFF2-40B4-BE49-F238E27FC236}">
                    <a16:creationId xmlns:a16="http://schemas.microsoft.com/office/drawing/2014/main" id="{720A34E6-D1D9-9946-A671-F07C7305187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750742" y="5290443"/>
                <a:ext cx="1641327" cy="0"/>
              </a:xfrm>
              <a:prstGeom prst="straightConnector1">
                <a:avLst/>
              </a:prstGeom>
              <a:ln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91" name="Group 90">
                <a:extLst>
                  <a:ext uri="{FF2B5EF4-FFF2-40B4-BE49-F238E27FC236}">
                    <a16:creationId xmlns:a16="http://schemas.microsoft.com/office/drawing/2014/main" id="{1869B0B9-3B24-694E-ACA6-3C15E7F0A7AA}"/>
                  </a:ext>
                </a:extLst>
              </p:cNvPr>
              <p:cNvGrpSpPr/>
              <p:nvPr/>
            </p:nvGrpSpPr>
            <p:grpSpPr>
              <a:xfrm>
                <a:off x="2136070" y="5112121"/>
                <a:ext cx="459104" cy="338554"/>
                <a:chOff x="2709565" y="5090498"/>
                <a:chExt cx="459104" cy="338554"/>
              </a:xfrm>
            </p:grpSpPr>
            <p:sp>
              <p:nvSpPr>
                <p:cNvPr id="90" name="Rectangle 89">
                  <a:extLst>
                    <a:ext uri="{FF2B5EF4-FFF2-40B4-BE49-F238E27FC236}">
                      <a16:creationId xmlns:a16="http://schemas.microsoft.com/office/drawing/2014/main" id="{50D49D93-5523-2D40-A4B4-2C25959CCB4C}"/>
                    </a:ext>
                  </a:extLst>
                </p:cNvPr>
                <p:cNvSpPr/>
                <p:nvPr/>
              </p:nvSpPr>
              <p:spPr>
                <a:xfrm>
                  <a:off x="2785241" y="5146384"/>
                  <a:ext cx="252731" cy="227467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85" name="TextBox 84">
                  <a:extLst>
                    <a:ext uri="{FF2B5EF4-FFF2-40B4-BE49-F238E27FC236}">
                      <a16:creationId xmlns:a16="http://schemas.microsoft.com/office/drawing/2014/main" id="{024E2305-8E5C-AA43-A3E7-0B4250CBA647}"/>
                    </a:ext>
                  </a:extLst>
                </p:cNvPr>
                <p:cNvSpPr txBox="1"/>
                <p:nvPr/>
              </p:nvSpPr>
              <p:spPr>
                <a:xfrm>
                  <a:off x="2709565" y="5090498"/>
                  <a:ext cx="459104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rPr>
                    <a:t>O</a:t>
                  </a:r>
                  <a:r>
                    <a:rPr kumimoji="0" lang="en-US" sz="1600" b="0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rPr>
                    <a:t>1</a:t>
                  </a:r>
                </a:p>
              </p:txBody>
            </p:sp>
          </p:grpSp>
        </p:grpSp>
        <p:sp>
          <p:nvSpPr>
            <p:cNvPr id="94" name="Rectangle 93">
              <a:extLst>
                <a:ext uri="{FF2B5EF4-FFF2-40B4-BE49-F238E27FC236}">
                  <a16:creationId xmlns:a16="http://schemas.microsoft.com/office/drawing/2014/main" id="{63ACB7C6-C932-A244-9314-0E6B7F0BABA7}"/>
                </a:ext>
              </a:extLst>
            </p:cNvPr>
            <p:cNvSpPr/>
            <p:nvPr/>
          </p:nvSpPr>
          <p:spPr>
            <a:xfrm>
              <a:off x="2453226" y="5330278"/>
              <a:ext cx="252731" cy="22746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F5600D4F-86F9-0C49-A7FC-8E1F0F10C16E}"/>
                </a:ext>
              </a:extLst>
            </p:cNvPr>
            <p:cNvGrpSpPr/>
            <p:nvPr/>
          </p:nvGrpSpPr>
          <p:grpSpPr>
            <a:xfrm>
              <a:off x="1750742" y="5274392"/>
              <a:ext cx="1641172" cy="338554"/>
              <a:chOff x="1750742" y="5274392"/>
              <a:chExt cx="1641172" cy="338554"/>
            </a:xfrm>
          </p:grpSpPr>
          <p:cxnSp>
            <p:nvCxnSpPr>
              <p:cNvPr id="82" name="Straight Arrow Connector 81">
                <a:extLst>
                  <a:ext uri="{FF2B5EF4-FFF2-40B4-BE49-F238E27FC236}">
                    <a16:creationId xmlns:a16="http://schemas.microsoft.com/office/drawing/2014/main" id="{6CC15AA8-A7F6-FE4A-B121-E8AC009EFE5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750742" y="5442843"/>
                <a:ext cx="1641172" cy="0"/>
              </a:xfrm>
              <a:prstGeom prst="straightConnector1">
                <a:avLst/>
              </a:prstGeom>
              <a:ln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TextBox 94">
                <a:extLst>
                  <a:ext uri="{FF2B5EF4-FFF2-40B4-BE49-F238E27FC236}">
                    <a16:creationId xmlns:a16="http://schemas.microsoft.com/office/drawing/2014/main" id="{4597425E-DF5C-7647-B600-A70497B20E94}"/>
                  </a:ext>
                </a:extLst>
              </p:cNvPr>
              <p:cNvSpPr txBox="1"/>
              <p:nvPr/>
            </p:nvSpPr>
            <p:spPr>
              <a:xfrm>
                <a:off x="2384556" y="5274392"/>
                <a:ext cx="459104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O</a:t>
                </a:r>
                <a:r>
                  <a:rPr kumimoji="0" lang="en-US" sz="16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2</a:t>
                </a:r>
              </a:p>
            </p:txBody>
          </p:sp>
        </p:grp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DF5B72F1-6258-1D46-8B4C-28D067B642BD}"/>
                </a:ext>
              </a:extLst>
            </p:cNvPr>
            <p:cNvGrpSpPr/>
            <p:nvPr/>
          </p:nvGrpSpPr>
          <p:grpSpPr>
            <a:xfrm>
              <a:off x="1750742" y="5500058"/>
              <a:ext cx="1644347" cy="338554"/>
              <a:chOff x="1750742" y="5500058"/>
              <a:chExt cx="1644347" cy="338554"/>
            </a:xfrm>
          </p:grpSpPr>
          <p:cxnSp>
            <p:nvCxnSpPr>
              <p:cNvPr id="83" name="Straight Arrow Connector 82">
                <a:extLst>
                  <a:ext uri="{FF2B5EF4-FFF2-40B4-BE49-F238E27FC236}">
                    <a16:creationId xmlns:a16="http://schemas.microsoft.com/office/drawing/2014/main" id="{665F1FBC-EB6D-914C-954B-043B19E2CEC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750742" y="5670973"/>
                <a:ext cx="1644347" cy="0"/>
              </a:xfrm>
              <a:prstGeom prst="straightConnector1">
                <a:avLst/>
              </a:prstGeom>
              <a:ln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88D8925B-CD48-6346-BBE6-8AD1F024192A}"/>
                  </a:ext>
                </a:extLst>
              </p:cNvPr>
              <p:cNvSpPr txBox="1"/>
              <p:nvPr/>
            </p:nvSpPr>
            <p:spPr>
              <a:xfrm>
                <a:off x="2578111" y="5500058"/>
                <a:ext cx="459104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O</a:t>
                </a:r>
                <a:r>
                  <a:rPr kumimoji="0" lang="en-US" sz="16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3</a:t>
                </a:r>
              </a:p>
            </p:txBody>
          </p:sp>
        </p:grpSp>
        <p:grpSp>
          <p:nvGrpSpPr>
            <p:cNvPr id="55" name="Group 54">
              <a:extLst>
                <a:ext uri="{FF2B5EF4-FFF2-40B4-BE49-F238E27FC236}">
                  <a16:creationId xmlns:a16="http://schemas.microsoft.com/office/drawing/2014/main" id="{2E3B66F0-9018-8E4D-819B-CF6530707FCC}"/>
                </a:ext>
              </a:extLst>
            </p:cNvPr>
            <p:cNvGrpSpPr/>
            <p:nvPr/>
          </p:nvGrpSpPr>
          <p:grpSpPr>
            <a:xfrm>
              <a:off x="1750742" y="5634943"/>
              <a:ext cx="1641326" cy="338554"/>
              <a:chOff x="1750742" y="5634943"/>
              <a:chExt cx="1641326" cy="338554"/>
            </a:xfrm>
          </p:grpSpPr>
          <p:cxnSp>
            <p:nvCxnSpPr>
              <p:cNvPr id="84" name="Straight Arrow Connector 83">
                <a:extLst>
                  <a:ext uri="{FF2B5EF4-FFF2-40B4-BE49-F238E27FC236}">
                    <a16:creationId xmlns:a16="http://schemas.microsoft.com/office/drawing/2014/main" id="{DB9888CD-41C5-4646-87F1-56C4C74BA58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750742" y="5804632"/>
                <a:ext cx="1641326" cy="0"/>
              </a:xfrm>
              <a:prstGeom prst="straightConnector1">
                <a:avLst/>
              </a:prstGeom>
              <a:ln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AD494163-6EBC-544B-A9C5-6828F477C4BF}"/>
                  </a:ext>
                </a:extLst>
              </p:cNvPr>
              <p:cNvSpPr txBox="1"/>
              <p:nvPr/>
            </p:nvSpPr>
            <p:spPr>
              <a:xfrm>
                <a:off x="2779553" y="5634943"/>
                <a:ext cx="459104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O</a:t>
                </a:r>
                <a:r>
                  <a:rPr kumimoji="0" lang="en-US" sz="16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4</a:t>
                </a:r>
              </a:p>
            </p:txBody>
          </p:sp>
        </p:grpSp>
        <p:sp>
          <p:nvSpPr>
            <p:cNvPr id="98" name="Rectangle 97">
              <a:extLst>
                <a:ext uri="{FF2B5EF4-FFF2-40B4-BE49-F238E27FC236}">
                  <a16:creationId xmlns:a16="http://schemas.microsoft.com/office/drawing/2014/main" id="{CFAEFC89-AAE1-D248-8065-2DCB806A42B8}"/>
                </a:ext>
              </a:extLst>
            </p:cNvPr>
            <p:cNvSpPr/>
            <p:nvPr/>
          </p:nvSpPr>
          <p:spPr>
            <a:xfrm>
              <a:off x="8624002" y="5214579"/>
              <a:ext cx="892097" cy="110302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9" name="Rectangle 98">
              <a:extLst>
                <a:ext uri="{FF2B5EF4-FFF2-40B4-BE49-F238E27FC236}">
                  <a16:creationId xmlns:a16="http://schemas.microsoft.com/office/drawing/2014/main" id="{B85586A7-784E-134B-85D7-D63EAD126974}"/>
                </a:ext>
              </a:extLst>
            </p:cNvPr>
            <p:cNvSpPr/>
            <p:nvPr/>
          </p:nvSpPr>
          <p:spPr>
            <a:xfrm>
              <a:off x="8624002" y="5303700"/>
              <a:ext cx="892097" cy="110302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0" name="Rectangle 99">
              <a:extLst>
                <a:ext uri="{FF2B5EF4-FFF2-40B4-BE49-F238E27FC236}">
                  <a16:creationId xmlns:a16="http://schemas.microsoft.com/office/drawing/2014/main" id="{88A20BE8-0DED-0F46-A15A-6CA9C220DD67}"/>
                </a:ext>
              </a:extLst>
            </p:cNvPr>
            <p:cNvSpPr/>
            <p:nvPr/>
          </p:nvSpPr>
          <p:spPr>
            <a:xfrm>
              <a:off x="8620344" y="5425404"/>
              <a:ext cx="892097" cy="110302"/>
            </a:xfrm>
            <a:prstGeom prst="rect">
              <a:avLst/>
            </a:pr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8AF7AE2C-A59F-D247-BD00-087A82CBE885}"/>
                </a:ext>
              </a:extLst>
            </p:cNvPr>
            <p:cNvSpPr txBox="1"/>
            <p:nvPr/>
          </p:nvSpPr>
          <p:spPr>
            <a:xfrm>
              <a:off x="8322039" y="2665582"/>
              <a:ext cx="256058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object data requested</a:t>
              </a:r>
            </a:p>
          </p:txBody>
        </p:sp>
        <p:sp>
          <p:nvSpPr>
            <p:cNvPr id="101" name="Left Arrow 100">
              <a:extLst>
                <a:ext uri="{FF2B5EF4-FFF2-40B4-BE49-F238E27FC236}">
                  <a16:creationId xmlns:a16="http://schemas.microsoft.com/office/drawing/2014/main" id="{9C9ACF7A-93F7-1144-933E-C07E1A9255BB}"/>
                </a:ext>
              </a:extLst>
            </p:cNvPr>
            <p:cNvSpPr/>
            <p:nvPr/>
          </p:nvSpPr>
          <p:spPr>
            <a:xfrm>
              <a:off x="7955470" y="4068021"/>
              <a:ext cx="596846" cy="369332"/>
            </a:xfrm>
            <a:prstGeom prst="leftArrow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4" name="Rectangle 103">
              <a:extLst>
                <a:ext uri="{FF2B5EF4-FFF2-40B4-BE49-F238E27FC236}">
                  <a16:creationId xmlns:a16="http://schemas.microsoft.com/office/drawing/2014/main" id="{F92C3131-42F8-4447-929E-4F663CB535C3}"/>
                </a:ext>
              </a:extLst>
            </p:cNvPr>
            <p:cNvSpPr/>
            <p:nvPr/>
          </p:nvSpPr>
          <p:spPr>
            <a:xfrm>
              <a:off x="10065868" y="3696565"/>
              <a:ext cx="394800" cy="22746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C66EC781-091E-0F4D-AB0D-84A37CFCF6E8}"/>
                </a:ext>
              </a:extLst>
            </p:cNvPr>
            <p:cNvSpPr txBox="1"/>
            <p:nvPr/>
          </p:nvSpPr>
          <p:spPr>
            <a:xfrm>
              <a:off x="9706653" y="3898744"/>
              <a:ext cx="717183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O</a:t>
              </a:r>
              <a:r>
                <a:rPr kumimoji="0" 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1</a:t>
              </a:r>
            </a:p>
          </p:txBody>
        </p:sp>
        <p:sp>
          <p:nvSpPr>
            <p:cNvPr id="107" name="Rectangle 106">
              <a:extLst>
                <a:ext uri="{FF2B5EF4-FFF2-40B4-BE49-F238E27FC236}">
                  <a16:creationId xmlns:a16="http://schemas.microsoft.com/office/drawing/2014/main" id="{F385891B-C7EB-5245-A25D-276FD77536AB}"/>
                </a:ext>
              </a:extLst>
            </p:cNvPr>
            <p:cNvSpPr/>
            <p:nvPr/>
          </p:nvSpPr>
          <p:spPr>
            <a:xfrm>
              <a:off x="10303411" y="3858836"/>
              <a:ext cx="394800" cy="22746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9D8408DC-4E3D-7747-AD30-D5058E1B4D77}"/>
                </a:ext>
              </a:extLst>
            </p:cNvPr>
            <p:cNvSpPr txBox="1"/>
            <p:nvPr/>
          </p:nvSpPr>
          <p:spPr>
            <a:xfrm>
              <a:off x="9717406" y="4747954"/>
              <a:ext cx="717183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O</a:t>
              </a:r>
              <a:r>
                <a:rPr kumimoji="0" 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2</a:t>
              </a: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952069D3-515D-EA47-80C1-EAE65F1325BF}"/>
                </a:ext>
              </a:extLst>
            </p:cNvPr>
            <p:cNvSpPr txBox="1"/>
            <p:nvPr/>
          </p:nvSpPr>
          <p:spPr>
            <a:xfrm>
              <a:off x="9717374" y="5101897"/>
              <a:ext cx="717183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O</a:t>
              </a:r>
              <a:r>
                <a:rPr kumimoji="0" 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3</a:t>
              </a: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56E9B31D-F0E0-5E40-9F14-0871A03773A6}"/>
                </a:ext>
              </a:extLst>
            </p:cNvPr>
            <p:cNvSpPr txBox="1"/>
            <p:nvPr/>
          </p:nvSpPr>
          <p:spPr>
            <a:xfrm>
              <a:off x="9722211" y="5425404"/>
              <a:ext cx="717183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O</a:t>
              </a:r>
              <a:r>
                <a:rPr kumimoji="0" 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4</a:t>
              </a:r>
            </a:p>
          </p:txBody>
        </p:sp>
        <p:cxnSp>
          <p:nvCxnSpPr>
            <p:cNvPr id="111" name="Straight Connector 110">
              <a:extLst>
                <a:ext uri="{FF2B5EF4-FFF2-40B4-BE49-F238E27FC236}">
                  <a16:creationId xmlns:a16="http://schemas.microsoft.com/office/drawing/2014/main" id="{D10A1F28-D7BB-BD4E-8F4C-AE1B9F56323C}"/>
                </a:ext>
              </a:extLst>
            </p:cNvPr>
            <p:cNvCxnSpPr>
              <a:cxnSpLocks/>
            </p:cNvCxnSpPr>
            <p:nvPr/>
          </p:nvCxnSpPr>
          <p:spPr>
            <a:xfrm>
              <a:off x="9583543" y="5324881"/>
              <a:ext cx="186184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Straight Connector 112">
              <a:extLst>
                <a:ext uri="{FF2B5EF4-FFF2-40B4-BE49-F238E27FC236}">
                  <a16:creationId xmlns:a16="http://schemas.microsoft.com/office/drawing/2014/main" id="{389079BE-214E-8B42-950F-55C58E69DED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589060" y="5022530"/>
              <a:ext cx="180667" cy="14587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Straight Connector 114">
              <a:extLst>
                <a:ext uri="{FF2B5EF4-FFF2-40B4-BE49-F238E27FC236}">
                  <a16:creationId xmlns:a16="http://schemas.microsoft.com/office/drawing/2014/main" id="{BA29B81E-105C-7842-9461-2546211EC2C6}"/>
                </a:ext>
              </a:extLst>
            </p:cNvPr>
            <p:cNvCxnSpPr>
              <a:cxnSpLocks/>
            </p:cNvCxnSpPr>
            <p:nvPr/>
          </p:nvCxnSpPr>
          <p:spPr>
            <a:xfrm>
              <a:off x="9593643" y="5502519"/>
              <a:ext cx="180667" cy="14587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7" name="Group 56">
              <a:extLst>
                <a:ext uri="{FF2B5EF4-FFF2-40B4-BE49-F238E27FC236}">
                  <a16:creationId xmlns:a16="http://schemas.microsoft.com/office/drawing/2014/main" id="{57772C53-CB21-F54B-81A4-80FA45EF0DCB}"/>
                </a:ext>
              </a:extLst>
            </p:cNvPr>
            <p:cNvGrpSpPr/>
            <p:nvPr/>
          </p:nvGrpSpPr>
          <p:grpSpPr>
            <a:xfrm>
              <a:off x="3400914" y="5195255"/>
              <a:ext cx="4029070" cy="477315"/>
              <a:chOff x="3400914" y="5195255"/>
              <a:chExt cx="4029070" cy="477315"/>
            </a:xfrm>
          </p:grpSpPr>
          <p:cxnSp>
            <p:nvCxnSpPr>
              <p:cNvPr id="61" name="Straight Arrow Connector 60">
                <a:extLst>
                  <a:ext uri="{FF2B5EF4-FFF2-40B4-BE49-F238E27FC236}">
                    <a16:creationId xmlns:a16="http://schemas.microsoft.com/office/drawing/2014/main" id="{72FF5CC6-CED4-2143-AE2B-F90140B1868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400914" y="5403102"/>
                <a:ext cx="4029070" cy="269468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6" name="Freeform 55">
                <a:extLst>
                  <a:ext uri="{FF2B5EF4-FFF2-40B4-BE49-F238E27FC236}">
                    <a16:creationId xmlns:a16="http://schemas.microsoft.com/office/drawing/2014/main" id="{5A06D02B-5F32-3D42-9572-49327927E15A}"/>
                  </a:ext>
                </a:extLst>
              </p:cNvPr>
              <p:cNvSpPr/>
              <p:nvPr/>
            </p:nvSpPr>
            <p:spPr>
              <a:xfrm>
                <a:off x="3520812" y="5195255"/>
                <a:ext cx="3866473" cy="468804"/>
              </a:xfrm>
              <a:custGeom>
                <a:avLst/>
                <a:gdLst>
                  <a:gd name="connsiteX0" fmla="*/ 0 w 3866473"/>
                  <a:gd name="connsiteY0" fmla="*/ 264573 h 468804"/>
                  <a:gd name="connsiteX1" fmla="*/ 0 w 3866473"/>
                  <a:gd name="connsiteY1" fmla="*/ 468804 h 468804"/>
                  <a:gd name="connsiteX2" fmla="*/ 3866473 w 3866473"/>
                  <a:gd name="connsiteY2" fmla="*/ 204232 h 468804"/>
                  <a:gd name="connsiteX3" fmla="*/ 3861832 w 3866473"/>
                  <a:gd name="connsiteY3" fmla="*/ 0 h 468804"/>
                  <a:gd name="connsiteX4" fmla="*/ 0 w 3866473"/>
                  <a:gd name="connsiteY4" fmla="*/ 264573 h 4688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66473" h="468804">
                    <a:moveTo>
                      <a:pt x="0" y="264573"/>
                    </a:moveTo>
                    <a:lnTo>
                      <a:pt x="0" y="468804"/>
                    </a:lnTo>
                    <a:lnTo>
                      <a:pt x="3866473" y="204232"/>
                    </a:lnTo>
                    <a:lnTo>
                      <a:pt x="3861832" y="0"/>
                    </a:lnTo>
                    <a:lnTo>
                      <a:pt x="0" y="264573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751481068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379879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HTTP/2: mitigating HOL blocking</a:t>
            </a:r>
            <a:endParaRPr lang="en-US" sz="4400" dirty="0"/>
          </a:p>
        </p:txBody>
      </p:sp>
      <p:sp>
        <p:nvSpPr>
          <p:cNvPr id="272" name="Rectangle 3">
            <a:extLst>
              <a:ext uri="{FF2B5EF4-FFF2-40B4-BE49-F238E27FC236}">
                <a16:creationId xmlns:a16="http://schemas.microsoft.com/office/drawing/2014/main" id="{8CBA4EFF-1AC8-A245-B998-4DDACE8C36D2}"/>
              </a:ext>
            </a:extLst>
          </p:cNvPr>
          <p:cNvSpPr txBox="1">
            <a:spLocks noChangeArrowheads="1"/>
          </p:cNvSpPr>
          <p:nvPr/>
        </p:nvSpPr>
        <p:spPr>
          <a:xfrm>
            <a:off x="798691" y="1274501"/>
            <a:ext cx="11117107" cy="503308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HTTP/2: objects divided into frames: frame transmission interleaved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17" name="Rectangle 3">
            <a:extLst>
              <a:ext uri="{FF2B5EF4-FFF2-40B4-BE49-F238E27FC236}">
                <a16:creationId xmlns:a16="http://schemas.microsoft.com/office/drawing/2014/main" id="{A8987A85-6673-8C45-92B4-FA947F072F67}"/>
              </a:ext>
            </a:extLst>
          </p:cNvPr>
          <p:cNvSpPr txBox="1">
            <a:spLocks noChangeArrowheads="1"/>
          </p:cNvSpPr>
          <p:nvPr/>
        </p:nvSpPr>
        <p:spPr>
          <a:xfrm>
            <a:off x="3131136" y="6194429"/>
            <a:ext cx="6552840" cy="503308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O</a:t>
            </a:r>
            <a:r>
              <a:rPr kumimoji="0" lang="en-US" altLang="en-US" sz="2400" b="0" i="1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2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, O</a:t>
            </a:r>
            <a:r>
              <a:rPr kumimoji="0" lang="en-US" altLang="en-US" sz="2400" b="0" i="1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3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, O</a:t>
            </a:r>
            <a:r>
              <a:rPr kumimoji="0" lang="en-US" altLang="en-US" sz="2400" b="0" i="1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4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delivered quickly, O</a:t>
            </a:r>
            <a:r>
              <a:rPr kumimoji="0" lang="en-US" altLang="en-US" sz="2400" b="0" i="1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1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slightly delayed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55" name="Group 54" descr="Same example with HTTP/2, better user experience">
            <a:extLst>
              <a:ext uri="{FF2B5EF4-FFF2-40B4-BE49-F238E27FC236}">
                <a16:creationId xmlns:a16="http://schemas.microsoft.com/office/drawing/2014/main" id="{FB1F5F0C-50B6-C933-9DB0-9D21C7450493}"/>
              </a:ext>
            </a:extLst>
          </p:cNvPr>
          <p:cNvGrpSpPr/>
          <p:nvPr/>
        </p:nvGrpSpPr>
        <p:grpSpPr>
          <a:xfrm>
            <a:off x="1706138" y="1892257"/>
            <a:ext cx="9200085" cy="4241033"/>
            <a:chOff x="1706138" y="1892257"/>
            <a:chExt cx="9200085" cy="4241033"/>
          </a:xfrm>
        </p:grpSpPr>
        <p:sp>
          <p:nvSpPr>
            <p:cNvPr id="11" name="Text Box 5">
              <a:extLst>
                <a:ext uri="{FF2B5EF4-FFF2-40B4-BE49-F238E27FC236}">
                  <a16:creationId xmlns:a16="http://schemas.microsoft.com/office/drawing/2014/main" id="{9C81A400-509D-8B49-94F6-4A247623F1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00584" y="2902508"/>
              <a:ext cx="777875" cy="396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client</a:t>
              </a:r>
            </a:p>
          </p:txBody>
        </p:sp>
        <p:sp>
          <p:nvSpPr>
            <p:cNvPr id="12" name="Text Box 6">
              <a:extLst>
                <a:ext uri="{FF2B5EF4-FFF2-40B4-BE49-F238E27FC236}">
                  <a16:creationId xmlns:a16="http://schemas.microsoft.com/office/drawing/2014/main" id="{1C4A8696-15E9-F34E-9D6B-A386450B2B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29972" y="1892257"/>
              <a:ext cx="836959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server</a:t>
              </a:r>
            </a:p>
          </p:txBody>
        </p:sp>
        <p:grpSp>
          <p:nvGrpSpPr>
            <p:cNvPr id="13" name="Group 34">
              <a:extLst>
                <a:ext uri="{FF2B5EF4-FFF2-40B4-BE49-F238E27FC236}">
                  <a16:creationId xmlns:a16="http://schemas.microsoft.com/office/drawing/2014/main" id="{3F9049F0-AD0D-BB4A-9A38-AE6CD2DEE4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34967" y="2262203"/>
              <a:ext cx="422275" cy="685800"/>
              <a:chOff x="4140" y="429"/>
              <a:chExt cx="1425" cy="2396"/>
            </a:xfrm>
          </p:grpSpPr>
          <p:sp>
            <p:nvSpPr>
              <p:cNvPr id="14" name="Freeform 35">
                <a:extLst>
                  <a:ext uri="{FF2B5EF4-FFF2-40B4-BE49-F238E27FC236}">
                    <a16:creationId xmlns:a16="http://schemas.microsoft.com/office/drawing/2014/main" id="{803C6B5A-D9D1-EB4A-A391-52C6BC681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5" name="Rectangle 36">
                <a:extLst>
                  <a:ext uri="{FF2B5EF4-FFF2-40B4-BE49-F238E27FC236}">
                    <a16:creationId xmlns:a16="http://schemas.microsoft.com/office/drawing/2014/main" id="{743E8922-0B4F-124B-8E08-EAFC48A26A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50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6" name="Freeform 37">
                <a:extLst>
                  <a:ext uri="{FF2B5EF4-FFF2-40B4-BE49-F238E27FC236}">
                    <a16:creationId xmlns:a16="http://schemas.microsoft.com/office/drawing/2014/main" id="{B8099CED-B66E-A64F-9D64-36008CA179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7" name="Freeform 38">
                <a:extLst>
                  <a:ext uri="{FF2B5EF4-FFF2-40B4-BE49-F238E27FC236}">
                    <a16:creationId xmlns:a16="http://schemas.microsoft.com/office/drawing/2014/main" id="{8E10A1E3-E714-724B-9A56-653D39FCC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8" name="Rectangle 39">
                <a:extLst>
                  <a:ext uri="{FF2B5EF4-FFF2-40B4-BE49-F238E27FC236}">
                    <a16:creationId xmlns:a16="http://schemas.microsoft.com/office/drawing/2014/main" id="{51B7511E-9F4A-634B-B78E-ADF6D024CA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5"/>
                <a:ext cx="600" cy="4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19" name="Group 40">
                <a:extLst>
                  <a:ext uri="{FF2B5EF4-FFF2-40B4-BE49-F238E27FC236}">
                    <a16:creationId xmlns:a16="http://schemas.microsoft.com/office/drawing/2014/main" id="{5B0CC43F-BAC2-3140-B5A3-62B0B2DB20E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4" name="AutoShape 41">
                  <a:extLst>
                    <a:ext uri="{FF2B5EF4-FFF2-40B4-BE49-F238E27FC236}">
                      <a16:creationId xmlns:a16="http://schemas.microsoft.com/office/drawing/2014/main" id="{15BC3053-32F0-D74D-89AF-8B97E27A39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2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5" name="AutoShape 42">
                  <a:extLst>
                    <a:ext uri="{FF2B5EF4-FFF2-40B4-BE49-F238E27FC236}">
                      <a16:creationId xmlns:a16="http://schemas.microsoft.com/office/drawing/2014/main" id="{20995AA6-2DCD-3745-B56B-D4A2BD016F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3"/>
                  <a:ext cx="689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0" name="Rectangle 43">
                <a:extLst>
                  <a:ext uri="{FF2B5EF4-FFF2-40B4-BE49-F238E27FC236}">
                    <a16:creationId xmlns:a16="http://schemas.microsoft.com/office/drawing/2014/main" id="{A0AB9F72-54CB-1348-80D1-B314D48A04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6" y="1017"/>
                <a:ext cx="595" cy="5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1" name="Group 44">
                <a:extLst>
                  <a:ext uri="{FF2B5EF4-FFF2-40B4-BE49-F238E27FC236}">
                    <a16:creationId xmlns:a16="http://schemas.microsoft.com/office/drawing/2014/main" id="{9E4659C2-4E42-B443-84EF-9148F9288BE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2" name="AutoShape 45">
                  <a:extLst>
                    <a:ext uri="{FF2B5EF4-FFF2-40B4-BE49-F238E27FC236}">
                      <a16:creationId xmlns:a16="http://schemas.microsoft.com/office/drawing/2014/main" id="{D8903B39-8265-544A-9AFB-566D599B94B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69"/>
                  <a:ext cx="729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3" name="AutoShape 46">
                  <a:extLst>
                    <a:ext uri="{FF2B5EF4-FFF2-40B4-BE49-F238E27FC236}">
                      <a16:creationId xmlns:a16="http://schemas.microsoft.com/office/drawing/2014/main" id="{FD67A903-00AF-8F4D-B4F7-1CE981372C0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6"/>
                  <a:ext cx="695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2" name="Rectangle 47">
                <a:extLst>
                  <a:ext uri="{FF2B5EF4-FFF2-40B4-BE49-F238E27FC236}">
                    <a16:creationId xmlns:a16="http://schemas.microsoft.com/office/drawing/2014/main" id="{4CE4A0E0-E439-5A47-BF8B-98C51081AA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1355"/>
                <a:ext cx="600" cy="5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3" name="Rectangle 48">
                <a:extLst>
                  <a:ext uri="{FF2B5EF4-FFF2-40B4-BE49-F238E27FC236}">
                    <a16:creationId xmlns:a16="http://schemas.microsoft.com/office/drawing/2014/main" id="{9C3A9589-0AF1-484B-8D65-785BF63FA9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6" y="1655"/>
                <a:ext cx="600" cy="5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4" name="Group 49">
                <a:extLst>
                  <a:ext uri="{FF2B5EF4-FFF2-40B4-BE49-F238E27FC236}">
                    <a16:creationId xmlns:a16="http://schemas.microsoft.com/office/drawing/2014/main" id="{B0BBD09F-6C03-C742-8A03-DE01670CB53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40" name="AutoShape 50">
                  <a:extLst>
                    <a:ext uri="{FF2B5EF4-FFF2-40B4-BE49-F238E27FC236}">
                      <a16:creationId xmlns:a16="http://schemas.microsoft.com/office/drawing/2014/main" id="{F540A08B-AEF4-A545-BD11-4851FF84ED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68"/>
                  <a:ext cx="727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1" name="AutoShape 51">
                  <a:extLst>
                    <a:ext uri="{FF2B5EF4-FFF2-40B4-BE49-F238E27FC236}">
                      <a16:creationId xmlns:a16="http://schemas.microsoft.com/office/drawing/2014/main" id="{3E831A66-2030-664B-A089-E131017C23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3"/>
                  <a:ext cx="694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5" name="Freeform 52">
                <a:extLst>
                  <a:ext uri="{FF2B5EF4-FFF2-40B4-BE49-F238E27FC236}">
                    <a16:creationId xmlns:a16="http://schemas.microsoft.com/office/drawing/2014/main" id="{EB110631-8DF7-8E4E-A94B-F2F52EA1E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26" name="Group 53">
                <a:extLst>
                  <a:ext uri="{FF2B5EF4-FFF2-40B4-BE49-F238E27FC236}">
                    <a16:creationId xmlns:a16="http://schemas.microsoft.com/office/drawing/2014/main" id="{0605E8F2-9F9A-7648-8BA6-ABA0DFC7933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38" name="AutoShape 54">
                  <a:extLst>
                    <a:ext uri="{FF2B5EF4-FFF2-40B4-BE49-F238E27FC236}">
                      <a16:creationId xmlns:a16="http://schemas.microsoft.com/office/drawing/2014/main" id="{D18E181B-E7B4-7D4A-A9B8-9FDE56CEBE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8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9" name="AutoShape 55">
                  <a:extLst>
                    <a:ext uri="{FF2B5EF4-FFF2-40B4-BE49-F238E27FC236}">
                      <a16:creationId xmlns:a16="http://schemas.microsoft.com/office/drawing/2014/main" id="{0A0D2D66-4293-5E42-AB2B-B27978D8D73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5"/>
                  <a:ext cx="687" cy="10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7" name="Rectangle 56">
                <a:extLst>
                  <a:ext uri="{FF2B5EF4-FFF2-40B4-BE49-F238E27FC236}">
                    <a16:creationId xmlns:a16="http://schemas.microsoft.com/office/drawing/2014/main" id="{29DA363B-DCCE-0E42-97D8-C3675780D8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9" y="429"/>
                <a:ext cx="70" cy="2291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8" name="Freeform 57">
                <a:extLst>
                  <a:ext uri="{FF2B5EF4-FFF2-40B4-BE49-F238E27FC236}">
                    <a16:creationId xmlns:a16="http://schemas.microsoft.com/office/drawing/2014/main" id="{003F54F8-B50A-A745-830C-199E1BDB2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9" name="Freeform 58">
                <a:extLst>
                  <a:ext uri="{FF2B5EF4-FFF2-40B4-BE49-F238E27FC236}">
                    <a16:creationId xmlns:a16="http://schemas.microsoft.com/office/drawing/2014/main" id="{7C5A7536-BE63-4040-ABA1-74B2DEB36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0" name="Oval 59">
                <a:extLst>
                  <a:ext uri="{FF2B5EF4-FFF2-40B4-BE49-F238E27FC236}">
                    <a16:creationId xmlns:a16="http://schemas.microsoft.com/office/drawing/2014/main" id="{22686AD2-E3C1-444A-BFBF-DA43577786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7" y="2609"/>
                <a:ext cx="48" cy="100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" name="Freeform 60">
                <a:extLst>
                  <a:ext uri="{FF2B5EF4-FFF2-40B4-BE49-F238E27FC236}">
                    <a16:creationId xmlns:a16="http://schemas.microsoft.com/office/drawing/2014/main" id="{A511E8EF-CCBE-984C-81CA-5741AD13A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2" name="AutoShape 61">
                <a:extLst>
                  <a:ext uri="{FF2B5EF4-FFF2-40B4-BE49-F238E27FC236}">
                    <a16:creationId xmlns:a16="http://schemas.microsoft.com/office/drawing/2014/main" id="{E12F38C4-3DA7-4848-A901-A1CCC93301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200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3" name="AutoShape 62">
                <a:extLst>
                  <a:ext uri="{FF2B5EF4-FFF2-40B4-BE49-F238E27FC236}">
                    <a16:creationId xmlns:a16="http://schemas.microsoft.com/office/drawing/2014/main" id="{48A88A52-5BBB-4743-AF8B-09BA6FDF0D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09"/>
                <a:ext cx="1071" cy="8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4" name="Oval 63">
                <a:extLst>
                  <a:ext uri="{FF2B5EF4-FFF2-40B4-BE49-F238E27FC236}">
                    <a16:creationId xmlns:a16="http://schemas.microsoft.com/office/drawing/2014/main" id="{D48CE070-E4DE-984E-B8A5-1FAECB3FCE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6" y="2381"/>
                <a:ext cx="161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5" name="Oval 64">
                <a:extLst>
                  <a:ext uri="{FF2B5EF4-FFF2-40B4-BE49-F238E27FC236}">
                    <a16:creationId xmlns:a16="http://schemas.microsoft.com/office/drawing/2014/main" id="{3AACC7F2-958D-5A4E-B37D-C55208B6F9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8" y="2381"/>
                <a:ext cx="155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6" name="Oval 65">
                <a:extLst>
                  <a:ext uri="{FF2B5EF4-FFF2-40B4-BE49-F238E27FC236}">
                    <a16:creationId xmlns:a16="http://schemas.microsoft.com/office/drawing/2014/main" id="{F26427F9-3E33-EB43-B662-FA88A41C6D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1"/>
                <a:ext cx="161" cy="139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7" name="Rectangle 66">
                <a:extLst>
                  <a:ext uri="{FF2B5EF4-FFF2-40B4-BE49-F238E27FC236}">
                    <a16:creationId xmlns:a16="http://schemas.microsoft.com/office/drawing/2014/main" id="{8F1829D6-46E0-BC42-B764-C952B46A24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1" y="1838"/>
                <a:ext cx="86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6" name="Group 67">
              <a:extLst>
                <a:ext uri="{FF2B5EF4-FFF2-40B4-BE49-F238E27FC236}">
                  <a16:creationId xmlns:a16="http://schemas.microsoft.com/office/drawing/2014/main" id="{E398CB23-1767-0048-89F5-62C5E9AF78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85332" y="2291964"/>
              <a:ext cx="742950" cy="742950"/>
              <a:chOff x="-44" y="1473"/>
              <a:chExt cx="981" cy="1105"/>
            </a:xfrm>
          </p:grpSpPr>
          <p:pic>
            <p:nvPicPr>
              <p:cNvPr id="47" name="Picture 68" descr="desktop_computer_stylized_medium">
                <a:extLst>
                  <a:ext uri="{FF2B5EF4-FFF2-40B4-BE49-F238E27FC236}">
                    <a16:creationId xmlns:a16="http://schemas.microsoft.com/office/drawing/2014/main" id="{8EC7FF3D-42E5-D345-8DA9-637E325A41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8" name="Freeform 69">
                <a:extLst>
                  <a:ext uri="{FF2B5EF4-FFF2-40B4-BE49-F238E27FC236}">
                    <a16:creationId xmlns:a16="http://schemas.microsoft.com/office/drawing/2014/main" id="{A9F3AAA5-0B80-934E-BA4C-75AD71012D0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cxnSp>
          <p:nvCxnSpPr>
            <p:cNvPr id="5" name="Straight Arrow Connector 4">
              <a:extLst>
                <a:ext uri="{FF2B5EF4-FFF2-40B4-BE49-F238E27FC236}">
                  <a16:creationId xmlns:a16="http://schemas.microsoft.com/office/drawing/2014/main" id="{CFD5BA50-AF40-4342-8C77-22AF37730C06}"/>
                </a:ext>
              </a:extLst>
            </p:cNvPr>
            <p:cNvCxnSpPr>
              <a:cxnSpLocks/>
            </p:cNvCxnSpPr>
            <p:nvPr/>
          </p:nvCxnSpPr>
          <p:spPr>
            <a:xfrm>
              <a:off x="3526536" y="2791484"/>
              <a:ext cx="3910012" cy="260743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BCF97F68-AA2C-FB49-ABBC-199B7521D0A1}"/>
                </a:ext>
              </a:extLst>
            </p:cNvPr>
            <p:cNvSpPr txBox="1"/>
            <p:nvPr/>
          </p:nvSpPr>
          <p:spPr>
            <a:xfrm>
              <a:off x="6093263" y="2667596"/>
              <a:ext cx="892099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GET O</a:t>
              </a:r>
              <a:r>
                <a:rPr kumimoji="0" lang="en-US" sz="16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1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854675CA-3B4C-CC4F-AFB8-7456C2CEC59A}"/>
                </a:ext>
              </a:extLst>
            </p:cNvPr>
            <p:cNvSpPr txBox="1"/>
            <p:nvPr/>
          </p:nvSpPr>
          <p:spPr>
            <a:xfrm>
              <a:off x="5291796" y="2596769"/>
              <a:ext cx="892099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GET O</a:t>
              </a:r>
              <a:r>
                <a:rPr kumimoji="0" lang="en-US" sz="16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2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EBB1F67B-C0F8-024A-91A3-3517B8E3A8B6}"/>
                </a:ext>
              </a:extLst>
            </p:cNvPr>
            <p:cNvSpPr txBox="1"/>
            <p:nvPr/>
          </p:nvSpPr>
          <p:spPr>
            <a:xfrm>
              <a:off x="4513773" y="2538104"/>
              <a:ext cx="892099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GET O</a:t>
              </a:r>
              <a:r>
                <a:rPr kumimoji="0" lang="en-US" sz="16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3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33D26801-4441-6448-9C51-E7BF273943AE}"/>
                </a:ext>
              </a:extLst>
            </p:cNvPr>
            <p:cNvSpPr txBox="1"/>
            <p:nvPr/>
          </p:nvSpPr>
          <p:spPr>
            <a:xfrm>
              <a:off x="3721264" y="2473869"/>
              <a:ext cx="892099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GET O</a:t>
              </a:r>
              <a:r>
                <a:rPr kumimoji="0" lang="en-US" sz="16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4</a:t>
              </a:r>
            </a:p>
          </p:txBody>
        </p:sp>
        <p:cxnSp>
          <p:nvCxnSpPr>
            <p:cNvPr id="62" name="Straight Arrow Connector 61">
              <a:extLst>
                <a:ext uri="{FF2B5EF4-FFF2-40B4-BE49-F238E27FC236}">
                  <a16:creationId xmlns:a16="http://schemas.microsoft.com/office/drawing/2014/main" id="{58B400F4-D655-EC45-9A58-A60137EE250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347464" y="5534648"/>
              <a:ext cx="4093672" cy="275135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" name="Rectangle 62">
              <a:extLst>
                <a:ext uri="{FF2B5EF4-FFF2-40B4-BE49-F238E27FC236}">
                  <a16:creationId xmlns:a16="http://schemas.microsoft.com/office/drawing/2014/main" id="{38FF6E3C-DC0A-2A42-A83A-2B0D55A3D376}"/>
                </a:ext>
              </a:extLst>
            </p:cNvPr>
            <p:cNvSpPr/>
            <p:nvPr/>
          </p:nvSpPr>
          <p:spPr>
            <a:xfrm>
              <a:off x="8620343" y="3108868"/>
              <a:ext cx="892098" cy="197132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4" name="Rectangle 63">
              <a:extLst>
                <a:ext uri="{FF2B5EF4-FFF2-40B4-BE49-F238E27FC236}">
                  <a16:creationId xmlns:a16="http://schemas.microsoft.com/office/drawing/2014/main" id="{790AB6BC-5FA2-CD42-9930-4B26196539D4}"/>
                </a:ext>
              </a:extLst>
            </p:cNvPr>
            <p:cNvSpPr/>
            <p:nvPr/>
          </p:nvSpPr>
          <p:spPr>
            <a:xfrm>
              <a:off x="8624001" y="5094824"/>
              <a:ext cx="892097" cy="110302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AF7FDDA2-EA85-004E-AB1B-97A9090ECD2A}"/>
                </a:ext>
              </a:extLst>
            </p:cNvPr>
            <p:cNvSpPr/>
            <p:nvPr/>
          </p:nvSpPr>
          <p:spPr>
            <a:xfrm>
              <a:off x="3486512" y="3835610"/>
              <a:ext cx="3867383" cy="1978529"/>
            </a:xfrm>
            <a:custGeom>
              <a:avLst/>
              <a:gdLst>
                <a:gd name="connsiteX0" fmla="*/ 3896882 w 3926792"/>
                <a:gd name="connsiteY0" fmla="*/ 0 h 2226179"/>
                <a:gd name="connsiteX1" fmla="*/ 0 w 3926792"/>
                <a:gd name="connsiteY1" fmla="*/ 264919 h 2226179"/>
                <a:gd name="connsiteX2" fmla="*/ 29910 w 3926792"/>
                <a:gd name="connsiteY2" fmla="*/ 2226179 h 2226179"/>
                <a:gd name="connsiteX3" fmla="*/ 3926792 w 3926792"/>
                <a:gd name="connsiteY3" fmla="*/ 1961260 h 2226179"/>
                <a:gd name="connsiteX4" fmla="*/ 3896882 w 3926792"/>
                <a:gd name="connsiteY4" fmla="*/ 0 h 2226179"/>
                <a:gd name="connsiteX0" fmla="*/ 3896882 w 3909701"/>
                <a:gd name="connsiteY0" fmla="*/ 0 h 2226179"/>
                <a:gd name="connsiteX1" fmla="*/ 0 w 3909701"/>
                <a:gd name="connsiteY1" fmla="*/ 264919 h 2226179"/>
                <a:gd name="connsiteX2" fmla="*/ 29910 w 3909701"/>
                <a:gd name="connsiteY2" fmla="*/ 2226179 h 2226179"/>
                <a:gd name="connsiteX3" fmla="*/ 3909701 w 3909701"/>
                <a:gd name="connsiteY3" fmla="*/ 1969805 h 2226179"/>
                <a:gd name="connsiteX4" fmla="*/ 3896882 w 3909701"/>
                <a:gd name="connsiteY4" fmla="*/ 0 h 2226179"/>
                <a:gd name="connsiteX0" fmla="*/ 3896882 w 3896882"/>
                <a:gd name="connsiteY0" fmla="*/ 0 h 2226179"/>
                <a:gd name="connsiteX1" fmla="*/ 0 w 3896882"/>
                <a:gd name="connsiteY1" fmla="*/ 264919 h 2226179"/>
                <a:gd name="connsiteX2" fmla="*/ 29910 w 3896882"/>
                <a:gd name="connsiteY2" fmla="*/ 2226179 h 2226179"/>
                <a:gd name="connsiteX3" fmla="*/ 3892609 w 3896882"/>
                <a:gd name="connsiteY3" fmla="*/ 1974078 h 2226179"/>
                <a:gd name="connsiteX4" fmla="*/ 3896882 w 3896882"/>
                <a:gd name="connsiteY4" fmla="*/ 0 h 2226179"/>
                <a:gd name="connsiteX0" fmla="*/ 3871245 w 3871245"/>
                <a:gd name="connsiteY0" fmla="*/ 0 h 2226179"/>
                <a:gd name="connsiteX1" fmla="*/ 0 w 3871245"/>
                <a:gd name="connsiteY1" fmla="*/ 264919 h 2226179"/>
                <a:gd name="connsiteX2" fmla="*/ 4273 w 3871245"/>
                <a:gd name="connsiteY2" fmla="*/ 2226179 h 2226179"/>
                <a:gd name="connsiteX3" fmla="*/ 3866972 w 3871245"/>
                <a:gd name="connsiteY3" fmla="*/ 1974078 h 2226179"/>
                <a:gd name="connsiteX4" fmla="*/ 3871245 w 3871245"/>
                <a:gd name="connsiteY4" fmla="*/ 0 h 2226179"/>
                <a:gd name="connsiteX0" fmla="*/ 3867064 w 3867064"/>
                <a:gd name="connsiteY0" fmla="*/ 0 h 2226179"/>
                <a:gd name="connsiteX1" fmla="*/ 12911 w 3867064"/>
                <a:gd name="connsiteY1" fmla="*/ 269192 h 2226179"/>
                <a:gd name="connsiteX2" fmla="*/ 92 w 3867064"/>
                <a:gd name="connsiteY2" fmla="*/ 2226179 h 2226179"/>
                <a:gd name="connsiteX3" fmla="*/ 3862791 w 3867064"/>
                <a:gd name="connsiteY3" fmla="*/ 1974078 h 2226179"/>
                <a:gd name="connsiteX4" fmla="*/ 3867064 w 3867064"/>
                <a:gd name="connsiteY4" fmla="*/ 0 h 2226179"/>
                <a:gd name="connsiteX0" fmla="*/ 3867383 w 3867383"/>
                <a:gd name="connsiteY0" fmla="*/ 0 h 2226179"/>
                <a:gd name="connsiteX1" fmla="*/ 411 w 3867383"/>
                <a:gd name="connsiteY1" fmla="*/ 273465 h 2226179"/>
                <a:gd name="connsiteX2" fmla="*/ 411 w 3867383"/>
                <a:gd name="connsiteY2" fmla="*/ 2226179 h 2226179"/>
                <a:gd name="connsiteX3" fmla="*/ 3863110 w 3867383"/>
                <a:gd name="connsiteY3" fmla="*/ 1974078 h 2226179"/>
                <a:gd name="connsiteX4" fmla="*/ 3867383 w 3867383"/>
                <a:gd name="connsiteY4" fmla="*/ 0 h 2226179"/>
                <a:gd name="connsiteX0" fmla="*/ 3867383 w 3876052"/>
                <a:gd name="connsiteY0" fmla="*/ 0 h 2226179"/>
                <a:gd name="connsiteX1" fmla="*/ 411 w 3876052"/>
                <a:gd name="connsiteY1" fmla="*/ 273465 h 2226179"/>
                <a:gd name="connsiteX2" fmla="*/ 411 w 3876052"/>
                <a:gd name="connsiteY2" fmla="*/ 2226179 h 2226179"/>
                <a:gd name="connsiteX3" fmla="*/ 3875929 w 3876052"/>
                <a:gd name="connsiteY3" fmla="*/ 1956987 h 2226179"/>
                <a:gd name="connsiteX4" fmla="*/ 3867383 w 3876052"/>
                <a:gd name="connsiteY4" fmla="*/ 0 h 2226179"/>
                <a:gd name="connsiteX0" fmla="*/ 3867383 w 3871845"/>
                <a:gd name="connsiteY0" fmla="*/ 0 h 2226179"/>
                <a:gd name="connsiteX1" fmla="*/ 411 w 3871845"/>
                <a:gd name="connsiteY1" fmla="*/ 273465 h 2226179"/>
                <a:gd name="connsiteX2" fmla="*/ 411 w 3871845"/>
                <a:gd name="connsiteY2" fmla="*/ 2226179 h 2226179"/>
                <a:gd name="connsiteX3" fmla="*/ 3871656 w 3871845"/>
                <a:gd name="connsiteY3" fmla="*/ 1969806 h 2226179"/>
                <a:gd name="connsiteX4" fmla="*/ 3867383 w 3871845"/>
                <a:gd name="connsiteY4" fmla="*/ 0 h 2226179"/>
                <a:gd name="connsiteX0" fmla="*/ 3867383 w 3872034"/>
                <a:gd name="connsiteY0" fmla="*/ 0 h 2226179"/>
                <a:gd name="connsiteX1" fmla="*/ 411 w 3872034"/>
                <a:gd name="connsiteY1" fmla="*/ 273465 h 2226179"/>
                <a:gd name="connsiteX2" fmla="*/ 411 w 3872034"/>
                <a:gd name="connsiteY2" fmla="*/ 2226179 h 2226179"/>
                <a:gd name="connsiteX3" fmla="*/ 3871656 w 3872034"/>
                <a:gd name="connsiteY3" fmla="*/ 1969806 h 2226179"/>
                <a:gd name="connsiteX4" fmla="*/ 3867383 w 3872034"/>
                <a:gd name="connsiteY4" fmla="*/ 0 h 2226179"/>
                <a:gd name="connsiteX0" fmla="*/ 3867383 w 3868169"/>
                <a:gd name="connsiteY0" fmla="*/ 0 h 2226179"/>
                <a:gd name="connsiteX1" fmla="*/ 411 w 3868169"/>
                <a:gd name="connsiteY1" fmla="*/ 273465 h 2226179"/>
                <a:gd name="connsiteX2" fmla="*/ 411 w 3868169"/>
                <a:gd name="connsiteY2" fmla="*/ 2226179 h 2226179"/>
                <a:gd name="connsiteX3" fmla="*/ 3863110 w 3868169"/>
                <a:gd name="connsiteY3" fmla="*/ 1969806 h 2226179"/>
                <a:gd name="connsiteX4" fmla="*/ 3867383 w 3868169"/>
                <a:gd name="connsiteY4" fmla="*/ 0 h 2226179"/>
                <a:gd name="connsiteX0" fmla="*/ 3867383 w 3867817"/>
                <a:gd name="connsiteY0" fmla="*/ 0 h 2226179"/>
                <a:gd name="connsiteX1" fmla="*/ 411 w 3867817"/>
                <a:gd name="connsiteY1" fmla="*/ 273465 h 2226179"/>
                <a:gd name="connsiteX2" fmla="*/ 411 w 3867817"/>
                <a:gd name="connsiteY2" fmla="*/ 2226179 h 2226179"/>
                <a:gd name="connsiteX3" fmla="*/ 3856760 w 3867817"/>
                <a:gd name="connsiteY3" fmla="*/ 1718981 h 2226179"/>
                <a:gd name="connsiteX4" fmla="*/ 3867383 w 3867817"/>
                <a:gd name="connsiteY4" fmla="*/ 0 h 2226179"/>
                <a:gd name="connsiteX0" fmla="*/ 3867383 w 3867817"/>
                <a:gd name="connsiteY0" fmla="*/ 0 h 1978529"/>
                <a:gd name="connsiteX1" fmla="*/ 411 w 3867817"/>
                <a:gd name="connsiteY1" fmla="*/ 273465 h 1978529"/>
                <a:gd name="connsiteX2" fmla="*/ 411 w 3867817"/>
                <a:gd name="connsiteY2" fmla="*/ 1978529 h 1978529"/>
                <a:gd name="connsiteX3" fmla="*/ 3856760 w 3867817"/>
                <a:gd name="connsiteY3" fmla="*/ 1718981 h 1978529"/>
                <a:gd name="connsiteX4" fmla="*/ 3867383 w 3867817"/>
                <a:gd name="connsiteY4" fmla="*/ 0 h 1978529"/>
                <a:gd name="connsiteX0" fmla="*/ 3867383 w 3867383"/>
                <a:gd name="connsiteY0" fmla="*/ 0 h 1978529"/>
                <a:gd name="connsiteX1" fmla="*/ 411 w 3867383"/>
                <a:gd name="connsiteY1" fmla="*/ 273465 h 1978529"/>
                <a:gd name="connsiteX2" fmla="*/ 411 w 3867383"/>
                <a:gd name="connsiteY2" fmla="*/ 1978529 h 1978529"/>
                <a:gd name="connsiteX3" fmla="*/ 3856760 w 3867383"/>
                <a:gd name="connsiteY3" fmla="*/ 1718981 h 1978529"/>
                <a:gd name="connsiteX4" fmla="*/ 3867383 w 3867383"/>
                <a:gd name="connsiteY4" fmla="*/ 0 h 1978529"/>
                <a:gd name="connsiteX0" fmla="*/ 3867383 w 3867383"/>
                <a:gd name="connsiteY0" fmla="*/ 0 h 1978529"/>
                <a:gd name="connsiteX1" fmla="*/ 411 w 3867383"/>
                <a:gd name="connsiteY1" fmla="*/ 273465 h 1978529"/>
                <a:gd name="connsiteX2" fmla="*/ 411 w 3867383"/>
                <a:gd name="connsiteY2" fmla="*/ 1978529 h 1978529"/>
                <a:gd name="connsiteX3" fmla="*/ 3856760 w 3867383"/>
                <a:gd name="connsiteY3" fmla="*/ 1718981 h 1978529"/>
                <a:gd name="connsiteX4" fmla="*/ 3867383 w 3867383"/>
                <a:gd name="connsiteY4" fmla="*/ 0 h 1978529"/>
                <a:gd name="connsiteX0" fmla="*/ 3867383 w 3867383"/>
                <a:gd name="connsiteY0" fmla="*/ 0 h 1978529"/>
                <a:gd name="connsiteX1" fmla="*/ 411 w 3867383"/>
                <a:gd name="connsiteY1" fmla="*/ 273465 h 1978529"/>
                <a:gd name="connsiteX2" fmla="*/ 411 w 3867383"/>
                <a:gd name="connsiteY2" fmla="*/ 1978529 h 1978529"/>
                <a:gd name="connsiteX3" fmla="*/ 3856760 w 3867383"/>
                <a:gd name="connsiteY3" fmla="*/ 1718981 h 1978529"/>
                <a:gd name="connsiteX4" fmla="*/ 3867383 w 3867383"/>
                <a:gd name="connsiteY4" fmla="*/ 0 h 1978529"/>
                <a:gd name="connsiteX0" fmla="*/ 3867383 w 3867383"/>
                <a:gd name="connsiteY0" fmla="*/ 0 h 1978529"/>
                <a:gd name="connsiteX1" fmla="*/ 411 w 3867383"/>
                <a:gd name="connsiteY1" fmla="*/ 273465 h 1978529"/>
                <a:gd name="connsiteX2" fmla="*/ 411 w 3867383"/>
                <a:gd name="connsiteY2" fmla="*/ 1978529 h 1978529"/>
                <a:gd name="connsiteX3" fmla="*/ 3856760 w 3867383"/>
                <a:gd name="connsiteY3" fmla="*/ 1718981 h 1978529"/>
                <a:gd name="connsiteX4" fmla="*/ 3867383 w 3867383"/>
                <a:gd name="connsiteY4" fmla="*/ 0 h 1978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67383" h="1978529">
                  <a:moveTo>
                    <a:pt x="3867383" y="0"/>
                  </a:moveTo>
                  <a:lnTo>
                    <a:pt x="411" y="273465"/>
                  </a:lnTo>
                  <a:cubicBezTo>
                    <a:pt x="1835" y="927218"/>
                    <a:pt x="-1013" y="1324776"/>
                    <a:pt x="411" y="1978529"/>
                  </a:cubicBezTo>
                  <a:lnTo>
                    <a:pt x="3856760" y="1718981"/>
                  </a:lnTo>
                  <a:cubicBezTo>
                    <a:pt x="3862689" y="443848"/>
                    <a:pt x="3861223" y="1457627"/>
                    <a:pt x="3867383" y="0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40D71812-E6AC-D143-8CC1-FD1BA4C52E80}"/>
                </a:ext>
              </a:extLst>
            </p:cNvPr>
            <p:cNvSpPr/>
            <p:nvPr/>
          </p:nvSpPr>
          <p:spPr>
            <a:xfrm>
              <a:off x="3479865" y="3207657"/>
              <a:ext cx="3875928" cy="375356"/>
            </a:xfrm>
            <a:custGeom>
              <a:avLst/>
              <a:gdLst>
                <a:gd name="connsiteX0" fmla="*/ 3896882 w 3926792"/>
                <a:gd name="connsiteY0" fmla="*/ 0 h 2226179"/>
                <a:gd name="connsiteX1" fmla="*/ 0 w 3926792"/>
                <a:gd name="connsiteY1" fmla="*/ 264919 h 2226179"/>
                <a:gd name="connsiteX2" fmla="*/ 29910 w 3926792"/>
                <a:gd name="connsiteY2" fmla="*/ 2226179 h 2226179"/>
                <a:gd name="connsiteX3" fmla="*/ 3926792 w 3926792"/>
                <a:gd name="connsiteY3" fmla="*/ 1961260 h 2226179"/>
                <a:gd name="connsiteX4" fmla="*/ 3896882 w 3926792"/>
                <a:gd name="connsiteY4" fmla="*/ 0 h 2226179"/>
                <a:gd name="connsiteX0" fmla="*/ 3896882 w 3909701"/>
                <a:gd name="connsiteY0" fmla="*/ 0 h 2226179"/>
                <a:gd name="connsiteX1" fmla="*/ 0 w 3909701"/>
                <a:gd name="connsiteY1" fmla="*/ 264919 h 2226179"/>
                <a:gd name="connsiteX2" fmla="*/ 29910 w 3909701"/>
                <a:gd name="connsiteY2" fmla="*/ 2226179 h 2226179"/>
                <a:gd name="connsiteX3" fmla="*/ 3909701 w 3909701"/>
                <a:gd name="connsiteY3" fmla="*/ 1969805 h 2226179"/>
                <a:gd name="connsiteX4" fmla="*/ 3896882 w 3909701"/>
                <a:gd name="connsiteY4" fmla="*/ 0 h 2226179"/>
                <a:gd name="connsiteX0" fmla="*/ 3896882 w 3896882"/>
                <a:gd name="connsiteY0" fmla="*/ 0 h 2226179"/>
                <a:gd name="connsiteX1" fmla="*/ 0 w 3896882"/>
                <a:gd name="connsiteY1" fmla="*/ 264919 h 2226179"/>
                <a:gd name="connsiteX2" fmla="*/ 29910 w 3896882"/>
                <a:gd name="connsiteY2" fmla="*/ 2226179 h 2226179"/>
                <a:gd name="connsiteX3" fmla="*/ 3892609 w 3896882"/>
                <a:gd name="connsiteY3" fmla="*/ 1974078 h 2226179"/>
                <a:gd name="connsiteX4" fmla="*/ 3896882 w 3896882"/>
                <a:gd name="connsiteY4" fmla="*/ 0 h 2226179"/>
                <a:gd name="connsiteX0" fmla="*/ 3871245 w 3871245"/>
                <a:gd name="connsiteY0" fmla="*/ 0 h 2226179"/>
                <a:gd name="connsiteX1" fmla="*/ 0 w 3871245"/>
                <a:gd name="connsiteY1" fmla="*/ 264919 h 2226179"/>
                <a:gd name="connsiteX2" fmla="*/ 4273 w 3871245"/>
                <a:gd name="connsiteY2" fmla="*/ 2226179 h 2226179"/>
                <a:gd name="connsiteX3" fmla="*/ 3866972 w 3871245"/>
                <a:gd name="connsiteY3" fmla="*/ 1974078 h 2226179"/>
                <a:gd name="connsiteX4" fmla="*/ 3871245 w 3871245"/>
                <a:gd name="connsiteY4" fmla="*/ 0 h 2226179"/>
                <a:gd name="connsiteX0" fmla="*/ 3867064 w 3867064"/>
                <a:gd name="connsiteY0" fmla="*/ 0 h 2226179"/>
                <a:gd name="connsiteX1" fmla="*/ 12911 w 3867064"/>
                <a:gd name="connsiteY1" fmla="*/ 269192 h 2226179"/>
                <a:gd name="connsiteX2" fmla="*/ 92 w 3867064"/>
                <a:gd name="connsiteY2" fmla="*/ 2226179 h 2226179"/>
                <a:gd name="connsiteX3" fmla="*/ 3862791 w 3867064"/>
                <a:gd name="connsiteY3" fmla="*/ 1974078 h 2226179"/>
                <a:gd name="connsiteX4" fmla="*/ 3867064 w 3867064"/>
                <a:gd name="connsiteY4" fmla="*/ 0 h 2226179"/>
                <a:gd name="connsiteX0" fmla="*/ 3867383 w 3867383"/>
                <a:gd name="connsiteY0" fmla="*/ 0 h 2226179"/>
                <a:gd name="connsiteX1" fmla="*/ 411 w 3867383"/>
                <a:gd name="connsiteY1" fmla="*/ 273465 h 2226179"/>
                <a:gd name="connsiteX2" fmla="*/ 411 w 3867383"/>
                <a:gd name="connsiteY2" fmla="*/ 2226179 h 2226179"/>
                <a:gd name="connsiteX3" fmla="*/ 3863110 w 3867383"/>
                <a:gd name="connsiteY3" fmla="*/ 1974078 h 2226179"/>
                <a:gd name="connsiteX4" fmla="*/ 3867383 w 3867383"/>
                <a:gd name="connsiteY4" fmla="*/ 0 h 2226179"/>
                <a:gd name="connsiteX0" fmla="*/ 3892661 w 3892661"/>
                <a:gd name="connsiteY0" fmla="*/ 0 h 6403180"/>
                <a:gd name="connsiteX1" fmla="*/ 25689 w 3892661"/>
                <a:gd name="connsiteY1" fmla="*/ 273465 h 6403180"/>
                <a:gd name="connsiteX2" fmla="*/ 51 w 3892661"/>
                <a:gd name="connsiteY2" fmla="*/ 6403180 h 6403180"/>
                <a:gd name="connsiteX3" fmla="*/ 3888388 w 3892661"/>
                <a:gd name="connsiteY3" fmla="*/ 1974078 h 6403180"/>
                <a:gd name="connsiteX4" fmla="*/ 3892661 w 3892661"/>
                <a:gd name="connsiteY4" fmla="*/ 0 h 6403180"/>
                <a:gd name="connsiteX0" fmla="*/ 3896882 w 3896882"/>
                <a:gd name="connsiteY0" fmla="*/ 0 h 6403180"/>
                <a:gd name="connsiteX1" fmla="*/ 0 w 3896882"/>
                <a:gd name="connsiteY1" fmla="*/ 4599655 h 6403180"/>
                <a:gd name="connsiteX2" fmla="*/ 4272 w 3896882"/>
                <a:gd name="connsiteY2" fmla="*/ 6403180 h 6403180"/>
                <a:gd name="connsiteX3" fmla="*/ 3892609 w 3896882"/>
                <a:gd name="connsiteY3" fmla="*/ 1974078 h 6403180"/>
                <a:gd name="connsiteX4" fmla="*/ 3896882 w 3896882"/>
                <a:gd name="connsiteY4" fmla="*/ 0 h 6403180"/>
                <a:gd name="connsiteX0" fmla="*/ 3893021 w 3893021"/>
                <a:gd name="connsiteY0" fmla="*/ 0 h 6403180"/>
                <a:gd name="connsiteX1" fmla="*/ 412 w 3893021"/>
                <a:gd name="connsiteY1" fmla="*/ 4152108 h 6403180"/>
                <a:gd name="connsiteX2" fmla="*/ 411 w 3893021"/>
                <a:gd name="connsiteY2" fmla="*/ 6403180 h 6403180"/>
                <a:gd name="connsiteX3" fmla="*/ 3888748 w 3893021"/>
                <a:gd name="connsiteY3" fmla="*/ 1974078 h 6403180"/>
                <a:gd name="connsiteX4" fmla="*/ 3893021 w 3893021"/>
                <a:gd name="connsiteY4" fmla="*/ 0 h 6403180"/>
                <a:gd name="connsiteX0" fmla="*/ 3892651 w 3892651"/>
                <a:gd name="connsiteY0" fmla="*/ 0 h 6403180"/>
                <a:gd name="connsiteX1" fmla="*/ 34226 w 3892651"/>
                <a:gd name="connsiteY1" fmla="*/ 4375864 h 6403180"/>
                <a:gd name="connsiteX2" fmla="*/ 41 w 3892651"/>
                <a:gd name="connsiteY2" fmla="*/ 6403180 h 6403180"/>
                <a:gd name="connsiteX3" fmla="*/ 3888378 w 3892651"/>
                <a:gd name="connsiteY3" fmla="*/ 1974078 h 6403180"/>
                <a:gd name="connsiteX4" fmla="*/ 3892651 w 3892651"/>
                <a:gd name="connsiteY4" fmla="*/ 0 h 6403180"/>
                <a:gd name="connsiteX0" fmla="*/ 3875591 w 3875591"/>
                <a:gd name="connsiteY0" fmla="*/ 0 h 6552362"/>
                <a:gd name="connsiteX1" fmla="*/ 17166 w 3875591"/>
                <a:gd name="connsiteY1" fmla="*/ 4375864 h 6552362"/>
                <a:gd name="connsiteX2" fmla="*/ 73 w 3875591"/>
                <a:gd name="connsiteY2" fmla="*/ 6552362 h 6552362"/>
                <a:gd name="connsiteX3" fmla="*/ 3871318 w 3875591"/>
                <a:gd name="connsiteY3" fmla="*/ 1974078 h 6552362"/>
                <a:gd name="connsiteX4" fmla="*/ 3875591 w 3875591"/>
                <a:gd name="connsiteY4" fmla="*/ 0 h 6552362"/>
                <a:gd name="connsiteX0" fmla="*/ 3875928 w 3875928"/>
                <a:gd name="connsiteY0" fmla="*/ 0 h 6552362"/>
                <a:gd name="connsiteX1" fmla="*/ 412 w 3875928"/>
                <a:gd name="connsiteY1" fmla="*/ 4599620 h 6552362"/>
                <a:gd name="connsiteX2" fmla="*/ 410 w 3875928"/>
                <a:gd name="connsiteY2" fmla="*/ 6552362 h 6552362"/>
                <a:gd name="connsiteX3" fmla="*/ 3871655 w 3875928"/>
                <a:gd name="connsiteY3" fmla="*/ 1974078 h 6552362"/>
                <a:gd name="connsiteX4" fmla="*/ 3875928 w 3875928"/>
                <a:gd name="connsiteY4" fmla="*/ 0 h 6552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75928" h="6552362">
                  <a:moveTo>
                    <a:pt x="3875928" y="0"/>
                  </a:moveTo>
                  <a:lnTo>
                    <a:pt x="412" y="4599620"/>
                  </a:lnTo>
                  <a:cubicBezTo>
                    <a:pt x="1836" y="5253373"/>
                    <a:pt x="-1014" y="5898609"/>
                    <a:pt x="410" y="6552362"/>
                  </a:cubicBezTo>
                  <a:lnTo>
                    <a:pt x="3871655" y="1974078"/>
                  </a:lnTo>
                  <a:cubicBezTo>
                    <a:pt x="3873079" y="1316052"/>
                    <a:pt x="3874504" y="658026"/>
                    <a:pt x="38759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10D09925-DD27-D34F-926D-3DCC96A914D5}"/>
                </a:ext>
              </a:extLst>
            </p:cNvPr>
            <p:cNvSpPr/>
            <p:nvPr/>
          </p:nvSpPr>
          <p:spPr>
            <a:xfrm>
              <a:off x="3479865" y="3336618"/>
              <a:ext cx="3875928" cy="375356"/>
            </a:xfrm>
            <a:custGeom>
              <a:avLst/>
              <a:gdLst>
                <a:gd name="connsiteX0" fmla="*/ 3896882 w 3926792"/>
                <a:gd name="connsiteY0" fmla="*/ 0 h 2226179"/>
                <a:gd name="connsiteX1" fmla="*/ 0 w 3926792"/>
                <a:gd name="connsiteY1" fmla="*/ 264919 h 2226179"/>
                <a:gd name="connsiteX2" fmla="*/ 29910 w 3926792"/>
                <a:gd name="connsiteY2" fmla="*/ 2226179 h 2226179"/>
                <a:gd name="connsiteX3" fmla="*/ 3926792 w 3926792"/>
                <a:gd name="connsiteY3" fmla="*/ 1961260 h 2226179"/>
                <a:gd name="connsiteX4" fmla="*/ 3896882 w 3926792"/>
                <a:gd name="connsiteY4" fmla="*/ 0 h 2226179"/>
                <a:gd name="connsiteX0" fmla="*/ 3896882 w 3909701"/>
                <a:gd name="connsiteY0" fmla="*/ 0 h 2226179"/>
                <a:gd name="connsiteX1" fmla="*/ 0 w 3909701"/>
                <a:gd name="connsiteY1" fmla="*/ 264919 h 2226179"/>
                <a:gd name="connsiteX2" fmla="*/ 29910 w 3909701"/>
                <a:gd name="connsiteY2" fmla="*/ 2226179 h 2226179"/>
                <a:gd name="connsiteX3" fmla="*/ 3909701 w 3909701"/>
                <a:gd name="connsiteY3" fmla="*/ 1969805 h 2226179"/>
                <a:gd name="connsiteX4" fmla="*/ 3896882 w 3909701"/>
                <a:gd name="connsiteY4" fmla="*/ 0 h 2226179"/>
                <a:gd name="connsiteX0" fmla="*/ 3896882 w 3896882"/>
                <a:gd name="connsiteY0" fmla="*/ 0 h 2226179"/>
                <a:gd name="connsiteX1" fmla="*/ 0 w 3896882"/>
                <a:gd name="connsiteY1" fmla="*/ 264919 h 2226179"/>
                <a:gd name="connsiteX2" fmla="*/ 29910 w 3896882"/>
                <a:gd name="connsiteY2" fmla="*/ 2226179 h 2226179"/>
                <a:gd name="connsiteX3" fmla="*/ 3892609 w 3896882"/>
                <a:gd name="connsiteY3" fmla="*/ 1974078 h 2226179"/>
                <a:gd name="connsiteX4" fmla="*/ 3896882 w 3896882"/>
                <a:gd name="connsiteY4" fmla="*/ 0 h 2226179"/>
                <a:gd name="connsiteX0" fmla="*/ 3871245 w 3871245"/>
                <a:gd name="connsiteY0" fmla="*/ 0 h 2226179"/>
                <a:gd name="connsiteX1" fmla="*/ 0 w 3871245"/>
                <a:gd name="connsiteY1" fmla="*/ 264919 h 2226179"/>
                <a:gd name="connsiteX2" fmla="*/ 4273 w 3871245"/>
                <a:gd name="connsiteY2" fmla="*/ 2226179 h 2226179"/>
                <a:gd name="connsiteX3" fmla="*/ 3866972 w 3871245"/>
                <a:gd name="connsiteY3" fmla="*/ 1974078 h 2226179"/>
                <a:gd name="connsiteX4" fmla="*/ 3871245 w 3871245"/>
                <a:gd name="connsiteY4" fmla="*/ 0 h 2226179"/>
                <a:gd name="connsiteX0" fmla="*/ 3867064 w 3867064"/>
                <a:gd name="connsiteY0" fmla="*/ 0 h 2226179"/>
                <a:gd name="connsiteX1" fmla="*/ 12911 w 3867064"/>
                <a:gd name="connsiteY1" fmla="*/ 269192 h 2226179"/>
                <a:gd name="connsiteX2" fmla="*/ 92 w 3867064"/>
                <a:gd name="connsiteY2" fmla="*/ 2226179 h 2226179"/>
                <a:gd name="connsiteX3" fmla="*/ 3862791 w 3867064"/>
                <a:gd name="connsiteY3" fmla="*/ 1974078 h 2226179"/>
                <a:gd name="connsiteX4" fmla="*/ 3867064 w 3867064"/>
                <a:gd name="connsiteY4" fmla="*/ 0 h 2226179"/>
                <a:gd name="connsiteX0" fmla="*/ 3867383 w 3867383"/>
                <a:gd name="connsiteY0" fmla="*/ 0 h 2226179"/>
                <a:gd name="connsiteX1" fmla="*/ 411 w 3867383"/>
                <a:gd name="connsiteY1" fmla="*/ 273465 h 2226179"/>
                <a:gd name="connsiteX2" fmla="*/ 411 w 3867383"/>
                <a:gd name="connsiteY2" fmla="*/ 2226179 h 2226179"/>
                <a:gd name="connsiteX3" fmla="*/ 3863110 w 3867383"/>
                <a:gd name="connsiteY3" fmla="*/ 1974078 h 2226179"/>
                <a:gd name="connsiteX4" fmla="*/ 3867383 w 3867383"/>
                <a:gd name="connsiteY4" fmla="*/ 0 h 2226179"/>
                <a:gd name="connsiteX0" fmla="*/ 3892661 w 3892661"/>
                <a:gd name="connsiteY0" fmla="*/ 0 h 6403180"/>
                <a:gd name="connsiteX1" fmla="*/ 25689 w 3892661"/>
                <a:gd name="connsiteY1" fmla="*/ 273465 h 6403180"/>
                <a:gd name="connsiteX2" fmla="*/ 51 w 3892661"/>
                <a:gd name="connsiteY2" fmla="*/ 6403180 h 6403180"/>
                <a:gd name="connsiteX3" fmla="*/ 3888388 w 3892661"/>
                <a:gd name="connsiteY3" fmla="*/ 1974078 h 6403180"/>
                <a:gd name="connsiteX4" fmla="*/ 3892661 w 3892661"/>
                <a:gd name="connsiteY4" fmla="*/ 0 h 6403180"/>
                <a:gd name="connsiteX0" fmla="*/ 3896882 w 3896882"/>
                <a:gd name="connsiteY0" fmla="*/ 0 h 6403180"/>
                <a:gd name="connsiteX1" fmla="*/ 0 w 3896882"/>
                <a:gd name="connsiteY1" fmla="*/ 4599655 h 6403180"/>
                <a:gd name="connsiteX2" fmla="*/ 4272 w 3896882"/>
                <a:gd name="connsiteY2" fmla="*/ 6403180 h 6403180"/>
                <a:gd name="connsiteX3" fmla="*/ 3892609 w 3896882"/>
                <a:gd name="connsiteY3" fmla="*/ 1974078 h 6403180"/>
                <a:gd name="connsiteX4" fmla="*/ 3896882 w 3896882"/>
                <a:gd name="connsiteY4" fmla="*/ 0 h 6403180"/>
                <a:gd name="connsiteX0" fmla="*/ 3893021 w 3893021"/>
                <a:gd name="connsiteY0" fmla="*/ 0 h 6403180"/>
                <a:gd name="connsiteX1" fmla="*/ 412 w 3893021"/>
                <a:gd name="connsiteY1" fmla="*/ 4152108 h 6403180"/>
                <a:gd name="connsiteX2" fmla="*/ 411 w 3893021"/>
                <a:gd name="connsiteY2" fmla="*/ 6403180 h 6403180"/>
                <a:gd name="connsiteX3" fmla="*/ 3888748 w 3893021"/>
                <a:gd name="connsiteY3" fmla="*/ 1974078 h 6403180"/>
                <a:gd name="connsiteX4" fmla="*/ 3893021 w 3893021"/>
                <a:gd name="connsiteY4" fmla="*/ 0 h 6403180"/>
                <a:gd name="connsiteX0" fmla="*/ 3892651 w 3892651"/>
                <a:gd name="connsiteY0" fmla="*/ 0 h 6403180"/>
                <a:gd name="connsiteX1" fmla="*/ 34226 w 3892651"/>
                <a:gd name="connsiteY1" fmla="*/ 4375864 h 6403180"/>
                <a:gd name="connsiteX2" fmla="*/ 41 w 3892651"/>
                <a:gd name="connsiteY2" fmla="*/ 6403180 h 6403180"/>
                <a:gd name="connsiteX3" fmla="*/ 3888378 w 3892651"/>
                <a:gd name="connsiteY3" fmla="*/ 1974078 h 6403180"/>
                <a:gd name="connsiteX4" fmla="*/ 3892651 w 3892651"/>
                <a:gd name="connsiteY4" fmla="*/ 0 h 6403180"/>
                <a:gd name="connsiteX0" fmla="*/ 3875591 w 3875591"/>
                <a:gd name="connsiteY0" fmla="*/ 0 h 6552362"/>
                <a:gd name="connsiteX1" fmla="*/ 17166 w 3875591"/>
                <a:gd name="connsiteY1" fmla="*/ 4375864 h 6552362"/>
                <a:gd name="connsiteX2" fmla="*/ 73 w 3875591"/>
                <a:gd name="connsiteY2" fmla="*/ 6552362 h 6552362"/>
                <a:gd name="connsiteX3" fmla="*/ 3871318 w 3875591"/>
                <a:gd name="connsiteY3" fmla="*/ 1974078 h 6552362"/>
                <a:gd name="connsiteX4" fmla="*/ 3875591 w 3875591"/>
                <a:gd name="connsiteY4" fmla="*/ 0 h 6552362"/>
                <a:gd name="connsiteX0" fmla="*/ 3875928 w 3875928"/>
                <a:gd name="connsiteY0" fmla="*/ 0 h 6552362"/>
                <a:gd name="connsiteX1" fmla="*/ 412 w 3875928"/>
                <a:gd name="connsiteY1" fmla="*/ 4599620 h 6552362"/>
                <a:gd name="connsiteX2" fmla="*/ 410 w 3875928"/>
                <a:gd name="connsiteY2" fmla="*/ 6552362 h 6552362"/>
                <a:gd name="connsiteX3" fmla="*/ 3871655 w 3875928"/>
                <a:gd name="connsiteY3" fmla="*/ 1974078 h 6552362"/>
                <a:gd name="connsiteX4" fmla="*/ 3875928 w 3875928"/>
                <a:gd name="connsiteY4" fmla="*/ 0 h 6552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75928" h="6552362">
                  <a:moveTo>
                    <a:pt x="3875928" y="0"/>
                  </a:moveTo>
                  <a:lnTo>
                    <a:pt x="412" y="4599620"/>
                  </a:lnTo>
                  <a:cubicBezTo>
                    <a:pt x="1836" y="5253373"/>
                    <a:pt x="-1014" y="5898609"/>
                    <a:pt x="410" y="6552362"/>
                  </a:cubicBezTo>
                  <a:lnTo>
                    <a:pt x="3871655" y="1974078"/>
                  </a:lnTo>
                  <a:cubicBezTo>
                    <a:pt x="3873079" y="1316052"/>
                    <a:pt x="3874504" y="658026"/>
                    <a:pt x="387592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E5D9F6BF-C428-4448-A3F0-EC7E244381F1}"/>
                </a:ext>
              </a:extLst>
            </p:cNvPr>
            <p:cNvSpPr/>
            <p:nvPr/>
          </p:nvSpPr>
          <p:spPr>
            <a:xfrm>
              <a:off x="3485129" y="3468086"/>
              <a:ext cx="3875928" cy="375356"/>
            </a:xfrm>
            <a:custGeom>
              <a:avLst/>
              <a:gdLst>
                <a:gd name="connsiteX0" fmla="*/ 3896882 w 3926792"/>
                <a:gd name="connsiteY0" fmla="*/ 0 h 2226179"/>
                <a:gd name="connsiteX1" fmla="*/ 0 w 3926792"/>
                <a:gd name="connsiteY1" fmla="*/ 264919 h 2226179"/>
                <a:gd name="connsiteX2" fmla="*/ 29910 w 3926792"/>
                <a:gd name="connsiteY2" fmla="*/ 2226179 h 2226179"/>
                <a:gd name="connsiteX3" fmla="*/ 3926792 w 3926792"/>
                <a:gd name="connsiteY3" fmla="*/ 1961260 h 2226179"/>
                <a:gd name="connsiteX4" fmla="*/ 3896882 w 3926792"/>
                <a:gd name="connsiteY4" fmla="*/ 0 h 2226179"/>
                <a:gd name="connsiteX0" fmla="*/ 3896882 w 3909701"/>
                <a:gd name="connsiteY0" fmla="*/ 0 h 2226179"/>
                <a:gd name="connsiteX1" fmla="*/ 0 w 3909701"/>
                <a:gd name="connsiteY1" fmla="*/ 264919 h 2226179"/>
                <a:gd name="connsiteX2" fmla="*/ 29910 w 3909701"/>
                <a:gd name="connsiteY2" fmla="*/ 2226179 h 2226179"/>
                <a:gd name="connsiteX3" fmla="*/ 3909701 w 3909701"/>
                <a:gd name="connsiteY3" fmla="*/ 1969805 h 2226179"/>
                <a:gd name="connsiteX4" fmla="*/ 3896882 w 3909701"/>
                <a:gd name="connsiteY4" fmla="*/ 0 h 2226179"/>
                <a:gd name="connsiteX0" fmla="*/ 3896882 w 3896882"/>
                <a:gd name="connsiteY0" fmla="*/ 0 h 2226179"/>
                <a:gd name="connsiteX1" fmla="*/ 0 w 3896882"/>
                <a:gd name="connsiteY1" fmla="*/ 264919 h 2226179"/>
                <a:gd name="connsiteX2" fmla="*/ 29910 w 3896882"/>
                <a:gd name="connsiteY2" fmla="*/ 2226179 h 2226179"/>
                <a:gd name="connsiteX3" fmla="*/ 3892609 w 3896882"/>
                <a:gd name="connsiteY3" fmla="*/ 1974078 h 2226179"/>
                <a:gd name="connsiteX4" fmla="*/ 3896882 w 3896882"/>
                <a:gd name="connsiteY4" fmla="*/ 0 h 2226179"/>
                <a:gd name="connsiteX0" fmla="*/ 3871245 w 3871245"/>
                <a:gd name="connsiteY0" fmla="*/ 0 h 2226179"/>
                <a:gd name="connsiteX1" fmla="*/ 0 w 3871245"/>
                <a:gd name="connsiteY1" fmla="*/ 264919 h 2226179"/>
                <a:gd name="connsiteX2" fmla="*/ 4273 w 3871245"/>
                <a:gd name="connsiteY2" fmla="*/ 2226179 h 2226179"/>
                <a:gd name="connsiteX3" fmla="*/ 3866972 w 3871245"/>
                <a:gd name="connsiteY3" fmla="*/ 1974078 h 2226179"/>
                <a:gd name="connsiteX4" fmla="*/ 3871245 w 3871245"/>
                <a:gd name="connsiteY4" fmla="*/ 0 h 2226179"/>
                <a:gd name="connsiteX0" fmla="*/ 3867064 w 3867064"/>
                <a:gd name="connsiteY0" fmla="*/ 0 h 2226179"/>
                <a:gd name="connsiteX1" fmla="*/ 12911 w 3867064"/>
                <a:gd name="connsiteY1" fmla="*/ 269192 h 2226179"/>
                <a:gd name="connsiteX2" fmla="*/ 92 w 3867064"/>
                <a:gd name="connsiteY2" fmla="*/ 2226179 h 2226179"/>
                <a:gd name="connsiteX3" fmla="*/ 3862791 w 3867064"/>
                <a:gd name="connsiteY3" fmla="*/ 1974078 h 2226179"/>
                <a:gd name="connsiteX4" fmla="*/ 3867064 w 3867064"/>
                <a:gd name="connsiteY4" fmla="*/ 0 h 2226179"/>
                <a:gd name="connsiteX0" fmla="*/ 3867383 w 3867383"/>
                <a:gd name="connsiteY0" fmla="*/ 0 h 2226179"/>
                <a:gd name="connsiteX1" fmla="*/ 411 w 3867383"/>
                <a:gd name="connsiteY1" fmla="*/ 273465 h 2226179"/>
                <a:gd name="connsiteX2" fmla="*/ 411 w 3867383"/>
                <a:gd name="connsiteY2" fmla="*/ 2226179 h 2226179"/>
                <a:gd name="connsiteX3" fmla="*/ 3863110 w 3867383"/>
                <a:gd name="connsiteY3" fmla="*/ 1974078 h 2226179"/>
                <a:gd name="connsiteX4" fmla="*/ 3867383 w 3867383"/>
                <a:gd name="connsiteY4" fmla="*/ 0 h 2226179"/>
                <a:gd name="connsiteX0" fmla="*/ 3892661 w 3892661"/>
                <a:gd name="connsiteY0" fmla="*/ 0 h 6403180"/>
                <a:gd name="connsiteX1" fmla="*/ 25689 w 3892661"/>
                <a:gd name="connsiteY1" fmla="*/ 273465 h 6403180"/>
                <a:gd name="connsiteX2" fmla="*/ 51 w 3892661"/>
                <a:gd name="connsiteY2" fmla="*/ 6403180 h 6403180"/>
                <a:gd name="connsiteX3" fmla="*/ 3888388 w 3892661"/>
                <a:gd name="connsiteY3" fmla="*/ 1974078 h 6403180"/>
                <a:gd name="connsiteX4" fmla="*/ 3892661 w 3892661"/>
                <a:gd name="connsiteY4" fmla="*/ 0 h 6403180"/>
                <a:gd name="connsiteX0" fmla="*/ 3896882 w 3896882"/>
                <a:gd name="connsiteY0" fmla="*/ 0 h 6403180"/>
                <a:gd name="connsiteX1" fmla="*/ 0 w 3896882"/>
                <a:gd name="connsiteY1" fmla="*/ 4599655 h 6403180"/>
                <a:gd name="connsiteX2" fmla="*/ 4272 w 3896882"/>
                <a:gd name="connsiteY2" fmla="*/ 6403180 h 6403180"/>
                <a:gd name="connsiteX3" fmla="*/ 3892609 w 3896882"/>
                <a:gd name="connsiteY3" fmla="*/ 1974078 h 6403180"/>
                <a:gd name="connsiteX4" fmla="*/ 3896882 w 3896882"/>
                <a:gd name="connsiteY4" fmla="*/ 0 h 6403180"/>
                <a:gd name="connsiteX0" fmla="*/ 3893021 w 3893021"/>
                <a:gd name="connsiteY0" fmla="*/ 0 h 6403180"/>
                <a:gd name="connsiteX1" fmla="*/ 412 w 3893021"/>
                <a:gd name="connsiteY1" fmla="*/ 4152108 h 6403180"/>
                <a:gd name="connsiteX2" fmla="*/ 411 w 3893021"/>
                <a:gd name="connsiteY2" fmla="*/ 6403180 h 6403180"/>
                <a:gd name="connsiteX3" fmla="*/ 3888748 w 3893021"/>
                <a:gd name="connsiteY3" fmla="*/ 1974078 h 6403180"/>
                <a:gd name="connsiteX4" fmla="*/ 3893021 w 3893021"/>
                <a:gd name="connsiteY4" fmla="*/ 0 h 6403180"/>
                <a:gd name="connsiteX0" fmla="*/ 3892651 w 3892651"/>
                <a:gd name="connsiteY0" fmla="*/ 0 h 6403180"/>
                <a:gd name="connsiteX1" fmla="*/ 34226 w 3892651"/>
                <a:gd name="connsiteY1" fmla="*/ 4375864 h 6403180"/>
                <a:gd name="connsiteX2" fmla="*/ 41 w 3892651"/>
                <a:gd name="connsiteY2" fmla="*/ 6403180 h 6403180"/>
                <a:gd name="connsiteX3" fmla="*/ 3888378 w 3892651"/>
                <a:gd name="connsiteY3" fmla="*/ 1974078 h 6403180"/>
                <a:gd name="connsiteX4" fmla="*/ 3892651 w 3892651"/>
                <a:gd name="connsiteY4" fmla="*/ 0 h 6403180"/>
                <a:gd name="connsiteX0" fmla="*/ 3875591 w 3875591"/>
                <a:gd name="connsiteY0" fmla="*/ 0 h 6552362"/>
                <a:gd name="connsiteX1" fmla="*/ 17166 w 3875591"/>
                <a:gd name="connsiteY1" fmla="*/ 4375864 h 6552362"/>
                <a:gd name="connsiteX2" fmla="*/ 73 w 3875591"/>
                <a:gd name="connsiteY2" fmla="*/ 6552362 h 6552362"/>
                <a:gd name="connsiteX3" fmla="*/ 3871318 w 3875591"/>
                <a:gd name="connsiteY3" fmla="*/ 1974078 h 6552362"/>
                <a:gd name="connsiteX4" fmla="*/ 3875591 w 3875591"/>
                <a:gd name="connsiteY4" fmla="*/ 0 h 6552362"/>
                <a:gd name="connsiteX0" fmla="*/ 3875928 w 3875928"/>
                <a:gd name="connsiteY0" fmla="*/ 0 h 6552362"/>
                <a:gd name="connsiteX1" fmla="*/ 412 w 3875928"/>
                <a:gd name="connsiteY1" fmla="*/ 4599620 h 6552362"/>
                <a:gd name="connsiteX2" fmla="*/ 410 w 3875928"/>
                <a:gd name="connsiteY2" fmla="*/ 6552362 h 6552362"/>
                <a:gd name="connsiteX3" fmla="*/ 3871655 w 3875928"/>
                <a:gd name="connsiteY3" fmla="*/ 1974078 h 6552362"/>
                <a:gd name="connsiteX4" fmla="*/ 3875928 w 3875928"/>
                <a:gd name="connsiteY4" fmla="*/ 0 h 6552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75928" h="6552362">
                  <a:moveTo>
                    <a:pt x="3875928" y="0"/>
                  </a:moveTo>
                  <a:lnTo>
                    <a:pt x="412" y="4599620"/>
                  </a:lnTo>
                  <a:cubicBezTo>
                    <a:pt x="1836" y="5253373"/>
                    <a:pt x="-1014" y="5898609"/>
                    <a:pt x="410" y="6552362"/>
                  </a:cubicBezTo>
                  <a:lnTo>
                    <a:pt x="3871655" y="1974078"/>
                  </a:lnTo>
                  <a:cubicBezTo>
                    <a:pt x="3873079" y="1316052"/>
                    <a:pt x="3874504" y="658026"/>
                    <a:pt x="3875928" y="0"/>
                  </a:cubicBezTo>
                  <a:close/>
                </a:path>
              </a:pathLst>
            </a:cu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0" name="Rectangle 89">
              <a:extLst>
                <a:ext uri="{FF2B5EF4-FFF2-40B4-BE49-F238E27FC236}">
                  <a16:creationId xmlns:a16="http://schemas.microsoft.com/office/drawing/2014/main" id="{50D49D93-5523-2D40-A4B4-2C25959CCB4C}"/>
                </a:ext>
              </a:extLst>
            </p:cNvPr>
            <p:cNvSpPr/>
            <p:nvPr/>
          </p:nvSpPr>
          <p:spPr>
            <a:xfrm>
              <a:off x="2231742" y="3441675"/>
              <a:ext cx="252731" cy="22746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B20822AF-19CE-9944-A719-6386C461356D}"/>
                </a:ext>
              </a:extLst>
            </p:cNvPr>
            <p:cNvGrpSpPr/>
            <p:nvPr/>
          </p:nvGrpSpPr>
          <p:grpSpPr>
            <a:xfrm>
              <a:off x="1770738" y="3385789"/>
              <a:ext cx="1641327" cy="338554"/>
              <a:chOff x="1770738" y="3385789"/>
              <a:chExt cx="1641327" cy="338554"/>
            </a:xfrm>
          </p:grpSpPr>
          <p:cxnSp>
            <p:nvCxnSpPr>
              <p:cNvPr id="80" name="Straight Arrow Connector 79">
                <a:extLst>
                  <a:ext uri="{FF2B5EF4-FFF2-40B4-BE49-F238E27FC236}">
                    <a16:creationId xmlns:a16="http://schemas.microsoft.com/office/drawing/2014/main" id="{720A34E6-D1D9-9946-A671-F07C7305187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770738" y="3564111"/>
                <a:ext cx="1641327" cy="0"/>
              </a:xfrm>
              <a:prstGeom prst="straightConnector1">
                <a:avLst/>
              </a:prstGeom>
              <a:ln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TextBox 84">
                <a:extLst>
                  <a:ext uri="{FF2B5EF4-FFF2-40B4-BE49-F238E27FC236}">
                    <a16:creationId xmlns:a16="http://schemas.microsoft.com/office/drawing/2014/main" id="{024E2305-8E5C-AA43-A3E7-0B4250CBA647}"/>
                  </a:ext>
                </a:extLst>
              </p:cNvPr>
              <p:cNvSpPr txBox="1"/>
              <p:nvPr/>
            </p:nvSpPr>
            <p:spPr>
              <a:xfrm>
                <a:off x="2156066" y="3385789"/>
                <a:ext cx="459104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O</a:t>
                </a:r>
                <a:r>
                  <a:rPr kumimoji="0" lang="en-US" sz="16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2</a:t>
                </a:r>
              </a:p>
            </p:txBody>
          </p:sp>
        </p:grpSp>
        <p:sp>
          <p:nvSpPr>
            <p:cNvPr id="94" name="Rectangle 93">
              <a:extLst>
                <a:ext uri="{FF2B5EF4-FFF2-40B4-BE49-F238E27FC236}">
                  <a16:creationId xmlns:a16="http://schemas.microsoft.com/office/drawing/2014/main" id="{63ACB7C6-C932-A244-9314-0E6B7F0BABA7}"/>
                </a:ext>
              </a:extLst>
            </p:cNvPr>
            <p:cNvSpPr/>
            <p:nvPr/>
          </p:nvSpPr>
          <p:spPr>
            <a:xfrm>
              <a:off x="2369264" y="3728151"/>
              <a:ext cx="252731" cy="22746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28813376-E418-2342-A851-A732B9438E05}"/>
                </a:ext>
              </a:extLst>
            </p:cNvPr>
            <p:cNvGrpSpPr/>
            <p:nvPr/>
          </p:nvGrpSpPr>
          <p:grpSpPr>
            <a:xfrm>
              <a:off x="1759658" y="3661763"/>
              <a:ext cx="1641172" cy="338554"/>
              <a:chOff x="1759658" y="3661763"/>
              <a:chExt cx="1641172" cy="338554"/>
            </a:xfrm>
          </p:grpSpPr>
          <p:cxnSp>
            <p:nvCxnSpPr>
              <p:cNvPr id="82" name="Straight Arrow Connector 81">
                <a:extLst>
                  <a:ext uri="{FF2B5EF4-FFF2-40B4-BE49-F238E27FC236}">
                    <a16:creationId xmlns:a16="http://schemas.microsoft.com/office/drawing/2014/main" id="{6CC15AA8-A7F6-FE4A-B121-E8AC009EFE5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759658" y="3839649"/>
                <a:ext cx="1641172" cy="0"/>
              </a:xfrm>
              <a:prstGeom prst="straightConnector1">
                <a:avLst/>
              </a:prstGeom>
              <a:ln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AD494163-6EBC-544B-A9C5-6828F477C4BF}"/>
                  </a:ext>
                </a:extLst>
              </p:cNvPr>
              <p:cNvSpPr txBox="1"/>
              <p:nvPr/>
            </p:nvSpPr>
            <p:spPr>
              <a:xfrm>
                <a:off x="2315510" y="3661763"/>
                <a:ext cx="459104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O</a:t>
                </a:r>
                <a:r>
                  <a:rPr kumimoji="0" lang="en-US" sz="16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4</a:t>
                </a:r>
              </a:p>
            </p:txBody>
          </p:sp>
        </p:grpSp>
        <p:sp>
          <p:nvSpPr>
            <p:cNvPr id="98" name="Rectangle 97">
              <a:extLst>
                <a:ext uri="{FF2B5EF4-FFF2-40B4-BE49-F238E27FC236}">
                  <a16:creationId xmlns:a16="http://schemas.microsoft.com/office/drawing/2014/main" id="{CFAEFC89-AAE1-D248-8065-2DCB806A42B8}"/>
                </a:ext>
              </a:extLst>
            </p:cNvPr>
            <p:cNvSpPr/>
            <p:nvPr/>
          </p:nvSpPr>
          <p:spPr>
            <a:xfrm>
              <a:off x="8624002" y="5214579"/>
              <a:ext cx="892097" cy="110302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9" name="Rectangle 98">
              <a:extLst>
                <a:ext uri="{FF2B5EF4-FFF2-40B4-BE49-F238E27FC236}">
                  <a16:creationId xmlns:a16="http://schemas.microsoft.com/office/drawing/2014/main" id="{B85586A7-784E-134B-85D7-D63EAD126974}"/>
                </a:ext>
              </a:extLst>
            </p:cNvPr>
            <p:cNvSpPr/>
            <p:nvPr/>
          </p:nvSpPr>
          <p:spPr>
            <a:xfrm>
              <a:off x="8624002" y="5303700"/>
              <a:ext cx="892097" cy="110302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0" name="Rectangle 99">
              <a:extLst>
                <a:ext uri="{FF2B5EF4-FFF2-40B4-BE49-F238E27FC236}">
                  <a16:creationId xmlns:a16="http://schemas.microsoft.com/office/drawing/2014/main" id="{88A20BE8-0DED-0F46-A15A-6CA9C220DD67}"/>
                </a:ext>
              </a:extLst>
            </p:cNvPr>
            <p:cNvSpPr/>
            <p:nvPr/>
          </p:nvSpPr>
          <p:spPr>
            <a:xfrm>
              <a:off x="8620344" y="5425404"/>
              <a:ext cx="892097" cy="110302"/>
            </a:xfrm>
            <a:prstGeom prst="rect">
              <a:avLst/>
            </a:pr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8AF7AE2C-A59F-D247-BD00-087A82CBE885}"/>
                </a:ext>
              </a:extLst>
            </p:cNvPr>
            <p:cNvSpPr txBox="1"/>
            <p:nvPr/>
          </p:nvSpPr>
          <p:spPr>
            <a:xfrm>
              <a:off x="8345639" y="2644827"/>
              <a:ext cx="256058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object data requested</a:t>
              </a:r>
            </a:p>
          </p:txBody>
        </p:sp>
        <p:sp>
          <p:nvSpPr>
            <p:cNvPr id="101" name="Left Arrow 100">
              <a:extLst>
                <a:ext uri="{FF2B5EF4-FFF2-40B4-BE49-F238E27FC236}">
                  <a16:creationId xmlns:a16="http://schemas.microsoft.com/office/drawing/2014/main" id="{9C9ACF7A-93F7-1144-933E-C07E1A9255BB}"/>
                </a:ext>
              </a:extLst>
            </p:cNvPr>
            <p:cNvSpPr/>
            <p:nvPr/>
          </p:nvSpPr>
          <p:spPr>
            <a:xfrm>
              <a:off x="7955470" y="4068021"/>
              <a:ext cx="596846" cy="369332"/>
            </a:xfrm>
            <a:prstGeom prst="leftArrow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C66EC781-091E-0F4D-AB0D-84A37CFCF6E8}"/>
                </a:ext>
              </a:extLst>
            </p:cNvPr>
            <p:cNvSpPr txBox="1"/>
            <p:nvPr/>
          </p:nvSpPr>
          <p:spPr>
            <a:xfrm>
              <a:off x="9706653" y="3898744"/>
              <a:ext cx="717183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O</a:t>
              </a:r>
              <a:r>
                <a:rPr kumimoji="0" 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1</a:t>
              </a:r>
            </a:p>
          </p:txBody>
        </p:sp>
        <p:sp>
          <p:nvSpPr>
            <p:cNvPr id="107" name="Rectangle 106">
              <a:extLst>
                <a:ext uri="{FF2B5EF4-FFF2-40B4-BE49-F238E27FC236}">
                  <a16:creationId xmlns:a16="http://schemas.microsoft.com/office/drawing/2014/main" id="{F385891B-C7EB-5245-A25D-276FD77536AB}"/>
                </a:ext>
              </a:extLst>
            </p:cNvPr>
            <p:cNvSpPr/>
            <p:nvPr/>
          </p:nvSpPr>
          <p:spPr>
            <a:xfrm>
              <a:off x="10303411" y="3858836"/>
              <a:ext cx="394800" cy="22746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9D8408DC-4E3D-7747-AD30-D5058E1B4D77}"/>
                </a:ext>
              </a:extLst>
            </p:cNvPr>
            <p:cNvSpPr txBox="1"/>
            <p:nvPr/>
          </p:nvSpPr>
          <p:spPr>
            <a:xfrm>
              <a:off x="9717406" y="4747954"/>
              <a:ext cx="717183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O</a:t>
              </a:r>
              <a:r>
                <a:rPr kumimoji="0" 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2</a:t>
              </a: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952069D3-515D-EA47-80C1-EAE65F1325BF}"/>
                </a:ext>
              </a:extLst>
            </p:cNvPr>
            <p:cNvSpPr txBox="1"/>
            <p:nvPr/>
          </p:nvSpPr>
          <p:spPr>
            <a:xfrm>
              <a:off x="9717374" y="5101897"/>
              <a:ext cx="717183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O</a:t>
              </a:r>
              <a:r>
                <a:rPr kumimoji="0" 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3</a:t>
              </a: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56E9B31D-F0E0-5E40-9F14-0871A03773A6}"/>
                </a:ext>
              </a:extLst>
            </p:cNvPr>
            <p:cNvSpPr txBox="1"/>
            <p:nvPr/>
          </p:nvSpPr>
          <p:spPr>
            <a:xfrm>
              <a:off x="9722211" y="5425404"/>
              <a:ext cx="717183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O</a:t>
              </a:r>
              <a:r>
                <a:rPr kumimoji="0" 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4</a:t>
              </a:r>
            </a:p>
          </p:txBody>
        </p:sp>
        <p:cxnSp>
          <p:nvCxnSpPr>
            <p:cNvPr id="111" name="Straight Connector 110">
              <a:extLst>
                <a:ext uri="{FF2B5EF4-FFF2-40B4-BE49-F238E27FC236}">
                  <a16:creationId xmlns:a16="http://schemas.microsoft.com/office/drawing/2014/main" id="{D10A1F28-D7BB-BD4E-8F4C-AE1B9F56323C}"/>
                </a:ext>
              </a:extLst>
            </p:cNvPr>
            <p:cNvCxnSpPr>
              <a:cxnSpLocks/>
            </p:cNvCxnSpPr>
            <p:nvPr/>
          </p:nvCxnSpPr>
          <p:spPr>
            <a:xfrm>
              <a:off x="9583543" y="5324881"/>
              <a:ext cx="186184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Straight Connector 112">
              <a:extLst>
                <a:ext uri="{FF2B5EF4-FFF2-40B4-BE49-F238E27FC236}">
                  <a16:creationId xmlns:a16="http://schemas.microsoft.com/office/drawing/2014/main" id="{389079BE-214E-8B42-950F-55C58E69DED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589060" y="5022530"/>
              <a:ext cx="180667" cy="14587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Straight Connector 114">
              <a:extLst>
                <a:ext uri="{FF2B5EF4-FFF2-40B4-BE49-F238E27FC236}">
                  <a16:creationId xmlns:a16="http://schemas.microsoft.com/office/drawing/2014/main" id="{BA29B81E-105C-7842-9461-2546211EC2C6}"/>
                </a:ext>
              </a:extLst>
            </p:cNvPr>
            <p:cNvCxnSpPr>
              <a:cxnSpLocks/>
            </p:cNvCxnSpPr>
            <p:nvPr/>
          </p:nvCxnSpPr>
          <p:spPr>
            <a:xfrm>
              <a:off x="9593643" y="5502519"/>
              <a:ext cx="180667" cy="14587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61637FC5-05C5-FD43-8C71-1C16B929EBE5}"/>
                </a:ext>
              </a:extLst>
            </p:cNvPr>
            <p:cNvGrpSpPr/>
            <p:nvPr/>
          </p:nvGrpSpPr>
          <p:grpSpPr>
            <a:xfrm>
              <a:off x="3362984" y="3078482"/>
              <a:ext cx="4052925" cy="379692"/>
              <a:chOff x="3362984" y="3078482"/>
              <a:chExt cx="4052925" cy="379692"/>
            </a:xfrm>
          </p:grpSpPr>
          <p:cxnSp>
            <p:nvCxnSpPr>
              <p:cNvPr id="86" name="Straight Arrow Connector 85">
                <a:extLst>
                  <a:ext uri="{FF2B5EF4-FFF2-40B4-BE49-F238E27FC236}">
                    <a16:creationId xmlns:a16="http://schemas.microsoft.com/office/drawing/2014/main" id="{088B1C0C-41B7-1D42-8218-1018BF87E3C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362984" y="3078482"/>
                <a:ext cx="4052925" cy="273311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Freeform 86">
                <a:extLst>
                  <a:ext uri="{FF2B5EF4-FFF2-40B4-BE49-F238E27FC236}">
                    <a16:creationId xmlns:a16="http://schemas.microsoft.com/office/drawing/2014/main" id="{1CD4C714-A300-764D-A036-6CA0D38DC0BC}"/>
                  </a:ext>
                </a:extLst>
              </p:cNvPr>
              <p:cNvSpPr/>
              <p:nvPr/>
            </p:nvSpPr>
            <p:spPr>
              <a:xfrm>
                <a:off x="3479865" y="3082818"/>
                <a:ext cx="3875928" cy="375356"/>
              </a:xfrm>
              <a:custGeom>
                <a:avLst/>
                <a:gdLst>
                  <a:gd name="connsiteX0" fmla="*/ 3896882 w 3926792"/>
                  <a:gd name="connsiteY0" fmla="*/ 0 h 2226179"/>
                  <a:gd name="connsiteX1" fmla="*/ 0 w 3926792"/>
                  <a:gd name="connsiteY1" fmla="*/ 264919 h 2226179"/>
                  <a:gd name="connsiteX2" fmla="*/ 29910 w 3926792"/>
                  <a:gd name="connsiteY2" fmla="*/ 2226179 h 2226179"/>
                  <a:gd name="connsiteX3" fmla="*/ 3926792 w 3926792"/>
                  <a:gd name="connsiteY3" fmla="*/ 1961260 h 2226179"/>
                  <a:gd name="connsiteX4" fmla="*/ 3896882 w 3926792"/>
                  <a:gd name="connsiteY4" fmla="*/ 0 h 2226179"/>
                  <a:gd name="connsiteX0" fmla="*/ 3896882 w 3909701"/>
                  <a:gd name="connsiteY0" fmla="*/ 0 h 2226179"/>
                  <a:gd name="connsiteX1" fmla="*/ 0 w 3909701"/>
                  <a:gd name="connsiteY1" fmla="*/ 264919 h 2226179"/>
                  <a:gd name="connsiteX2" fmla="*/ 29910 w 3909701"/>
                  <a:gd name="connsiteY2" fmla="*/ 2226179 h 2226179"/>
                  <a:gd name="connsiteX3" fmla="*/ 3909701 w 3909701"/>
                  <a:gd name="connsiteY3" fmla="*/ 1969805 h 2226179"/>
                  <a:gd name="connsiteX4" fmla="*/ 3896882 w 3909701"/>
                  <a:gd name="connsiteY4" fmla="*/ 0 h 2226179"/>
                  <a:gd name="connsiteX0" fmla="*/ 3896882 w 3896882"/>
                  <a:gd name="connsiteY0" fmla="*/ 0 h 2226179"/>
                  <a:gd name="connsiteX1" fmla="*/ 0 w 3896882"/>
                  <a:gd name="connsiteY1" fmla="*/ 264919 h 2226179"/>
                  <a:gd name="connsiteX2" fmla="*/ 29910 w 3896882"/>
                  <a:gd name="connsiteY2" fmla="*/ 2226179 h 2226179"/>
                  <a:gd name="connsiteX3" fmla="*/ 3892609 w 3896882"/>
                  <a:gd name="connsiteY3" fmla="*/ 1974078 h 2226179"/>
                  <a:gd name="connsiteX4" fmla="*/ 3896882 w 3896882"/>
                  <a:gd name="connsiteY4" fmla="*/ 0 h 2226179"/>
                  <a:gd name="connsiteX0" fmla="*/ 3871245 w 3871245"/>
                  <a:gd name="connsiteY0" fmla="*/ 0 h 2226179"/>
                  <a:gd name="connsiteX1" fmla="*/ 0 w 3871245"/>
                  <a:gd name="connsiteY1" fmla="*/ 264919 h 2226179"/>
                  <a:gd name="connsiteX2" fmla="*/ 4273 w 3871245"/>
                  <a:gd name="connsiteY2" fmla="*/ 2226179 h 2226179"/>
                  <a:gd name="connsiteX3" fmla="*/ 3866972 w 3871245"/>
                  <a:gd name="connsiteY3" fmla="*/ 1974078 h 2226179"/>
                  <a:gd name="connsiteX4" fmla="*/ 3871245 w 3871245"/>
                  <a:gd name="connsiteY4" fmla="*/ 0 h 2226179"/>
                  <a:gd name="connsiteX0" fmla="*/ 3867064 w 3867064"/>
                  <a:gd name="connsiteY0" fmla="*/ 0 h 2226179"/>
                  <a:gd name="connsiteX1" fmla="*/ 12911 w 3867064"/>
                  <a:gd name="connsiteY1" fmla="*/ 269192 h 2226179"/>
                  <a:gd name="connsiteX2" fmla="*/ 92 w 3867064"/>
                  <a:gd name="connsiteY2" fmla="*/ 2226179 h 2226179"/>
                  <a:gd name="connsiteX3" fmla="*/ 3862791 w 3867064"/>
                  <a:gd name="connsiteY3" fmla="*/ 1974078 h 2226179"/>
                  <a:gd name="connsiteX4" fmla="*/ 3867064 w 3867064"/>
                  <a:gd name="connsiteY4" fmla="*/ 0 h 2226179"/>
                  <a:gd name="connsiteX0" fmla="*/ 3867383 w 3867383"/>
                  <a:gd name="connsiteY0" fmla="*/ 0 h 2226179"/>
                  <a:gd name="connsiteX1" fmla="*/ 411 w 3867383"/>
                  <a:gd name="connsiteY1" fmla="*/ 273465 h 2226179"/>
                  <a:gd name="connsiteX2" fmla="*/ 411 w 3867383"/>
                  <a:gd name="connsiteY2" fmla="*/ 2226179 h 2226179"/>
                  <a:gd name="connsiteX3" fmla="*/ 3863110 w 3867383"/>
                  <a:gd name="connsiteY3" fmla="*/ 1974078 h 2226179"/>
                  <a:gd name="connsiteX4" fmla="*/ 3867383 w 3867383"/>
                  <a:gd name="connsiteY4" fmla="*/ 0 h 2226179"/>
                  <a:gd name="connsiteX0" fmla="*/ 3892661 w 3892661"/>
                  <a:gd name="connsiteY0" fmla="*/ 0 h 6403180"/>
                  <a:gd name="connsiteX1" fmla="*/ 25689 w 3892661"/>
                  <a:gd name="connsiteY1" fmla="*/ 273465 h 6403180"/>
                  <a:gd name="connsiteX2" fmla="*/ 51 w 3892661"/>
                  <a:gd name="connsiteY2" fmla="*/ 6403180 h 6403180"/>
                  <a:gd name="connsiteX3" fmla="*/ 3888388 w 3892661"/>
                  <a:gd name="connsiteY3" fmla="*/ 1974078 h 6403180"/>
                  <a:gd name="connsiteX4" fmla="*/ 3892661 w 3892661"/>
                  <a:gd name="connsiteY4" fmla="*/ 0 h 6403180"/>
                  <a:gd name="connsiteX0" fmla="*/ 3896882 w 3896882"/>
                  <a:gd name="connsiteY0" fmla="*/ 0 h 6403180"/>
                  <a:gd name="connsiteX1" fmla="*/ 0 w 3896882"/>
                  <a:gd name="connsiteY1" fmla="*/ 4599655 h 6403180"/>
                  <a:gd name="connsiteX2" fmla="*/ 4272 w 3896882"/>
                  <a:gd name="connsiteY2" fmla="*/ 6403180 h 6403180"/>
                  <a:gd name="connsiteX3" fmla="*/ 3892609 w 3896882"/>
                  <a:gd name="connsiteY3" fmla="*/ 1974078 h 6403180"/>
                  <a:gd name="connsiteX4" fmla="*/ 3896882 w 3896882"/>
                  <a:gd name="connsiteY4" fmla="*/ 0 h 6403180"/>
                  <a:gd name="connsiteX0" fmla="*/ 3893021 w 3893021"/>
                  <a:gd name="connsiteY0" fmla="*/ 0 h 6403180"/>
                  <a:gd name="connsiteX1" fmla="*/ 412 w 3893021"/>
                  <a:gd name="connsiteY1" fmla="*/ 4152108 h 6403180"/>
                  <a:gd name="connsiteX2" fmla="*/ 411 w 3893021"/>
                  <a:gd name="connsiteY2" fmla="*/ 6403180 h 6403180"/>
                  <a:gd name="connsiteX3" fmla="*/ 3888748 w 3893021"/>
                  <a:gd name="connsiteY3" fmla="*/ 1974078 h 6403180"/>
                  <a:gd name="connsiteX4" fmla="*/ 3893021 w 3893021"/>
                  <a:gd name="connsiteY4" fmla="*/ 0 h 6403180"/>
                  <a:gd name="connsiteX0" fmla="*/ 3892651 w 3892651"/>
                  <a:gd name="connsiteY0" fmla="*/ 0 h 6403180"/>
                  <a:gd name="connsiteX1" fmla="*/ 34226 w 3892651"/>
                  <a:gd name="connsiteY1" fmla="*/ 4375864 h 6403180"/>
                  <a:gd name="connsiteX2" fmla="*/ 41 w 3892651"/>
                  <a:gd name="connsiteY2" fmla="*/ 6403180 h 6403180"/>
                  <a:gd name="connsiteX3" fmla="*/ 3888378 w 3892651"/>
                  <a:gd name="connsiteY3" fmla="*/ 1974078 h 6403180"/>
                  <a:gd name="connsiteX4" fmla="*/ 3892651 w 3892651"/>
                  <a:gd name="connsiteY4" fmla="*/ 0 h 6403180"/>
                  <a:gd name="connsiteX0" fmla="*/ 3875591 w 3875591"/>
                  <a:gd name="connsiteY0" fmla="*/ 0 h 6552362"/>
                  <a:gd name="connsiteX1" fmla="*/ 17166 w 3875591"/>
                  <a:gd name="connsiteY1" fmla="*/ 4375864 h 6552362"/>
                  <a:gd name="connsiteX2" fmla="*/ 73 w 3875591"/>
                  <a:gd name="connsiteY2" fmla="*/ 6552362 h 6552362"/>
                  <a:gd name="connsiteX3" fmla="*/ 3871318 w 3875591"/>
                  <a:gd name="connsiteY3" fmla="*/ 1974078 h 6552362"/>
                  <a:gd name="connsiteX4" fmla="*/ 3875591 w 3875591"/>
                  <a:gd name="connsiteY4" fmla="*/ 0 h 6552362"/>
                  <a:gd name="connsiteX0" fmla="*/ 3875928 w 3875928"/>
                  <a:gd name="connsiteY0" fmla="*/ 0 h 6552362"/>
                  <a:gd name="connsiteX1" fmla="*/ 412 w 3875928"/>
                  <a:gd name="connsiteY1" fmla="*/ 4599620 h 6552362"/>
                  <a:gd name="connsiteX2" fmla="*/ 410 w 3875928"/>
                  <a:gd name="connsiteY2" fmla="*/ 6552362 h 6552362"/>
                  <a:gd name="connsiteX3" fmla="*/ 3871655 w 3875928"/>
                  <a:gd name="connsiteY3" fmla="*/ 1974078 h 6552362"/>
                  <a:gd name="connsiteX4" fmla="*/ 3875928 w 3875928"/>
                  <a:gd name="connsiteY4" fmla="*/ 0 h 6552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5928" h="6552362">
                    <a:moveTo>
                      <a:pt x="3875928" y="0"/>
                    </a:moveTo>
                    <a:lnTo>
                      <a:pt x="412" y="4599620"/>
                    </a:lnTo>
                    <a:cubicBezTo>
                      <a:pt x="1836" y="5253373"/>
                      <a:pt x="-1014" y="5898609"/>
                      <a:pt x="410" y="6552362"/>
                    </a:cubicBezTo>
                    <a:lnTo>
                      <a:pt x="3871655" y="1974078"/>
                    </a:lnTo>
                    <a:cubicBezTo>
                      <a:pt x="3873079" y="1316052"/>
                      <a:pt x="3874504" y="658026"/>
                      <a:pt x="387592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C6C7F475-0074-4749-BD8A-29E5B317ABB2}"/>
                </a:ext>
              </a:extLst>
            </p:cNvPr>
            <p:cNvSpPr/>
            <p:nvPr/>
          </p:nvSpPr>
          <p:spPr>
            <a:xfrm>
              <a:off x="3480625" y="3596230"/>
              <a:ext cx="3875928" cy="375356"/>
            </a:xfrm>
            <a:custGeom>
              <a:avLst/>
              <a:gdLst>
                <a:gd name="connsiteX0" fmla="*/ 3896882 w 3926792"/>
                <a:gd name="connsiteY0" fmla="*/ 0 h 2226179"/>
                <a:gd name="connsiteX1" fmla="*/ 0 w 3926792"/>
                <a:gd name="connsiteY1" fmla="*/ 264919 h 2226179"/>
                <a:gd name="connsiteX2" fmla="*/ 29910 w 3926792"/>
                <a:gd name="connsiteY2" fmla="*/ 2226179 h 2226179"/>
                <a:gd name="connsiteX3" fmla="*/ 3926792 w 3926792"/>
                <a:gd name="connsiteY3" fmla="*/ 1961260 h 2226179"/>
                <a:gd name="connsiteX4" fmla="*/ 3896882 w 3926792"/>
                <a:gd name="connsiteY4" fmla="*/ 0 h 2226179"/>
                <a:gd name="connsiteX0" fmla="*/ 3896882 w 3909701"/>
                <a:gd name="connsiteY0" fmla="*/ 0 h 2226179"/>
                <a:gd name="connsiteX1" fmla="*/ 0 w 3909701"/>
                <a:gd name="connsiteY1" fmla="*/ 264919 h 2226179"/>
                <a:gd name="connsiteX2" fmla="*/ 29910 w 3909701"/>
                <a:gd name="connsiteY2" fmla="*/ 2226179 h 2226179"/>
                <a:gd name="connsiteX3" fmla="*/ 3909701 w 3909701"/>
                <a:gd name="connsiteY3" fmla="*/ 1969805 h 2226179"/>
                <a:gd name="connsiteX4" fmla="*/ 3896882 w 3909701"/>
                <a:gd name="connsiteY4" fmla="*/ 0 h 2226179"/>
                <a:gd name="connsiteX0" fmla="*/ 3896882 w 3896882"/>
                <a:gd name="connsiteY0" fmla="*/ 0 h 2226179"/>
                <a:gd name="connsiteX1" fmla="*/ 0 w 3896882"/>
                <a:gd name="connsiteY1" fmla="*/ 264919 h 2226179"/>
                <a:gd name="connsiteX2" fmla="*/ 29910 w 3896882"/>
                <a:gd name="connsiteY2" fmla="*/ 2226179 h 2226179"/>
                <a:gd name="connsiteX3" fmla="*/ 3892609 w 3896882"/>
                <a:gd name="connsiteY3" fmla="*/ 1974078 h 2226179"/>
                <a:gd name="connsiteX4" fmla="*/ 3896882 w 3896882"/>
                <a:gd name="connsiteY4" fmla="*/ 0 h 2226179"/>
                <a:gd name="connsiteX0" fmla="*/ 3871245 w 3871245"/>
                <a:gd name="connsiteY0" fmla="*/ 0 h 2226179"/>
                <a:gd name="connsiteX1" fmla="*/ 0 w 3871245"/>
                <a:gd name="connsiteY1" fmla="*/ 264919 h 2226179"/>
                <a:gd name="connsiteX2" fmla="*/ 4273 w 3871245"/>
                <a:gd name="connsiteY2" fmla="*/ 2226179 h 2226179"/>
                <a:gd name="connsiteX3" fmla="*/ 3866972 w 3871245"/>
                <a:gd name="connsiteY3" fmla="*/ 1974078 h 2226179"/>
                <a:gd name="connsiteX4" fmla="*/ 3871245 w 3871245"/>
                <a:gd name="connsiteY4" fmla="*/ 0 h 2226179"/>
                <a:gd name="connsiteX0" fmla="*/ 3867064 w 3867064"/>
                <a:gd name="connsiteY0" fmla="*/ 0 h 2226179"/>
                <a:gd name="connsiteX1" fmla="*/ 12911 w 3867064"/>
                <a:gd name="connsiteY1" fmla="*/ 269192 h 2226179"/>
                <a:gd name="connsiteX2" fmla="*/ 92 w 3867064"/>
                <a:gd name="connsiteY2" fmla="*/ 2226179 h 2226179"/>
                <a:gd name="connsiteX3" fmla="*/ 3862791 w 3867064"/>
                <a:gd name="connsiteY3" fmla="*/ 1974078 h 2226179"/>
                <a:gd name="connsiteX4" fmla="*/ 3867064 w 3867064"/>
                <a:gd name="connsiteY4" fmla="*/ 0 h 2226179"/>
                <a:gd name="connsiteX0" fmla="*/ 3867383 w 3867383"/>
                <a:gd name="connsiteY0" fmla="*/ 0 h 2226179"/>
                <a:gd name="connsiteX1" fmla="*/ 411 w 3867383"/>
                <a:gd name="connsiteY1" fmla="*/ 273465 h 2226179"/>
                <a:gd name="connsiteX2" fmla="*/ 411 w 3867383"/>
                <a:gd name="connsiteY2" fmla="*/ 2226179 h 2226179"/>
                <a:gd name="connsiteX3" fmla="*/ 3863110 w 3867383"/>
                <a:gd name="connsiteY3" fmla="*/ 1974078 h 2226179"/>
                <a:gd name="connsiteX4" fmla="*/ 3867383 w 3867383"/>
                <a:gd name="connsiteY4" fmla="*/ 0 h 2226179"/>
                <a:gd name="connsiteX0" fmla="*/ 3892661 w 3892661"/>
                <a:gd name="connsiteY0" fmla="*/ 0 h 6403180"/>
                <a:gd name="connsiteX1" fmla="*/ 25689 w 3892661"/>
                <a:gd name="connsiteY1" fmla="*/ 273465 h 6403180"/>
                <a:gd name="connsiteX2" fmla="*/ 51 w 3892661"/>
                <a:gd name="connsiteY2" fmla="*/ 6403180 h 6403180"/>
                <a:gd name="connsiteX3" fmla="*/ 3888388 w 3892661"/>
                <a:gd name="connsiteY3" fmla="*/ 1974078 h 6403180"/>
                <a:gd name="connsiteX4" fmla="*/ 3892661 w 3892661"/>
                <a:gd name="connsiteY4" fmla="*/ 0 h 6403180"/>
                <a:gd name="connsiteX0" fmla="*/ 3896882 w 3896882"/>
                <a:gd name="connsiteY0" fmla="*/ 0 h 6403180"/>
                <a:gd name="connsiteX1" fmla="*/ 0 w 3896882"/>
                <a:gd name="connsiteY1" fmla="*/ 4599655 h 6403180"/>
                <a:gd name="connsiteX2" fmla="*/ 4272 w 3896882"/>
                <a:gd name="connsiteY2" fmla="*/ 6403180 h 6403180"/>
                <a:gd name="connsiteX3" fmla="*/ 3892609 w 3896882"/>
                <a:gd name="connsiteY3" fmla="*/ 1974078 h 6403180"/>
                <a:gd name="connsiteX4" fmla="*/ 3896882 w 3896882"/>
                <a:gd name="connsiteY4" fmla="*/ 0 h 6403180"/>
                <a:gd name="connsiteX0" fmla="*/ 3893021 w 3893021"/>
                <a:gd name="connsiteY0" fmla="*/ 0 h 6403180"/>
                <a:gd name="connsiteX1" fmla="*/ 412 w 3893021"/>
                <a:gd name="connsiteY1" fmla="*/ 4152108 h 6403180"/>
                <a:gd name="connsiteX2" fmla="*/ 411 w 3893021"/>
                <a:gd name="connsiteY2" fmla="*/ 6403180 h 6403180"/>
                <a:gd name="connsiteX3" fmla="*/ 3888748 w 3893021"/>
                <a:gd name="connsiteY3" fmla="*/ 1974078 h 6403180"/>
                <a:gd name="connsiteX4" fmla="*/ 3893021 w 3893021"/>
                <a:gd name="connsiteY4" fmla="*/ 0 h 6403180"/>
                <a:gd name="connsiteX0" fmla="*/ 3892651 w 3892651"/>
                <a:gd name="connsiteY0" fmla="*/ 0 h 6403180"/>
                <a:gd name="connsiteX1" fmla="*/ 34226 w 3892651"/>
                <a:gd name="connsiteY1" fmla="*/ 4375864 h 6403180"/>
                <a:gd name="connsiteX2" fmla="*/ 41 w 3892651"/>
                <a:gd name="connsiteY2" fmla="*/ 6403180 h 6403180"/>
                <a:gd name="connsiteX3" fmla="*/ 3888378 w 3892651"/>
                <a:gd name="connsiteY3" fmla="*/ 1974078 h 6403180"/>
                <a:gd name="connsiteX4" fmla="*/ 3892651 w 3892651"/>
                <a:gd name="connsiteY4" fmla="*/ 0 h 6403180"/>
                <a:gd name="connsiteX0" fmla="*/ 3875591 w 3875591"/>
                <a:gd name="connsiteY0" fmla="*/ 0 h 6552362"/>
                <a:gd name="connsiteX1" fmla="*/ 17166 w 3875591"/>
                <a:gd name="connsiteY1" fmla="*/ 4375864 h 6552362"/>
                <a:gd name="connsiteX2" fmla="*/ 73 w 3875591"/>
                <a:gd name="connsiteY2" fmla="*/ 6552362 h 6552362"/>
                <a:gd name="connsiteX3" fmla="*/ 3871318 w 3875591"/>
                <a:gd name="connsiteY3" fmla="*/ 1974078 h 6552362"/>
                <a:gd name="connsiteX4" fmla="*/ 3875591 w 3875591"/>
                <a:gd name="connsiteY4" fmla="*/ 0 h 6552362"/>
                <a:gd name="connsiteX0" fmla="*/ 3875928 w 3875928"/>
                <a:gd name="connsiteY0" fmla="*/ 0 h 6552362"/>
                <a:gd name="connsiteX1" fmla="*/ 412 w 3875928"/>
                <a:gd name="connsiteY1" fmla="*/ 4599620 h 6552362"/>
                <a:gd name="connsiteX2" fmla="*/ 410 w 3875928"/>
                <a:gd name="connsiteY2" fmla="*/ 6552362 h 6552362"/>
                <a:gd name="connsiteX3" fmla="*/ 3871655 w 3875928"/>
                <a:gd name="connsiteY3" fmla="*/ 1974078 h 6552362"/>
                <a:gd name="connsiteX4" fmla="*/ 3875928 w 3875928"/>
                <a:gd name="connsiteY4" fmla="*/ 0 h 6552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75928" h="6552362">
                  <a:moveTo>
                    <a:pt x="3875928" y="0"/>
                  </a:moveTo>
                  <a:lnTo>
                    <a:pt x="412" y="4599620"/>
                  </a:lnTo>
                  <a:cubicBezTo>
                    <a:pt x="1836" y="5253373"/>
                    <a:pt x="-1014" y="5898609"/>
                    <a:pt x="410" y="6552362"/>
                  </a:cubicBezTo>
                  <a:lnTo>
                    <a:pt x="3871655" y="1974078"/>
                  </a:lnTo>
                  <a:cubicBezTo>
                    <a:pt x="3873079" y="1316052"/>
                    <a:pt x="3874504" y="658026"/>
                    <a:pt x="3875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E83720AD-3971-A342-9F15-09DD430DE12F}"/>
                </a:ext>
              </a:extLst>
            </p:cNvPr>
            <p:cNvSpPr/>
            <p:nvPr/>
          </p:nvSpPr>
          <p:spPr>
            <a:xfrm>
              <a:off x="3485129" y="3719557"/>
              <a:ext cx="3875928" cy="375356"/>
            </a:xfrm>
            <a:custGeom>
              <a:avLst/>
              <a:gdLst>
                <a:gd name="connsiteX0" fmla="*/ 3896882 w 3926792"/>
                <a:gd name="connsiteY0" fmla="*/ 0 h 2226179"/>
                <a:gd name="connsiteX1" fmla="*/ 0 w 3926792"/>
                <a:gd name="connsiteY1" fmla="*/ 264919 h 2226179"/>
                <a:gd name="connsiteX2" fmla="*/ 29910 w 3926792"/>
                <a:gd name="connsiteY2" fmla="*/ 2226179 h 2226179"/>
                <a:gd name="connsiteX3" fmla="*/ 3926792 w 3926792"/>
                <a:gd name="connsiteY3" fmla="*/ 1961260 h 2226179"/>
                <a:gd name="connsiteX4" fmla="*/ 3896882 w 3926792"/>
                <a:gd name="connsiteY4" fmla="*/ 0 h 2226179"/>
                <a:gd name="connsiteX0" fmla="*/ 3896882 w 3909701"/>
                <a:gd name="connsiteY0" fmla="*/ 0 h 2226179"/>
                <a:gd name="connsiteX1" fmla="*/ 0 w 3909701"/>
                <a:gd name="connsiteY1" fmla="*/ 264919 h 2226179"/>
                <a:gd name="connsiteX2" fmla="*/ 29910 w 3909701"/>
                <a:gd name="connsiteY2" fmla="*/ 2226179 h 2226179"/>
                <a:gd name="connsiteX3" fmla="*/ 3909701 w 3909701"/>
                <a:gd name="connsiteY3" fmla="*/ 1969805 h 2226179"/>
                <a:gd name="connsiteX4" fmla="*/ 3896882 w 3909701"/>
                <a:gd name="connsiteY4" fmla="*/ 0 h 2226179"/>
                <a:gd name="connsiteX0" fmla="*/ 3896882 w 3896882"/>
                <a:gd name="connsiteY0" fmla="*/ 0 h 2226179"/>
                <a:gd name="connsiteX1" fmla="*/ 0 w 3896882"/>
                <a:gd name="connsiteY1" fmla="*/ 264919 h 2226179"/>
                <a:gd name="connsiteX2" fmla="*/ 29910 w 3896882"/>
                <a:gd name="connsiteY2" fmla="*/ 2226179 h 2226179"/>
                <a:gd name="connsiteX3" fmla="*/ 3892609 w 3896882"/>
                <a:gd name="connsiteY3" fmla="*/ 1974078 h 2226179"/>
                <a:gd name="connsiteX4" fmla="*/ 3896882 w 3896882"/>
                <a:gd name="connsiteY4" fmla="*/ 0 h 2226179"/>
                <a:gd name="connsiteX0" fmla="*/ 3871245 w 3871245"/>
                <a:gd name="connsiteY0" fmla="*/ 0 h 2226179"/>
                <a:gd name="connsiteX1" fmla="*/ 0 w 3871245"/>
                <a:gd name="connsiteY1" fmla="*/ 264919 h 2226179"/>
                <a:gd name="connsiteX2" fmla="*/ 4273 w 3871245"/>
                <a:gd name="connsiteY2" fmla="*/ 2226179 h 2226179"/>
                <a:gd name="connsiteX3" fmla="*/ 3866972 w 3871245"/>
                <a:gd name="connsiteY3" fmla="*/ 1974078 h 2226179"/>
                <a:gd name="connsiteX4" fmla="*/ 3871245 w 3871245"/>
                <a:gd name="connsiteY4" fmla="*/ 0 h 2226179"/>
                <a:gd name="connsiteX0" fmla="*/ 3867064 w 3867064"/>
                <a:gd name="connsiteY0" fmla="*/ 0 h 2226179"/>
                <a:gd name="connsiteX1" fmla="*/ 12911 w 3867064"/>
                <a:gd name="connsiteY1" fmla="*/ 269192 h 2226179"/>
                <a:gd name="connsiteX2" fmla="*/ 92 w 3867064"/>
                <a:gd name="connsiteY2" fmla="*/ 2226179 h 2226179"/>
                <a:gd name="connsiteX3" fmla="*/ 3862791 w 3867064"/>
                <a:gd name="connsiteY3" fmla="*/ 1974078 h 2226179"/>
                <a:gd name="connsiteX4" fmla="*/ 3867064 w 3867064"/>
                <a:gd name="connsiteY4" fmla="*/ 0 h 2226179"/>
                <a:gd name="connsiteX0" fmla="*/ 3867383 w 3867383"/>
                <a:gd name="connsiteY0" fmla="*/ 0 h 2226179"/>
                <a:gd name="connsiteX1" fmla="*/ 411 w 3867383"/>
                <a:gd name="connsiteY1" fmla="*/ 273465 h 2226179"/>
                <a:gd name="connsiteX2" fmla="*/ 411 w 3867383"/>
                <a:gd name="connsiteY2" fmla="*/ 2226179 h 2226179"/>
                <a:gd name="connsiteX3" fmla="*/ 3863110 w 3867383"/>
                <a:gd name="connsiteY3" fmla="*/ 1974078 h 2226179"/>
                <a:gd name="connsiteX4" fmla="*/ 3867383 w 3867383"/>
                <a:gd name="connsiteY4" fmla="*/ 0 h 2226179"/>
                <a:gd name="connsiteX0" fmla="*/ 3892661 w 3892661"/>
                <a:gd name="connsiteY0" fmla="*/ 0 h 6403180"/>
                <a:gd name="connsiteX1" fmla="*/ 25689 w 3892661"/>
                <a:gd name="connsiteY1" fmla="*/ 273465 h 6403180"/>
                <a:gd name="connsiteX2" fmla="*/ 51 w 3892661"/>
                <a:gd name="connsiteY2" fmla="*/ 6403180 h 6403180"/>
                <a:gd name="connsiteX3" fmla="*/ 3888388 w 3892661"/>
                <a:gd name="connsiteY3" fmla="*/ 1974078 h 6403180"/>
                <a:gd name="connsiteX4" fmla="*/ 3892661 w 3892661"/>
                <a:gd name="connsiteY4" fmla="*/ 0 h 6403180"/>
                <a:gd name="connsiteX0" fmla="*/ 3896882 w 3896882"/>
                <a:gd name="connsiteY0" fmla="*/ 0 h 6403180"/>
                <a:gd name="connsiteX1" fmla="*/ 0 w 3896882"/>
                <a:gd name="connsiteY1" fmla="*/ 4599655 h 6403180"/>
                <a:gd name="connsiteX2" fmla="*/ 4272 w 3896882"/>
                <a:gd name="connsiteY2" fmla="*/ 6403180 h 6403180"/>
                <a:gd name="connsiteX3" fmla="*/ 3892609 w 3896882"/>
                <a:gd name="connsiteY3" fmla="*/ 1974078 h 6403180"/>
                <a:gd name="connsiteX4" fmla="*/ 3896882 w 3896882"/>
                <a:gd name="connsiteY4" fmla="*/ 0 h 6403180"/>
                <a:gd name="connsiteX0" fmla="*/ 3893021 w 3893021"/>
                <a:gd name="connsiteY0" fmla="*/ 0 h 6403180"/>
                <a:gd name="connsiteX1" fmla="*/ 412 w 3893021"/>
                <a:gd name="connsiteY1" fmla="*/ 4152108 h 6403180"/>
                <a:gd name="connsiteX2" fmla="*/ 411 w 3893021"/>
                <a:gd name="connsiteY2" fmla="*/ 6403180 h 6403180"/>
                <a:gd name="connsiteX3" fmla="*/ 3888748 w 3893021"/>
                <a:gd name="connsiteY3" fmla="*/ 1974078 h 6403180"/>
                <a:gd name="connsiteX4" fmla="*/ 3893021 w 3893021"/>
                <a:gd name="connsiteY4" fmla="*/ 0 h 6403180"/>
                <a:gd name="connsiteX0" fmla="*/ 3892651 w 3892651"/>
                <a:gd name="connsiteY0" fmla="*/ 0 h 6403180"/>
                <a:gd name="connsiteX1" fmla="*/ 34226 w 3892651"/>
                <a:gd name="connsiteY1" fmla="*/ 4375864 h 6403180"/>
                <a:gd name="connsiteX2" fmla="*/ 41 w 3892651"/>
                <a:gd name="connsiteY2" fmla="*/ 6403180 h 6403180"/>
                <a:gd name="connsiteX3" fmla="*/ 3888378 w 3892651"/>
                <a:gd name="connsiteY3" fmla="*/ 1974078 h 6403180"/>
                <a:gd name="connsiteX4" fmla="*/ 3892651 w 3892651"/>
                <a:gd name="connsiteY4" fmla="*/ 0 h 6403180"/>
                <a:gd name="connsiteX0" fmla="*/ 3875591 w 3875591"/>
                <a:gd name="connsiteY0" fmla="*/ 0 h 6552362"/>
                <a:gd name="connsiteX1" fmla="*/ 17166 w 3875591"/>
                <a:gd name="connsiteY1" fmla="*/ 4375864 h 6552362"/>
                <a:gd name="connsiteX2" fmla="*/ 73 w 3875591"/>
                <a:gd name="connsiteY2" fmla="*/ 6552362 h 6552362"/>
                <a:gd name="connsiteX3" fmla="*/ 3871318 w 3875591"/>
                <a:gd name="connsiteY3" fmla="*/ 1974078 h 6552362"/>
                <a:gd name="connsiteX4" fmla="*/ 3875591 w 3875591"/>
                <a:gd name="connsiteY4" fmla="*/ 0 h 6552362"/>
                <a:gd name="connsiteX0" fmla="*/ 3875928 w 3875928"/>
                <a:gd name="connsiteY0" fmla="*/ 0 h 6552362"/>
                <a:gd name="connsiteX1" fmla="*/ 412 w 3875928"/>
                <a:gd name="connsiteY1" fmla="*/ 4599620 h 6552362"/>
                <a:gd name="connsiteX2" fmla="*/ 410 w 3875928"/>
                <a:gd name="connsiteY2" fmla="*/ 6552362 h 6552362"/>
                <a:gd name="connsiteX3" fmla="*/ 3871655 w 3875928"/>
                <a:gd name="connsiteY3" fmla="*/ 1974078 h 6552362"/>
                <a:gd name="connsiteX4" fmla="*/ 3875928 w 3875928"/>
                <a:gd name="connsiteY4" fmla="*/ 0 h 6552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75928" h="6552362">
                  <a:moveTo>
                    <a:pt x="3875928" y="0"/>
                  </a:moveTo>
                  <a:lnTo>
                    <a:pt x="412" y="4599620"/>
                  </a:lnTo>
                  <a:cubicBezTo>
                    <a:pt x="1836" y="5253373"/>
                    <a:pt x="-1014" y="5898609"/>
                    <a:pt x="410" y="6552362"/>
                  </a:cubicBezTo>
                  <a:lnTo>
                    <a:pt x="3871655" y="1974078"/>
                  </a:lnTo>
                  <a:cubicBezTo>
                    <a:pt x="3873079" y="1316052"/>
                    <a:pt x="3874504" y="658026"/>
                    <a:pt x="387592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BC622377-2E31-1842-B7B8-108319C7B7A5}"/>
                </a:ext>
              </a:extLst>
            </p:cNvPr>
            <p:cNvSpPr/>
            <p:nvPr/>
          </p:nvSpPr>
          <p:spPr>
            <a:xfrm>
              <a:off x="2575260" y="3949241"/>
              <a:ext cx="310918" cy="28110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50" name="Group 49">
              <a:extLst>
                <a:ext uri="{FF2B5EF4-FFF2-40B4-BE49-F238E27FC236}">
                  <a16:creationId xmlns:a16="http://schemas.microsoft.com/office/drawing/2014/main" id="{4CDDC42D-85F3-5F48-A935-3952508D2E47}"/>
                </a:ext>
              </a:extLst>
            </p:cNvPr>
            <p:cNvGrpSpPr/>
            <p:nvPr/>
          </p:nvGrpSpPr>
          <p:grpSpPr>
            <a:xfrm>
              <a:off x="1756483" y="3920514"/>
              <a:ext cx="1644347" cy="338554"/>
              <a:chOff x="1756483" y="3920514"/>
              <a:chExt cx="1644347" cy="338554"/>
            </a:xfrm>
          </p:grpSpPr>
          <p:cxnSp>
            <p:nvCxnSpPr>
              <p:cNvPr id="83" name="Straight Arrow Connector 82">
                <a:extLst>
                  <a:ext uri="{FF2B5EF4-FFF2-40B4-BE49-F238E27FC236}">
                    <a16:creationId xmlns:a16="http://schemas.microsoft.com/office/drawing/2014/main" id="{665F1FBC-EB6D-914C-954B-043B19E2CEC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756483" y="4094530"/>
                <a:ext cx="1644347" cy="0"/>
              </a:xfrm>
              <a:prstGeom prst="straightConnector1">
                <a:avLst/>
              </a:prstGeom>
              <a:ln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88D8925B-CD48-6346-BBE6-8AD1F024192A}"/>
                  </a:ext>
                </a:extLst>
              </p:cNvPr>
              <p:cNvSpPr txBox="1"/>
              <p:nvPr/>
            </p:nvSpPr>
            <p:spPr>
              <a:xfrm>
                <a:off x="2554202" y="3920514"/>
                <a:ext cx="454883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O</a:t>
                </a:r>
                <a:r>
                  <a:rPr kumimoji="0" lang="en-US" sz="16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3</a:t>
                </a:r>
              </a:p>
            </p:txBody>
          </p:sp>
        </p:grpSp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3ED052B0-9951-5649-91CE-3B957628FFA7}"/>
                </a:ext>
              </a:extLst>
            </p:cNvPr>
            <p:cNvSpPr/>
            <p:nvPr/>
          </p:nvSpPr>
          <p:spPr>
            <a:xfrm>
              <a:off x="2869378" y="5701781"/>
              <a:ext cx="269557" cy="22941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54" name="Group 53">
              <a:extLst>
                <a:ext uri="{FF2B5EF4-FFF2-40B4-BE49-F238E27FC236}">
                  <a16:creationId xmlns:a16="http://schemas.microsoft.com/office/drawing/2014/main" id="{141BCBD2-E211-8147-94AE-9676C1098C29}"/>
                </a:ext>
              </a:extLst>
            </p:cNvPr>
            <p:cNvGrpSpPr/>
            <p:nvPr/>
          </p:nvGrpSpPr>
          <p:grpSpPr>
            <a:xfrm>
              <a:off x="1706138" y="5621746"/>
              <a:ext cx="1641326" cy="338554"/>
              <a:chOff x="1706138" y="5621746"/>
              <a:chExt cx="1641326" cy="338554"/>
            </a:xfrm>
          </p:grpSpPr>
          <p:cxnSp>
            <p:nvCxnSpPr>
              <p:cNvPr id="84" name="Straight Arrow Connector 83">
                <a:extLst>
                  <a:ext uri="{FF2B5EF4-FFF2-40B4-BE49-F238E27FC236}">
                    <a16:creationId xmlns:a16="http://schemas.microsoft.com/office/drawing/2014/main" id="{DB9888CD-41C5-4646-87F1-56C4C74BA58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706138" y="5804632"/>
                <a:ext cx="1641326" cy="0"/>
              </a:xfrm>
              <a:prstGeom prst="straightConnector1">
                <a:avLst/>
              </a:prstGeom>
              <a:ln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TextBox 94">
                <a:extLst>
                  <a:ext uri="{FF2B5EF4-FFF2-40B4-BE49-F238E27FC236}">
                    <a16:creationId xmlns:a16="http://schemas.microsoft.com/office/drawing/2014/main" id="{4597425E-DF5C-7647-B600-A70497B20E94}"/>
                  </a:ext>
                </a:extLst>
              </p:cNvPr>
              <p:cNvSpPr txBox="1"/>
              <p:nvPr/>
            </p:nvSpPr>
            <p:spPr>
              <a:xfrm>
                <a:off x="2801769" y="5621746"/>
                <a:ext cx="459104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O</a:t>
                </a:r>
                <a:r>
                  <a:rPr kumimoji="0" lang="en-US" sz="16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1</a:t>
                </a:r>
              </a:p>
            </p:txBody>
          </p:sp>
        </p:grp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F26F312C-F797-9546-9530-388E7EACD1E5}"/>
                </a:ext>
              </a:extLst>
            </p:cNvPr>
            <p:cNvCxnSpPr/>
            <p:nvPr/>
          </p:nvCxnSpPr>
          <p:spPr>
            <a:xfrm>
              <a:off x="8570246" y="5311450"/>
              <a:ext cx="981982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Straight Connector 101">
              <a:extLst>
                <a:ext uri="{FF2B5EF4-FFF2-40B4-BE49-F238E27FC236}">
                  <a16:creationId xmlns:a16="http://schemas.microsoft.com/office/drawing/2014/main" id="{B1529647-C0C9-574F-8FF1-580A42D9C0C0}"/>
                </a:ext>
              </a:extLst>
            </p:cNvPr>
            <p:cNvCxnSpPr/>
            <p:nvPr/>
          </p:nvCxnSpPr>
          <p:spPr>
            <a:xfrm>
              <a:off x="8585033" y="4956968"/>
              <a:ext cx="981982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Straight Connector 128">
              <a:extLst>
                <a:ext uri="{FF2B5EF4-FFF2-40B4-BE49-F238E27FC236}">
                  <a16:creationId xmlns:a16="http://schemas.microsoft.com/office/drawing/2014/main" id="{7E50FB3C-A3CC-C043-BF4E-10D379228467}"/>
                </a:ext>
              </a:extLst>
            </p:cNvPr>
            <p:cNvCxnSpPr/>
            <p:nvPr/>
          </p:nvCxnSpPr>
          <p:spPr>
            <a:xfrm>
              <a:off x="8579058" y="4824874"/>
              <a:ext cx="981982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Straight Connector 129">
              <a:extLst>
                <a:ext uri="{FF2B5EF4-FFF2-40B4-BE49-F238E27FC236}">
                  <a16:creationId xmlns:a16="http://schemas.microsoft.com/office/drawing/2014/main" id="{B41C7889-A836-484E-8169-EF5C2DBA3482}"/>
                </a:ext>
              </a:extLst>
            </p:cNvPr>
            <p:cNvCxnSpPr/>
            <p:nvPr/>
          </p:nvCxnSpPr>
          <p:spPr>
            <a:xfrm>
              <a:off x="8573083" y="4692780"/>
              <a:ext cx="981982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Straight Connector 130">
              <a:extLst>
                <a:ext uri="{FF2B5EF4-FFF2-40B4-BE49-F238E27FC236}">
                  <a16:creationId xmlns:a16="http://schemas.microsoft.com/office/drawing/2014/main" id="{61EE47C2-CDAF-F340-9C07-30C8346C6253}"/>
                </a:ext>
              </a:extLst>
            </p:cNvPr>
            <p:cNvCxnSpPr/>
            <p:nvPr/>
          </p:nvCxnSpPr>
          <p:spPr>
            <a:xfrm>
              <a:off x="8567108" y="4560686"/>
              <a:ext cx="981982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Straight Connector 131">
              <a:extLst>
                <a:ext uri="{FF2B5EF4-FFF2-40B4-BE49-F238E27FC236}">
                  <a16:creationId xmlns:a16="http://schemas.microsoft.com/office/drawing/2014/main" id="{1849EF8F-5CF1-D94F-B506-490C9309164F}"/>
                </a:ext>
              </a:extLst>
            </p:cNvPr>
            <p:cNvCxnSpPr/>
            <p:nvPr/>
          </p:nvCxnSpPr>
          <p:spPr>
            <a:xfrm>
              <a:off x="8561133" y="4428592"/>
              <a:ext cx="981982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Straight Connector 132">
              <a:extLst>
                <a:ext uri="{FF2B5EF4-FFF2-40B4-BE49-F238E27FC236}">
                  <a16:creationId xmlns:a16="http://schemas.microsoft.com/office/drawing/2014/main" id="{627A730F-13F6-D144-B66D-F5F8082E6868}"/>
                </a:ext>
              </a:extLst>
            </p:cNvPr>
            <p:cNvCxnSpPr/>
            <p:nvPr/>
          </p:nvCxnSpPr>
          <p:spPr>
            <a:xfrm>
              <a:off x="8555158" y="4296498"/>
              <a:ext cx="981982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Straight Connector 133">
              <a:extLst>
                <a:ext uri="{FF2B5EF4-FFF2-40B4-BE49-F238E27FC236}">
                  <a16:creationId xmlns:a16="http://schemas.microsoft.com/office/drawing/2014/main" id="{8DE6F362-ACF1-AC45-94ED-A1E3CFC4CACB}"/>
                </a:ext>
              </a:extLst>
            </p:cNvPr>
            <p:cNvCxnSpPr/>
            <p:nvPr/>
          </p:nvCxnSpPr>
          <p:spPr>
            <a:xfrm>
              <a:off x="8549183" y="4164404"/>
              <a:ext cx="981982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Straight Connector 134">
              <a:extLst>
                <a:ext uri="{FF2B5EF4-FFF2-40B4-BE49-F238E27FC236}">
                  <a16:creationId xmlns:a16="http://schemas.microsoft.com/office/drawing/2014/main" id="{1EE4C68C-D132-C940-9F84-9FA59A49FCD6}"/>
                </a:ext>
              </a:extLst>
            </p:cNvPr>
            <p:cNvCxnSpPr/>
            <p:nvPr/>
          </p:nvCxnSpPr>
          <p:spPr>
            <a:xfrm>
              <a:off x="8543208" y="4032310"/>
              <a:ext cx="981982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Straight Connector 135">
              <a:extLst>
                <a:ext uri="{FF2B5EF4-FFF2-40B4-BE49-F238E27FC236}">
                  <a16:creationId xmlns:a16="http://schemas.microsoft.com/office/drawing/2014/main" id="{31A8F1E6-4E41-C344-A87C-2BCD0FF502FC}"/>
                </a:ext>
              </a:extLst>
            </p:cNvPr>
            <p:cNvCxnSpPr/>
            <p:nvPr/>
          </p:nvCxnSpPr>
          <p:spPr>
            <a:xfrm>
              <a:off x="8537233" y="3900216"/>
              <a:ext cx="981982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Straight Connector 136">
              <a:extLst>
                <a:ext uri="{FF2B5EF4-FFF2-40B4-BE49-F238E27FC236}">
                  <a16:creationId xmlns:a16="http://schemas.microsoft.com/office/drawing/2014/main" id="{73E8E12E-F846-D846-8D27-0D67A493AAA0}"/>
                </a:ext>
              </a:extLst>
            </p:cNvPr>
            <p:cNvCxnSpPr/>
            <p:nvPr/>
          </p:nvCxnSpPr>
          <p:spPr>
            <a:xfrm>
              <a:off x="8531258" y="3768122"/>
              <a:ext cx="981982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Straight Connector 137">
              <a:extLst>
                <a:ext uri="{FF2B5EF4-FFF2-40B4-BE49-F238E27FC236}">
                  <a16:creationId xmlns:a16="http://schemas.microsoft.com/office/drawing/2014/main" id="{E6D99FA8-5239-8748-B4B7-E247030A1E8C}"/>
                </a:ext>
              </a:extLst>
            </p:cNvPr>
            <p:cNvCxnSpPr/>
            <p:nvPr/>
          </p:nvCxnSpPr>
          <p:spPr>
            <a:xfrm>
              <a:off x="8525283" y="3636028"/>
              <a:ext cx="981982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Straight Connector 138">
              <a:extLst>
                <a:ext uri="{FF2B5EF4-FFF2-40B4-BE49-F238E27FC236}">
                  <a16:creationId xmlns:a16="http://schemas.microsoft.com/office/drawing/2014/main" id="{87BDB7C5-F61E-F944-ADD5-B942DE4D8073}"/>
                </a:ext>
              </a:extLst>
            </p:cNvPr>
            <p:cNvCxnSpPr/>
            <p:nvPr/>
          </p:nvCxnSpPr>
          <p:spPr>
            <a:xfrm>
              <a:off x="8540494" y="3503934"/>
              <a:ext cx="981982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Straight Connector 139">
              <a:extLst>
                <a:ext uri="{FF2B5EF4-FFF2-40B4-BE49-F238E27FC236}">
                  <a16:creationId xmlns:a16="http://schemas.microsoft.com/office/drawing/2014/main" id="{DC97917E-3C70-1848-83E2-6E69C542C768}"/>
                </a:ext>
              </a:extLst>
            </p:cNvPr>
            <p:cNvCxnSpPr/>
            <p:nvPr/>
          </p:nvCxnSpPr>
          <p:spPr>
            <a:xfrm>
              <a:off x="8534519" y="3371840"/>
              <a:ext cx="981982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Straight Connector 140">
              <a:extLst>
                <a:ext uri="{FF2B5EF4-FFF2-40B4-BE49-F238E27FC236}">
                  <a16:creationId xmlns:a16="http://schemas.microsoft.com/office/drawing/2014/main" id="{56A2B6C1-D74F-8644-B2DD-07626B62AC3A}"/>
                </a:ext>
              </a:extLst>
            </p:cNvPr>
            <p:cNvCxnSpPr/>
            <p:nvPr/>
          </p:nvCxnSpPr>
          <p:spPr>
            <a:xfrm>
              <a:off x="8535606" y="3239746"/>
              <a:ext cx="981982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Straight Connector 141">
              <a:extLst>
                <a:ext uri="{FF2B5EF4-FFF2-40B4-BE49-F238E27FC236}">
                  <a16:creationId xmlns:a16="http://schemas.microsoft.com/office/drawing/2014/main" id="{99318C6E-B313-F948-A960-AB9F1565EF3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452698" y="3962094"/>
              <a:ext cx="3980812" cy="289807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Straight Connector 142">
              <a:extLst>
                <a:ext uri="{FF2B5EF4-FFF2-40B4-BE49-F238E27FC236}">
                  <a16:creationId xmlns:a16="http://schemas.microsoft.com/office/drawing/2014/main" id="{41663946-4235-7448-AEF1-D18B5A3DD5D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392013" y="4113083"/>
              <a:ext cx="3980812" cy="289807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Straight Connector 143">
              <a:extLst>
                <a:ext uri="{FF2B5EF4-FFF2-40B4-BE49-F238E27FC236}">
                  <a16:creationId xmlns:a16="http://schemas.microsoft.com/office/drawing/2014/main" id="{F191351A-1A02-8B4A-8E31-DE66EA94742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403873" y="4250677"/>
              <a:ext cx="3980812" cy="289807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Straight Connector 144">
              <a:extLst>
                <a:ext uri="{FF2B5EF4-FFF2-40B4-BE49-F238E27FC236}">
                  <a16:creationId xmlns:a16="http://schemas.microsoft.com/office/drawing/2014/main" id="{F985530D-C4B6-9A4F-AC43-C17FB5DA79C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415733" y="4399559"/>
              <a:ext cx="3980812" cy="289807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1F15277D-8E18-5040-BA7A-6BA237E590D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474493" y="5562147"/>
              <a:ext cx="3980812" cy="289807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FB7705AD-3AB0-5E4A-A165-5139123712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486353" y="5716673"/>
              <a:ext cx="3980812" cy="289807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B2D7EE39-0642-6848-BC17-455AF419742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467438" y="4527480"/>
              <a:ext cx="3980812" cy="289807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B330DE2B-04A2-FF47-AFF6-A2E1A70460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406753" y="4678469"/>
              <a:ext cx="3980812" cy="289807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47BB00C9-2F27-004D-9372-BD381A26537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418613" y="4816063"/>
              <a:ext cx="3980812" cy="289807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C78FEDE8-839F-454D-A0FA-76A2C79B5B9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430473" y="4964945"/>
              <a:ext cx="3980812" cy="289807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2E9C306E-46D8-F145-8048-E35C09F8800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482178" y="5092866"/>
              <a:ext cx="3980812" cy="289807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2DCD9603-AC7A-3345-BD4F-7AD3B80B77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421493" y="5243855"/>
              <a:ext cx="3980812" cy="289807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46D2CB60-1100-B943-BEE0-9BBA817FB8D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433353" y="5381449"/>
              <a:ext cx="3980812" cy="289807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4128955766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AE17E1B9-E08C-AC29-527D-DF9585788D1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DNS: Domain Name System</a:t>
            </a:r>
          </a:p>
        </p:txBody>
      </p:sp>
    </p:spTree>
    <p:extLst>
      <p:ext uri="{BB962C8B-B14F-4D97-AF65-F5344CB8AC3E}">
        <p14:creationId xmlns:p14="http://schemas.microsoft.com/office/powerpoint/2010/main" val="2241880016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DNS: Domain Name System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127" name="Rectangle 3">
            <a:extLst>
              <a:ext uri="{FF2B5EF4-FFF2-40B4-BE49-F238E27FC236}">
                <a16:creationId xmlns:a16="http://schemas.microsoft.com/office/drawing/2014/main" id="{35F7BF1A-0385-C246-9EE3-5E4E54C86490}"/>
              </a:ext>
            </a:extLst>
          </p:cNvPr>
          <p:cNvSpPr txBox="1">
            <a:spLocks noChangeArrowheads="1"/>
          </p:cNvSpPr>
          <p:nvPr/>
        </p:nvSpPr>
        <p:spPr>
          <a:xfrm>
            <a:off x="753721" y="1340962"/>
            <a:ext cx="4901973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people: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many identifiers: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SSN, name, passport #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Internet hosts, routers: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IP address (32 bit) - used for addressing datagrams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“name”, e.g., cs.umass.edu - used by humans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1" u="sng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how to map between IP address and name, and vice versa ?</a:t>
            </a:r>
          </a:p>
        </p:txBody>
      </p:sp>
      <p:sp>
        <p:nvSpPr>
          <p:cNvPr id="128" name="Rectangle 4">
            <a:extLst>
              <a:ext uri="{FF2B5EF4-FFF2-40B4-BE49-F238E27FC236}">
                <a16:creationId xmlns:a16="http://schemas.microsoft.com/office/drawing/2014/main" id="{3851BC29-45CA-8744-BD4D-21254F83A516}"/>
              </a:ext>
            </a:extLst>
          </p:cNvPr>
          <p:cNvSpPr txBox="1">
            <a:spLocks noChangeArrowheads="1"/>
          </p:cNvSpPr>
          <p:nvPr/>
        </p:nvSpPr>
        <p:spPr>
          <a:xfrm>
            <a:off x="5592033" y="1281002"/>
            <a:ext cx="6088112" cy="500697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Domain Name System (DNS):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distributed database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implemented in hierarchy of many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name servers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application-layer protocol: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hosts, DNS servers communicate to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resolve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names (address/name translation)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note: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core Internet function,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implemented as application-layer protocol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complexity at network’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 “edge”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48561236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DNS: services, structure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6" name="Rectangle 4">
            <a:extLst>
              <a:ext uri="{FF2B5EF4-FFF2-40B4-BE49-F238E27FC236}">
                <a16:creationId xmlns:a16="http://schemas.microsoft.com/office/drawing/2014/main" id="{84A8BD0F-3C0D-E143-B2CB-EB155AB75267}"/>
              </a:ext>
            </a:extLst>
          </p:cNvPr>
          <p:cNvSpPr txBox="1">
            <a:spLocks noChangeArrowheads="1"/>
          </p:cNvSpPr>
          <p:nvPr/>
        </p:nvSpPr>
        <p:spPr>
          <a:xfrm>
            <a:off x="6618515" y="1271135"/>
            <a:ext cx="4978400" cy="226377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Q: Why not centralize DNS?</a:t>
            </a:r>
          </a:p>
          <a:p>
            <a:pPr marL="582613" marR="0" lvl="0" indent="-233363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single point of failure</a:t>
            </a:r>
          </a:p>
          <a:p>
            <a:pPr marL="582613" marR="0" lvl="0" indent="-233363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traffic volume</a:t>
            </a:r>
          </a:p>
          <a:p>
            <a:pPr marL="582613" marR="0" lvl="0" indent="-233363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distant centralized database</a:t>
            </a:r>
          </a:p>
          <a:p>
            <a:pPr marL="582613" marR="0" lvl="0" indent="-233363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maintenance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ＭＳ Ｐゴシック" panose="020B0600070205080204" pitchFamily="34" charset="-128"/>
              <a:cs typeface="Calibri" panose="020F0502020204030204" pitchFamily="34" charset="0"/>
            </a:endParaRPr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B7F0F378-5315-734B-B54E-DEAB8A692F94}"/>
              </a:ext>
            </a:extLst>
          </p:cNvPr>
          <p:cNvSpPr txBox="1">
            <a:spLocks noChangeArrowheads="1"/>
          </p:cNvSpPr>
          <p:nvPr/>
        </p:nvSpPr>
        <p:spPr>
          <a:xfrm>
            <a:off x="731837" y="1300163"/>
            <a:ext cx="5808663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DNS services:</a:t>
            </a:r>
          </a:p>
          <a:p>
            <a:pPr marL="460375" marR="0" lvl="0" indent="-2159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hostname-to-IP-address translation</a:t>
            </a:r>
          </a:p>
          <a:p>
            <a:pPr marL="460375" marR="0" lvl="0" indent="-2159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host aliasing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canonical, alias names</a:t>
            </a:r>
          </a:p>
          <a:p>
            <a:pPr marL="460375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mail server aliasing</a:t>
            </a:r>
          </a:p>
          <a:p>
            <a:pPr marL="460375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load distribution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replicated Web servers: many IP addresses correspond to one name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panose="020B0502020104020203" pitchFamily="34" charset="77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" name="Text Box 11">
            <a:extLst>
              <a:ext uri="{FF2B5EF4-FFF2-40B4-BE49-F238E27FC236}">
                <a16:creationId xmlns:a16="http://schemas.microsoft.com/office/drawing/2014/main" id="{53ABE19B-9E03-F747-BF91-159D30C79A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77862" y="3709428"/>
            <a:ext cx="4956937" cy="144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6075" marR="0" lvl="0" indent="-3317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A: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doesn‘t</a:t>
            </a:r>
            <a:r>
              <a:rPr kumimoji="0" lang="en-US" altLang="ja-JP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 scale!</a:t>
            </a:r>
          </a:p>
          <a:p>
            <a:pPr marL="466725" marR="0" lvl="0" indent="-2921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Comcast DNS servers alone: 600B DNS queries/day</a:t>
            </a:r>
          </a:p>
        </p:txBody>
      </p:sp>
    </p:spTree>
    <p:extLst>
      <p:ext uri="{BB962C8B-B14F-4D97-AF65-F5344CB8AC3E}">
        <p14:creationId xmlns:p14="http://schemas.microsoft.com/office/powerpoint/2010/main" val="263023373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DNS: a distributed, hierarchical </a:t>
            </a:r>
            <a:r>
              <a:rPr lang="en-US" altLang="en-US" dirty="0">
                <a:ea typeface="ＭＳ Ｐゴシック" panose="020B0600070205080204" pitchFamily="34" charset="-128"/>
                <a:cs typeface="Calibri" panose="020F0502020204030204" pitchFamily="34" charset="0"/>
              </a:rPr>
              <a:t>d</a:t>
            </a:r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atabase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30" name="Rectangle 22">
            <a:extLst>
              <a:ext uri="{FF2B5EF4-FFF2-40B4-BE49-F238E27FC236}">
                <a16:creationId xmlns:a16="http://schemas.microsoft.com/office/drawing/2014/main" id="{A444882F-E18F-DD45-9D52-E80EEEA5B2C4}"/>
              </a:ext>
            </a:extLst>
          </p:cNvPr>
          <p:cNvSpPr txBox="1">
            <a:spLocks noChangeArrowheads="1"/>
          </p:cNvSpPr>
          <p:nvPr/>
        </p:nvSpPr>
        <p:spPr>
          <a:xfrm>
            <a:off x="478971" y="4398565"/>
            <a:ext cx="11713029" cy="21336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715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Client wants IP address for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www.amazon.com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; 1</a:t>
            </a:r>
            <a:r>
              <a:rPr kumimoji="0" lang="en-US" altLang="en-US" sz="2800" b="0" i="0" u="none" strike="noStrike" kern="1200" cap="none" spc="0" normalizeH="0" baseline="3000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st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approximation:</a:t>
            </a:r>
          </a:p>
          <a:p>
            <a:pPr marL="460375" marR="0" lvl="0" indent="-2159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client queries root server to find .com DNS server</a:t>
            </a:r>
          </a:p>
          <a:p>
            <a:pPr marL="460375" marR="0" lvl="0" indent="-2159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client queries .com DNS server to get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amazon.com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DNS server</a:t>
            </a:r>
          </a:p>
          <a:p>
            <a:pPr marL="460375" marR="0" lvl="0" indent="-2159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client queries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amazon.com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DNS server to get  IP address for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www.amazon.com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3" name="Group 2" descr="Hierarchical structure of DNS">
            <a:extLst>
              <a:ext uri="{FF2B5EF4-FFF2-40B4-BE49-F238E27FC236}">
                <a16:creationId xmlns:a16="http://schemas.microsoft.com/office/drawing/2014/main" id="{359990F5-AB0D-E73A-4BB8-BA65D9E02757}"/>
              </a:ext>
            </a:extLst>
          </p:cNvPr>
          <p:cNvGrpSpPr/>
          <p:nvPr/>
        </p:nvGrpSpPr>
        <p:grpSpPr>
          <a:xfrm>
            <a:off x="877709" y="1407648"/>
            <a:ext cx="11235574" cy="2412574"/>
            <a:chOff x="877709" y="1407648"/>
            <a:chExt cx="11235574" cy="2412574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86A00663-77DA-9B4C-A51A-04EBC6FBCCA0}"/>
                </a:ext>
              </a:extLst>
            </p:cNvPr>
            <p:cNvGrpSpPr/>
            <p:nvPr/>
          </p:nvGrpSpPr>
          <p:grpSpPr>
            <a:xfrm>
              <a:off x="1321991" y="1815164"/>
              <a:ext cx="10791292" cy="1046691"/>
              <a:chOff x="1321991" y="1815164"/>
              <a:chExt cx="10791292" cy="1046691"/>
            </a:xfrm>
          </p:grpSpPr>
          <p:sp>
            <p:nvSpPr>
              <p:cNvPr id="12" name="Text Box 4">
                <a:extLst>
                  <a:ext uri="{FF2B5EF4-FFF2-40B4-BE49-F238E27FC236}">
                    <a16:creationId xmlns:a16="http://schemas.microsoft.com/office/drawing/2014/main" id="{8DB0E7C3-8033-5949-9183-2915D95A752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21991" y="2431570"/>
                <a:ext cx="2057411" cy="3687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.com DNS servers</a:t>
                </a:r>
              </a:p>
            </p:txBody>
          </p:sp>
          <p:sp>
            <p:nvSpPr>
              <p:cNvPr id="13" name="Text Box 5">
                <a:extLst>
                  <a:ext uri="{FF2B5EF4-FFF2-40B4-BE49-F238E27FC236}">
                    <a16:creationId xmlns:a16="http://schemas.microsoft.com/office/drawing/2014/main" id="{2E5F716F-8E9B-6F4D-879A-CC62D69D957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69789" y="2432961"/>
                <a:ext cx="1954541" cy="3687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.org DNS servers</a:t>
                </a:r>
              </a:p>
            </p:txBody>
          </p:sp>
          <p:sp>
            <p:nvSpPr>
              <p:cNvPr id="14" name="Text Box 6">
                <a:extLst>
                  <a:ext uri="{FF2B5EF4-FFF2-40B4-BE49-F238E27FC236}">
                    <a16:creationId xmlns:a16="http://schemas.microsoft.com/office/drawing/2014/main" id="{67230760-6F08-C443-A901-7D6991E095B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46026" y="2432961"/>
                <a:ext cx="2005231" cy="3687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.edu DNS servers</a:t>
                </a:r>
              </a:p>
            </p:txBody>
          </p:sp>
          <p:sp>
            <p:nvSpPr>
              <p:cNvPr id="15" name="Line 7">
                <a:extLst>
                  <a:ext uri="{FF2B5EF4-FFF2-40B4-BE49-F238E27FC236}">
                    <a16:creationId xmlns:a16="http://schemas.microsoft.com/office/drawing/2014/main" id="{BA67319E-9089-5D4D-83FF-3AE2DB5B13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538547" y="1831861"/>
                <a:ext cx="2075302" cy="601100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" name="Line 8">
                <a:extLst>
                  <a:ext uri="{FF2B5EF4-FFF2-40B4-BE49-F238E27FC236}">
                    <a16:creationId xmlns:a16="http://schemas.microsoft.com/office/drawing/2014/main" id="{64A53551-2118-9045-B6B4-1F713C8B8A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901588" y="1815164"/>
                <a:ext cx="0" cy="616406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" name="Line 9">
                <a:extLst>
                  <a:ext uri="{FF2B5EF4-FFF2-40B4-BE49-F238E27FC236}">
                    <a16:creationId xmlns:a16="http://schemas.microsoft.com/office/drawing/2014/main" id="{B45A6D89-577E-7C44-A516-DED5E6DB81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257908" y="1831861"/>
                <a:ext cx="2146864" cy="60110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Text Box 29">
                <a:extLst>
                  <a:ext uri="{FF2B5EF4-FFF2-40B4-BE49-F238E27FC236}">
                    <a16:creationId xmlns:a16="http://schemas.microsoft.com/office/drawing/2014/main" id="{B9DABBB2-671A-2742-937B-8D9DEE87BF8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066204" y="1934852"/>
                <a:ext cx="438150" cy="3968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marL="342900" indent="-3429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342900" marR="0" lvl="0" indent="-342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…</a:t>
                </a:r>
              </a:p>
            </p:txBody>
          </p:sp>
          <p:sp>
            <p:nvSpPr>
              <p:cNvPr id="29" name="Text Box 30">
                <a:extLst>
                  <a:ext uri="{FF2B5EF4-FFF2-40B4-BE49-F238E27FC236}">
                    <a16:creationId xmlns:a16="http://schemas.microsoft.com/office/drawing/2014/main" id="{F8EBAC0E-17AF-6147-BA8E-98BDF7436DA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25966" y="1923399"/>
                <a:ext cx="438150" cy="3968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marL="342900" indent="-3429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342900" marR="0" lvl="0" indent="-342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…</a:t>
                </a:r>
              </a:p>
            </p:txBody>
          </p:sp>
          <p:sp>
            <p:nvSpPr>
              <p:cNvPr id="2" name="TextBox 1">
                <a:extLst>
                  <a:ext uri="{FF2B5EF4-FFF2-40B4-BE49-F238E27FC236}">
                    <a16:creationId xmlns:a16="http://schemas.microsoft.com/office/drawing/2014/main" id="{47834A79-77AF-0047-9901-2474CA5CB805}"/>
                  </a:ext>
                </a:extLst>
              </p:cNvPr>
              <p:cNvSpPr txBox="1"/>
              <p:nvPr/>
            </p:nvSpPr>
            <p:spPr>
              <a:xfrm>
                <a:off x="9724296" y="2400190"/>
                <a:ext cx="2388987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Top Level Domain</a:t>
                </a:r>
              </a:p>
            </p:txBody>
          </p:sp>
        </p:grp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2A62B1BD-DD42-D845-9BBE-BE085C24631D}"/>
                </a:ext>
              </a:extLst>
            </p:cNvPr>
            <p:cNvGrpSpPr/>
            <p:nvPr/>
          </p:nvGrpSpPr>
          <p:grpSpPr>
            <a:xfrm>
              <a:off x="3874373" y="1407648"/>
              <a:ext cx="7294880" cy="461665"/>
              <a:chOff x="3874373" y="1407648"/>
              <a:chExt cx="7294880" cy="461665"/>
            </a:xfrm>
          </p:grpSpPr>
          <p:sp>
            <p:nvSpPr>
              <p:cNvPr id="11" name="Text Box 2">
                <a:extLst>
                  <a:ext uri="{FF2B5EF4-FFF2-40B4-BE49-F238E27FC236}">
                    <a16:creationId xmlns:a16="http://schemas.microsoft.com/office/drawing/2014/main" id="{10CE294D-681E-A241-BD53-A34355A3649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74373" y="1432519"/>
                <a:ext cx="2064866" cy="36733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Root DNS Servers</a:t>
                </a:r>
              </a:p>
            </p:txBody>
          </p:sp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306AE851-5852-CE4F-8F0F-42EF70A401C4}"/>
                  </a:ext>
                </a:extLst>
              </p:cNvPr>
              <p:cNvSpPr txBox="1"/>
              <p:nvPr/>
            </p:nvSpPr>
            <p:spPr>
              <a:xfrm>
                <a:off x="10397760" y="1407648"/>
                <a:ext cx="771493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Root</a:t>
                </a:r>
              </a:p>
            </p:txBody>
          </p:sp>
        </p:grp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CC7CCAC6-2E30-B94C-ABE6-16301CFD8E18}"/>
                </a:ext>
              </a:extLst>
            </p:cNvPr>
            <p:cNvGrpSpPr/>
            <p:nvPr/>
          </p:nvGrpSpPr>
          <p:grpSpPr>
            <a:xfrm>
              <a:off x="877709" y="2766905"/>
              <a:ext cx="10877911" cy="1053317"/>
              <a:chOff x="877709" y="2766905"/>
              <a:chExt cx="10877911" cy="1053317"/>
            </a:xfrm>
          </p:grpSpPr>
          <p:sp>
            <p:nvSpPr>
              <p:cNvPr id="18" name="Text Box 10">
                <a:extLst>
                  <a:ext uri="{FF2B5EF4-FFF2-40B4-BE49-F238E27FC236}">
                    <a16:creationId xmlns:a16="http://schemas.microsoft.com/office/drawing/2014/main" id="{48A982BB-AB47-3F43-B500-136E591676A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241887" y="3150942"/>
                <a:ext cx="1478951" cy="6414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nyu.edu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DNS servers</a:t>
                </a:r>
              </a:p>
            </p:txBody>
          </p:sp>
          <p:sp>
            <p:nvSpPr>
              <p:cNvPr id="19" name="Text Box 11">
                <a:extLst>
                  <a:ext uri="{FF2B5EF4-FFF2-40B4-BE49-F238E27FC236}">
                    <a16:creationId xmlns:a16="http://schemas.microsoft.com/office/drawing/2014/main" id="{2B6BDDC7-E847-3847-933D-4C32FCB6E8A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813272" y="3150942"/>
                <a:ext cx="1478951" cy="6414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umass.edu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DNS servers</a:t>
                </a:r>
              </a:p>
            </p:txBody>
          </p:sp>
          <p:sp>
            <p:nvSpPr>
              <p:cNvPr id="20" name="Line 12">
                <a:extLst>
                  <a:ext uri="{FF2B5EF4-FFF2-40B4-BE49-F238E27FC236}">
                    <a16:creationId xmlns:a16="http://schemas.microsoft.com/office/drawing/2014/main" id="{320DE5FB-B16F-134F-A6AE-3A733BA85D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6774130" y="2766905"/>
                <a:ext cx="559079" cy="420213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" name="Line 13">
                <a:extLst>
                  <a:ext uri="{FF2B5EF4-FFF2-40B4-BE49-F238E27FC236}">
                    <a16:creationId xmlns:a16="http://schemas.microsoft.com/office/drawing/2014/main" id="{083E8C6B-45A7-4E4F-BE58-4778B3424F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62582" y="2766905"/>
                <a:ext cx="500935" cy="420213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" name="Text Box 14">
                <a:extLst>
                  <a:ext uri="{FF2B5EF4-FFF2-40B4-BE49-F238E27FC236}">
                    <a16:creationId xmlns:a16="http://schemas.microsoft.com/office/drawing/2014/main" id="{36B8F6F2-4690-8E4C-937E-0E9481B1C3A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77709" y="3173205"/>
                <a:ext cx="1505787" cy="64701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yahoo.com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DNS servers</a:t>
                </a:r>
              </a:p>
            </p:txBody>
          </p:sp>
          <p:sp>
            <p:nvSpPr>
              <p:cNvPr id="23" name="Text Box 15">
                <a:extLst>
                  <a:ext uri="{FF2B5EF4-FFF2-40B4-BE49-F238E27FC236}">
                    <a16:creationId xmlns:a16="http://schemas.microsoft.com/office/drawing/2014/main" id="{550F9EB0-5008-3D46-90EE-C86931D2002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484875" y="3150942"/>
                <a:ext cx="1492369" cy="6414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amazon.com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DNS servers</a:t>
                </a:r>
              </a:p>
            </p:txBody>
          </p:sp>
          <p:sp>
            <p:nvSpPr>
              <p:cNvPr id="24" name="Line 16">
                <a:extLst>
                  <a:ext uri="{FF2B5EF4-FFF2-40B4-BE49-F238E27FC236}">
                    <a16:creationId xmlns:a16="http://schemas.microsoft.com/office/drawing/2014/main" id="{369E9B65-3B7C-454D-AB1F-5B2406B160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666383" y="2773863"/>
                <a:ext cx="369738" cy="413256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" name="Line 17">
                <a:extLst>
                  <a:ext uri="{FF2B5EF4-FFF2-40B4-BE49-F238E27FC236}">
                    <a16:creationId xmlns:a16="http://schemas.microsoft.com/office/drawing/2014/main" id="{D471AC56-09F2-7C4D-B61A-6CCAD59D7C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8547" y="2773863"/>
                <a:ext cx="429373" cy="425779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" name="Text Box 18">
                <a:extLst>
                  <a:ext uri="{FF2B5EF4-FFF2-40B4-BE49-F238E27FC236}">
                    <a16:creationId xmlns:a16="http://schemas.microsoft.com/office/drawing/2014/main" id="{1C077A09-1FCB-034D-952A-AD8C28E51F1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12691" y="3132853"/>
                <a:ext cx="1480442" cy="6414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pbs.org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DNS servers</a:t>
                </a:r>
              </a:p>
            </p:txBody>
          </p:sp>
          <p:sp>
            <p:nvSpPr>
              <p:cNvPr id="27" name="Line 19">
                <a:extLst>
                  <a:ext uri="{FF2B5EF4-FFF2-40B4-BE49-F238E27FC236}">
                    <a16:creationId xmlns:a16="http://schemas.microsoft.com/office/drawing/2014/main" id="{C40276EB-9757-DA42-B8CE-16A23EEE13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904570" y="2766905"/>
                <a:ext cx="0" cy="417431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A0556E67-E222-8D43-B71A-156691CCA0D4}"/>
                  </a:ext>
                </a:extLst>
              </p:cNvPr>
              <p:cNvSpPr txBox="1"/>
              <p:nvPr/>
            </p:nvSpPr>
            <p:spPr>
              <a:xfrm>
                <a:off x="9919925" y="3273362"/>
                <a:ext cx="1835695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Authoritative</a:t>
                </a:r>
              </a:p>
            </p:txBody>
          </p:sp>
          <p:sp>
            <p:nvSpPr>
              <p:cNvPr id="33" name="Text Box 30">
                <a:extLst>
                  <a:ext uri="{FF2B5EF4-FFF2-40B4-BE49-F238E27FC236}">
                    <a16:creationId xmlns:a16="http://schemas.microsoft.com/office/drawing/2014/main" id="{F5BAA8E7-838D-494A-81C4-58D94A012B5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92568" y="2785396"/>
                <a:ext cx="438150" cy="3968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marL="342900" indent="-3429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342900" marR="0" lvl="0" indent="-342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…</a:t>
                </a:r>
              </a:p>
            </p:txBody>
          </p:sp>
          <p:sp>
            <p:nvSpPr>
              <p:cNvPr id="34" name="Text Box 30">
                <a:extLst>
                  <a:ext uri="{FF2B5EF4-FFF2-40B4-BE49-F238E27FC236}">
                    <a16:creationId xmlns:a16="http://schemas.microsoft.com/office/drawing/2014/main" id="{2AD59D99-9460-DA4B-AF7A-451CBE5B39F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030793" y="2776330"/>
                <a:ext cx="438150" cy="3968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marL="342900" indent="-3429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342900" marR="0" lvl="0" indent="-342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…</a:t>
                </a:r>
              </a:p>
            </p:txBody>
          </p:sp>
          <p:sp>
            <p:nvSpPr>
              <p:cNvPr id="35" name="Text Box 30">
                <a:extLst>
                  <a:ext uri="{FF2B5EF4-FFF2-40B4-BE49-F238E27FC236}">
                    <a16:creationId xmlns:a16="http://schemas.microsoft.com/office/drawing/2014/main" id="{2B85C740-28F8-0449-B6AC-74E68646199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90346" y="2768742"/>
                <a:ext cx="438150" cy="3968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marL="342900" indent="-3429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342900" marR="0" lvl="0" indent="-342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…</a:t>
                </a:r>
              </a:p>
            </p:txBody>
          </p:sp>
          <p:sp>
            <p:nvSpPr>
              <p:cNvPr id="36" name="Text Box 30">
                <a:extLst>
                  <a:ext uri="{FF2B5EF4-FFF2-40B4-BE49-F238E27FC236}">
                    <a16:creationId xmlns:a16="http://schemas.microsoft.com/office/drawing/2014/main" id="{D033AF36-F2BE-7F41-93BB-422A537DEEF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77758" y="2777057"/>
                <a:ext cx="438150" cy="3968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marL="342900" indent="-3429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342900" marR="0" lvl="0" indent="-342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…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26934912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 descr="Hierarchy of Root DNS servers">
            <a:extLst>
              <a:ext uri="{FF2B5EF4-FFF2-40B4-BE49-F238E27FC236}">
                <a16:creationId xmlns:a16="http://schemas.microsoft.com/office/drawing/2014/main" id="{60ADD224-BE75-CDDF-EADA-66D70F863AF9}"/>
              </a:ext>
            </a:extLst>
          </p:cNvPr>
          <p:cNvGrpSpPr/>
          <p:nvPr/>
        </p:nvGrpSpPr>
        <p:grpSpPr>
          <a:xfrm>
            <a:off x="4886464" y="1529543"/>
            <a:ext cx="7122656" cy="2152001"/>
            <a:chOff x="4886464" y="1529543"/>
            <a:chExt cx="7122656" cy="2152001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FBC02A27-60D0-5B4D-BD6E-00C279F7F4B7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4886464" y="1529543"/>
              <a:ext cx="7122656" cy="2152001"/>
            </a:xfrm>
            <a:prstGeom prst="rect">
              <a:avLst/>
            </a:prstGeom>
          </p:spPr>
        </p:pic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462E018F-A8B8-D04F-AA86-E98C6072C4D6}"/>
                </a:ext>
              </a:extLst>
            </p:cNvPr>
            <p:cNvSpPr/>
            <p:nvPr/>
          </p:nvSpPr>
          <p:spPr>
            <a:xfrm>
              <a:off x="6940647" y="1546167"/>
              <a:ext cx="2646699" cy="379307"/>
            </a:xfrm>
            <a:prstGeom prst="rect">
              <a:avLst/>
            </a:prstGeom>
            <a:solidFill>
              <a:srgbClr val="FBBFC7">
                <a:alpha val="4117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DNS: root </a:t>
            </a:r>
            <a:r>
              <a:rPr lang="en-US" altLang="en-US" dirty="0">
                <a:ea typeface="ＭＳ Ｐゴシック" panose="020B0600070205080204" pitchFamily="34" charset="-128"/>
                <a:cs typeface="Calibri" panose="020F0502020204030204" pitchFamily="34" charset="0"/>
              </a:rPr>
              <a:t>n</a:t>
            </a:r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ame </a:t>
            </a:r>
            <a:r>
              <a:rPr lang="en-US" altLang="en-US" dirty="0">
                <a:ea typeface="ＭＳ Ｐゴシック" panose="020B0600070205080204" pitchFamily="34" charset="-128"/>
                <a:cs typeface="Calibri" panose="020F0502020204030204" pitchFamily="34" charset="0"/>
              </a:rPr>
              <a:t>s</a:t>
            </a:r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ervers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31" name="Rectangle 3">
            <a:extLst>
              <a:ext uri="{FF2B5EF4-FFF2-40B4-BE49-F238E27FC236}">
                <a16:creationId xmlns:a16="http://schemas.microsoft.com/office/drawing/2014/main" id="{C4E20309-5EA1-134A-A365-0B330A5879DC}"/>
              </a:ext>
            </a:extLst>
          </p:cNvPr>
          <p:cNvSpPr txBox="1">
            <a:spLocks noChangeArrowheads="1"/>
          </p:cNvSpPr>
          <p:nvPr/>
        </p:nvSpPr>
        <p:spPr>
          <a:xfrm>
            <a:off x="651717" y="1432390"/>
            <a:ext cx="5444283" cy="2455182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3225" marR="0" lvl="0" indent="-2889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official, contact-of-last-resort by name servers that can not resolve name</a:t>
            </a:r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AE8EED64-A600-EB43-865F-526592344FF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100" kern="1200">
                <a:solidFill>
                  <a:schemeClr val="bg1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Application Layer: 2-</a:t>
            </a:r>
            <a:fld id="{C4204591-24BD-A542-B9D5-F8D8A88D2FEE}" type="slidenum">
              <a:rPr lang="en-US" smtClean="0"/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43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1758348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DNS: root </a:t>
            </a:r>
            <a:r>
              <a:rPr lang="en-US" altLang="en-US" dirty="0">
                <a:ea typeface="ＭＳ Ｐゴシック" panose="020B0600070205080204" pitchFamily="34" charset="-128"/>
                <a:cs typeface="Calibri" panose="020F0502020204030204" pitchFamily="34" charset="0"/>
              </a:rPr>
              <a:t>n</a:t>
            </a:r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ame </a:t>
            </a:r>
            <a:r>
              <a:rPr lang="en-US" altLang="en-US" dirty="0">
                <a:ea typeface="ＭＳ Ｐゴシック" panose="020B0600070205080204" pitchFamily="34" charset="-128"/>
                <a:cs typeface="Calibri" panose="020F0502020204030204" pitchFamily="34" charset="0"/>
              </a:rPr>
              <a:t>s</a:t>
            </a:r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ervers</a:t>
            </a:r>
            <a:endParaRPr lang="en-US" sz="4400" dirty="0">
              <a:cs typeface="Calibri" panose="020F0502020204030204" pitchFamily="34" charset="0"/>
            </a:endParaRPr>
          </a:p>
        </p:txBody>
      </p:sp>
      <p:pic>
        <p:nvPicPr>
          <p:cNvPr id="2" name="Picture 1" descr="Map of world showing number of root DNS server replicas per country">
            <a:extLst>
              <a:ext uri="{FF2B5EF4-FFF2-40B4-BE49-F238E27FC236}">
                <a16:creationId xmlns:a16="http://schemas.microsoft.com/office/drawing/2014/main" id="{AF7EF7A5-82F4-A842-BA4B-88DB1EA46A5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930900" y="2856025"/>
            <a:ext cx="6261100" cy="3200400"/>
          </a:xfrm>
          <a:prstGeom prst="rect">
            <a:avLst/>
          </a:prstGeom>
        </p:spPr>
      </p:pic>
      <p:sp>
        <p:nvSpPr>
          <p:cNvPr id="31" name="Rectangle 3">
            <a:extLst>
              <a:ext uri="{FF2B5EF4-FFF2-40B4-BE49-F238E27FC236}">
                <a16:creationId xmlns:a16="http://schemas.microsoft.com/office/drawing/2014/main" id="{C4E20309-5EA1-134A-A365-0B330A5879DC}"/>
              </a:ext>
            </a:extLst>
          </p:cNvPr>
          <p:cNvSpPr txBox="1">
            <a:spLocks noChangeArrowheads="1"/>
          </p:cNvSpPr>
          <p:nvPr/>
        </p:nvSpPr>
        <p:spPr>
          <a:xfrm>
            <a:off x="651717" y="1432390"/>
            <a:ext cx="5444283" cy="2455182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3225" marR="0" lvl="0" indent="-2889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official, contact-of-last-resort by name servers that can not resolve name</a:t>
            </a:r>
          </a:p>
          <a:p>
            <a:pPr marL="403225" marR="0" lvl="0" indent="-2889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incredibly important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Internet function</a:t>
            </a:r>
          </a:p>
          <a:p>
            <a:pPr marL="635000" marR="0" lvl="1" indent="-3175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Internet couldn’t function without it!</a:t>
            </a:r>
          </a:p>
          <a:p>
            <a:pPr marL="635000" marR="0" lvl="1" indent="-3175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DNSSEC – provides security (authentication, message integrity)</a:t>
            </a:r>
          </a:p>
          <a:p>
            <a:pPr marL="403225" marR="0" lvl="0" indent="-2889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ICANN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(Internet Corporation for Assigned Names and Numbers)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manages root DNS domain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" name="Rectangle 20">
            <a:extLst>
              <a:ext uri="{FF2B5EF4-FFF2-40B4-BE49-F238E27FC236}">
                <a16:creationId xmlns:a16="http://schemas.microsoft.com/office/drawing/2014/main" id="{8ADC63BB-C973-3942-8EC6-3C13E2B386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23186" y="1752600"/>
            <a:ext cx="5142916" cy="119873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13 logical root name “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servers” worldwide each “server” replicated many times (~200 servers in US)</a:t>
            </a:r>
            <a:endParaRPr kumimoji="0" lang="en-US" altLang="ja-JP" sz="2000" b="0" i="0" u="none" strike="noStrike" kern="1200" cap="none" spc="0" normalizeH="0" baseline="0" noProof="0" dirty="0">
              <a:ln>
                <a:noFill/>
              </a:ln>
              <a:solidFill>
                <a:srgbClr val="0000A3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14005041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Top-Level Domain, and </a:t>
            </a:r>
            <a:r>
              <a:rPr lang="en-US" altLang="en-US" dirty="0">
                <a:ea typeface="ＭＳ Ｐゴシック" panose="020B0600070205080204" pitchFamily="34" charset="-128"/>
                <a:cs typeface="Calibri" panose="020F0502020204030204" pitchFamily="34" charset="0"/>
              </a:rPr>
              <a:t>a</a:t>
            </a:r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uthoritative </a:t>
            </a:r>
            <a:r>
              <a:rPr lang="en-US" altLang="en-US" dirty="0">
                <a:ea typeface="ＭＳ Ｐゴシック" panose="020B0600070205080204" pitchFamily="34" charset="-128"/>
                <a:cs typeface="Calibri" panose="020F0502020204030204" pitchFamily="34" charset="0"/>
              </a:rPr>
              <a:t>s</a:t>
            </a:r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ervers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500E43FE-C520-D344-A4CF-6105B63E22D6}"/>
              </a:ext>
            </a:extLst>
          </p:cNvPr>
          <p:cNvSpPr txBox="1">
            <a:spLocks noChangeArrowheads="1"/>
          </p:cNvSpPr>
          <p:nvPr/>
        </p:nvSpPr>
        <p:spPr>
          <a:xfrm>
            <a:off x="832558" y="1286218"/>
            <a:ext cx="10868375" cy="203271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4288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Top-Level Domain (TLD) servers:</a:t>
            </a:r>
          </a:p>
          <a:p>
            <a:pPr marL="460375" marR="0" lvl="1" indent="-287338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responsible for .com, .org, .net, .edu, .aero, .jobs, .museums, and all top-level country domains, e.g.: .cn, .uk, .fr, .ca, .jp</a:t>
            </a:r>
          </a:p>
          <a:p>
            <a:pPr marL="460375" marR="0" lvl="1" indent="-287338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Network Solutions: authoritative registry for .com, .net TLD</a:t>
            </a:r>
          </a:p>
          <a:p>
            <a:pPr marL="460375" marR="0" lvl="1" indent="-287338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Educause: .edu TLD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ED24547E-6033-E341-B415-9EEF0C28B3B1}"/>
              </a:ext>
            </a:extLst>
          </p:cNvPr>
          <p:cNvSpPr txBox="1">
            <a:spLocks noChangeArrowheads="1"/>
          </p:cNvSpPr>
          <p:nvPr/>
        </p:nvSpPr>
        <p:spPr>
          <a:xfrm>
            <a:off x="714024" y="4503552"/>
            <a:ext cx="10868375" cy="182951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22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authoritative DNS servers: </a:t>
            </a:r>
          </a:p>
          <a:p>
            <a:pPr marL="460375" marR="0" lvl="1" indent="-2873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organization’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 own DNS server(s), providing authoritative hostname to IP mappings for organization’s named hosts </a:t>
            </a:r>
          </a:p>
          <a:p>
            <a:pPr marL="460375" marR="0" lvl="1" indent="-2873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can be maintained by organization or service provider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3" name="Group 2" descr="Top Level Domain and Authoritative DNS servers">
            <a:extLst>
              <a:ext uri="{FF2B5EF4-FFF2-40B4-BE49-F238E27FC236}">
                <a16:creationId xmlns:a16="http://schemas.microsoft.com/office/drawing/2014/main" id="{1CD154B3-D0D0-9F52-712B-33A607D12775}"/>
              </a:ext>
            </a:extLst>
          </p:cNvPr>
          <p:cNvGrpSpPr/>
          <p:nvPr/>
        </p:nvGrpSpPr>
        <p:grpSpPr>
          <a:xfrm>
            <a:off x="4419600" y="1744133"/>
            <a:ext cx="7162799" cy="3064934"/>
            <a:chOff x="4419600" y="1744133"/>
            <a:chExt cx="7162799" cy="3064934"/>
          </a:xfrm>
        </p:grpSpPr>
        <p:pic>
          <p:nvPicPr>
            <p:cNvPr id="2" name="Picture 1">
              <a:extLst>
                <a:ext uri="{FF2B5EF4-FFF2-40B4-BE49-F238E27FC236}">
                  <a16:creationId xmlns:a16="http://schemas.microsoft.com/office/drawing/2014/main" id="{0326F0AB-9C7D-C946-94B2-B58E3B0956D7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6265332" y="3122476"/>
              <a:ext cx="5317067" cy="1606470"/>
            </a:xfrm>
            <a:prstGeom prst="rect">
              <a:avLst/>
            </a:prstGeom>
          </p:spPr>
        </p:pic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16353F64-060B-1F4E-AD0A-5FBB20E02BE4}"/>
                </a:ext>
              </a:extLst>
            </p:cNvPr>
            <p:cNvGrpSpPr/>
            <p:nvPr/>
          </p:nvGrpSpPr>
          <p:grpSpPr>
            <a:xfrm>
              <a:off x="4419600" y="1744133"/>
              <a:ext cx="6959600" cy="2235200"/>
              <a:chOff x="4419600" y="1744133"/>
              <a:chExt cx="6959600" cy="2235200"/>
            </a:xfrm>
          </p:grpSpPr>
          <p:sp>
            <p:nvSpPr>
              <p:cNvPr id="4" name="Rectangle 3">
                <a:extLst>
                  <a:ext uri="{FF2B5EF4-FFF2-40B4-BE49-F238E27FC236}">
                    <a16:creationId xmlns:a16="http://schemas.microsoft.com/office/drawing/2014/main" id="{6C93592B-610F-B041-9201-B6C557DB96B0}"/>
                  </a:ext>
                </a:extLst>
              </p:cNvPr>
              <p:cNvSpPr/>
              <p:nvPr/>
            </p:nvSpPr>
            <p:spPr>
              <a:xfrm>
                <a:off x="6366933" y="3742267"/>
                <a:ext cx="5012267" cy="237066"/>
              </a:xfrm>
              <a:prstGeom prst="rect">
                <a:avLst/>
              </a:prstGeom>
              <a:solidFill>
                <a:srgbClr val="FBBFC7">
                  <a:alpha val="4117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0259AE09-DC39-F54E-8B9C-A94C202C2543}"/>
                  </a:ext>
                </a:extLst>
              </p:cNvPr>
              <p:cNvCxnSpPr/>
              <p:nvPr/>
            </p:nvCxnSpPr>
            <p:spPr>
              <a:xfrm>
                <a:off x="4419600" y="1744133"/>
                <a:ext cx="1998133" cy="1998133"/>
              </a:xfrm>
              <a:prstGeom prst="line">
                <a:avLst/>
              </a:prstGeom>
              <a:ln w="9525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E01D7C10-72B2-BE47-9B8C-600F740CAFCE}"/>
                </a:ext>
              </a:extLst>
            </p:cNvPr>
            <p:cNvGrpSpPr/>
            <p:nvPr/>
          </p:nvGrpSpPr>
          <p:grpSpPr>
            <a:xfrm>
              <a:off x="5249333" y="4233333"/>
              <a:ext cx="6265334" cy="575734"/>
              <a:chOff x="5249333" y="4233333"/>
              <a:chExt cx="6265334" cy="575734"/>
            </a:xfrm>
          </p:grpSpPr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5B251AA5-C4FF-7E4A-BCEA-7D8B252E12F3}"/>
                  </a:ext>
                </a:extLst>
              </p:cNvPr>
              <p:cNvSpPr/>
              <p:nvPr/>
            </p:nvSpPr>
            <p:spPr>
              <a:xfrm>
                <a:off x="6248400" y="4233333"/>
                <a:ext cx="5266267" cy="372534"/>
              </a:xfrm>
              <a:prstGeom prst="rect">
                <a:avLst/>
              </a:prstGeom>
              <a:solidFill>
                <a:srgbClr val="FBBFC7">
                  <a:alpha val="4117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11" name="Straight Connector 10">
                <a:extLst>
                  <a:ext uri="{FF2B5EF4-FFF2-40B4-BE49-F238E27FC236}">
                    <a16:creationId xmlns:a16="http://schemas.microsoft.com/office/drawing/2014/main" id="{491835C5-DBDE-9A48-8554-EF6EB2FAD70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249333" y="4267199"/>
                <a:ext cx="999068" cy="541868"/>
              </a:xfrm>
              <a:prstGeom prst="line">
                <a:avLst/>
              </a:prstGeom>
              <a:ln w="0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3849174752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Local DNS name </a:t>
            </a:r>
            <a:r>
              <a:rPr lang="en-US" altLang="en-US" dirty="0">
                <a:ea typeface="ＭＳ Ｐゴシック" panose="020B0600070205080204" pitchFamily="34" charset="-128"/>
                <a:cs typeface="Calibri" panose="020F0502020204030204" pitchFamily="34" charset="0"/>
              </a:rPr>
              <a:t>s</a:t>
            </a:r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ervers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2BB20960-3674-7943-92CD-05431EA8487B}"/>
              </a:ext>
            </a:extLst>
          </p:cNvPr>
          <p:cNvSpPr txBox="1">
            <a:spLocks noChangeArrowheads="1"/>
          </p:cNvSpPr>
          <p:nvPr/>
        </p:nvSpPr>
        <p:spPr>
          <a:xfrm>
            <a:off x="798691" y="1489418"/>
            <a:ext cx="10983578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936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when host makes DNS query, it is sent to its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local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DNS server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Local DNS server returns reply, answering:</a:t>
            </a:r>
          </a:p>
          <a:p>
            <a:pPr marL="1143000" marR="0" lvl="2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from its local cache of recent name-to-address translation pairs (possibly out of date!)</a:t>
            </a:r>
          </a:p>
          <a:p>
            <a:pPr marL="1143000" marR="0" lvl="2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forwarding request into DNS hierarchy for resolution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each ISP has local DNS name server; to find yours: </a:t>
            </a:r>
          </a:p>
          <a:p>
            <a:pPr marL="1143000" marR="0" lvl="2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MacOS: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+mn-ea"/>
                <a:cs typeface="+mn-cs"/>
              </a:rPr>
              <a:t>% scutil --dns</a:t>
            </a:r>
          </a:p>
          <a:p>
            <a:pPr marL="1143000" marR="0" lvl="2" indent="-228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Windows: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+mn-ea"/>
                <a:cs typeface="+mn-cs"/>
              </a:rPr>
              <a:t>&gt;ipconfig /all</a:t>
            </a:r>
          </a:p>
          <a:p>
            <a:pPr marL="352425" marR="0" lvl="0" indent="-2936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local DNS server doesn’t strictly belong to hierarchy</a:t>
            </a:r>
          </a:p>
        </p:txBody>
      </p:sp>
      <p:sp>
        <p:nvSpPr>
          <p:cNvPr id="4" name="Slide Number Placeholder 2">
            <a:extLst>
              <a:ext uri="{FF2B5EF4-FFF2-40B4-BE49-F238E27FC236}">
                <a16:creationId xmlns:a16="http://schemas.microsoft.com/office/drawing/2014/main" id="{D9D88440-FC58-A548-AA80-854235DE084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100" kern="1200">
                <a:solidFill>
                  <a:schemeClr val="bg1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Application Layer: 2-</a:t>
            </a:r>
            <a:fld id="{C4204591-24BD-A542-B9D5-F8D8A88D2FEE}" type="slidenum">
              <a:rPr lang="en-US" smtClean="0"/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46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66675369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DNS name resolution: iterated query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5" name="Rectangle 67">
            <a:extLst>
              <a:ext uri="{FF2B5EF4-FFF2-40B4-BE49-F238E27FC236}">
                <a16:creationId xmlns:a16="http://schemas.microsoft.com/office/drawing/2014/main" id="{B2D75AD3-AD5C-7747-A9C2-6EF45A12CB21}"/>
              </a:ext>
            </a:extLst>
          </p:cNvPr>
          <p:cNvSpPr txBox="1">
            <a:spLocks noChangeArrowheads="1"/>
          </p:cNvSpPr>
          <p:nvPr/>
        </p:nvSpPr>
        <p:spPr>
          <a:xfrm>
            <a:off x="684201" y="1617338"/>
            <a:ext cx="5664200" cy="106113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Example: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host at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engineering.nyu.edu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wants IP address for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gaia.cs.umass.edu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" name="Rectangle 69">
            <a:extLst>
              <a:ext uri="{FF2B5EF4-FFF2-40B4-BE49-F238E27FC236}">
                <a16:creationId xmlns:a16="http://schemas.microsoft.com/office/drawing/2014/main" id="{EB73751A-16ED-6643-8E9C-1B1DDF5D83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8433" y="2824122"/>
            <a:ext cx="4093780" cy="26177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Iterated query:</a:t>
            </a:r>
          </a:p>
          <a:p>
            <a:pPr marL="342900" marR="0" lvl="0" indent="-28575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contacted server replies with name of server to contact</a:t>
            </a:r>
          </a:p>
          <a:p>
            <a:pPr marL="342900" marR="0" lvl="0" indent="-28575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“I don’t know this name, but ask this server”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2" name="Group 1" descr="Illustration of iterated query">
            <a:extLst>
              <a:ext uri="{FF2B5EF4-FFF2-40B4-BE49-F238E27FC236}">
                <a16:creationId xmlns:a16="http://schemas.microsoft.com/office/drawing/2014/main" id="{A3A576DC-638B-3275-1F2B-3FE1FAFDC710}"/>
              </a:ext>
            </a:extLst>
          </p:cNvPr>
          <p:cNvGrpSpPr/>
          <p:nvPr/>
        </p:nvGrpSpPr>
        <p:grpSpPr>
          <a:xfrm>
            <a:off x="4953226" y="1322438"/>
            <a:ext cx="7106845" cy="4472617"/>
            <a:chOff x="4953226" y="1322438"/>
            <a:chExt cx="7106845" cy="4472617"/>
          </a:xfrm>
        </p:grpSpPr>
        <p:sp>
          <p:nvSpPr>
            <p:cNvPr id="171" name="Text Box 5">
              <a:extLst>
                <a:ext uri="{FF2B5EF4-FFF2-40B4-BE49-F238E27FC236}">
                  <a16:creationId xmlns:a16="http://schemas.microsoft.com/office/drawing/2014/main" id="{5980C4D7-7160-6843-9829-B4A4351B57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53226" y="3848735"/>
              <a:ext cx="1854995" cy="5539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requesting host at</a:t>
              </a:r>
              <a:endParaRPr kumimoji="0" lang="en-US" alt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engineering.nyu.edu</a:t>
              </a:r>
            </a:p>
          </p:txBody>
        </p:sp>
        <p:sp>
          <p:nvSpPr>
            <p:cNvPr id="172" name="Text Box 6">
              <a:extLst>
                <a:ext uri="{FF2B5EF4-FFF2-40B4-BE49-F238E27FC236}">
                  <a16:creationId xmlns:a16="http://schemas.microsoft.com/office/drawing/2014/main" id="{0572A6CE-4DDA-D648-8802-F03C444E2A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82058" y="4237785"/>
              <a:ext cx="1878013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gaia.cs.umass.edu</a:t>
              </a:r>
            </a:p>
          </p:txBody>
        </p:sp>
        <p:sp>
          <p:nvSpPr>
            <p:cNvPr id="173" name="Text Box 17">
              <a:extLst>
                <a:ext uri="{FF2B5EF4-FFF2-40B4-BE49-F238E27FC236}">
                  <a16:creationId xmlns:a16="http://schemas.microsoft.com/office/drawing/2014/main" id="{82144ED5-2C8E-184D-A863-C3B672AB3D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2896" y="1322438"/>
              <a:ext cx="2011363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root DNS server</a:t>
              </a: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4" name="Line 18">
              <a:extLst>
                <a:ext uri="{FF2B5EF4-FFF2-40B4-BE49-F238E27FC236}">
                  <a16:creationId xmlns:a16="http://schemas.microsoft.com/office/drawing/2014/main" id="{0055E9E5-6DE8-1543-9989-1B8A533D40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89235" y="3275781"/>
              <a:ext cx="1196994" cy="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5" name="Line 19">
              <a:extLst>
                <a:ext uri="{FF2B5EF4-FFF2-40B4-BE49-F238E27FC236}">
                  <a16:creationId xmlns:a16="http://schemas.microsoft.com/office/drawing/2014/main" id="{5959B616-2817-F149-AD5A-71429EF235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68785" y="2005693"/>
              <a:ext cx="914400" cy="97155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6" name="Line 20">
              <a:extLst>
                <a:ext uri="{FF2B5EF4-FFF2-40B4-BE49-F238E27FC236}">
                  <a16:creationId xmlns:a16="http://schemas.microsoft.com/office/drawing/2014/main" id="{6EF73249-815F-C548-BC5E-38E4ACE60E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54535" y="3167743"/>
              <a:ext cx="1485900" cy="9525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7" name="Line 21">
              <a:extLst>
                <a:ext uri="{FF2B5EF4-FFF2-40B4-BE49-F238E27FC236}">
                  <a16:creationId xmlns:a16="http://schemas.microsoft.com/office/drawing/2014/main" id="{CEC0960C-844E-6F44-83D5-7DC0B1F8A2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8254535" y="3339193"/>
              <a:ext cx="1419225" cy="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8" name="Line 22">
              <a:extLst>
                <a:ext uri="{FF2B5EF4-FFF2-40B4-BE49-F238E27FC236}">
                  <a16:creationId xmlns:a16="http://schemas.microsoft.com/office/drawing/2014/main" id="{1CAC12BF-7C29-F640-93E6-9DF1650DE0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78335" y="2234293"/>
              <a:ext cx="733425" cy="76200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9" name="Line 23">
              <a:extLst>
                <a:ext uri="{FF2B5EF4-FFF2-40B4-BE49-F238E27FC236}">
                  <a16:creationId xmlns:a16="http://schemas.microsoft.com/office/drawing/2014/main" id="{349E5526-4318-4744-A470-D0A69AD70F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81511" y="3439703"/>
              <a:ext cx="1319232" cy="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80" name="Group 24">
              <a:extLst>
                <a:ext uri="{FF2B5EF4-FFF2-40B4-BE49-F238E27FC236}">
                  <a16:creationId xmlns:a16="http://schemas.microsoft.com/office/drawing/2014/main" id="{25257205-98B6-614F-8BDC-3E790117BE5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59111" y="3847199"/>
              <a:ext cx="1876425" cy="554038"/>
              <a:chOff x="2838" y="2132"/>
              <a:chExt cx="1182" cy="349"/>
            </a:xfrm>
          </p:grpSpPr>
          <p:sp>
            <p:nvSpPr>
              <p:cNvPr id="181" name="Rectangle 25">
                <a:extLst>
                  <a:ext uri="{FF2B5EF4-FFF2-40B4-BE49-F238E27FC236}">
                    <a16:creationId xmlns:a16="http://schemas.microsoft.com/office/drawing/2014/main" id="{D65FCF25-F405-B748-88E8-10A3D83969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2178"/>
                <a:ext cx="1182" cy="30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82" name="Text Box 26">
                <a:extLst>
                  <a:ext uri="{FF2B5EF4-FFF2-40B4-BE49-F238E27FC236}">
                    <a16:creationId xmlns:a16="http://schemas.microsoft.com/office/drawing/2014/main" id="{E1FF55F2-CAA3-F740-9BE9-AB0BAF4EF8A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87" y="2132"/>
                <a:ext cx="1085" cy="3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local DNS server</a:t>
                </a: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dns.nyu.edu</a:t>
                </a:r>
              </a:p>
            </p:txBody>
          </p:sp>
        </p:grpSp>
        <p:sp>
          <p:nvSpPr>
            <p:cNvPr id="183" name="Text Box 27">
              <a:extLst>
                <a:ext uri="{FF2B5EF4-FFF2-40B4-BE49-F238E27FC236}">
                  <a16:creationId xmlns:a16="http://schemas.microsoft.com/office/drawing/2014/main" id="{89A9D659-504E-DE4E-B6CF-35E06A82EE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39499" y="2886705"/>
              <a:ext cx="311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4" name="Text Box 28">
              <a:extLst>
                <a:ext uri="{FF2B5EF4-FFF2-40B4-BE49-F238E27FC236}">
                  <a16:creationId xmlns:a16="http://schemas.microsoft.com/office/drawing/2014/main" id="{72F042CE-6C6C-7040-AA88-05028C2434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08485" y="2223180"/>
              <a:ext cx="311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5" name="Text Box 29">
              <a:extLst>
                <a:ext uri="{FF2B5EF4-FFF2-40B4-BE49-F238E27FC236}">
                  <a16:creationId xmlns:a16="http://schemas.microsoft.com/office/drawing/2014/main" id="{E4355CE5-EFAB-8E4F-AA84-68513D8FC7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46635" y="2461305"/>
              <a:ext cx="311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6" name="Text Box 30">
              <a:extLst>
                <a:ext uri="{FF2B5EF4-FFF2-40B4-BE49-F238E27FC236}">
                  <a16:creationId xmlns:a16="http://schemas.microsoft.com/office/drawing/2014/main" id="{61F544AA-6B92-714B-84C9-4070F63CA3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60960" y="2870880"/>
              <a:ext cx="311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4</a:t>
              </a: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7" name="Text Box 31">
              <a:extLst>
                <a:ext uri="{FF2B5EF4-FFF2-40B4-BE49-F238E27FC236}">
                  <a16:creationId xmlns:a16="http://schemas.microsoft.com/office/drawing/2014/main" id="{30095F9A-09A7-2540-B6C0-0D32BAB456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91123" y="3358243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5</a:t>
              </a: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8" name="Text Box 32">
              <a:extLst>
                <a:ext uri="{FF2B5EF4-FFF2-40B4-BE49-F238E27FC236}">
                  <a16:creationId xmlns:a16="http://schemas.microsoft.com/office/drawing/2014/main" id="{AB8F7B88-B6E0-EF40-999E-00C192F324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88023" y="4398055"/>
              <a:ext cx="311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6</a:t>
              </a: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9" name="Text Box 60">
              <a:extLst>
                <a:ext uri="{FF2B5EF4-FFF2-40B4-BE49-F238E27FC236}">
                  <a16:creationId xmlns:a16="http://schemas.microsoft.com/office/drawing/2014/main" id="{9260634C-BE01-F74D-BF1A-744B534DD2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21285" y="5214030"/>
              <a:ext cx="2397125" cy="581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authoritative DNS server</a:t>
              </a: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dns.cs.umass.edu</a:t>
              </a: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90" name="Text Box 61">
              <a:extLst>
                <a:ext uri="{FF2B5EF4-FFF2-40B4-BE49-F238E27FC236}">
                  <a16:creationId xmlns:a16="http://schemas.microsoft.com/office/drawing/2014/main" id="{6085ED00-1F5E-0643-A173-419315EE3A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60960" y="4428218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7</a:t>
              </a: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91" name="Text Box 62">
              <a:extLst>
                <a:ext uri="{FF2B5EF4-FFF2-40B4-BE49-F238E27FC236}">
                  <a16:creationId xmlns:a16="http://schemas.microsoft.com/office/drawing/2014/main" id="{31298658-8B21-7440-B171-ED6F192C91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40022" y="3470502"/>
              <a:ext cx="311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8</a:t>
              </a: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92" name="Line 63">
              <a:extLst>
                <a:ext uri="{FF2B5EF4-FFF2-40B4-BE49-F238E27FC236}">
                  <a16:creationId xmlns:a16="http://schemas.microsoft.com/office/drawing/2014/main" id="{10C66233-6CC9-374E-8305-B82B34B376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87860" y="3499530"/>
              <a:ext cx="1493838" cy="1314450"/>
            </a:xfrm>
            <a:prstGeom prst="line">
              <a:avLst/>
            </a:prstGeom>
            <a:noFill/>
            <a:ln w="254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93" name="Line 64">
              <a:extLst>
                <a:ext uri="{FF2B5EF4-FFF2-40B4-BE49-F238E27FC236}">
                  <a16:creationId xmlns:a16="http://schemas.microsoft.com/office/drawing/2014/main" id="{BAF9BA4A-0868-F849-BA68-582D117DCF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8148173" y="3624943"/>
              <a:ext cx="1493837" cy="1301750"/>
            </a:xfrm>
            <a:prstGeom prst="line">
              <a:avLst/>
            </a:prstGeom>
            <a:noFill/>
            <a:ln w="254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94" name="Text Box 65">
              <a:extLst>
                <a:ext uri="{FF2B5EF4-FFF2-40B4-BE49-F238E27FC236}">
                  <a16:creationId xmlns:a16="http://schemas.microsoft.com/office/drawing/2014/main" id="{8797BCED-3D71-5A4B-8881-BCE8144E87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74583" y="2608490"/>
              <a:ext cx="2011362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TLD DNS server</a:t>
              </a: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95" name="Group 86">
              <a:extLst>
                <a:ext uri="{FF2B5EF4-FFF2-40B4-BE49-F238E27FC236}">
                  <a16:creationId xmlns:a16="http://schemas.microsoft.com/office/drawing/2014/main" id="{75CA10E2-E46A-8244-A966-A51F3D99FE1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10659797" y="4619665"/>
              <a:ext cx="787391" cy="614055"/>
              <a:chOff x="-44" y="1473"/>
              <a:chExt cx="981" cy="1105"/>
            </a:xfrm>
          </p:grpSpPr>
          <p:pic>
            <p:nvPicPr>
              <p:cNvPr id="196" name="Picture 87" descr="desktop_computer_stylized_medium">
                <a:extLst>
                  <a:ext uri="{FF2B5EF4-FFF2-40B4-BE49-F238E27FC236}">
                    <a16:creationId xmlns:a16="http://schemas.microsoft.com/office/drawing/2014/main" id="{71723812-15F4-5248-BF42-895CB471AE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97" name="Freeform 88">
                <a:extLst>
                  <a:ext uri="{FF2B5EF4-FFF2-40B4-BE49-F238E27FC236}">
                    <a16:creationId xmlns:a16="http://schemas.microsoft.com/office/drawing/2014/main" id="{4B3596A6-2AD0-DC45-8E8C-2A75454E7B1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98" name="Group 89">
              <a:extLst>
                <a:ext uri="{FF2B5EF4-FFF2-40B4-BE49-F238E27FC236}">
                  <a16:creationId xmlns:a16="http://schemas.microsoft.com/office/drawing/2014/main" id="{06C72D69-BC87-104E-99A1-1FE2BBFDF3A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83417" y="3053085"/>
              <a:ext cx="883580" cy="766310"/>
              <a:chOff x="-44" y="1473"/>
              <a:chExt cx="981" cy="1105"/>
            </a:xfrm>
          </p:grpSpPr>
          <p:pic>
            <p:nvPicPr>
              <p:cNvPr id="199" name="Picture 90" descr="desktop_computer_stylized_medium">
                <a:extLst>
                  <a:ext uri="{FF2B5EF4-FFF2-40B4-BE49-F238E27FC236}">
                    <a16:creationId xmlns:a16="http://schemas.microsoft.com/office/drawing/2014/main" id="{8EECB2CE-1B4C-2746-A9F6-C35C4B9609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00" name="Freeform 91">
                <a:extLst>
                  <a:ext uri="{FF2B5EF4-FFF2-40B4-BE49-F238E27FC236}">
                    <a16:creationId xmlns:a16="http://schemas.microsoft.com/office/drawing/2014/main" id="{D65AC841-4780-A94B-9F97-1107EEE46B3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01" name="Group 125">
              <a:extLst>
                <a:ext uri="{FF2B5EF4-FFF2-40B4-BE49-F238E27FC236}">
                  <a16:creationId xmlns:a16="http://schemas.microsoft.com/office/drawing/2014/main" id="{724CF7FE-3214-0741-AD8D-7483973CF7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794410" y="4528230"/>
              <a:ext cx="390525" cy="641350"/>
              <a:chOff x="4140" y="429"/>
              <a:chExt cx="1425" cy="2396"/>
            </a:xfrm>
          </p:grpSpPr>
          <p:sp>
            <p:nvSpPr>
              <p:cNvPr id="202" name="Freeform 126">
                <a:extLst>
                  <a:ext uri="{FF2B5EF4-FFF2-40B4-BE49-F238E27FC236}">
                    <a16:creationId xmlns:a16="http://schemas.microsoft.com/office/drawing/2014/main" id="{430EC70E-0BF7-F44C-8DEF-C9A33626D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03" name="Rectangle 127">
                <a:extLst>
                  <a:ext uri="{FF2B5EF4-FFF2-40B4-BE49-F238E27FC236}">
                    <a16:creationId xmlns:a16="http://schemas.microsoft.com/office/drawing/2014/main" id="{6C288CD0-9AED-1548-9DEF-7CF8E72A0F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8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04" name="Freeform 128">
                <a:extLst>
                  <a:ext uri="{FF2B5EF4-FFF2-40B4-BE49-F238E27FC236}">
                    <a16:creationId xmlns:a16="http://schemas.microsoft.com/office/drawing/2014/main" id="{08551039-74E8-F44D-8449-133AF9BF8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05" name="Freeform 129">
                <a:extLst>
                  <a:ext uri="{FF2B5EF4-FFF2-40B4-BE49-F238E27FC236}">
                    <a16:creationId xmlns:a16="http://schemas.microsoft.com/office/drawing/2014/main" id="{D41FFC6C-D9E1-E74F-BF15-4894E774B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06" name="Rectangle 130">
                <a:extLst>
                  <a:ext uri="{FF2B5EF4-FFF2-40B4-BE49-F238E27FC236}">
                    <a16:creationId xmlns:a16="http://schemas.microsoft.com/office/drawing/2014/main" id="{4AA5429D-F727-884E-96D1-EA63944E58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6"/>
                <a:ext cx="597" cy="4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07" name="Group 131">
                <a:extLst>
                  <a:ext uri="{FF2B5EF4-FFF2-40B4-BE49-F238E27FC236}">
                    <a16:creationId xmlns:a16="http://schemas.microsoft.com/office/drawing/2014/main" id="{9CE31B7B-945E-6B44-B446-849D24418C1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32" name="AutoShape 132">
                  <a:extLst>
                    <a:ext uri="{FF2B5EF4-FFF2-40B4-BE49-F238E27FC236}">
                      <a16:creationId xmlns:a16="http://schemas.microsoft.com/office/drawing/2014/main" id="{FA2F0F31-D516-1C43-8236-266B26AEF7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3" cy="142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33" name="AutoShape 133">
                  <a:extLst>
                    <a:ext uri="{FF2B5EF4-FFF2-40B4-BE49-F238E27FC236}">
                      <a16:creationId xmlns:a16="http://schemas.microsoft.com/office/drawing/2014/main" id="{6EC2A0FB-C35E-CF41-B938-33BF0264E12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3"/>
                  <a:ext cx="694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08" name="Rectangle 134">
                <a:extLst>
                  <a:ext uri="{FF2B5EF4-FFF2-40B4-BE49-F238E27FC236}">
                    <a16:creationId xmlns:a16="http://schemas.microsoft.com/office/drawing/2014/main" id="{9298A98E-EDE0-4B4A-9352-BE6FAE720E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016"/>
                <a:ext cx="591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09" name="Group 135">
                <a:extLst>
                  <a:ext uri="{FF2B5EF4-FFF2-40B4-BE49-F238E27FC236}">
                    <a16:creationId xmlns:a16="http://schemas.microsoft.com/office/drawing/2014/main" id="{C311DEB1-8226-3E48-8DA5-613E18CFA3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30" name="AutoShape 136">
                  <a:extLst>
                    <a:ext uri="{FF2B5EF4-FFF2-40B4-BE49-F238E27FC236}">
                      <a16:creationId xmlns:a16="http://schemas.microsoft.com/office/drawing/2014/main" id="{E45D0285-F719-874E-AD50-E3F28827750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6"/>
                  <a:ext cx="723" cy="141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31" name="AutoShape 137">
                  <a:extLst>
                    <a:ext uri="{FF2B5EF4-FFF2-40B4-BE49-F238E27FC236}">
                      <a16:creationId xmlns:a16="http://schemas.microsoft.com/office/drawing/2014/main" id="{BE16FE12-6196-EF46-A169-0C2675EA51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5"/>
                  <a:ext cx="694" cy="10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10" name="Rectangle 138">
                <a:extLst>
                  <a:ext uri="{FF2B5EF4-FFF2-40B4-BE49-F238E27FC236}">
                    <a16:creationId xmlns:a16="http://schemas.microsoft.com/office/drawing/2014/main" id="{A7531C2D-AF11-3642-9C87-3B93BEDD63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1360"/>
                <a:ext cx="597" cy="4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11" name="Rectangle 139">
                <a:extLst>
                  <a:ext uri="{FF2B5EF4-FFF2-40B4-BE49-F238E27FC236}">
                    <a16:creationId xmlns:a16="http://schemas.microsoft.com/office/drawing/2014/main" id="{06C1B7AC-1454-714B-A50F-7F9B42D779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657"/>
                <a:ext cx="597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12" name="Group 140">
                <a:extLst>
                  <a:ext uri="{FF2B5EF4-FFF2-40B4-BE49-F238E27FC236}">
                    <a16:creationId xmlns:a16="http://schemas.microsoft.com/office/drawing/2014/main" id="{86C62EBF-E65E-4D4B-884D-BA39C6A8B29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28" name="AutoShape 141">
                  <a:extLst>
                    <a:ext uri="{FF2B5EF4-FFF2-40B4-BE49-F238E27FC236}">
                      <a16:creationId xmlns:a16="http://schemas.microsoft.com/office/drawing/2014/main" id="{A3E87978-B7EB-E644-B3A8-D8FDCF7E81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2" cy="131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29" name="AutoShape 142">
                  <a:extLst>
                    <a:ext uri="{FF2B5EF4-FFF2-40B4-BE49-F238E27FC236}">
                      <a16:creationId xmlns:a16="http://schemas.microsoft.com/office/drawing/2014/main" id="{91E0D4CD-2CBB-DD47-8147-BE3E03C965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4"/>
                  <a:ext cx="693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13" name="Freeform 143">
                <a:extLst>
                  <a:ext uri="{FF2B5EF4-FFF2-40B4-BE49-F238E27FC236}">
                    <a16:creationId xmlns:a16="http://schemas.microsoft.com/office/drawing/2014/main" id="{0D682965-15A3-3541-A789-479A47800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14" name="Group 144">
                <a:extLst>
                  <a:ext uri="{FF2B5EF4-FFF2-40B4-BE49-F238E27FC236}">
                    <a16:creationId xmlns:a16="http://schemas.microsoft.com/office/drawing/2014/main" id="{0C8D690A-21E1-4146-83A5-7245CAEA839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26" name="AutoShape 145">
                  <a:extLst>
                    <a:ext uri="{FF2B5EF4-FFF2-40B4-BE49-F238E27FC236}">
                      <a16:creationId xmlns:a16="http://schemas.microsoft.com/office/drawing/2014/main" id="{7C15E592-E347-A846-AC9F-C18905A6177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6"/>
                  <a:ext cx="729" cy="142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27" name="AutoShape 146">
                  <a:extLst>
                    <a:ext uri="{FF2B5EF4-FFF2-40B4-BE49-F238E27FC236}">
                      <a16:creationId xmlns:a16="http://schemas.microsoft.com/office/drawing/2014/main" id="{3D0AF765-217C-594C-B21E-869B0884A2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6" y="2583"/>
                  <a:ext cx="693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15" name="Rectangle 147">
                <a:extLst>
                  <a:ext uri="{FF2B5EF4-FFF2-40B4-BE49-F238E27FC236}">
                    <a16:creationId xmlns:a16="http://schemas.microsoft.com/office/drawing/2014/main" id="{4C635A33-8E8F-7D44-92DB-F6F09BFD8C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2" y="429"/>
                <a:ext cx="64" cy="2289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16" name="Freeform 148">
                <a:extLst>
                  <a:ext uri="{FF2B5EF4-FFF2-40B4-BE49-F238E27FC236}">
                    <a16:creationId xmlns:a16="http://schemas.microsoft.com/office/drawing/2014/main" id="{4B503159-D00F-C640-B18B-72CCC4B30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17" name="Freeform 149">
                <a:extLst>
                  <a:ext uri="{FF2B5EF4-FFF2-40B4-BE49-F238E27FC236}">
                    <a16:creationId xmlns:a16="http://schemas.microsoft.com/office/drawing/2014/main" id="{83A278D9-086C-BE47-BA0D-A1CB49B9D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18" name="Oval 150">
                <a:extLst>
                  <a:ext uri="{FF2B5EF4-FFF2-40B4-BE49-F238E27FC236}">
                    <a16:creationId xmlns:a16="http://schemas.microsoft.com/office/drawing/2014/main" id="{71B59C46-33D8-EC4A-A0CA-4AF6B7EE73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9" y="2611"/>
                <a:ext cx="46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19" name="Freeform 151">
                <a:extLst>
                  <a:ext uri="{FF2B5EF4-FFF2-40B4-BE49-F238E27FC236}">
                    <a16:creationId xmlns:a16="http://schemas.microsoft.com/office/drawing/2014/main" id="{3C577FAB-12B4-CA48-B90D-D923F7168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20" name="AutoShape 152">
                <a:extLst>
                  <a:ext uri="{FF2B5EF4-FFF2-40B4-BE49-F238E27FC236}">
                    <a16:creationId xmlns:a16="http://schemas.microsoft.com/office/drawing/2014/main" id="{0744BC6B-A26A-7E49-A677-B90EDB08F5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7"/>
                <a:ext cx="1199" cy="148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21" name="AutoShape 153">
                <a:extLst>
                  <a:ext uri="{FF2B5EF4-FFF2-40B4-BE49-F238E27FC236}">
                    <a16:creationId xmlns:a16="http://schemas.microsoft.com/office/drawing/2014/main" id="{574AC8BD-9D1C-FB42-BD21-1A786B862E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2"/>
                <a:ext cx="1072" cy="8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22" name="Oval 154">
                <a:extLst>
                  <a:ext uri="{FF2B5EF4-FFF2-40B4-BE49-F238E27FC236}">
                    <a16:creationId xmlns:a16="http://schemas.microsoft.com/office/drawing/2014/main" id="{5AFE8D2C-0569-3047-AB73-8A9B37AF1F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8" y="2380"/>
                <a:ext cx="156" cy="14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23" name="Oval 155">
                <a:extLst>
                  <a:ext uri="{FF2B5EF4-FFF2-40B4-BE49-F238E27FC236}">
                    <a16:creationId xmlns:a16="http://schemas.microsoft.com/office/drawing/2014/main" id="{83B0123B-44CF-B845-B272-496DEB2388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8" y="2386"/>
                <a:ext cx="156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24" name="Oval 156">
                <a:extLst>
                  <a:ext uri="{FF2B5EF4-FFF2-40B4-BE49-F238E27FC236}">
                    <a16:creationId xmlns:a16="http://schemas.microsoft.com/office/drawing/2014/main" id="{FF7ABF78-07FF-FD40-9233-2EC92E7CBA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380"/>
                <a:ext cx="156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25" name="Rectangle 157">
                <a:extLst>
                  <a:ext uri="{FF2B5EF4-FFF2-40B4-BE49-F238E27FC236}">
                    <a16:creationId xmlns:a16="http://schemas.microsoft.com/office/drawing/2014/main" id="{D41F5C27-E8BB-6440-8D30-59C3961E0B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1" y="1835"/>
                <a:ext cx="87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34" name="Group 158">
              <a:extLst>
                <a:ext uri="{FF2B5EF4-FFF2-40B4-BE49-F238E27FC236}">
                  <a16:creationId xmlns:a16="http://schemas.microsoft.com/office/drawing/2014/main" id="{AEB56919-E56B-7E4E-A7D7-98A288C3B2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90985" y="3015343"/>
              <a:ext cx="390525" cy="641350"/>
              <a:chOff x="4140" y="429"/>
              <a:chExt cx="1425" cy="2396"/>
            </a:xfrm>
          </p:grpSpPr>
          <p:sp>
            <p:nvSpPr>
              <p:cNvPr id="235" name="Freeform 159">
                <a:extLst>
                  <a:ext uri="{FF2B5EF4-FFF2-40B4-BE49-F238E27FC236}">
                    <a16:creationId xmlns:a16="http://schemas.microsoft.com/office/drawing/2014/main" id="{86964676-09BA-2F4D-8E07-76EACFD1A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36" name="Rectangle 160">
                <a:extLst>
                  <a:ext uri="{FF2B5EF4-FFF2-40B4-BE49-F238E27FC236}">
                    <a16:creationId xmlns:a16="http://schemas.microsoft.com/office/drawing/2014/main" id="{FFAAD933-7081-1940-82D8-3553DCB084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8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37" name="Freeform 161">
                <a:extLst>
                  <a:ext uri="{FF2B5EF4-FFF2-40B4-BE49-F238E27FC236}">
                    <a16:creationId xmlns:a16="http://schemas.microsoft.com/office/drawing/2014/main" id="{D61BDCB9-8C30-1C44-A8F2-0EC386728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38" name="Freeform 162">
                <a:extLst>
                  <a:ext uri="{FF2B5EF4-FFF2-40B4-BE49-F238E27FC236}">
                    <a16:creationId xmlns:a16="http://schemas.microsoft.com/office/drawing/2014/main" id="{3E122E01-84B9-6E48-861A-BEEBD7F67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39" name="Rectangle 163">
                <a:extLst>
                  <a:ext uri="{FF2B5EF4-FFF2-40B4-BE49-F238E27FC236}">
                    <a16:creationId xmlns:a16="http://schemas.microsoft.com/office/drawing/2014/main" id="{3AD89C6E-5869-C84E-94DF-DD53888631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6"/>
                <a:ext cx="597" cy="4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40" name="Group 164">
                <a:extLst>
                  <a:ext uri="{FF2B5EF4-FFF2-40B4-BE49-F238E27FC236}">
                    <a16:creationId xmlns:a16="http://schemas.microsoft.com/office/drawing/2014/main" id="{919F3CC7-4090-E54D-9BA9-E092A8C8102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65" name="AutoShape 165">
                  <a:extLst>
                    <a:ext uri="{FF2B5EF4-FFF2-40B4-BE49-F238E27FC236}">
                      <a16:creationId xmlns:a16="http://schemas.microsoft.com/office/drawing/2014/main" id="{EAE6002E-6A1D-0B48-BA81-7D9DEC7045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3" cy="142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66" name="AutoShape 166">
                  <a:extLst>
                    <a:ext uri="{FF2B5EF4-FFF2-40B4-BE49-F238E27FC236}">
                      <a16:creationId xmlns:a16="http://schemas.microsoft.com/office/drawing/2014/main" id="{CAA5444A-9857-9149-867E-5562C085E14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3"/>
                  <a:ext cx="694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41" name="Rectangle 167">
                <a:extLst>
                  <a:ext uri="{FF2B5EF4-FFF2-40B4-BE49-F238E27FC236}">
                    <a16:creationId xmlns:a16="http://schemas.microsoft.com/office/drawing/2014/main" id="{93E34643-2646-D44C-9D6D-91A5B1C18A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016"/>
                <a:ext cx="591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42" name="Group 168">
                <a:extLst>
                  <a:ext uri="{FF2B5EF4-FFF2-40B4-BE49-F238E27FC236}">
                    <a16:creationId xmlns:a16="http://schemas.microsoft.com/office/drawing/2014/main" id="{652E8D93-E5DE-A34F-9D29-89AB07D0566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63" name="AutoShape 169">
                  <a:extLst>
                    <a:ext uri="{FF2B5EF4-FFF2-40B4-BE49-F238E27FC236}">
                      <a16:creationId xmlns:a16="http://schemas.microsoft.com/office/drawing/2014/main" id="{AA26172B-FDFE-3D4E-9541-B9BC052C10D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6"/>
                  <a:ext cx="723" cy="141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64" name="AutoShape 170">
                  <a:extLst>
                    <a:ext uri="{FF2B5EF4-FFF2-40B4-BE49-F238E27FC236}">
                      <a16:creationId xmlns:a16="http://schemas.microsoft.com/office/drawing/2014/main" id="{521BB6A8-6D33-7E40-B79B-A911E9D1C5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5"/>
                  <a:ext cx="694" cy="10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43" name="Rectangle 171">
                <a:extLst>
                  <a:ext uri="{FF2B5EF4-FFF2-40B4-BE49-F238E27FC236}">
                    <a16:creationId xmlns:a16="http://schemas.microsoft.com/office/drawing/2014/main" id="{FF73D9CC-AAAC-D341-85A2-89BC26B91B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1360"/>
                <a:ext cx="597" cy="4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44" name="Rectangle 172">
                <a:extLst>
                  <a:ext uri="{FF2B5EF4-FFF2-40B4-BE49-F238E27FC236}">
                    <a16:creationId xmlns:a16="http://schemas.microsoft.com/office/drawing/2014/main" id="{B810EEDB-015F-FD45-9174-E980EC5FAA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657"/>
                <a:ext cx="597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45" name="Group 173">
                <a:extLst>
                  <a:ext uri="{FF2B5EF4-FFF2-40B4-BE49-F238E27FC236}">
                    <a16:creationId xmlns:a16="http://schemas.microsoft.com/office/drawing/2014/main" id="{2E72AE40-DCC2-4948-AD2E-564A2B8A82A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61" name="AutoShape 174">
                  <a:extLst>
                    <a:ext uri="{FF2B5EF4-FFF2-40B4-BE49-F238E27FC236}">
                      <a16:creationId xmlns:a16="http://schemas.microsoft.com/office/drawing/2014/main" id="{D9D1958B-0DAA-074E-A39D-ABDA1EA5B0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2" cy="131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62" name="AutoShape 175">
                  <a:extLst>
                    <a:ext uri="{FF2B5EF4-FFF2-40B4-BE49-F238E27FC236}">
                      <a16:creationId xmlns:a16="http://schemas.microsoft.com/office/drawing/2014/main" id="{8EFD2DEF-75B3-4B4C-BB17-5FDA1DFD916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4"/>
                  <a:ext cx="693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46" name="Freeform 176">
                <a:extLst>
                  <a:ext uri="{FF2B5EF4-FFF2-40B4-BE49-F238E27FC236}">
                    <a16:creationId xmlns:a16="http://schemas.microsoft.com/office/drawing/2014/main" id="{A52917D9-2F4F-8A4E-A096-B778F3B97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47" name="Group 177">
                <a:extLst>
                  <a:ext uri="{FF2B5EF4-FFF2-40B4-BE49-F238E27FC236}">
                    <a16:creationId xmlns:a16="http://schemas.microsoft.com/office/drawing/2014/main" id="{8476C934-1025-054C-BF2F-A686380677C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59" name="AutoShape 178">
                  <a:extLst>
                    <a:ext uri="{FF2B5EF4-FFF2-40B4-BE49-F238E27FC236}">
                      <a16:creationId xmlns:a16="http://schemas.microsoft.com/office/drawing/2014/main" id="{8DF96225-9AB2-AB48-9090-A03A165D90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6"/>
                  <a:ext cx="729" cy="142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60" name="AutoShape 179">
                  <a:extLst>
                    <a:ext uri="{FF2B5EF4-FFF2-40B4-BE49-F238E27FC236}">
                      <a16:creationId xmlns:a16="http://schemas.microsoft.com/office/drawing/2014/main" id="{B48F8DCA-7FC5-4D49-89FD-957B141759A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6" y="2583"/>
                  <a:ext cx="693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48" name="Rectangle 180">
                <a:extLst>
                  <a:ext uri="{FF2B5EF4-FFF2-40B4-BE49-F238E27FC236}">
                    <a16:creationId xmlns:a16="http://schemas.microsoft.com/office/drawing/2014/main" id="{82DD01ED-CC62-8E44-B4AF-5AB162B457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2" y="429"/>
                <a:ext cx="64" cy="2289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49" name="Freeform 181">
                <a:extLst>
                  <a:ext uri="{FF2B5EF4-FFF2-40B4-BE49-F238E27FC236}">
                    <a16:creationId xmlns:a16="http://schemas.microsoft.com/office/drawing/2014/main" id="{02E0A0DA-75BD-A54E-BFBE-1053BAA47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50" name="Freeform 182">
                <a:extLst>
                  <a:ext uri="{FF2B5EF4-FFF2-40B4-BE49-F238E27FC236}">
                    <a16:creationId xmlns:a16="http://schemas.microsoft.com/office/drawing/2014/main" id="{553CF65B-1E90-FF47-BBE8-B5344DE42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51" name="Oval 183">
                <a:extLst>
                  <a:ext uri="{FF2B5EF4-FFF2-40B4-BE49-F238E27FC236}">
                    <a16:creationId xmlns:a16="http://schemas.microsoft.com/office/drawing/2014/main" id="{1CFB15AC-59D4-2B42-9567-80D6F30EC5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9" y="2611"/>
                <a:ext cx="46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52" name="Freeform 184">
                <a:extLst>
                  <a:ext uri="{FF2B5EF4-FFF2-40B4-BE49-F238E27FC236}">
                    <a16:creationId xmlns:a16="http://schemas.microsoft.com/office/drawing/2014/main" id="{377D0A48-37B0-984B-9D70-F4CA7EE8AC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53" name="AutoShape 185">
                <a:extLst>
                  <a:ext uri="{FF2B5EF4-FFF2-40B4-BE49-F238E27FC236}">
                    <a16:creationId xmlns:a16="http://schemas.microsoft.com/office/drawing/2014/main" id="{1DF08F1A-8088-4349-B9B6-80E5278DDB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7"/>
                <a:ext cx="1199" cy="148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54" name="AutoShape 186">
                <a:extLst>
                  <a:ext uri="{FF2B5EF4-FFF2-40B4-BE49-F238E27FC236}">
                    <a16:creationId xmlns:a16="http://schemas.microsoft.com/office/drawing/2014/main" id="{AB1FF07F-165E-5C42-A46F-20C492B2AF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2"/>
                <a:ext cx="1072" cy="8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55" name="Oval 187">
                <a:extLst>
                  <a:ext uri="{FF2B5EF4-FFF2-40B4-BE49-F238E27FC236}">
                    <a16:creationId xmlns:a16="http://schemas.microsoft.com/office/drawing/2014/main" id="{246533F9-312A-7949-B6A5-04845D4051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8" y="2380"/>
                <a:ext cx="156" cy="14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56" name="Oval 188">
                <a:extLst>
                  <a:ext uri="{FF2B5EF4-FFF2-40B4-BE49-F238E27FC236}">
                    <a16:creationId xmlns:a16="http://schemas.microsoft.com/office/drawing/2014/main" id="{97B4BE6D-9A58-6C4D-98DB-90F92956E1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8" y="2386"/>
                <a:ext cx="156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57" name="Oval 189">
                <a:extLst>
                  <a:ext uri="{FF2B5EF4-FFF2-40B4-BE49-F238E27FC236}">
                    <a16:creationId xmlns:a16="http://schemas.microsoft.com/office/drawing/2014/main" id="{B4E35ECA-82AF-A74F-9E87-BC1C1318FE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380"/>
                <a:ext cx="156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58" name="Rectangle 190">
                <a:extLst>
                  <a:ext uri="{FF2B5EF4-FFF2-40B4-BE49-F238E27FC236}">
                    <a16:creationId xmlns:a16="http://schemas.microsoft.com/office/drawing/2014/main" id="{32338498-7D1E-F249-A1B6-782EAA13AD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1" y="1835"/>
                <a:ext cx="87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67" name="Group 224">
              <a:extLst>
                <a:ext uri="{FF2B5EF4-FFF2-40B4-BE49-F238E27FC236}">
                  <a16:creationId xmlns:a16="http://schemas.microsoft.com/office/drawing/2014/main" id="{3B18C9CF-4DB3-9A45-9F2E-A9E7637C384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945098" y="1753280"/>
              <a:ext cx="390525" cy="641350"/>
              <a:chOff x="4140" y="429"/>
              <a:chExt cx="1425" cy="2396"/>
            </a:xfrm>
          </p:grpSpPr>
          <p:sp>
            <p:nvSpPr>
              <p:cNvPr id="268" name="Freeform 225">
                <a:extLst>
                  <a:ext uri="{FF2B5EF4-FFF2-40B4-BE49-F238E27FC236}">
                    <a16:creationId xmlns:a16="http://schemas.microsoft.com/office/drawing/2014/main" id="{8DE393E4-949F-5A47-87BC-37206D62F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69" name="Rectangle 226">
                <a:extLst>
                  <a:ext uri="{FF2B5EF4-FFF2-40B4-BE49-F238E27FC236}">
                    <a16:creationId xmlns:a16="http://schemas.microsoft.com/office/drawing/2014/main" id="{45AACD86-831C-7245-8042-0EAB26DDB8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8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70" name="Freeform 227">
                <a:extLst>
                  <a:ext uri="{FF2B5EF4-FFF2-40B4-BE49-F238E27FC236}">
                    <a16:creationId xmlns:a16="http://schemas.microsoft.com/office/drawing/2014/main" id="{641EE52D-59FB-874A-8BE7-992D8AB38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71" name="Freeform 228">
                <a:extLst>
                  <a:ext uri="{FF2B5EF4-FFF2-40B4-BE49-F238E27FC236}">
                    <a16:creationId xmlns:a16="http://schemas.microsoft.com/office/drawing/2014/main" id="{745C23B7-E3E7-3244-8E92-2A519BCE4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72" name="Rectangle 229">
                <a:extLst>
                  <a:ext uri="{FF2B5EF4-FFF2-40B4-BE49-F238E27FC236}">
                    <a16:creationId xmlns:a16="http://schemas.microsoft.com/office/drawing/2014/main" id="{53F1BA0D-FC18-8F40-B02C-5E5456D41E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6"/>
                <a:ext cx="597" cy="4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73" name="Group 230">
                <a:extLst>
                  <a:ext uri="{FF2B5EF4-FFF2-40B4-BE49-F238E27FC236}">
                    <a16:creationId xmlns:a16="http://schemas.microsoft.com/office/drawing/2014/main" id="{3BF69572-674D-F94F-AF3E-6360341D099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98" name="AutoShape 231">
                  <a:extLst>
                    <a:ext uri="{FF2B5EF4-FFF2-40B4-BE49-F238E27FC236}">
                      <a16:creationId xmlns:a16="http://schemas.microsoft.com/office/drawing/2014/main" id="{7A3AB9B6-ED54-E640-B88B-6349E66AEC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3" cy="142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99" name="AutoShape 232">
                  <a:extLst>
                    <a:ext uri="{FF2B5EF4-FFF2-40B4-BE49-F238E27FC236}">
                      <a16:creationId xmlns:a16="http://schemas.microsoft.com/office/drawing/2014/main" id="{41885595-164B-5A49-B50B-F202B13B92B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3"/>
                  <a:ext cx="694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74" name="Rectangle 233">
                <a:extLst>
                  <a:ext uri="{FF2B5EF4-FFF2-40B4-BE49-F238E27FC236}">
                    <a16:creationId xmlns:a16="http://schemas.microsoft.com/office/drawing/2014/main" id="{1DC47301-CD25-F742-824D-B95A7C78B1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016"/>
                <a:ext cx="591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75" name="Group 234">
                <a:extLst>
                  <a:ext uri="{FF2B5EF4-FFF2-40B4-BE49-F238E27FC236}">
                    <a16:creationId xmlns:a16="http://schemas.microsoft.com/office/drawing/2014/main" id="{ABA534FC-B51E-B545-893B-AA2D360102D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96" name="AutoShape 235">
                  <a:extLst>
                    <a:ext uri="{FF2B5EF4-FFF2-40B4-BE49-F238E27FC236}">
                      <a16:creationId xmlns:a16="http://schemas.microsoft.com/office/drawing/2014/main" id="{BF3259EE-323A-7B46-BA99-522FF89692D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6"/>
                  <a:ext cx="723" cy="141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97" name="AutoShape 236">
                  <a:extLst>
                    <a:ext uri="{FF2B5EF4-FFF2-40B4-BE49-F238E27FC236}">
                      <a16:creationId xmlns:a16="http://schemas.microsoft.com/office/drawing/2014/main" id="{773E2C4B-E371-8849-89F1-CB3467DA22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5"/>
                  <a:ext cx="694" cy="10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76" name="Rectangle 237">
                <a:extLst>
                  <a:ext uri="{FF2B5EF4-FFF2-40B4-BE49-F238E27FC236}">
                    <a16:creationId xmlns:a16="http://schemas.microsoft.com/office/drawing/2014/main" id="{65673162-6BD4-FA45-AD7B-65DCCB5038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1360"/>
                <a:ext cx="597" cy="4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77" name="Rectangle 238">
                <a:extLst>
                  <a:ext uri="{FF2B5EF4-FFF2-40B4-BE49-F238E27FC236}">
                    <a16:creationId xmlns:a16="http://schemas.microsoft.com/office/drawing/2014/main" id="{EB910949-1BF1-2E43-B251-2F5F6D2BC5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657"/>
                <a:ext cx="597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78" name="Group 239">
                <a:extLst>
                  <a:ext uri="{FF2B5EF4-FFF2-40B4-BE49-F238E27FC236}">
                    <a16:creationId xmlns:a16="http://schemas.microsoft.com/office/drawing/2014/main" id="{4ABA0E07-42B3-1C4B-A798-B21B7411913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94" name="AutoShape 240">
                  <a:extLst>
                    <a:ext uri="{FF2B5EF4-FFF2-40B4-BE49-F238E27FC236}">
                      <a16:creationId xmlns:a16="http://schemas.microsoft.com/office/drawing/2014/main" id="{833C6885-DF73-A44C-AF35-71696A3444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2" cy="131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95" name="AutoShape 241">
                  <a:extLst>
                    <a:ext uri="{FF2B5EF4-FFF2-40B4-BE49-F238E27FC236}">
                      <a16:creationId xmlns:a16="http://schemas.microsoft.com/office/drawing/2014/main" id="{00053469-6811-F146-9041-0E9ADB93CF5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4"/>
                  <a:ext cx="693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79" name="Freeform 242">
                <a:extLst>
                  <a:ext uri="{FF2B5EF4-FFF2-40B4-BE49-F238E27FC236}">
                    <a16:creationId xmlns:a16="http://schemas.microsoft.com/office/drawing/2014/main" id="{E93D621E-BD5E-4F41-B292-1FF1D9FD9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80" name="Group 243">
                <a:extLst>
                  <a:ext uri="{FF2B5EF4-FFF2-40B4-BE49-F238E27FC236}">
                    <a16:creationId xmlns:a16="http://schemas.microsoft.com/office/drawing/2014/main" id="{D2A4152B-1063-5545-AFB4-C764C9E38D4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92" name="AutoShape 244">
                  <a:extLst>
                    <a:ext uri="{FF2B5EF4-FFF2-40B4-BE49-F238E27FC236}">
                      <a16:creationId xmlns:a16="http://schemas.microsoft.com/office/drawing/2014/main" id="{91B44A19-99F5-3246-B452-E6974C38820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6"/>
                  <a:ext cx="729" cy="142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93" name="AutoShape 245">
                  <a:extLst>
                    <a:ext uri="{FF2B5EF4-FFF2-40B4-BE49-F238E27FC236}">
                      <a16:creationId xmlns:a16="http://schemas.microsoft.com/office/drawing/2014/main" id="{CE7C0896-4736-8044-B538-F09471477D4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3"/>
                  <a:ext cx="693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81" name="Rectangle 246">
                <a:extLst>
                  <a:ext uri="{FF2B5EF4-FFF2-40B4-BE49-F238E27FC236}">
                    <a16:creationId xmlns:a16="http://schemas.microsoft.com/office/drawing/2014/main" id="{1D6C13B5-BF0F-554A-9CE4-3F075F9379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2" y="429"/>
                <a:ext cx="64" cy="2289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82" name="Freeform 247">
                <a:extLst>
                  <a:ext uri="{FF2B5EF4-FFF2-40B4-BE49-F238E27FC236}">
                    <a16:creationId xmlns:a16="http://schemas.microsoft.com/office/drawing/2014/main" id="{0F3FBF0A-EAF4-094D-A874-245423181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83" name="Freeform 248">
                <a:extLst>
                  <a:ext uri="{FF2B5EF4-FFF2-40B4-BE49-F238E27FC236}">
                    <a16:creationId xmlns:a16="http://schemas.microsoft.com/office/drawing/2014/main" id="{EC002925-BD09-784A-9BB4-2AD299FA2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84" name="Oval 249">
                <a:extLst>
                  <a:ext uri="{FF2B5EF4-FFF2-40B4-BE49-F238E27FC236}">
                    <a16:creationId xmlns:a16="http://schemas.microsoft.com/office/drawing/2014/main" id="{21E73907-A81B-E540-A734-D855A80521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9" y="2611"/>
                <a:ext cx="46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85" name="Freeform 250">
                <a:extLst>
                  <a:ext uri="{FF2B5EF4-FFF2-40B4-BE49-F238E27FC236}">
                    <a16:creationId xmlns:a16="http://schemas.microsoft.com/office/drawing/2014/main" id="{7B38A468-42E7-2245-BA7B-6136A4486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86" name="AutoShape 251">
                <a:extLst>
                  <a:ext uri="{FF2B5EF4-FFF2-40B4-BE49-F238E27FC236}">
                    <a16:creationId xmlns:a16="http://schemas.microsoft.com/office/drawing/2014/main" id="{F798831B-76D3-634B-A1D7-73487DB6F3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7"/>
                <a:ext cx="1199" cy="148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87" name="AutoShape 252">
                <a:extLst>
                  <a:ext uri="{FF2B5EF4-FFF2-40B4-BE49-F238E27FC236}">
                    <a16:creationId xmlns:a16="http://schemas.microsoft.com/office/drawing/2014/main" id="{93B2ADD1-628A-5B4D-960D-449954DF90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2"/>
                <a:ext cx="1072" cy="8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88" name="Oval 253">
                <a:extLst>
                  <a:ext uri="{FF2B5EF4-FFF2-40B4-BE49-F238E27FC236}">
                    <a16:creationId xmlns:a16="http://schemas.microsoft.com/office/drawing/2014/main" id="{359740D7-3452-8745-AD4F-78F1EAE69A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8" y="2380"/>
                <a:ext cx="156" cy="14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89" name="Oval 254">
                <a:extLst>
                  <a:ext uri="{FF2B5EF4-FFF2-40B4-BE49-F238E27FC236}">
                    <a16:creationId xmlns:a16="http://schemas.microsoft.com/office/drawing/2014/main" id="{6953048C-3B45-C945-95BD-05D0D95F96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8" y="2386"/>
                <a:ext cx="156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0" name="Oval 255">
                <a:extLst>
                  <a:ext uri="{FF2B5EF4-FFF2-40B4-BE49-F238E27FC236}">
                    <a16:creationId xmlns:a16="http://schemas.microsoft.com/office/drawing/2014/main" id="{FCF3244C-B9E8-DF49-A3D0-C0D2140BA8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380"/>
                <a:ext cx="156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91" name="Rectangle 256">
                <a:extLst>
                  <a:ext uri="{FF2B5EF4-FFF2-40B4-BE49-F238E27FC236}">
                    <a16:creationId xmlns:a16="http://schemas.microsoft.com/office/drawing/2014/main" id="{66CCCCC0-CA45-934C-8FFC-B89439DE40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1" y="1835"/>
                <a:ext cx="87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300" name="Group 257">
              <a:extLst>
                <a:ext uri="{FF2B5EF4-FFF2-40B4-BE49-F238E27FC236}">
                  <a16:creationId xmlns:a16="http://schemas.microsoft.com/office/drawing/2014/main" id="{6D88D42C-B784-1546-97B0-1AA7D6A27E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761073" y="3005818"/>
              <a:ext cx="390525" cy="641350"/>
              <a:chOff x="4140" y="429"/>
              <a:chExt cx="1425" cy="2396"/>
            </a:xfrm>
          </p:grpSpPr>
          <p:sp>
            <p:nvSpPr>
              <p:cNvPr id="301" name="Freeform 258">
                <a:extLst>
                  <a:ext uri="{FF2B5EF4-FFF2-40B4-BE49-F238E27FC236}">
                    <a16:creationId xmlns:a16="http://schemas.microsoft.com/office/drawing/2014/main" id="{702EC307-F8E6-434D-B445-B2F47A942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2" name="Rectangle 259">
                <a:extLst>
                  <a:ext uri="{FF2B5EF4-FFF2-40B4-BE49-F238E27FC236}">
                    <a16:creationId xmlns:a16="http://schemas.microsoft.com/office/drawing/2014/main" id="{07437252-B53D-9D40-813F-304E5CD00E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8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3" name="Freeform 260">
                <a:extLst>
                  <a:ext uri="{FF2B5EF4-FFF2-40B4-BE49-F238E27FC236}">
                    <a16:creationId xmlns:a16="http://schemas.microsoft.com/office/drawing/2014/main" id="{EC373583-A9BD-FC4E-A47E-4602AA39D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4" name="Freeform 261">
                <a:extLst>
                  <a:ext uri="{FF2B5EF4-FFF2-40B4-BE49-F238E27FC236}">
                    <a16:creationId xmlns:a16="http://schemas.microsoft.com/office/drawing/2014/main" id="{D1E0B0A0-C834-9D4D-9DDD-D4222C181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5" name="Rectangle 262">
                <a:extLst>
                  <a:ext uri="{FF2B5EF4-FFF2-40B4-BE49-F238E27FC236}">
                    <a16:creationId xmlns:a16="http://schemas.microsoft.com/office/drawing/2014/main" id="{B2DA4C56-6E4F-4F46-A99C-698FAADDBE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6"/>
                <a:ext cx="597" cy="4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306" name="Group 263">
                <a:extLst>
                  <a:ext uri="{FF2B5EF4-FFF2-40B4-BE49-F238E27FC236}">
                    <a16:creationId xmlns:a16="http://schemas.microsoft.com/office/drawing/2014/main" id="{0476FEFE-2DC6-2148-99D9-A5C054B12CD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331" name="AutoShape 264">
                  <a:extLst>
                    <a:ext uri="{FF2B5EF4-FFF2-40B4-BE49-F238E27FC236}">
                      <a16:creationId xmlns:a16="http://schemas.microsoft.com/office/drawing/2014/main" id="{81145D7E-D3D7-0D4C-A411-943EBD5AA0F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3" cy="142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32" name="AutoShape 265">
                  <a:extLst>
                    <a:ext uri="{FF2B5EF4-FFF2-40B4-BE49-F238E27FC236}">
                      <a16:creationId xmlns:a16="http://schemas.microsoft.com/office/drawing/2014/main" id="{67891F44-03D3-CF47-86FB-FB0C31AF65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3"/>
                  <a:ext cx="694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307" name="Rectangle 266">
                <a:extLst>
                  <a:ext uri="{FF2B5EF4-FFF2-40B4-BE49-F238E27FC236}">
                    <a16:creationId xmlns:a16="http://schemas.microsoft.com/office/drawing/2014/main" id="{1D029B33-0C7B-864F-B801-978A4B8FD5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016"/>
                <a:ext cx="591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308" name="Group 267">
                <a:extLst>
                  <a:ext uri="{FF2B5EF4-FFF2-40B4-BE49-F238E27FC236}">
                    <a16:creationId xmlns:a16="http://schemas.microsoft.com/office/drawing/2014/main" id="{8A3352FE-9285-9E4C-BF29-D635003DF95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329" name="AutoShape 268">
                  <a:extLst>
                    <a:ext uri="{FF2B5EF4-FFF2-40B4-BE49-F238E27FC236}">
                      <a16:creationId xmlns:a16="http://schemas.microsoft.com/office/drawing/2014/main" id="{CC6637ED-E66A-004E-AE38-F32E55EC54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6"/>
                  <a:ext cx="723" cy="141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30" name="AutoShape 269">
                  <a:extLst>
                    <a:ext uri="{FF2B5EF4-FFF2-40B4-BE49-F238E27FC236}">
                      <a16:creationId xmlns:a16="http://schemas.microsoft.com/office/drawing/2014/main" id="{99FAA76E-7386-FC45-ACF1-30D129724B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5"/>
                  <a:ext cx="694" cy="10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309" name="Rectangle 270">
                <a:extLst>
                  <a:ext uri="{FF2B5EF4-FFF2-40B4-BE49-F238E27FC236}">
                    <a16:creationId xmlns:a16="http://schemas.microsoft.com/office/drawing/2014/main" id="{AFCC8C61-44F6-2242-8855-E7238EE55A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1360"/>
                <a:ext cx="597" cy="4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0" name="Rectangle 271">
                <a:extLst>
                  <a:ext uri="{FF2B5EF4-FFF2-40B4-BE49-F238E27FC236}">
                    <a16:creationId xmlns:a16="http://schemas.microsoft.com/office/drawing/2014/main" id="{5F416F68-F5C3-E047-86DD-2B69313C98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657"/>
                <a:ext cx="597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311" name="Group 272">
                <a:extLst>
                  <a:ext uri="{FF2B5EF4-FFF2-40B4-BE49-F238E27FC236}">
                    <a16:creationId xmlns:a16="http://schemas.microsoft.com/office/drawing/2014/main" id="{63D616E2-37F9-FA41-93A3-EC867A9C9DF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327" name="AutoShape 273">
                  <a:extLst>
                    <a:ext uri="{FF2B5EF4-FFF2-40B4-BE49-F238E27FC236}">
                      <a16:creationId xmlns:a16="http://schemas.microsoft.com/office/drawing/2014/main" id="{666D6CE3-43E0-B641-9B47-80DA04FB01A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2" cy="131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28" name="AutoShape 274">
                  <a:extLst>
                    <a:ext uri="{FF2B5EF4-FFF2-40B4-BE49-F238E27FC236}">
                      <a16:creationId xmlns:a16="http://schemas.microsoft.com/office/drawing/2014/main" id="{D94D4D24-3A62-4346-A4B0-AF4901D561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4"/>
                  <a:ext cx="693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312" name="Freeform 275">
                <a:extLst>
                  <a:ext uri="{FF2B5EF4-FFF2-40B4-BE49-F238E27FC236}">
                    <a16:creationId xmlns:a16="http://schemas.microsoft.com/office/drawing/2014/main" id="{5502E20D-D3F9-1445-AE1A-C5A9B7BBB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313" name="Group 276">
                <a:extLst>
                  <a:ext uri="{FF2B5EF4-FFF2-40B4-BE49-F238E27FC236}">
                    <a16:creationId xmlns:a16="http://schemas.microsoft.com/office/drawing/2014/main" id="{88289607-2CB3-6846-972E-267A38967E1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325" name="AutoShape 277">
                  <a:extLst>
                    <a:ext uri="{FF2B5EF4-FFF2-40B4-BE49-F238E27FC236}">
                      <a16:creationId xmlns:a16="http://schemas.microsoft.com/office/drawing/2014/main" id="{4D384432-D7DC-704B-9036-8E7B3A2934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6"/>
                  <a:ext cx="729" cy="142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26" name="AutoShape 278">
                  <a:extLst>
                    <a:ext uri="{FF2B5EF4-FFF2-40B4-BE49-F238E27FC236}">
                      <a16:creationId xmlns:a16="http://schemas.microsoft.com/office/drawing/2014/main" id="{D9C2A3A1-5244-A14A-8274-DFC1383E58E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3"/>
                  <a:ext cx="693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314" name="Rectangle 279">
                <a:extLst>
                  <a:ext uri="{FF2B5EF4-FFF2-40B4-BE49-F238E27FC236}">
                    <a16:creationId xmlns:a16="http://schemas.microsoft.com/office/drawing/2014/main" id="{B1F8DD2B-C939-2C43-B20B-2B1AD74D42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2" y="429"/>
                <a:ext cx="64" cy="2289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5" name="Freeform 280">
                <a:extLst>
                  <a:ext uri="{FF2B5EF4-FFF2-40B4-BE49-F238E27FC236}">
                    <a16:creationId xmlns:a16="http://schemas.microsoft.com/office/drawing/2014/main" id="{F16DC7B2-4515-5543-B12A-6165D6E2E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6" name="Freeform 281">
                <a:extLst>
                  <a:ext uri="{FF2B5EF4-FFF2-40B4-BE49-F238E27FC236}">
                    <a16:creationId xmlns:a16="http://schemas.microsoft.com/office/drawing/2014/main" id="{004AE2FC-7231-E64A-BEBE-ADCA412A0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7" name="Oval 282">
                <a:extLst>
                  <a:ext uri="{FF2B5EF4-FFF2-40B4-BE49-F238E27FC236}">
                    <a16:creationId xmlns:a16="http://schemas.microsoft.com/office/drawing/2014/main" id="{5A6BAD53-D0CF-DF42-803B-A591FE4928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9" y="2611"/>
                <a:ext cx="46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8" name="Freeform 283">
                <a:extLst>
                  <a:ext uri="{FF2B5EF4-FFF2-40B4-BE49-F238E27FC236}">
                    <a16:creationId xmlns:a16="http://schemas.microsoft.com/office/drawing/2014/main" id="{37D6350E-473C-2F48-8443-85DB0303D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9" name="AutoShape 284">
                <a:extLst>
                  <a:ext uri="{FF2B5EF4-FFF2-40B4-BE49-F238E27FC236}">
                    <a16:creationId xmlns:a16="http://schemas.microsoft.com/office/drawing/2014/main" id="{BC07E322-3708-CF4A-90EA-569EBA34D2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7"/>
                <a:ext cx="1199" cy="148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0" name="AutoShape 285">
                <a:extLst>
                  <a:ext uri="{FF2B5EF4-FFF2-40B4-BE49-F238E27FC236}">
                    <a16:creationId xmlns:a16="http://schemas.microsoft.com/office/drawing/2014/main" id="{13CC96E0-B269-1C41-8B8A-26D7B49CC2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2"/>
                <a:ext cx="1072" cy="8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1" name="Oval 286">
                <a:extLst>
                  <a:ext uri="{FF2B5EF4-FFF2-40B4-BE49-F238E27FC236}">
                    <a16:creationId xmlns:a16="http://schemas.microsoft.com/office/drawing/2014/main" id="{B778BB94-7A1A-2A49-A8EF-9BB086F525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8" y="2380"/>
                <a:ext cx="156" cy="14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2" name="Oval 287">
                <a:extLst>
                  <a:ext uri="{FF2B5EF4-FFF2-40B4-BE49-F238E27FC236}">
                    <a16:creationId xmlns:a16="http://schemas.microsoft.com/office/drawing/2014/main" id="{F501B229-B7EF-6B41-9F50-357DBD6338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8" y="2386"/>
                <a:ext cx="156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23" name="Oval 288">
                <a:extLst>
                  <a:ext uri="{FF2B5EF4-FFF2-40B4-BE49-F238E27FC236}">
                    <a16:creationId xmlns:a16="http://schemas.microsoft.com/office/drawing/2014/main" id="{B00DA42E-62A3-B349-A633-497D458569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380"/>
                <a:ext cx="156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4" name="Rectangle 289">
                <a:extLst>
                  <a:ext uri="{FF2B5EF4-FFF2-40B4-BE49-F238E27FC236}">
                    <a16:creationId xmlns:a16="http://schemas.microsoft.com/office/drawing/2014/main" id="{238D91CD-38E8-4C4C-BE90-4508D42E55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1" y="1835"/>
                <a:ext cx="87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45072438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DNS name resolution: recursive query</a:t>
            </a:r>
            <a:endParaRPr lang="en-US" sz="4400" dirty="0">
              <a:cs typeface="Calibri" panose="020F0502020204030204" pitchFamily="34" charset="0"/>
            </a:endParaRPr>
          </a:p>
        </p:txBody>
      </p:sp>
      <p:grpSp>
        <p:nvGrpSpPr>
          <p:cNvPr id="2" name="Group 1" descr="Illustration of recursive query">
            <a:extLst>
              <a:ext uri="{FF2B5EF4-FFF2-40B4-BE49-F238E27FC236}">
                <a16:creationId xmlns:a16="http://schemas.microsoft.com/office/drawing/2014/main" id="{CAF63019-F1E4-F827-480D-4E8C68952A2A}"/>
              </a:ext>
            </a:extLst>
          </p:cNvPr>
          <p:cNvGrpSpPr/>
          <p:nvPr/>
        </p:nvGrpSpPr>
        <p:grpSpPr>
          <a:xfrm>
            <a:off x="4588154" y="1322438"/>
            <a:ext cx="7339020" cy="4472617"/>
            <a:chOff x="4588154" y="1322438"/>
            <a:chExt cx="7339020" cy="4472617"/>
          </a:xfrm>
        </p:grpSpPr>
        <p:sp>
          <p:nvSpPr>
            <p:cNvPr id="171" name="Text Box 5">
              <a:extLst>
                <a:ext uri="{FF2B5EF4-FFF2-40B4-BE49-F238E27FC236}">
                  <a16:creationId xmlns:a16="http://schemas.microsoft.com/office/drawing/2014/main" id="{5980C4D7-7160-6843-9829-B4A4351B57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88154" y="3848735"/>
              <a:ext cx="1816524" cy="5539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requesting host at</a:t>
              </a:r>
              <a:endParaRPr kumimoji="0" lang="en-US" alt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engineering.nyu.edu</a:t>
              </a:r>
            </a:p>
          </p:txBody>
        </p:sp>
        <p:sp>
          <p:nvSpPr>
            <p:cNvPr id="172" name="Text Box 6">
              <a:extLst>
                <a:ext uri="{FF2B5EF4-FFF2-40B4-BE49-F238E27FC236}">
                  <a16:creationId xmlns:a16="http://schemas.microsoft.com/office/drawing/2014/main" id="{0572A6CE-4DDA-D648-8802-F03C444E2A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049161" y="4208147"/>
              <a:ext cx="1878013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gaia.cs.umass.edu</a:t>
              </a:r>
            </a:p>
          </p:txBody>
        </p:sp>
        <p:sp>
          <p:nvSpPr>
            <p:cNvPr id="173" name="Text Box 17">
              <a:extLst>
                <a:ext uri="{FF2B5EF4-FFF2-40B4-BE49-F238E27FC236}">
                  <a16:creationId xmlns:a16="http://schemas.microsoft.com/office/drawing/2014/main" id="{82144ED5-2C8E-184D-A863-C3B672AB3D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88588" y="1322438"/>
              <a:ext cx="2011363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root DNS server</a:t>
              </a: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4" name="Line 18">
              <a:extLst>
                <a:ext uri="{FF2B5EF4-FFF2-40B4-BE49-F238E27FC236}">
                  <a16:creationId xmlns:a16="http://schemas.microsoft.com/office/drawing/2014/main" id="{0055E9E5-6DE8-1543-9989-1B8A533D40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04927" y="3275781"/>
              <a:ext cx="1196994" cy="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5" name="Line 19">
              <a:extLst>
                <a:ext uri="{FF2B5EF4-FFF2-40B4-BE49-F238E27FC236}">
                  <a16:creationId xmlns:a16="http://schemas.microsoft.com/office/drawing/2014/main" id="{5959B616-2817-F149-AD5A-71429EF235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84477" y="2005693"/>
              <a:ext cx="914400" cy="97155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6" name="Line 20">
              <a:extLst>
                <a:ext uri="{FF2B5EF4-FFF2-40B4-BE49-F238E27FC236}">
                  <a16:creationId xmlns:a16="http://schemas.microsoft.com/office/drawing/2014/main" id="{6EF73249-815F-C548-BC5E-38E4ACE60E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72062" y="3760198"/>
              <a:ext cx="2427" cy="702311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7" name="Line 21">
              <a:extLst>
                <a:ext uri="{FF2B5EF4-FFF2-40B4-BE49-F238E27FC236}">
                  <a16:creationId xmlns:a16="http://schemas.microsoft.com/office/drawing/2014/main" id="{CEC0960C-844E-6F44-83D5-7DC0B1F8A2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9491701" y="3747010"/>
              <a:ext cx="2427" cy="734919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8" name="Line 22">
              <a:extLst>
                <a:ext uri="{FF2B5EF4-FFF2-40B4-BE49-F238E27FC236}">
                  <a16:creationId xmlns:a16="http://schemas.microsoft.com/office/drawing/2014/main" id="{1CAC12BF-7C29-F640-93E6-9DF1650DE0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38381" y="2075731"/>
              <a:ext cx="405154" cy="841218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9" name="Line 23">
              <a:extLst>
                <a:ext uri="{FF2B5EF4-FFF2-40B4-BE49-F238E27FC236}">
                  <a16:creationId xmlns:a16="http://schemas.microsoft.com/office/drawing/2014/main" id="{349E5526-4318-4744-A470-D0A69AD70F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997203" y="3439703"/>
              <a:ext cx="1319232" cy="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80" name="Group 24">
              <a:extLst>
                <a:ext uri="{FF2B5EF4-FFF2-40B4-BE49-F238E27FC236}">
                  <a16:creationId xmlns:a16="http://schemas.microsoft.com/office/drawing/2014/main" id="{25257205-98B6-614F-8BDC-3E790117BE5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74803" y="3847199"/>
              <a:ext cx="1876425" cy="554038"/>
              <a:chOff x="2838" y="2132"/>
              <a:chExt cx="1182" cy="349"/>
            </a:xfrm>
          </p:grpSpPr>
          <p:sp>
            <p:nvSpPr>
              <p:cNvPr id="181" name="Rectangle 25">
                <a:extLst>
                  <a:ext uri="{FF2B5EF4-FFF2-40B4-BE49-F238E27FC236}">
                    <a16:creationId xmlns:a16="http://schemas.microsoft.com/office/drawing/2014/main" id="{D65FCF25-F405-B748-88E8-10A3D83969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2178"/>
                <a:ext cx="1182" cy="30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82" name="Text Box 26">
                <a:extLst>
                  <a:ext uri="{FF2B5EF4-FFF2-40B4-BE49-F238E27FC236}">
                    <a16:creationId xmlns:a16="http://schemas.microsoft.com/office/drawing/2014/main" id="{E1FF55F2-CAA3-F740-9BE9-AB0BAF4EF8A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87" y="2132"/>
                <a:ext cx="1085" cy="3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local DNS server</a:t>
                </a: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dns.nyu.edu</a:t>
                </a:r>
              </a:p>
            </p:txBody>
          </p:sp>
        </p:grpSp>
        <p:sp>
          <p:nvSpPr>
            <p:cNvPr id="183" name="Text Box 27">
              <a:extLst>
                <a:ext uri="{FF2B5EF4-FFF2-40B4-BE49-F238E27FC236}">
                  <a16:creationId xmlns:a16="http://schemas.microsoft.com/office/drawing/2014/main" id="{89A9D659-504E-DE4E-B6CF-35E06A82EE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55191" y="2886705"/>
              <a:ext cx="311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4" name="Text Box 28">
              <a:extLst>
                <a:ext uri="{FF2B5EF4-FFF2-40B4-BE49-F238E27FC236}">
                  <a16:creationId xmlns:a16="http://schemas.microsoft.com/office/drawing/2014/main" id="{72F042CE-6C6C-7040-AA88-05028C2434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24177" y="2223180"/>
              <a:ext cx="311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5" name="Text Box 29">
              <a:extLst>
                <a:ext uri="{FF2B5EF4-FFF2-40B4-BE49-F238E27FC236}">
                  <a16:creationId xmlns:a16="http://schemas.microsoft.com/office/drawing/2014/main" id="{E4355CE5-EFAB-8E4F-AA84-68513D8FC7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85965" y="2130702"/>
              <a:ext cx="119659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3</a:t>
              </a: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6" name="Text Box 30">
              <a:extLst>
                <a:ext uri="{FF2B5EF4-FFF2-40B4-BE49-F238E27FC236}">
                  <a16:creationId xmlns:a16="http://schemas.microsoft.com/office/drawing/2014/main" id="{61F544AA-6B92-714B-84C9-4070F63CA3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681511" y="3917024"/>
              <a:ext cx="311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4</a:t>
              </a: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7" name="Text Box 31">
              <a:extLst>
                <a:ext uri="{FF2B5EF4-FFF2-40B4-BE49-F238E27FC236}">
                  <a16:creationId xmlns:a16="http://schemas.microsoft.com/office/drawing/2014/main" id="{30095F9A-09A7-2540-B6C0-0D32BAB456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0827" y="3968637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5</a:t>
              </a: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8" name="Text Box 32">
              <a:extLst>
                <a:ext uri="{FF2B5EF4-FFF2-40B4-BE49-F238E27FC236}">
                  <a16:creationId xmlns:a16="http://schemas.microsoft.com/office/drawing/2014/main" id="{AB8F7B88-B6E0-EF40-999E-00C192F324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14934" y="2685260"/>
              <a:ext cx="311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6</a:t>
              </a: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9" name="Text Box 60">
              <a:extLst>
                <a:ext uri="{FF2B5EF4-FFF2-40B4-BE49-F238E27FC236}">
                  <a16:creationId xmlns:a16="http://schemas.microsoft.com/office/drawing/2014/main" id="{9260634C-BE01-F74D-BF1A-744B534DD2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36977" y="5214030"/>
              <a:ext cx="2397125" cy="581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authoritative DNS server</a:t>
              </a: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dns.cs.umass.edu</a:t>
              </a: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90" name="Text Box 61">
              <a:extLst>
                <a:ext uri="{FF2B5EF4-FFF2-40B4-BE49-F238E27FC236}">
                  <a16:creationId xmlns:a16="http://schemas.microsoft.com/office/drawing/2014/main" id="{6085ED00-1F5E-0643-A173-419315EE3A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22727" y="2626662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7</a:t>
              </a: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91" name="Text Box 62">
              <a:extLst>
                <a:ext uri="{FF2B5EF4-FFF2-40B4-BE49-F238E27FC236}">
                  <a16:creationId xmlns:a16="http://schemas.microsoft.com/office/drawing/2014/main" id="{31298658-8B21-7440-B171-ED6F192C91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55714" y="3470502"/>
              <a:ext cx="311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8</a:t>
              </a: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92" name="Line 63">
              <a:extLst>
                <a:ext uri="{FF2B5EF4-FFF2-40B4-BE49-F238E27FC236}">
                  <a16:creationId xmlns:a16="http://schemas.microsoft.com/office/drawing/2014/main" id="{10C66233-6CC9-374E-8305-B82B34B376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8981775" y="2427554"/>
              <a:ext cx="344289" cy="645450"/>
            </a:xfrm>
            <a:prstGeom prst="line">
              <a:avLst/>
            </a:prstGeom>
            <a:noFill/>
            <a:ln w="254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93" name="Line 64">
              <a:extLst>
                <a:ext uri="{FF2B5EF4-FFF2-40B4-BE49-F238E27FC236}">
                  <a16:creationId xmlns:a16="http://schemas.microsoft.com/office/drawing/2014/main" id="{BAF9BA4A-0868-F849-BA68-582D117DCF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792268" y="2275514"/>
              <a:ext cx="710991" cy="774754"/>
            </a:xfrm>
            <a:prstGeom prst="line">
              <a:avLst/>
            </a:prstGeom>
            <a:noFill/>
            <a:ln w="254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94" name="Text Box 65">
              <a:extLst>
                <a:ext uri="{FF2B5EF4-FFF2-40B4-BE49-F238E27FC236}">
                  <a16:creationId xmlns:a16="http://schemas.microsoft.com/office/drawing/2014/main" id="{8797BCED-3D71-5A4B-8881-BCE8144E87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662504" y="2971557"/>
              <a:ext cx="2011362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TLD DNS server</a:t>
              </a: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95" name="Group 86">
              <a:extLst>
                <a:ext uri="{FF2B5EF4-FFF2-40B4-BE49-F238E27FC236}">
                  <a16:creationId xmlns:a16="http://schemas.microsoft.com/office/drawing/2014/main" id="{75CA10E2-E46A-8244-A966-A51F3D99FE1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10526900" y="4590027"/>
              <a:ext cx="787391" cy="614055"/>
              <a:chOff x="-44" y="1473"/>
              <a:chExt cx="981" cy="1105"/>
            </a:xfrm>
          </p:grpSpPr>
          <p:pic>
            <p:nvPicPr>
              <p:cNvPr id="196" name="Picture 87" descr="desktop_computer_stylized_medium">
                <a:extLst>
                  <a:ext uri="{FF2B5EF4-FFF2-40B4-BE49-F238E27FC236}">
                    <a16:creationId xmlns:a16="http://schemas.microsoft.com/office/drawing/2014/main" id="{71723812-15F4-5248-BF42-895CB471AE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97" name="Freeform 88">
                <a:extLst>
                  <a:ext uri="{FF2B5EF4-FFF2-40B4-BE49-F238E27FC236}">
                    <a16:creationId xmlns:a16="http://schemas.microsoft.com/office/drawing/2014/main" id="{4B3596A6-2AD0-DC45-8E8C-2A75454E7B1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98" name="Group 89">
              <a:extLst>
                <a:ext uri="{FF2B5EF4-FFF2-40B4-BE49-F238E27FC236}">
                  <a16:creationId xmlns:a16="http://schemas.microsoft.com/office/drawing/2014/main" id="{06C72D69-BC87-104E-99A1-1FE2BBFDF3A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99109" y="3053085"/>
              <a:ext cx="883580" cy="766310"/>
              <a:chOff x="-44" y="1473"/>
              <a:chExt cx="981" cy="1105"/>
            </a:xfrm>
          </p:grpSpPr>
          <p:pic>
            <p:nvPicPr>
              <p:cNvPr id="199" name="Picture 90" descr="desktop_computer_stylized_medium">
                <a:extLst>
                  <a:ext uri="{FF2B5EF4-FFF2-40B4-BE49-F238E27FC236}">
                    <a16:creationId xmlns:a16="http://schemas.microsoft.com/office/drawing/2014/main" id="{8EECB2CE-1B4C-2746-A9F6-C35C4B9609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00" name="Freeform 91">
                <a:extLst>
                  <a:ext uri="{FF2B5EF4-FFF2-40B4-BE49-F238E27FC236}">
                    <a16:creationId xmlns:a16="http://schemas.microsoft.com/office/drawing/2014/main" id="{D65AC841-4780-A94B-9F97-1107EEE46B3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01" name="Group 125">
              <a:extLst>
                <a:ext uri="{FF2B5EF4-FFF2-40B4-BE49-F238E27FC236}">
                  <a16:creationId xmlns:a16="http://schemas.microsoft.com/office/drawing/2014/main" id="{724CF7FE-3214-0741-AD8D-7483973CF7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10102" y="4528230"/>
              <a:ext cx="390525" cy="641350"/>
              <a:chOff x="4140" y="429"/>
              <a:chExt cx="1425" cy="2396"/>
            </a:xfrm>
          </p:grpSpPr>
          <p:sp>
            <p:nvSpPr>
              <p:cNvPr id="202" name="Freeform 126">
                <a:extLst>
                  <a:ext uri="{FF2B5EF4-FFF2-40B4-BE49-F238E27FC236}">
                    <a16:creationId xmlns:a16="http://schemas.microsoft.com/office/drawing/2014/main" id="{430EC70E-0BF7-F44C-8DEF-C9A33626D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03" name="Rectangle 127">
                <a:extLst>
                  <a:ext uri="{FF2B5EF4-FFF2-40B4-BE49-F238E27FC236}">
                    <a16:creationId xmlns:a16="http://schemas.microsoft.com/office/drawing/2014/main" id="{6C288CD0-9AED-1548-9DEF-7CF8E72A0F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8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04" name="Freeform 128">
                <a:extLst>
                  <a:ext uri="{FF2B5EF4-FFF2-40B4-BE49-F238E27FC236}">
                    <a16:creationId xmlns:a16="http://schemas.microsoft.com/office/drawing/2014/main" id="{08551039-74E8-F44D-8449-133AF9BF8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05" name="Freeform 129">
                <a:extLst>
                  <a:ext uri="{FF2B5EF4-FFF2-40B4-BE49-F238E27FC236}">
                    <a16:creationId xmlns:a16="http://schemas.microsoft.com/office/drawing/2014/main" id="{D41FFC6C-D9E1-E74F-BF15-4894E774B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06" name="Rectangle 130">
                <a:extLst>
                  <a:ext uri="{FF2B5EF4-FFF2-40B4-BE49-F238E27FC236}">
                    <a16:creationId xmlns:a16="http://schemas.microsoft.com/office/drawing/2014/main" id="{4AA5429D-F727-884E-96D1-EA63944E58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6"/>
                <a:ext cx="597" cy="4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07" name="Group 131">
                <a:extLst>
                  <a:ext uri="{FF2B5EF4-FFF2-40B4-BE49-F238E27FC236}">
                    <a16:creationId xmlns:a16="http://schemas.microsoft.com/office/drawing/2014/main" id="{9CE31B7B-945E-6B44-B446-849D24418C1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32" name="AutoShape 132">
                  <a:extLst>
                    <a:ext uri="{FF2B5EF4-FFF2-40B4-BE49-F238E27FC236}">
                      <a16:creationId xmlns:a16="http://schemas.microsoft.com/office/drawing/2014/main" id="{FA2F0F31-D516-1C43-8236-266B26AEF7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3" cy="142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33" name="AutoShape 133">
                  <a:extLst>
                    <a:ext uri="{FF2B5EF4-FFF2-40B4-BE49-F238E27FC236}">
                      <a16:creationId xmlns:a16="http://schemas.microsoft.com/office/drawing/2014/main" id="{6EC2A0FB-C35E-CF41-B938-33BF0264E12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3"/>
                  <a:ext cx="694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08" name="Rectangle 134">
                <a:extLst>
                  <a:ext uri="{FF2B5EF4-FFF2-40B4-BE49-F238E27FC236}">
                    <a16:creationId xmlns:a16="http://schemas.microsoft.com/office/drawing/2014/main" id="{9298A98E-EDE0-4B4A-9352-BE6FAE720E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016"/>
                <a:ext cx="591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09" name="Group 135">
                <a:extLst>
                  <a:ext uri="{FF2B5EF4-FFF2-40B4-BE49-F238E27FC236}">
                    <a16:creationId xmlns:a16="http://schemas.microsoft.com/office/drawing/2014/main" id="{C311DEB1-8226-3E48-8DA5-613E18CFA3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30" name="AutoShape 136">
                  <a:extLst>
                    <a:ext uri="{FF2B5EF4-FFF2-40B4-BE49-F238E27FC236}">
                      <a16:creationId xmlns:a16="http://schemas.microsoft.com/office/drawing/2014/main" id="{E45D0285-F719-874E-AD50-E3F28827750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6"/>
                  <a:ext cx="723" cy="141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31" name="AutoShape 137">
                  <a:extLst>
                    <a:ext uri="{FF2B5EF4-FFF2-40B4-BE49-F238E27FC236}">
                      <a16:creationId xmlns:a16="http://schemas.microsoft.com/office/drawing/2014/main" id="{BE16FE12-6196-EF46-A169-0C2675EA51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5"/>
                  <a:ext cx="694" cy="10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10" name="Rectangle 138">
                <a:extLst>
                  <a:ext uri="{FF2B5EF4-FFF2-40B4-BE49-F238E27FC236}">
                    <a16:creationId xmlns:a16="http://schemas.microsoft.com/office/drawing/2014/main" id="{A7531C2D-AF11-3642-9C87-3B93BEDD63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1360"/>
                <a:ext cx="597" cy="4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11" name="Rectangle 139">
                <a:extLst>
                  <a:ext uri="{FF2B5EF4-FFF2-40B4-BE49-F238E27FC236}">
                    <a16:creationId xmlns:a16="http://schemas.microsoft.com/office/drawing/2014/main" id="{06C1B7AC-1454-714B-A50F-7F9B42D779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657"/>
                <a:ext cx="597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12" name="Group 140">
                <a:extLst>
                  <a:ext uri="{FF2B5EF4-FFF2-40B4-BE49-F238E27FC236}">
                    <a16:creationId xmlns:a16="http://schemas.microsoft.com/office/drawing/2014/main" id="{86C62EBF-E65E-4D4B-884D-BA39C6A8B29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28" name="AutoShape 141">
                  <a:extLst>
                    <a:ext uri="{FF2B5EF4-FFF2-40B4-BE49-F238E27FC236}">
                      <a16:creationId xmlns:a16="http://schemas.microsoft.com/office/drawing/2014/main" id="{A3E87978-B7EB-E644-B3A8-D8FDCF7E81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2" cy="131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29" name="AutoShape 142">
                  <a:extLst>
                    <a:ext uri="{FF2B5EF4-FFF2-40B4-BE49-F238E27FC236}">
                      <a16:creationId xmlns:a16="http://schemas.microsoft.com/office/drawing/2014/main" id="{91E0D4CD-2CBB-DD47-8147-BE3E03C965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4"/>
                  <a:ext cx="693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13" name="Freeform 143">
                <a:extLst>
                  <a:ext uri="{FF2B5EF4-FFF2-40B4-BE49-F238E27FC236}">
                    <a16:creationId xmlns:a16="http://schemas.microsoft.com/office/drawing/2014/main" id="{0D682965-15A3-3541-A789-479A47800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14" name="Group 144">
                <a:extLst>
                  <a:ext uri="{FF2B5EF4-FFF2-40B4-BE49-F238E27FC236}">
                    <a16:creationId xmlns:a16="http://schemas.microsoft.com/office/drawing/2014/main" id="{0C8D690A-21E1-4146-83A5-7245CAEA839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26" name="AutoShape 145">
                  <a:extLst>
                    <a:ext uri="{FF2B5EF4-FFF2-40B4-BE49-F238E27FC236}">
                      <a16:creationId xmlns:a16="http://schemas.microsoft.com/office/drawing/2014/main" id="{7C15E592-E347-A846-AC9F-C18905A6177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6"/>
                  <a:ext cx="729" cy="142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27" name="AutoShape 146">
                  <a:extLst>
                    <a:ext uri="{FF2B5EF4-FFF2-40B4-BE49-F238E27FC236}">
                      <a16:creationId xmlns:a16="http://schemas.microsoft.com/office/drawing/2014/main" id="{3D0AF765-217C-594C-B21E-869B0884A2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6" y="2583"/>
                  <a:ext cx="693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15" name="Rectangle 147">
                <a:extLst>
                  <a:ext uri="{FF2B5EF4-FFF2-40B4-BE49-F238E27FC236}">
                    <a16:creationId xmlns:a16="http://schemas.microsoft.com/office/drawing/2014/main" id="{4C635A33-8E8F-7D44-92DB-F6F09BFD8C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2" y="429"/>
                <a:ext cx="64" cy="2289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16" name="Freeform 148">
                <a:extLst>
                  <a:ext uri="{FF2B5EF4-FFF2-40B4-BE49-F238E27FC236}">
                    <a16:creationId xmlns:a16="http://schemas.microsoft.com/office/drawing/2014/main" id="{4B503159-D00F-C640-B18B-72CCC4B30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17" name="Freeform 149">
                <a:extLst>
                  <a:ext uri="{FF2B5EF4-FFF2-40B4-BE49-F238E27FC236}">
                    <a16:creationId xmlns:a16="http://schemas.microsoft.com/office/drawing/2014/main" id="{83A278D9-086C-BE47-BA0D-A1CB49B9D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18" name="Oval 150">
                <a:extLst>
                  <a:ext uri="{FF2B5EF4-FFF2-40B4-BE49-F238E27FC236}">
                    <a16:creationId xmlns:a16="http://schemas.microsoft.com/office/drawing/2014/main" id="{71B59C46-33D8-EC4A-A0CA-4AF6B7EE73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9" y="2611"/>
                <a:ext cx="46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19" name="Freeform 151">
                <a:extLst>
                  <a:ext uri="{FF2B5EF4-FFF2-40B4-BE49-F238E27FC236}">
                    <a16:creationId xmlns:a16="http://schemas.microsoft.com/office/drawing/2014/main" id="{3C577FAB-12B4-CA48-B90D-D923F7168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20" name="AutoShape 152">
                <a:extLst>
                  <a:ext uri="{FF2B5EF4-FFF2-40B4-BE49-F238E27FC236}">
                    <a16:creationId xmlns:a16="http://schemas.microsoft.com/office/drawing/2014/main" id="{0744BC6B-A26A-7E49-A677-B90EDB08F5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7"/>
                <a:ext cx="1199" cy="148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21" name="AutoShape 153">
                <a:extLst>
                  <a:ext uri="{FF2B5EF4-FFF2-40B4-BE49-F238E27FC236}">
                    <a16:creationId xmlns:a16="http://schemas.microsoft.com/office/drawing/2014/main" id="{574AC8BD-9D1C-FB42-BD21-1A786B862E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2"/>
                <a:ext cx="1072" cy="8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22" name="Oval 154">
                <a:extLst>
                  <a:ext uri="{FF2B5EF4-FFF2-40B4-BE49-F238E27FC236}">
                    <a16:creationId xmlns:a16="http://schemas.microsoft.com/office/drawing/2014/main" id="{5AFE8D2C-0569-3047-AB73-8A9B37AF1F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8" y="2380"/>
                <a:ext cx="156" cy="14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23" name="Oval 155">
                <a:extLst>
                  <a:ext uri="{FF2B5EF4-FFF2-40B4-BE49-F238E27FC236}">
                    <a16:creationId xmlns:a16="http://schemas.microsoft.com/office/drawing/2014/main" id="{83B0123B-44CF-B845-B272-496DEB2388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8" y="2386"/>
                <a:ext cx="156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24" name="Oval 156">
                <a:extLst>
                  <a:ext uri="{FF2B5EF4-FFF2-40B4-BE49-F238E27FC236}">
                    <a16:creationId xmlns:a16="http://schemas.microsoft.com/office/drawing/2014/main" id="{FF7ABF78-07FF-FD40-9233-2EC92E7CBA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380"/>
                <a:ext cx="156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25" name="Rectangle 157">
                <a:extLst>
                  <a:ext uri="{FF2B5EF4-FFF2-40B4-BE49-F238E27FC236}">
                    <a16:creationId xmlns:a16="http://schemas.microsoft.com/office/drawing/2014/main" id="{D41F5C27-E8BB-6440-8D30-59C3961E0B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1" y="1835"/>
                <a:ext cx="87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34" name="Group 158">
              <a:extLst>
                <a:ext uri="{FF2B5EF4-FFF2-40B4-BE49-F238E27FC236}">
                  <a16:creationId xmlns:a16="http://schemas.microsoft.com/office/drawing/2014/main" id="{AEB56919-E56B-7E4E-A7D7-98A288C3B2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06677" y="3015343"/>
              <a:ext cx="390525" cy="641350"/>
              <a:chOff x="4140" y="429"/>
              <a:chExt cx="1425" cy="2396"/>
            </a:xfrm>
          </p:grpSpPr>
          <p:sp>
            <p:nvSpPr>
              <p:cNvPr id="235" name="Freeform 159">
                <a:extLst>
                  <a:ext uri="{FF2B5EF4-FFF2-40B4-BE49-F238E27FC236}">
                    <a16:creationId xmlns:a16="http://schemas.microsoft.com/office/drawing/2014/main" id="{86964676-09BA-2F4D-8E07-76EACFD1A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36" name="Rectangle 160">
                <a:extLst>
                  <a:ext uri="{FF2B5EF4-FFF2-40B4-BE49-F238E27FC236}">
                    <a16:creationId xmlns:a16="http://schemas.microsoft.com/office/drawing/2014/main" id="{FFAAD933-7081-1940-82D8-3553DCB084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8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37" name="Freeform 161">
                <a:extLst>
                  <a:ext uri="{FF2B5EF4-FFF2-40B4-BE49-F238E27FC236}">
                    <a16:creationId xmlns:a16="http://schemas.microsoft.com/office/drawing/2014/main" id="{D61BDCB9-8C30-1C44-A8F2-0EC386728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38" name="Freeform 162">
                <a:extLst>
                  <a:ext uri="{FF2B5EF4-FFF2-40B4-BE49-F238E27FC236}">
                    <a16:creationId xmlns:a16="http://schemas.microsoft.com/office/drawing/2014/main" id="{3E122E01-84B9-6E48-861A-BEEBD7F67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39" name="Rectangle 163">
                <a:extLst>
                  <a:ext uri="{FF2B5EF4-FFF2-40B4-BE49-F238E27FC236}">
                    <a16:creationId xmlns:a16="http://schemas.microsoft.com/office/drawing/2014/main" id="{3AD89C6E-5869-C84E-94DF-DD53888631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6"/>
                <a:ext cx="597" cy="4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40" name="Group 164">
                <a:extLst>
                  <a:ext uri="{FF2B5EF4-FFF2-40B4-BE49-F238E27FC236}">
                    <a16:creationId xmlns:a16="http://schemas.microsoft.com/office/drawing/2014/main" id="{919F3CC7-4090-E54D-9BA9-E092A8C8102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65" name="AutoShape 165">
                  <a:extLst>
                    <a:ext uri="{FF2B5EF4-FFF2-40B4-BE49-F238E27FC236}">
                      <a16:creationId xmlns:a16="http://schemas.microsoft.com/office/drawing/2014/main" id="{EAE6002E-6A1D-0B48-BA81-7D9DEC7045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3" cy="142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66" name="AutoShape 166">
                  <a:extLst>
                    <a:ext uri="{FF2B5EF4-FFF2-40B4-BE49-F238E27FC236}">
                      <a16:creationId xmlns:a16="http://schemas.microsoft.com/office/drawing/2014/main" id="{CAA5444A-9857-9149-867E-5562C085E14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3"/>
                  <a:ext cx="694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41" name="Rectangle 167">
                <a:extLst>
                  <a:ext uri="{FF2B5EF4-FFF2-40B4-BE49-F238E27FC236}">
                    <a16:creationId xmlns:a16="http://schemas.microsoft.com/office/drawing/2014/main" id="{93E34643-2646-D44C-9D6D-91A5B1C18A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016"/>
                <a:ext cx="591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42" name="Group 168">
                <a:extLst>
                  <a:ext uri="{FF2B5EF4-FFF2-40B4-BE49-F238E27FC236}">
                    <a16:creationId xmlns:a16="http://schemas.microsoft.com/office/drawing/2014/main" id="{652E8D93-E5DE-A34F-9D29-89AB07D0566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63" name="AutoShape 169">
                  <a:extLst>
                    <a:ext uri="{FF2B5EF4-FFF2-40B4-BE49-F238E27FC236}">
                      <a16:creationId xmlns:a16="http://schemas.microsoft.com/office/drawing/2014/main" id="{AA26172B-FDFE-3D4E-9541-B9BC052C10D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6"/>
                  <a:ext cx="723" cy="141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64" name="AutoShape 170">
                  <a:extLst>
                    <a:ext uri="{FF2B5EF4-FFF2-40B4-BE49-F238E27FC236}">
                      <a16:creationId xmlns:a16="http://schemas.microsoft.com/office/drawing/2014/main" id="{521BB6A8-6D33-7E40-B79B-A911E9D1C5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5"/>
                  <a:ext cx="694" cy="10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43" name="Rectangle 171">
                <a:extLst>
                  <a:ext uri="{FF2B5EF4-FFF2-40B4-BE49-F238E27FC236}">
                    <a16:creationId xmlns:a16="http://schemas.microsoft.com/office/drawing/2014/main" id="{FF73D9CC-AAAC-D341-85A2-89BC26B91B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1360"/>
                <a:ext cx="597" cy="4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44" name="Rectangle 172">
                <a:extLst>
                  <a:ext uri="{FF2B5EF4-FFF2-40B4-BE49-F238E27FC236}">
                    <a16:creationId xmlns:a16="http://schemas.microsoft.com/office/drawing/2014/main" id="{B810EEDB-015F-FD45-9174-E980EC5FAA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657"/>
                <a:ext cx="597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45" name="Group 173">
                <a:extLst>
                  <a:ext uri="{FF2B5EF4-FFF2-40B4-BE49-F238E27FC236}">
                    <a16:creationId xmlns:a16="http://schemas.microsoft.com/office/drawing/2014/main" id="{2E72AE40-DCC2-4948-AD2E-564A2B8A82A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61" name="AutoShape 174">
                  <a:extLst>
                    <a:ext uri="{FF2B5EF4-FFF2-40B4-BE49-F238E27FC236}">
                      <a16:creationId xmlns:a16="http://schemas.microsoft.com/office/drawing/2014/main" id="{D9D1958B-0DAA-074E-A39D-ABDA1EA5B0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2" cy="131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62" name="AutoShape 175">
                  <a:extLst>
                    <a:ext uri="{FF2B5EF4-FFF2-40B4-BE49-F238E27FC236}">
                      <a16:creationId xmlns:a16="http://schemas.microsoft.com/office/drawing/2014/main" id="{8EFD2DEF-75B3-4B4C-BB17-5FDA1DFD916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4"/>
                  <a:ext cx="693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46" name="Freeform 176">
                <a:extLst>
                  <a:ext uri="{FF2B5EF4-FFF2-40B4-BE49-F238E27FC236}">
                    <a16:creationId xmlns:a16="http://schemas.microsoft.com/office/drawing/2014/main" id="{A52917D9-2F4F-8A4E-A096-B778F3B97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47" name="Group 177">
                <a:extLst>
                  <a:ext uri="{FF2B5EF4-FFF2-40B4-BE49-F238E27FC236}">
                    <a16:creationId xmlns:a16="http://schemas.microsoft.com/office/drawing/2014/main" id="{8476C934-1025-054C-BF2F-A686380677C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59" name="AutoShape 178">
                  <a:extLst>
                    <a:ext uri="{FF2B5EF4-FFF2-40B4-BE49-F238E27FC236}">
                      <a16:creationId xmlns:a16="http://schemas.microsoft.com/office/drawing/2014/main" id="{8DF96225-9AB2-AB48-9090-A03A165D90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6"/>
                  <a:ext cx="729" cy="142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60" name="AutoShape 179">
                  <a:extLst>
                    <a:ext uri="{FF2B5EF4-FFF2-40B4-BE49-F238E27FC236}">
                      <a16:creationId xmlns:a16="http://schemas.microsoft.com/office/drawing/2014/main" id="{B48F8DCA-7FC5-4D49-89FD-957B141759A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6" y="2583"/>
                  <a:ext cx="693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48" name="Rectangle 180">
                <a:extLst>
                  <a:ext uri="{FF2B5EF4-FFF2-40B4-BE49-F238E27FC236}">
                    <a16:creationId xmlns:a16="http://schemas.microsoft.com/office/drawing/2014/main" id="{82DD01ED-CC62-8E44-B4AF-5AB162B457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2" y="429"/>
                <a:ext cx="64" cy="2289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49" name="Freeform 181">
                <a:extLst>
                  <a:ext uri="{FF2B5EF4-FFF2-40B4-BE49-F238E27FC236}">
                    <a16:creationId xmlns:a16="http://schemas.microsoft.com/office/drawing/2014/main" id="{02E0A0DA-75BD-A54E-BFBE-1053BAA47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50" name="Freeform 182">
                <a:extLst>
                  <a:ext uri="{FF2B5EF4-FFF2-40B4-BE49-F238E27FC236}">
                    <a16:creationId xmlns:a16="http://schemas.microsoft.com/office/drawing/2014/main" id="{553CF65B-1E90-FF47-BBE8-B5344DE42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51" name="Oval 183">
                <a:extLst>
                  <a:ext uri="{FF2B5EF4-FFF2-40B4-BE49-F238E27FC236}">
                    <a16:creationId xmlns:a16="http://schemas.microsoft.com/office/drawing/2014/main" id="{1CFB15AC-59D4-2B42-9567-80D6F30EC5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9" y="2611"/>
                <a:ext cx="46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52" name="Freeform 184">
                <a:extLst>
                  <a:ext uri="{FF2B5EF4-FFF2-40B4-BE49-F238E27FC236}">
                    <a16:creationId xmlns:a16="http://schemas.microsoft.com/office/drawing/2014/main" id="{377D0A48-37B0-984B-9D70-F4CA7EE8AC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53" name="AutoShape 185">
                <a:extLst>
                  <a:ext uri="{FF2B5EF4-FFF2-40B4-BE49-F238E27FC236}">
                    <a16:creationId xmlns:a16="http://schemas.microsoft.com/office/drawing/2014/main" id="{1DF08F1A-8088-4349-B9B6-80E5278DDB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7"/>
                <a:ext cx="1199" cy="148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54" name="AutoShape 186">
                <a:extLst>
                  <a:ext uri="{FF2B5EF4-FFF2-40B4-BE49-F238E27FC236}">
                    <a16:creationId xmlns:a16="http://schemas.microsoft.com/office/drawing/2014/main" id="{AB1FF07F-165E-5C42-A46F-20C492B2AF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2"/>
                <a:ext cx="1072" cy="8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55" name="Oval 187">
                <a:extLst>
                  <a:ext uri="{FF2B5EF4-FFF2-40B4-BE49-F238E27FC236}">
                    <a16:creationId xmlns:a16="http://schemas.microsoft.com/office/drawing/2014/main" id="{246533F9-312A-7949-B6A5-04845D4051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8" y="2380"/>
                <a:ext cx="156" cy="14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56" name="Oval 188">
                <a:extLst>
                  <a:ext uri="{FF2B5EF4-FFF2-40B4-BE49-F238E27FC236}">
                    <a16:creationId xmlns:a16="http://schemas.microsoft.com/office/drawing/2014/main" id="{97B4BE6D-9A58-6C4D-98DB-90F92956E1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8" y="2386"/>
                <a:ext cx="156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57" name="Oval 189">
                <a:extLst>
                  <a:ext uri="{FF2B5EF4-FFF2-40B4-BE49-F238E27FC236}">
                    <a16:creationId xmlns:a16="http://schemas.microsoft.com/office/drawing/2014/main" id="{B4E35ECA-82AF-A74F-9E87-BC1C1318FE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380"/>
                <a:ext cx="156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58" name="Rectangle 190">
                <a:extLst>
                  <a:ext uri="{FF2B5EF4-FFF2-40B4-BE49-F238E27FC236}">
                    <a16:creationId xmlns:a16="http://schemas.microsoft.com/office/drawing/2014/main" id="{32338498-7D1E-F249-A1B6-782EAA13AD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1" y="1835"/>
                <a:ext cx="87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67" name="Group 224">
              <a:extLst>
                <a:ext uri="{FF2B5EF4-FFF2-40B4-BE49-F238E27FC236}">
                  <a16:creationId xmlns:a16="http://schemas.microsoft.com/office/drawing/2014/main" id="{3B18C9CF-4DB3-9A45-9F2E-A9E7637C384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560790" y="1753280"/>
              <a:ext cx="390525" cy="641350"/>
              <a:chOff x="4140" y="429"/>
              <a:chExt cx="1425" cy="2396"/>
            </a:xfrm>
          </p:grpSpPr>
          <p:sp>
            <p:nvSpPr>
              <p:cNvPr id="268" name="Freeform 225">
                <a:extLst>
                  <a:ext uri="{FF2B5EF4-FFF2-40B4-BE49-F238E27FC236}">
                    <a16:creationId xmlns:a16="http://schemas.microsoft.com/office/drawing/2014/main" id="{8DE393E4-949F-5A47-87BC-37206D62F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69" name="Rectangle 226">
                <a:extLst>
                  <a:ext uri="{FF2B5EF4-FFF2-40B4-BE49-F238E27FC236}">
                    <a16:creationId xmlns:a16="http://schemas.microsoft.com/office/drawing/2014/main" id="{45AACD86-831C-7245-8042-0EAB26DDB8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8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70" name="Freeform 227">
                <a:extLst>
                  <a:ext uri="{FF2B5EF4-FFF2-40B4-BE49-F238E27FC236}">
                    <a16:creationId xmlns:a16="http://schemas.microsoft.com/office/drawing/2014/main" id="{641EE52D-59FB-874A-8BE7-992D8AB38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71" name="Freeform 228">
                <a:extLst>
                  <a:ext uri="{FF2B5EF4-FFF2-40B4-BE49-F238E27FC236}">
                    <a16:creationId xmlns:a16="http://schemas.microsoft.com/office/drawing/2014/main" id="{745C23B7-E3E7-3244-8E92-2A519BCE4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72" name="Rectangle 229">
                <a:extLst>
                  <a:ext uri="{FF2B5EF4-FFF2-40B4-BE49-F238E27FC236}">
                    <a16:creationId xmlns:a16="http://schemas.microsoft.com/office/drawing/2014/main" id="{53F1BA0D-FC18-8F40-B02C-5E5456D41E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6"/>
                <a:ext cx="597" cy="4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73" name="Group 230">
                <a:extLst>
                  <a:ext uri="{FF2B5EF4-FFF2-40B4-BE49-F238E27FC236}">
                    <a16:creationId xmlns:a16="http://schemas.microsoft.com/office/drawing/2014/main" id="{3BF69572-674D-F94F-AF3E-6360341D099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98" name="AutoShape 231">
                  <a:extLst>
                    <a:ext uri="{FF2B5EF4-FFF2-40B4-BE49-F238E27FC236}">
                      <a16:creationId xmlns:a16="http://schemas.microsoft.com/office/drawing/2014/main" id="{7A3AB9B6-ED54-E640-B88B-6349E66AEC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3" cy="142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99" name="AutoShape 232">
                  <a:extLst>
                    <a:ext uri="{FF2B5EF4-FFF2-40B4-BE49-F238E27FC236}">
                      <a16:creationId xmlns:a16="http://schemas.microsoft.com/office/drawing/2014/main" id="{41885595-164B-5A49-B50B-F202B13B92B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3"/>
                  <a:ext cx="694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74" name="Rectangle 233">
                <a:extLst>
                  <a:ext uri="{FF2B5EF4-FFF2-40B4-BE49-F238E27FC236}">
                    <a16:creationId xmlns:a16="http://schemas.microsoft.com/office/drawing/2014/main" id="{1DC47301-CD25-F742-824D-B95A7C78B1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016"/>
                <a:ext cx="591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75" name="Group 234">
                <a:extLst>
                  <a:ext uri="{FF2B5EF4-FFF2-40B4-BE49-F238E27FC236}">
                    <a16:creationId xmlns:a16="http://schemas.microsoft.com/office/drawing/2014/main" id="{ABA534FC-B51E-B545-893B-AA2D360102D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96" name="AutoShape 235">
                  <a:extLst>
                    <a:ext uri="{FF2B5EF4-FFF2-40B4-BE49-F238E27FC236}">
                      <a16:creationId xmlns:a16="http://schemas.microsoft.com/office/drawing/2014/main" id="{BF3259EE-323A-7B46-BA99-522FF89692D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6"/>
                  <a:ext cx="723" cy="141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97" name="AutoShape 236">
                  <a:extLst>
                    <a:ext uri="{FF2B5EF4-FFF2-40B4-BE49-F238E27FC236}">
                      <a16:creationId xmlns:a16="http://schemas.microsoft.com/office/drawing/2014/main" id="{773E2C4B-E371-8849-89F1-CB3467DA22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5"/>
                  <a:ext cx="694" cy="10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76" name="Rectangle 237">
                <a:extLst>
                  <a:ext uri="{FF2B5EF4-FFF2-40B4-BE49-F238E27FC236}">
                    <a16:creationId xmlns:a16="http://schemas.microsoft.com/office/drawing/2014/main" id="{65673162-6BD4-FA45-AD7B-65DCCB5038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1360"/>
                <a:ext cx="597" cy="4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77" name="Rectangle 238">
                <a:extLst>
                  <a:ext uri="{FF2B5EF4-FFF2-40B4-BE49-F238E27FC236}">
                    <a16:creationId xmlns:a16="http://schemas.microsoft.com/office/drawing/2014/main" id="{EB910949-1BF1-2E43-B251-2F5F6D2BC5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657"/>
                <a:ext cx="597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78" name="Group 239">
                <a:extLst>
                  <a:ext uri="{FF2B5EF4-FFF2-40B4-BE49-F238E27FC236}">
                    <a16:creationId xmlns:a16="http://schemas.microsoft.com/office/drawing/2014/main" id="{4ABA0E07-42B3-1C4B-A798-B21B7411913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94" name="AutoShape 240">
                  <a:extLst>
                    <a:ext uri="{FF2B5EF4-FFF2-40B4-BE49-F238E27FC236}">
                      <a16:creationId xmlns:a16="http://schemas.microsoft.com/office/drawing/2014/main" id="{833C6885-DF73-A44C-AF35-71696A3444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2" cy="131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95" name="AutoShape 241">
                  <a:extLst>
                    <a:ext uri="{FF2B5EF4-FFF2-40B4-BE49-F238E27FC236}">
                      <a16:creationId xmlns:a16="http://schemas.microsoft.com/office/drawing/2014/main" id="{00053469-6811-F146-9041-0E9ADB93CF5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4"/>
                  <a:ext cx="693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79" name="Freeform 242">
                <a:extLst>
                  <a:ext uri="{FF2B5EF4-FFF2-40B4-BE49-F238E27FC236}">
                    <a16:creationId xmlns:a16="http://schemas.microsoft.com/office/drawing/2014/main" id="{E93D621E-BD5E-4F41-B292-1FF1D9FD9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80" name="Group 243">
                <a:extLst>
                  <a:ext uri="{FF2B5EF4-FFF2-40B4-BE49-F238E27FC236}">
                    <a16:creationId xmlns:a16="http://schemas.microsoft.com/office/drawing/2014/main" id="{D2A4152B-1063-5545-AFB4-C764C9E38D4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92" name="AutoShape 244">
                  <a:extLst>
                    <a:ext uri="{FF2B5EF4-FFF2-40B4-BE49-F238E27FC236}">
                      <a16:creationId xmlns:a16="http://schemas.microsoft.com/office/drawing/2014/main" id="{91B44A19-99F5-3246-B452-E6974C38820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6"/>
                  <a:ext cx="729" cy="142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93" name="AutoShape 245">
                  <a:extLst>
                    <a:ext uri="{FF2B5EF4-FFF2-40B4-BE49-F238E27FC236}">
                      <a16:creationId xmlns:a16="http://schemas.microsoft.com/office/drawing/2014/main" id="{CE7C0896-4736-8044-B538-F09471477D4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3"/>
                  <a:ext cx="693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81" name="Rectangle 246">
                <a:extLst>
                  <a:ext uri="{FF2B5EF4-FFF2-40B4-BE49-F238E27FC236}">
                    <a16:creationId xmlns:a16="http://schemas.microsoft.com/office/drawing/2014/main" id="{1D6C13B5-BF0F-554A-9CE4-3F075F9379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2" y="429"/>
                <a:ext cx="64" cy="2289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82" name="Freeform 247">
                <a:extLst>
                  <a:ext uri="{FF2B5EF4-FFF2-40B4-BE49-F238E27FC236}">
                    <a16:creationId xmlns:a16="http://schemas.microsoft.com/office/drawing/2014/main" id="{0F3FBF0A-EAF4-094D-A874-245423181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83" name="Freeform 248">
                <a:extLst>
                  <a:ext uri="{FF2B5EF4-FFF2-40B4-BE49-F238E27FC236}">
                    <a16:creationId xmlns:a16="http://schemas.microsoft.com/office/drawing/2014/main" id="{EC002925-BD09-784A-9BB4-2AD299FA2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84" name="Oval 249">
                <a:extLst>
                  <a:ext uri="{FF2B5EF4-FFF2-40B4-BE49-F238E27FC236}">
                    <a16:creationId xmlns:a16="http://schemas.microsoft.com/office/drawing/2014/main" id="{21E73907-A81B-E540-A734-D855A80521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9" y="2611"/>
                <a:ext cx="46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85" name="Freeform 250">
                <a:extLst>
                  <a:ext uri="{FF2B5EF4-FFF2-40B4-BE49-F238E27FC236}">
                    <a16:creationId xmlns:a16="http://schemas.microsoft.com/office/drawing/2014/main" id="{7B38A468-42E7-2245-BA7B-6136A4486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86" name="AutoShape 251">
                <a:extLst>
                  <a:ext uri="{FF2B5EF4-FFF2-40B4-BE49-F238E27FC236}">
                    <a16:creationId xmlns:a16="http://schemas.microsoft.com/office/drawing/2014/main" id="{F798831B-76D3-634B-A1D7-73487DB6F3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7"/>
                <a:ext cx="1199" cy="148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87" name="AutoShape 252">
                <a:extLst>
                  <a:ext uri="{FF2B5EF4-FFF2-40B4-BE49-F238E27FC236}">
                    <a16:creationId xmlns:a16="http://schemas.microsoft.com/office/drawing/2014/main" id="{93B2ADD1-628A-5B4D-960D-449954DF90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2"/>
                <a:ext cx="1072" cy="8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88" name="Oval 253">
                <a:extLst>
                  <a:ext uri="{FF2B5EF4-FFF2-40B4-BE49-F238E27FC236}">
                    <a16:creationId xmlns:a16="http://schemas.microsoft.com/office/drawing/2014/main" id="{359740D7-3452-8745-AD4F-78F1EAE69A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8" y="2380"/>
                <a:ext cx="156" cy="14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89" name="Oval 254">
                <a:extLst>
                  <a:ext uri="{FF2B5EF4-FFF2-40B4-BE49-F238E27FC236}">
                    <a16:creationId xmlns:a16="http://schemas.microsoft.com/office/drawing/2014/main" id="{6953048C-3B45-C945-95BD-05D0D95F96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8" y="2386"/>
                <a:ext cx="156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0" name="Oval 255">
                <a:extLst>
                  <a:ext uri="{FF2B5EF4-FFF2-40B4-BE49-F238E27FC236}">
                    <a16:creationId xmlns:a16="http://schemas.microsoft.com/office/drawing/2014/main" id="{FCF3244C-B9E8-DF49-A3D0-C0D2140BA8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380"/>
                <a:ext cx="156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91" name="Rectangle 256">
                <a:extLst>
                  <a:ext uri="{FF2B5EF4-FFF2-40B4-BE49-F238E27FC236}">
                    <a16:creationId xmlns:a16="http://schemas.microsoft.com/office/drawing/2014/main" id="{66CCCCC0-CA45-934C-8FFC-B89439DE40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1" y="1835"/>
                <a:ext cx="87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300" name="Group 257">
              <a:extLst>
                <a:ext uri="{FF2B5EF4-FFF2-40B4-BE49-F238E27FC236}">
                  <a16:creationId xmlns:a16="http://schemas.microsoft.com/office/drawing/2014/main" id="{6D88D42C-B784-1546-97B0-1AA7D6A27E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76765" y="3005818"/>
              <a:ext cx="390525" cy="641350"/>
              <a:chOff x="4140" y="429"/>
              <a:chExt cx="1425" cy="2396"/>
            </a:xfrm>
          </p:grpSpPr>
          <p:sp>
            <p:nvSpPr>
              <p:cNvPr id="301" name="Freeform 258">
                <a:extLst>
                  <a:ext uri="{FF2B5EF4-FFF2-40B4-BE49-F238E27FC236}">
                    <a16:creationId xmlns:a16="http://schemas.microsoft.com/office/drawing/2014/main" id="{702EC307-F8E6-434D-B445-B2F47A942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2" name="Rectangle 259">
                <a:extLst>
                  <a:ext uri="{FF2B5EF4-FFF2-40B4-BE49-F238E27FC236}">
                    <a16:creationId xmlns:a16="http://schemas.microsoft.com/office/drawing/2014/main" id="{07437252-B53D-9D40-813F-304E5CD00E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8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3" name="Freeform 260">
                <a:extLst>
                  <a:ext uri="{FF2B5EF4-FFF2-40B4-BE49-F238E27FC236}">
                    <a16:creationId xmlns:a16="http://schemas.microsoft.com/office/drawing/2014/main" id="{EC373583-A9BD-FC4E-A47E-4602AA39D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4" name="Freeform 261">
                <a:extLst>
                  <a:ext uri="{FF2B5EF4-FFF2-40B4-BE49-F238E27FC236}">
                    <a16:creationId xmlns:a16="http://schemas.microsoft.com/office/drawing/2014/main" id="{D1E0B0A0-C834-9D4D-9DDD-D4222C181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5" name="Rectangle 262">
                <a:extLst>
                  <a:ext uri="{FF2B5EF4-FFF2-40B4-BE49-F238E27FC236}">
                    <a16:creationId xmlns:a16="http://schemas.microsoft.com/office/drawing/2014/main" id="{B2DA4C56-6E4F-4F46-A99C-698FAADDBE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6"/>
                <a:ext cx="597" cy="4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306" name="Group 263">
                <a:extLst>
                  <a:ext uri="{FF2B5EF4-FFF2-40B4-BE49-F238E27FC236}">
                    <a16:creationId xmlns:a16="http://schemas.microsoft.com/office/drawing/2014/main" id="{0476FEFE-2DC6-2148-99D9-A5C054B12CD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331" name="AutoShape 264">
                  <a:extLst>
                    <a:ext uri="{FF2B5EF4-FFF2-40B4-BE49-F238E27FC236}">
                      <a16:creationId xmlns:a16="http://schemas.microsoft.com/office/drawing/2014/main" id="{81145D7E-D3D7-0D4C-A411-943EBD5AA0F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3" cy="142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32" name="AutoShape 265">
                  <a:extLst>
                    <a:ext uri="{FF2B5EF4-FFF2-40B4-BE49-F238E27FC236}">
                      <a16:creationId xmlns:a16="http://schemas.microsoft.com/office/drawing/2014/main" id="{67891F44-03D3-CF47-86FB-FB0C31AF65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3"/>
                  <a:ext cx="694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307" name="Rectangle 266">
                <a:extLst>
                  <a:ext uri="{FF2B5EF4-FFF2-40B4-BE49-F238E27FC236}">
                    <a16:creationId xmlns:a16="http://schemas.microsoft.com/office/drawing/2014/main" id="{1D029B33-0C7B-864F-B801-978A4B8FD5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016"/>
                <a:ext cx="591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308" name="Group 267">
                <a:extLst>
                  <a:ext uri="{FF2B5EF4-FFF2-40B4-BE49-F238E27FC236}">
                    <a16:creationId xmlns:a16="http://schemas.microsoft.com/office/drawing/2014/main" id="{8A3352FE-9285-9E4C-BF29-D635003DF95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329" name="AutoShape 268">
                  <a:extLst>
                    <a:ext uri="{FF2B5EF4-FFF2-40B4-BE49-F238E27FC236}">
                      <a16:creationId xmlns:a16="http://schemas.microsoft.com/office/drawing/2014/main" id="{CC6637ED-E66A-004E-AE38-F32E55EC54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6"/>
                  <a:ext cx="723" cy="141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30" name="AutoShape 269">
                  <a:extLst>
                    <a:ext uri="{FF2B5EF4-FFF2-40B4-BE49-F238E27FC236}">
                      <a16:creationId xmlns:a16="http://schemas.microsoft.com/office/drawing/2014/main" id="{99FAA76E-7386-FC45-ACF1-30D129724B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5"/>
                  <a:ext cx="694" cy="10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309" name="Rectangle 270">
                <a:extLst>
                  <a:ext uri="{FF2B5EF4-FFF2-40B4-BE49-F238E27FC236}">
                    <a16:creationId xmlns:a16="http://schemas.microsoft.com/office/drawing/2014/main" id="{AFCC8C61-44F6-2242-8855-E7238EE55A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1360"/>
                <a:ext cx="597" cy="4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0" name="Rectangle 271">
                <a:extLst>
                  <a:ext uri="{FF2B5EF4-FFF2-40B4-BE49-F238E27FC236}">
                    <a16:creationId xmlns:a16="http://schemas.microsoft.com/office/drawing/2014/main" id="{5F416F68-F5C3-E047-86DD-2B69313C98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657"/>
                <a:ext cx="597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311" name="Group 272">
                <a:extLst>
                  <a:ext uri="{FF2B5EF4-FFF2-40B4-BE49-F238E27FC236}">
                    <a16:creationId xmlns:a16="http://schemas.microsoft.com/office/drawing/2014/main" id="{63D616E2-37F9-FA41-93A3-EC867A9C9DF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327" name="AutoShape 273">
                  <a:extLst>
                    <a:ext uri="{FF2B5EF4-FFF2-40B4-BE49-F238E27FC236}">
                      <a16:creationId xmlns:a16="http://schemas.microsoft.com/office/drawing/2014/main" id="{666D6CE3-43E0-B641-9B47-80DA04FB01A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2" cy="131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28" name="AutoShape 274">
                  <a:extLst>
                    <a:ext uri="{FF2B5EF4-FFF2-40B4-BE49-F238E27FC236}">
                      <a16:creationId xmlns:a16="http://schemas.microsoft.com/office/drawing/2014/main" id="{D94D4D24-3A62-4346-A4B0-AF4901D561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4"/>
                  <a:ext cx="693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312" name="Freeform 275">
                <a:extLst>
                  <a:ext uri="{FF2B5EF4-FFF2-40B4-BE49-F238E27FC236}">
                    <a16:creationId xmlns:a16="http://schemas.microsoft.com/office/drawing/2014/main" id="{5502E20D-D3F9-1445-AE1A-C5A9B7BBB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313" name="Group 276">
                <a:extLst>
                  <a:ext uri="{FF2B5EF4-FFF2-40B4-BE49-F238E27FC236}">
                    <a16:creationId xmlns:a16="http://schemas.microsoft.com/office/drawing/2014/main" id="{88289607-2CB3-6846-972E-267A38967E1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325" name="AutoShape 277">
                  <a:extLst>
                    <a:ext uri="{FF2B5EF4-FFF2-40B4-BE49-F238E27FC236}">
                      <a16:creationId xmlns:a16="http://schemas.microsoft.com/office/drawing/2014/main" id="{4D384432-D7DC-704B-9036-8E7B3A2934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6"/>
                  <a:ext cx="729" cy="142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26" name="AutoShape 278">
                  <a:extLst>
                    <a:ext uri="{FF2B5EF4-FFF2-40B4-BE49-F238E27FC236}">
                      <a16:creationId xmlns:a16="http://schemas.microsoft.com/office/drawing/2014/main" id="{D9C2A3A1-5244-A14A-8274-DFC1383E58E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3"/>
                  <a:ext cx="693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314" name="Rectangle 279">
                <a:extLst>
                  <a:ext uri="{FF2B5EF4-FFF2-40B4-BE49-F238E27FC236}">
                    <a16:creationId xmlns:a16="http://schemas.microsoft.com/office/drawing/2014/main" id="{B1F8DD2B-C939-2C43-B20B-2B1AD74D42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2" y="429"/>
                <a:ext cx="64" cy="2289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5" name="Freeform 280">
                <a:extLst>
                  <a:ext uri="{FF2B5EF4-FFF2-40B4-BE49-F238E27FC236}">
                    <a16:creationId xmlns:a16="http://schemas.microsoft.com/office/drawing/2014/main" id="{F16DC7B2-4515-5543-B12A-6165D6E2E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6" name="Freeform 281">
                <a:extLst>
                  <a:ext uri="{FF2B5EF4-FFF2-40B4-BE49-F238E27FC236}">
                    <a16:creationId xmlns:a16="http://schemas.microsoft.com/office/drawing/2014/main" id="{004AE2FC-7231-E64A-BEBE-ADCA412A0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7" name="Oval 282">
                <a:extLst>
                  <a:ext uri="{FF2B5EF4-FFF2-40B4-BE49-F238E27FC236}">
                    <a16:creationId xmlns:a16="http://schemas.microsoft.com/office/drawing/2014/main" id="{5A6BAD53-D0CF-DF42-803B-A591FE4928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9" y="2611"/>
                <a:ext cx="46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8" name="Freeform 283">
                <a:extLst>
                  <a:ext uri="{FF2B5EF4-FFF2-40B4-BE49-F238E27FC236}">
                    <a16:creationId xmlns:a16="http://schemas.microsoft.com/office/drawing/2014/main" id="{37D6350E-473C-2F48-8443-85DB0303D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9" name="AutoShape 284">
                <a:extLst>
                  <a:ext uri="{FF2B5EF4-FFF2-40B4-BE49-F238E27FC236}">
                    <a16:creationId xmlns:a16="http://schemas.microsoft.com/office/drawing/2014/main" id="{BC07E322-3708-CF4A-90EA-569EBA34D2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7"/>
                <a:ext cx="1199" cy="148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0" name="AutoShape 285">
                <a:extLst>
                  <a:ext uri="{FF2B5EF4-FFF2-40B4-BE49-F238E27FC236}">
                    <a16:creationId xmlns:a16="http://schemas.microsoft.com/office/drawing/2014/main" id="{13CC96E0-B269-1C41-8B8A-26D7B49CC2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2"/>
                <a:ext cx="1072" cy="8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1" name="Oval 286">
                <a:extLst>
                  <a:ext uri="{FF2B5EF4-FFF2-40B4-BE49-F238E27FC236}">
                    <a16:creationId xmlns:a16="http://schemas.microsoft.com/office/drawing/2014/main" id="{B778BB94-7A1A-2A49-A8EF-9BB086F525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8" y="2380"/>
                <a:ext cx="156" cy="14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2" name="Oval 287">
                <a:extLst>
                  <a:ext uri="{FF2B5EF4-FFF2-40B4-BE49-F238E27FC236}">
                    <a16:creationId xmlns:a16="http://schemas.microsoft.com/office/drawing/2014/main" id="{F501B229-B7EF-6B41-9F50-357DBD6338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8" y="2386"/>
                <a:ext cx="156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23" name="Oval 288">
                <a:extLst>
                  <a:ext uri="{FF2B5EF4-FFF2-40B4-BE49-F238E27FC236}">
                    <a16:creationId xmlns:a16="http://schemas.microsoft.com/office/drawing/2014/main" id="{B00DA42E-62A3-B349-A633-497D458569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380"/>
                <a:ext cx="156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4" name="Rectangle 289">
                <a:extLst>
                  <a:ext uri="{FF2B5EF4-FFF2-40B4-BE49-F238E27FC236}">
                    <a16:creationId xmlns:a16="http://schemas.microsoft.com/office/drawing/2014/main" id="{238D91CD-38E8-4C4C-BE90-4508D42E55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1" y="1835"/>
                <a:ext cx="87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168" name="Rectangle 67">
            <a:extLst>
              <a:ext uri="{FF2B5EF4-FFF2-40B4-BE49-F238E27FC236}">
                <a16:creationId xmlns:a16="http://schemas.microsoft.com/office/drawing/2014/main" id="{7033F479-89A5-0143-B345-2FFB1A7A7F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0552" y="2790656"/>
            <a:ext cx="3704869" cy="32418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Recursive query:</a:t>
            </a:r>
          </a:p>
          <a:p>
            <a:pPr marL="403225" marR="0" lvl="0" indent="-28892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puts burden of name resolution on contacted name server</a:t>
            </a:r>
          </a:p>
          <a:p>
            <a:pPr marL="403225" marR="0" lvl="0" indent="-28892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heavy load at upper levels of hierarchy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?</a:t>
            </a:r>
          </a:p>
        </p:txBody>
      </p:sp>
      <p:sp>
        <p:nvSpPr>
          <p:cNvPr id="167" name="Rectangle 67">
            <a:extLst>
              <a:ext uri="{FF2B5EF4-FFF2-40B4-BE49-F238E27FC236}">
                <a16:creationId xmlns:a16="http://schemas.microsoft.com/office/drawing/2014/main" id="{FC920AB6-C679-FB4D-8FB0-F8831E569238}"/>
              </a:ext>
            </a:extLst>
          </p:cNvPr>
          <p:cNvSpPr txBox="1">
            <a:spLocks noChangeArrowheads="1"/>
          </p:cNvSpPr>
          <p:nvPr/>
        </p:nvSpPr>
        <p:spPr>
          <a:xfrm>
            <a:off x="684201" y="1617338"/>
            <a:ext cx="5664200" cy="106113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Example: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host at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engineering.nyu.edu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wants IP address for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gaia.cs.umass.edu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42406644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Caching DNS Information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167" name="Rectangle 3">
            <a:extLst>
              <a:ext uri="{FF2B5EF4-FFF2-40B4-BE49-F238E27FC236}">
                <a16:creationId xmlns:a16="http://schemas.microsoft.com/office/drawing/2014/main" id="{796C1A8B-325B-1A4B-BF89-EF3A65965833}"/>
              </a:ext>
            </a:extLst>
          </p:cNvPr>
          <p:cNvSpPr txBox="1">
            <a:spLocks noChangeArrowheads="1"/>
          </p:cNvSpPr>
          <p:nvPr/>
        </p:nvSpPr>
        <p:spPr>
          <a:xfrm>
            <a:off x="952952" y="1446555"/>
            <a:ext cx="10515600" cy="473392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952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once (any) name server learns mapping, it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caches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mapping, and i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mmediately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returns a cached mapping in response to a query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caching improves response time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cache entries timeout (disappear) after some time (TTL)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TLD servers typically cached in local name servers</a:t>
            </a:r>
          </a:p>
          <a:p>
            <a:pPr marL="352425" marR="0" lvl="0" indent="-2952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cached entries may be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out-of-date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if named host changes IP address, may not be known Internet-wide until all TTLs expire!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best-effort name-to-address translation!</a:t>
            </a:r>
            <a:endParaRPr kumimoji="0" lang="en-US" altLang="en-US" sz="2800" b="0" i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" name="Slide Number Placeholder 2">
            <a:extLst>
              <a:ext uri="{FF2B5EF4-FFF2-40B4-BE49-F238E27FC236}">
                <a16:creationId xmlns:a16="http://schemas.microsoft.com/office/drawing/2014/main" id="{AF23161C-A7AE-1A48-A402-4FD497E9247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100" kern="1200">
                <a:solidFill>
                  <a:schemeClr val="bg1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Application Layer: 2-</a:t>
            </a:r>
            <a:fld id="{C4204591-24BD-A542-B9D5-F8D8A88D2FEE}" type="slidenum">
              <a:rPr lang="en-US" smtClean="0"/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49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94961802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2678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DNS records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14" name="Rectangle 4">
            <a:extLst>
              <a:ext uri="{FF2B5EF4-FFF2-40B4-BE49-F238E27FC236}">
                <a16:creationId xmlns:a16="http://schemas.microsoft.com/office/drawing/2014/main" id="{3AF614AE-5EFE-CD4F-98FF-6CA8EFEA6A47}"/>
              </a:ext>
            </a:extLst>
          </p:cNvPr>
          <p:cNvSpPr txBox="1">
            <a:spLocks noChangeArrowheads="1"/>
          </p:cNvSpPr>
          <p:nvPr/>
        </p:nvSpPr>
        <p:spPr>
          <a:xfrm>
            <a:off x="1080534" y="4388077"/>
            <a:ext cx="4547961" cy="19050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4288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type=NS</a:t>
            </a:r>
          </a:p>
          <a:p>
            <a:pPr marL="346075" marR="0" lvl="1" indent="-2889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+mn-cs"/>
              </a:rPr>
              <a:t>name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is domain (e.g., foo.com)</a:t>
            </a:r>
          </a:p>
          <a:p>
            <a:pPr marL="346075" marR="0" lvl="1" indent="-2889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+mn-cs"/>
              </a:rPr>
              <a:t>value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is hostname of authoritative name server for this domain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" name="Rectangle 8">
            <a:extLst>
              <a:ext uri="{FF2B5EF4-FFF2-40B4-BE49-F238E27FC236}">
                <a16:creationId xmlns:a16="http://schemas.microsoft.com/office/drawing/2014/main" id="{5FF3C084-C8BC-1946-AC92-BACA78ED26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67384" y="2774950"/>
            <a:ext cx="3810000" cy="1304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type=A</a:t>
            </a:r>
          </a:p>
          <a:p>
            <a:pPr marL="403225" marR="0" lvl="1" indent="-3175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+mn-cs"/>
              </a:rPr>
              <a:t>name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is hostname</a:t>
            </a:r>
          </a:p>
          <a:p>
            <a:pPr marL="403225" marR="0" lvl="1" indent="-3175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+mn-cs"/>
              </a:rPr>
              <a:t>value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is IP address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ZapfDingbats" charset="2"/>
              <a:buChar char="r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" name="Rectangle 9">
            <a:extLst>
              <a:ext uri="{FF2B5EF4-FFF2-40B4-BE49-F238E27FC236}">
                <a16:creationId xmlns:a16="http://schemas.microsoft.com/office/drawing/2014/main" id="{133ECBD3-7BA2-AC4D-ADED-9C9DE52EAD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5718" y="2797175"/>
            <a:ext cx="6176282" cy="2171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type=CNAME</a:t>
            </a:r>
          </a:p>
          <a:p>
            <a:pPr marL="403225" marR="0" lvl="1" indent="-3175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+mn-cs"/>
              </a:rPr>
              <a:t>name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is alias name for some “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canonical” (the real) name</a:t>
            </a:r>
          </a:p>
          <a:p>
            <a:pPr marL="403225" marR="0" lvl="1" indent="-3175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20000"/>
              <a:buFont typeface="Wingdings" pitchFamily="2" charset="2"/>
              <a:buChar char="§"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www.ibm.com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is really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servereast.backup2.ibm.com</a:t>
            </a:r>
          </a:p>
          <a:p>
            <a:pPr marL="403225" marR="0" lvl="1" indent="-3175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+mn-cs"/>
              </a:rPr>
              <a:t>value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is canonical name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ZapfDingbats" charset="2"/>
              <a:buChar char="r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9" name="Rectangle 10">
            <a:extLst>
              <a:ext uri="{FF2B5EF4-FFF2-40B4-BE49-F238E27FC236}">
                <a16:creationId xmlns:a16="http://schemas.microsoft.com/office/drawing/2014/main" id="{B62233DC-6662-1844-8E5F-FDE264813A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5718" y="4968875"/>
            <a:ext cx="5287866" cy="1309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type=MX</a:t>
            </a:r>
          </a:p>
          <a:p>
            <a:pPr marL="742950" marR="0" lvl="1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+mn-cs"/>
              </a:rPr>
              <a:t>value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is name of SMTP mail server associated with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+mn-cs"/>
              </a:rPr>
              <a:t>name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ZapfDingbats" charset="2"/>
              <a:buChar char="r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3" name="Group 2" descr="DNS distributed database storing resource records (RR) format. It contains name, value, type and time to live">
            <a:extLst>
              <a:ext uri="{FF2B5EF4-FFF2-40B4-BE49-F238E27FC236}">
                <a16:creationId xmlns:a16="http://schemas.microsoft.com/office/drawing/2014/main" id="{29954F63-F788-4CDB-8FF9-B73F602C368B}"/>
              </a:ext>
            </a:extLst>
          </p:cNvPr>
          <p:cNvGrpSpPr/>
          <p:nvPr/>
        </p:nvGrpSpPr>
        <p:grpSpPr>
          <a:xfrm>
            <a:off x="1347787" y="1270000"/>
            <a:ext cx="9701213" cy="1155700"/>
            <a:chOff x="1347787" y="1270000"/>
            <a:chExt cx="9701213" cy="1155700"/>
          </a:xfrm>
        </p:grpSpPr>
        <p:sp>
          <p:nvSpPr>
            <p:cNvPr id="13" name="Rectangle 3">
              <a:extLst>
                <a:ext uri="{FF2B5EF4-FFF2-40B4-BE49-F238E27FC236}">
                  <a16:creationId xmlns:a16="http://schemas.microsoft.com/office/drawing/2014/main" id="{D08588B2-F267-5D46-821D-D0D5A216E8F9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1347787" y="1358900"/>
              <a:ext cx="9574213" cy="514350"/>
            </a:xfrm>
            <a:prstGeom prst="rect">
              <a:avLst/>
            </a:prstGeom>
          </p:spPr>
          <p:txBody>
            <a:bodyPr/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352425" marR="0" lvl="0" indent="-22225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DNS:</a:t>
              </a:r>
              <a:r>
                <a:rPr kumimoji="0" lang="en-US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distributed database storing resource records </a:t>
              </a:r>
              <a:r>
                <a:rPr kumimoji="0" lang="en-US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(RR)</a:t>
              </a:r>
            </a:p>
          </p:txBody>
        </p:sp>
        <p:sp>
          <p:nvSpPr>
            <p:cNvPr id="15" name="Text Box 6">
              <a:extLst>
                <a:ext uri="{FF2B5EF4-FFF2-40B4-BE49-F238E27FC236}">
                  <a16:creationId xmlns:a16="http://schemas.microsoft.com/office/drawing/2014/main" id="{D7409DB2-6342-834D-ABB2-A1B3DA3A95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59064" y="1860128"/>
              <a:ext cx="6332536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RR format: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urier" pitchFamily="2" charset="0"/>
                  <a:ea typeface="ＭＳ Ｐゴシック" panose="020B0600070205080204" pitchFamily="34" charset="-128"/>
                  <a:cs typeface="+mn-cs"/>
                </a:rPr>
                <a:t>name, value, type, ttl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)</a:t>
              </a: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3434497C-A235-8C46-8A1B-FDC4DB9ACC31}"/>
                </a:ext>
              </a:extLst>
            </p:cNvPr>
            <p:cNvSpPr/>
            <p:nvPr/>
          </p:nvSpPr>
          <p:spPr>
            <a:xfrm>
              <a:off x="1358900" y="1270000"/>
              <a:ext cx="9690100" cy="1155700"/>
            </a:xfrm>
            <a:prstGeom prst="rect">
              <a:avLst/>
            </a:prstGeom>
            <a:noFill/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" name="Slide Number Placeholder 2">
            <a:extLst>
              <a:ext uri="{FF2B5EF4-FFF2-40B4-BE49-F238E27FC236}">
                <a16:creationId xmlns:a16="http://schemas.microsoft.com/office/drawing/2014/main" id="{E3AF190D-9153-4849-8D73-82E2FC3A405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100" kern="1200">
                <a:solidFill>
                  <a:schemeClr val="bg1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Application Layer: 2-</a:t>
            </a:r>
            <a:fld id="{C4204591-24BD-A542-B9D5-F8D8A88D2FEE}" type="slidenum">
              <a:rPr lang="en-US" smtClean="0"/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50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54161577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2678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Inserting records into DNS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56" name="Rectangle 4">
            <a:extLst>
              <a:ext uri="{FF2B5EF4-FFF2-40B4-BE49-F238E27FC236}">
                <a16:creationId xmlns:a16="http://schemas.microsoft.com/office/drawing/2014/main" id="{3216383A-5EC1-7E47-A0BE-F48A801236CE}"/>
              </a:ext>
            </a:extLst>
          </p:cNvPr>
          <p:cNvSpPr txBox="1">
            <a:spLocks noChangeArrowheads="1"/>
          </p:cNvSpPr>
          <p:nvPr/>
        </p:nvSpPr>
        <p:spPr>
          <a:xfrm>
            <a:off x="838200" y="1404537"/>
            <a:ext cx="10253340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4288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example: new startup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Network Utopia”</a:t>
            </a:r>
          </a:p>
          <a:p>
            <a:pPr marL="352425" marR="0" lvl="0" indent="-2952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register name networkuptopia.com at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DNS registrar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(e.g., Network Solutions)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provide names, IP addresses of authoritative name server (primary and secondary)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registrar inserts NS, A RRs into .com TLD server: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463550" marR="0" lvl="1" indent="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alt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+mn-cs"/>
              </a:rPr>
              <a:t> (networkutopia.com, dns1.networkutopia.com, NS)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+mn-cs"/>
              </a:rPr>
              <a:t> (dns1.networkutopia.com, 212.212.212.1, A)</a:t>
            </a:r>
            <a:endParaRPr kumimoji="0" lang="en-US" altLang="en-US" sz="2200" b="0" i="0" u="none" strike="noStrike" kern="1200" cap="none" spc="0" normalizeH="0" baseline="0" noProof="0" dirty="0">
              <a:ln>
                <a:noFill/>
              </a:ln>
              <a:solidFill>
                <a:srgbClr val="ED7D31"/>
              </a:solidFill>
              <a:effectLst/>
              <a:uLnTx/>
              <a:uFillTx/>
              <a:latin typeface="Courier" pitchFamily="2" charset="0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952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create authoritative server locally with IP address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+mn-cs"/>
              </a:rPr>
              <a:t>212.212.212.1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695325" marR="0" lvl="1" indent="-2952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type A record for www.networkuptopia.com</a:t>
            </a:r>
          </a:p>
          <a:p>
            <a:pPr marL="695325" marR="0" lvl="1" indent="-2952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type MX record for networkutopia.com</a:t>
            </a:r>
          </a:p>
          <a:p>
            <a:pPr marL="352425" marR="0" lvl="0" indent="-222250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32651931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2678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DNS security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5" name="Content Placeholder 5">
            <a:extLst>
              <a:ext uri="{FF2B5EF4-FFF2-40B4-BE49-F238E27FC236}">
                <a16:creationId xmlns:a16="http://schemas.microsoft.com/office/drawing/2014/main" id="{81829ECA-BDD6-AD44-8D36-9BB88442CDAB}"/>
              </a:ext>
            </a:extLst>
          </p:cNvPr>
          <p:cNvSpPr txBox="1">
            <a:spLocks/>
          </p:cNvSpPr>
          <p:nvPr/>
        </p:nvSpPr>
        <p:spPr>
          <a:xfrm>
            <a:off x="838200" y="1526094"/>
            <a:ext cx="5025571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4288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22228B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DDoS attacks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bombard root servers with traffic</a:t>
            </a:r>
          </a:p>
          <a:p>
            <a:pPr marL="574675" marR="0" lvl="1" indent="-227013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not successful to date</a:t>
            </a:r>
          </a:p>
          <a:p>
            <a:pPr marL="574675" marR="0" lvl="1" indent="-227013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traffic filtering</a:t>
            </a:r>
          </a:p>
          <a:p>
            <a:pPr marL="574675" marR="0" lvl="1" indent="-227013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local DNS servers cache IPs of TLD servers, allowing root server bypass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bombard TLD servers</a:t>
            </a:r>
          </a:p>
          <a:p>
            <a:pPr marL="574675" marR="0" lvl="1" indent="-227013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potentially more dangerous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Comic Sans MS" panose="030F0902030302020204" pitchFamily="66" charset="0"/>
              <a:buAutoNum type="arabicPeriod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panose="020B0502020104020203" pitchFamily="34" charset="77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5A84F48D-B139-BA49-B127-5134E112078B}"/>
              </a:ext>
            </a:extLst>
          </p:cNvPr>
          <p:cNvSpPr txBox="1">
            <a:spLocks/>
          </p:cNvSpPr>
          <p:nvPr/>
        </p:nvSpPr>
        <p:spPr bwMode="auto">
          <a:xfrm>
            <a:off x="6096000" y="1526094"/>
            <a:ext cx="4760686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itchFamily="34" charset="0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itchFamily="34" charset="0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18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14288" marR="0" lvl="0" indent="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None/>
              <a:tabLst/>
              <a:defRPr/>
            </a:pPr>
            <a:r>
              <a:rPr kumimoji="0" lang="en-US" sz="3200" b="0" i="0" u="none" strike="noStrike" kern="0" cap="none" spc="0" normalizeH="0" baseline="0" noProof="0" dirty="0">
                <a:ln>
                  <a:noFill/>
                </a:ln>
                <a:solidFill>
                  <a:srgbClr val="2D2DB9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Spoofing  attacks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intercept DNS queries, returning bogus replies</a:t>
            </a:r>
          </a:p>
          <a:p>
            <a:pPr marL="742950" marR="0" lvl="1" indent="-28575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DNS cache poisoning</a:t>
            </a:r>
          </a:p>
          <a:p>
            <a:pPr marL="742950" marR="0" lvl="1" indent="-28575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RFC 4033: DNSSEC authentication services</a:t>
            </a:r>
          </a:p>
        </p:txBody>
      </p:sp>
    </p:spTree>
    <p:extLst>
      <p:ext uri="{BB962C8B-B14F-4D97-AF65-F5344CB8AC3E}">
        <p14:creationId xmlns:p14="http://schemas.microsoft.com/office/powerpoint/2010/main" val="2137063000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81D1D9-A0C4-0B8D-AB09-5572201337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A801C56B-7327-65DF-111A-F68CE1C7357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sz="6000" dirty="0">
                <a:ea typeface="ＭＳ Ｐゴシック" panose="020B0600070205080204" pitchFamily="34" charset="-128"/>
              </a:rPr>
              <a:t>Video Streaming and Content Delivery Network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11115465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Video Streaming and CDNs: context</a:t>
            </a:r>
          </a:p>
        </p:txBody>
      </p:sp>
      <p:sp>
        <p:nvSpPr>
          <p:cNvPr id="84" name="Rectangle 43">
            <a:extLst>
              <a:ext uri="{FF2B5EF4-FFF2-40B4-BE49-F238E27FC236}">
                <a16:creationId xmlns:a16="http://schemas.microsoft.com/office/drawing/2014/main" id="{429AF3E8-B41E-F946-8623-A777210624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9123" y="1492538"/>
            <a:ext cx="6164385" cy="4821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681038" indent="-22383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57188" marR="0" lvl="0" indent="-341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A3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stream video traffic: major consumer of Internet bandwidth</a:t>
            </a:r>
          </a:p>
          <a:p>
            <a:pPr marL="681038" marR="0" lvl="1" indent="-22383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Netflix, YouTube, Amazon Prime: 80% of residential ISP traffic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(2020)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challenge: 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scale - how to reach ~1B users?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1" name="Rectangle 43">
            <a:extLst>
              <a:ext uri="{FF2B5EF4-FFF2-40B4-BE49-F238E27FC236}">
                <a16:creationId xmlns:a16="http://schemas.microsoft.com/office/drawing/2014/main" id="{4D8B542F-9DF5-C749-A79E-89811A1F48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7738" y="4177497"/>
            <a:ext cx="9341339" cy="213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681038" indent="-22383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challenge: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heterogeneity</a:t>
            </a:r>
          </a:p>
          <a:p>
            <a:pPr marL="681038" marR="0" lvl="1" indent="-22383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different users have different capabilities (e.g., wired versus mobile; bandwidth rich versus bandwidth poor)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solution: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distributed, application-level infrastructure</a:t>
            </a:r>
          </a:p>
        </p:txBody>
      </p:sp>
    </p:spTree>
    <p:extLst>
      <p:ext uri="{BB962C8B-B14F-4D97-AF65-F5344CB8AC3E}">
        <p14:creationId xmlns:p14="http://schemas.microsoft.com/office/powerpoint/2010/main" val="2400422151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C013BA9B-C174-AD4D-AD19-58B7018D281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47142" y="4099627"/>
            <a:ext cx="10923837" cy="2543879"/>
          </a:xfrm>
        </p:spPr>
        <p:txBody>
          <a:bodyPr>
            <a:normAutofit lnSpcReduction="10000"/>
          </a:bodyPr>
          <a:lstStyle/>
          <a:p>
            <a:pPr marL="15875" indent="0">
              <a:buNone/>
            </a:pPr>
            <a:r>
              <a:rPr lang="en-US" sz="3000" dirty="0"/>
              <a:t>Main challenges: </a:t>
            </a:r>
          </a:p>
          <a:p>
            <a:pPr marL="471488" indent="-293688"/>
            <a:r>
              <a:rPr lang="en-US" dirty="0"/>
              <a:t>server-to-client bandwidth will </a:t>
            </a:r>
            <a:r>
              <a:rPr lang="en-US" i="1" dirty="0">
                <a:solidFill>
                  <a:srgbClr val="C00000"/>
                </a:solidFill>
              </a:rPr>
              <a:t>vary</a:t>
            </a:r>
            <a:r>
              <a:rPr lang="en-US" dirty="0"/>
              <a:t> over time, with changing network congestion levels (in house, access network, network core, video server)</a:t>
            </a:r>
          </a:p>
          <a:p>
            <a:pPr marL="471488" indent="-293688"/>
            <a:r>
              <a:rPr lang="en-US" dirty="0"/>
              <a:t>packet loss, delay due to congestion will delay playout, or result in poor video quality</a:t>
            </a:r>
          </a:p>
        </p:txBody>
      </p:sp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Streaming stored </a:t>
            </a:r>
            <a:r>
              <a:rPr lang="en-US" altLang="en-US" dirty="0">
                <a:ea typeface="ＭＳ Ｐゴシック" panose="020B0600070205080204" pitchFamily="34" charset="-128"/>
              </a:rPr>
              <a:t>v</a:t>
            </a:r>
            <a:r>
              <a:rPr lang="en-US" altLang="en-US" sz="4400" dirty="0">
                <a:ea typeface="ＭＳ Ｐゴシック" panose="020B0600070205080204" pitchFamily="34" charset="-128"/>
              </a:rPr>
              <a:t>ideo</a:t>
            </a:r>
          </a:p>
        </p:txBody>
      </p:sp>
      <p:sp>
        <p:nvSpPr>
          <p:cNvPr id="72" name="TextBox 1">
            <a:extLst>
              <a:ext uri="{FF2B5EF4-FFF2-40B4-BE49-F238E27FC236}">
                <a16:creationId xmlns:a16="http://schemas.microsoft.com/office/drawing/2014/main" id="{4CC3C510-CDC9-9A45-BB56-DAF1C3969D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5242" y="1331912"/>
            <a:ext cx="2749550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simple scenario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:</a:t>
            </a:r>
          </a:p>
        </p:txBody>
      </p:sp>
      <p:grpSp>
        <p:nvGrpSpPr>
          <p:cNvPr id="4" name="Group 3" descr="Simple streaming video scenario">
            <a:extLst>
              <a:ext uri="{FF2B5EF4-FFF2-40B4-BE49-F238E27FC236}">
                <a16:creationId xmlns:a16="http://schemas.microsoft.com/office/drawing/2014/main" id="{41CA5480-8E74-F9DA-7AF7-4872909100AD}"/>
              </a:ext>
            </a:extLst>
          </p:cNvPr>
          <p:cNvGrpSpPr/>
          <p:nvPr/>
        </p:nvGrpSpPr>
        <p:grpSpPr>
          <a:xfrm>
            <a:off x="923341" y="1757362"/>
            <a:ext cx="5377446" cy="2076451"/>
            <a:chOff x="923341" y="1757362"/>
            <a:chExt cx="5377446" cy="2076451"/>
          </a:xfrm>
        </p:grpSpPr>
        <p:sp>
          <p:nvSpPr>
            <p:cNvPr id="76" name="TextBox 64">
              <a:extLst>
                <a:ext uri="{FF2B5EF4-FFF2-40B4-BE49-F238E27FC236}">
                  <a16:creationId xmlns:a16="http://schemas.microsoft.com/office/drawing/2014/main" id="{E7D816E0-AEC6-6141-B74F-CA3A687B82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341" y="3132138"/>
              <a:ext cx="1652588" cy="701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video server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(stored video)</a:t>
              </a:r>
              <a:endParaRPr kumimoji="0" lang="en-US" altLang="en-US" sz="1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6" name="Group 2">
              <a:extLst>
                <a:ext uri="{FF2B5EF4-FFF2-40B4-BE49-F238E27FC236}">
                  <a16:creationId xmlns:a16="http://schemas.microsoft.com/office/drawing/2014/main" id="{ABD16E8C-A39C-0341-8FF0-29E0FC72AA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85341" y="1757362"/>
              <a:ext cx="1815446" cy="1481575"/>
              <a:chOff x="1842724" y="2867233"/>
              <a:chExt cx="5649912" cy="3416300"/>
            </a:xfrm>
          </p:grpSpPr>
          <p:sp>
            <p:nvSpPr>
              <p:cNvPr id="27" name="AutoShape 99">
                <a:extLst>
                  <a:ext uri="{FF2B5EF4-FFF2-40B4-BE49-F238E27FC236}">
                    <a16:creationId xmlns:a16="http://schemas.microsoft.com/office/drawing/2014/main" id="{5F39FB43-6F0D-8346-B384-FE3F906F5C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2724" y="2867233"/>
                <a:ext cx="5649912" cy="768350"/>
              </a:xfrm>
              <a:prstGeom prst="triangle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8" name="Rectangle 87">
                <a:extLst>
                  <a:ext uri="{FF2B5EF4-FFF2-40B4-BE49-F238E27FC236}">
                    <a16:creationId xmlns:a16="http://schemas.microsoft.com/office/drawing/2014/main" id="{B4A52C97-C542-D645-B17C-5AD21E358C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7699" y="3621296"/>
                <a:ext cx="4781550" cy="2662237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9" name="Group 249">
              <a:extLst>
                <a:ext uri="{FF2B5EF4-FFF2-40B4-BE49-F238E27FC236}">
                  <a16:creationId xmlns:a16="http://schemas.microsoft.com/office/drawing/2014/main" id="{39ED9F48-D95A-6F4F-BDE3-A1E8105C46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38452" y="2381945"/>
              <a:ext cx="367460" cy="735587"/>
              <a:chOff x="4140" y="429"/>
              <a:chExt cx="1425" cy="2396"/>
            </a:xfrm>
          </p:grpSpPr>
          <p:sp>
            <p:nvSpPr>
              <p:cNvPr id="30" name="Freeform 250">
                <a:extLst>
                  <a:ext uri="{FF2B5EF4-FFF2-40B4-BE49-F238E27FC236}">
                    <a16:creationId xmlns:a16="http://schemas.microsoft.com/office/drawing/2014/main" id="{76646FC7-F29F-1A45-9514-B09BE347A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17 w 354"/>
                  <a:gd name="T1" fmla="*/ 0 h 2742"/>
                  <a:gd name="T2" fmla="*/ 93 w 354"/>
                  <a:gd name="T3" fmla="*/ 114 h 2742"/>
                  <a:gd name="T4" fmla="*/ 91 w 354"/>
                  <a:gd name="T5" fmla="*/ 881 h 2742"/>
                  <a:gd name="T6" fmla="*/ 0 w 354"/>
                  <a:gd name="T7" fmla="*/ 921 h 2742"/>
                  <a:gd name="T8" fmla="*/ 17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" name="Rectangle 251">
                <a:extLst>
                  <a:ext uri="{FF2B5EF4-FFF2-40B4-BE49-F238E27FC236}">
                    <a16:creationId xmlns:a16="http://schemas.microsoft.com/office/drawing/2014/main" id="{88A356D3-831C-D347-994A-F65A950894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9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2" name="Freeform 252">
                <a:extLst>
                  <a:ext uri="{FF2B5EF4-FFF2-40B4-BE49-F238E27FC236}">
                    <a16:creationId xmlns:a16="http://schemas.microsoft.com/office/drawing/2014/main" id="{CE7B2044-F42D-C44D-8632-D955A3E6A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6 w 211"/>
                  <a:gd name="T3" fmla="*/ 73 h 2537"/>
                  <a:gd name="T4" fmla="*/ 2 w 211"/>
                  <a:gd name="T5" fmla="*/ 839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" name="Freeform 253">
                <a:extLst>
                  <a:ext uri="{FF2B5EF4-FFF2-40B4-BE49-F238E27FC236}">
                    <a16:creationId xmlns:a16="http://schemas.microsoft.com/office/drawing/2014/main" id="{722C4379-BF5B-0445-B9AE-9F5F717C0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87 w 328"/>
                  <a:gd name="T3" fmla="*/ 43 h 226"/>
                  <a:gd name="T4" fmla="*/ 87 w 328"/>
                  <a:gd name="T5" fmla="*/ 77 h 226"/>
                  <a:gd name="T6" fmla="*/ 0 w 328"/>
                  <a:gd name="T7" fmla="*/ 3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Rectangle 254">
                <a:extLst>
                  <a:ext uri="{FF2B5EF4-FFF2-40B4-BE49-F238E27FC236}">
                    <a16:creationId xmlns:a16="http://schemas.microsoft.com/office/drawing/2014/main" id="{2C79221E-12AF-B24F-BB52-5E6E39C089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695"/>
                <a:ext cx="593" cy="4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grpSp>
            <p:nvGrpSpPr>
              <p:cNvPr id="35" name="Group 255">
                <a:extLst>
                  <a:ext uri="{FF2B5EF4-FFF2-40B4-BE49-F238E27FC236}">
                    <a16:creationId xmlns:a16="http://schemas.microsoft.com/office/drawing/2014/main" id="{BD880B28-AD46-9941-A2DF-357290A7C93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60" name="AutoShape 256">
                  <a:extLst>
                    <a:ext uri="{FF2B5EF4-FFF2-40B4-BE49-F238E27FC236}">
                      <a16:creationId xmlns:a16="http://schemas.microsoft.com/office/drawing/2014/main" id="{598FB7B1-3D02-6A46-8155-0C53677AC9B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66"/>
                  <a:ext cx="727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61" name="AutoShape 257">
                  <a:extLst>
                    <a:ext uri="{FF2B5EF4-FFF2-40B4-BE49-F238E27FC236}">
                      <a16:creationId xmlns:a16="http://schemas.microsoft.com/office/drawing/2014/main" id="{95A6D50F-AA40-5E46-82D5-85FFB86B88E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0"/>
                  <a:ext cx="694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36" name="Rectangle 258">
                <a:extLst>
                  <a:ext uri="{FF2B5EF4-FFF2-40B4-BE49-F238E27FC236}">
                    <a16:creationId xmlns:a16="http://schemas.microsoft.com/office/drawing/2014/main" id="{3BBED6A9-E122-884A-BFCB-917467B170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20"/>
                <a:ext cx="593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grpSp>
            <p:nvGrpSpPr>
              <p:cNvPr id="37" name="Group 259">
                <a:extLst>
                  <a:ext uri="{FF2B5EF4-FFF2-40B4-BE49-F238E27FC236}">
                    <a16:creationId xmlns:a16="http://schemas.microsoft.com/office/drawing/2014/main" id="{69E8B4EF-424D-7A4C-984C-DCF79BB34A7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58" name="AutoShape 260">
                  <a:extLst>
                    <a:ext uri="{FF2B5EF4-FFF2-40B4-BE49-F238E27FC236}">
                      <a16:creationId xmlns:a16="http://schemas.microsoft.com/office/drawing/2014/main" id="{E3C4D787-982A-0649-9FCF-FBC6AFF8D7A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9"/>
                  <a:ext cx="721" cy="13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9" name="AutoShape 261">
                  <a:extLst>
                    <a:ext uri="{FF2B5EF4-FFF2-40B4-BE49-F238E27FC236}">
                      <a16:creationId xmlns:a16="http://schemas.microsoft.com/office/drawing/2014/main" id="{D631F2FF-3CDB-FD4A-A123-AC04BDA7B6E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4"/>
                  <a:ext cx="687" cy="10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38" name="Rectangle 262">
                <a:extLst>
                  <a:ext uri="{FF2B5EF4-FFF2-40B4-BE49-F238E27FC236}">
                    <a16:creationId xmlns:a16="http://schemas.microsoft.com/office/drawing/2014/main" id="{481E9B3A-8C3E-DF4C-AB1C-C85480804E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9" y="1358"/>
                <a:ext cx="593" cy="4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9" name="Rectangle 263">
                <a:extLst>
                  <a:ext uri="{FF2B5EF4-FFF2-40B4-BE49-F238E27FC236}">
                    <a16:creationId xmlns:a16="http://schemas.microsoft.com/office/drawing/2014/main" id="{7B14BE57-C773-FD48-9B13-9F6F0BF7B2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654"/>
                <a:ext cx="599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grpSp>
            <p:nvGrpSpPr>
              <p:cNvPr id="40" name="Group 264">
                <a:extLst>
                  <a:ext uri="{FF2B5EF4-FFF2-40B4-BE49-F238E27FC236}">
                    <a16:creationId xmlns:a16="http://schemas.microsoft.com/office/drawing/2014/main" id="{9DF03BCD-626B-D94B-BE2A-09BBF3DAE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56" name="AutoShape 265">
                  <a:extLst>
                    <a:ext uri="{FF2B5EF4-FFF2-40B4-BE49-F238E27FC236}">
                      <a16:creationId xmlns:a16="http://schemas.microsoft.com/office/drawing/2014/main" id="{1F479030-4D4B-E443-ABFA-C981D61926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70"/>
                  <a:ext cx="719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7" name="AutoShape 266">
                  <a:extLst>
                    <a:ext uri="{FF2B5EF4-FFF2-40B4-BE49-F238E27FC236}">
                      <a16:creationId xmlns:a16="http://schemas.microsoft.com/office/drawing/2014/main" id="{FB0BC1AA-3E7B-FE44-A49C-699A133664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8"/>
                  <a:ext cx="693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41" name="Freeform 267">
                <a:extLst>
                  <a:ext uri="{FF2B5EF4-FFF2-40B4-BE49-F238E27FC236}">
                    <a16:creationId xmlns:a16="http://schemas.microsoft.com/office/drawing/2014/main" id="{240F983A-C024-2946-A153-DCA336EE3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87 w 328"/>
                  <a:gd name="T3" fmla="*/ 42 h 226"/>
                  <a:gd name="T4" fmla="*/ 87 w 328"/>
                  <a:gd name="T5" fmla="*/ 75 h 226"/>
                  <a:gd name="T6" fmla="*/ 0 w 328"/>
                  <a:gd name="T7" fmla="*/ 3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2" name="Group 268">
                <a:extLst>
                  <a:ext uri="{FF2B5EF4-FFF2-40B4-BE49-F238E27FC236}">
                    <a16:creationId xmlns:a16="http://schemas.microsoft.com/office/drawing/2014/main" id="{AF71A7D5-DA6A-5A40-B62A-70C26F937E4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54" name="AutoShape 269">
                  <a:extLst>
                    <a:ext uri="{FF2B5EF4-FFF2-40B4-BE49-F238E27FC236}">
                      <a16:creationId xmlns:a16="http://schemas.microsoft.com/office/drawing/2014/main" id="{710A4673-BCCB-3C45-BADB-4394A01ED0B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70"/>
                  <a:ext cx="726" cy="13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5" name="AutoShape 270">
                  <a:extLst>
                    <a:ext uri="{FF2B5EF4-FFF2-40B4-BE49-F238E27FC236}">
                      <a16:creationId xmlns:a16="http://schemas.microsoft.com/office/drawing/2014/main" id="{36881B2D-0EAD-6843-B634-4D64F4537D8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5"/>
                  <a:ext cx="693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43" name="Rectangle 271">
                <a:extLst>
                  <a:ext uri="{FF2B5EF4-FFF2-40B4-BE49-F238E27FC236}">
                    <a16:creationId xmlns:a16="http://schemas.microsoft.com/office/drawing/2014/main" id="{71D6C8F5-67D3-CE4E-B214-A0025B0ED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2" y="429"/>
                <a:ext cx="64" cy="2290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4" name="Freeform 272">
                <a:extLst>
                  <a:ext uri="{FF2B5EF4-FFF2-40B4-BE49-F238E27FC236}">
                    <a16:creationId xmlns:a16="http://schemas.microsoft.com/office/drawing/2014/main" id="{658C6ACF-A2F8-3543-AD55-FBD673207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7 w 296"/>
                  <a:gd name="T3" fmla="*/ 47 h 256"/>
                  <a:gd name="T4" fmla="*/ 78 w 296"/>
                  <a:gd name="T5" fmla="*/ 85 h 256"/>
                  <a:gd name="T6" fmla="*/ 0 w 296"/>
                  <a:gd name="T7" fmla="*/ 3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" name="Freeform 273">
                <a:extLst>
                  <a:ext uri="{FF2B5EF4-FFF2-40B4-BE49-F238E27FC236}">
                    <a16:creationId xmlns:a16="http://schemas.microsoft.com/office/drawing/2014/main" id="{4000ABDF-9E28-2C48-9455-466517C6C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81 w 304"/>
                  <a:gd name="T3" fmla="*/ 55 h 288"/>
                  <a:gd name="T4" fmla="*/ 76 w 304"/>
                  <a:gd name="T5" fmla="*/ 97 h 288"/>
                  <a:gd name="T6" fmla="*/ 2 w 304"/>
                  <a:gd name="T7" fmla="*/ 42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Oval 274">
                <a:extLst>
                  <a:ext uri="{FF2B5EF4-FFF2-40B4-BE49-F238E27FC236}">
                    <a16:creationId xmlns:a16="http://schemas.microsoft.com/office/drawing/2014/main" id="{20856062-F77E-B241-A4D9-A61D5EE11C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7" y="2612"/>
                <a:ext cx="48" cy="97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7" name="Freeform 275">
                <a:extLst>
                  <a:ext uri="{FF2B5EF4-FFF2-40B4-BE49-F238E27FC236}">
                    <a16:creationId xmlns:a16="http://schemas.microsoft.com/office/drawing/2014/main" id="{2D221150-9A1E-9241-BFF6-B9E305FBB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36 h 240"/>
                  <a:gd name="T2" fmla="*/ 2 w 306"/>
                  <a:gd name="T3" fmla="*/ 81 h 240"/>
                  <a:gd name="T4" fmla="*/ 81 w 306"/>
                  <a:gd name="T5" fmla="*/ 37 h 240"/>
                  <a:gd name="T6" fmla="*/ 78 w 306"/>
                  <a:gd name="T7" fmla="*/ 0 h 240"/>
                  <a:gd name="T8" fmla="*/ 0 w 306"/>
                  <a:gd name="T9" fmla="*/ 3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AutoShape 276">
                <a:extLst>
                  <a:ext uri="{FF2B5EF4-FFF2-40B4-BE49-F238E27FC236}">
                    <a16:creationId xmlns:a16="http://schemas.microsoft.com/office/drawing/2014/main" id="{ED49DD6F-7587-3A47-9598-505CAEC071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80"/>
                <a:ext cx="1203" cy="145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9" name="AutoShape 277">
                <a:extLst>
                  <a:ext uri="{FF2B5EF4-FFF2-40B4-BE49-F238E27FC236}">
                    <a16:creationId xmlns:a16="http://schemas.microsoft.com/office/drawing/2014/main" id="{4D6E82C4-7463-5243-A940-AEED3C72BB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09"/>
                <a:ext cx="1075" cy="8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50" name="Oval 278">
                <a:extLst>
                  <a:ext uri="{FF2B5EF4-FFF2-40B4-BE49-F238E27FC236}">
                    <a16:creationId xmlns:a16="http://schemas.microsoft.com/office/drawing/2014/main" id="{899B1CB5-B227-724F-9170-358019617B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80"/>
                <a:ext cx="159" cy="145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51" name="Oval 279">
                <a:extLst>
                  <a:ext uri="{FF2B5EF4-FFF2-40B4-BE49-F238E27FC236}">
                    <a16:creationId xmlns:a16="http://schemas.microsoft.com/office/drawing/2014/main" id="{C8289CCE-CFB0-374C-96C9-F65B1BC1AE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4" y="2385"/>
                <a:ext cx="164" cy="140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52" name="Oval 280">
                <a:extLst>
                  <a:ext uri="{FF2B5EF4-FFF2-40B4-BE49-F238E27FC236}">
                    <a16:creationId xmlns:a16="http://schemas.microsoft.com/office/drawing/2014/main" id="{4587FD07-E1CE-7141-A608-1A7A098548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2380"/>
                <a:ext cx="154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53" name="Rectangle 281">
                <a:extLst>
                  <a:ext uri="{FF2B5EF4-FFF2-40B4-BE49-F238E27FC236}">
                    <a16:creationId xmlns:a16="http://schemas.microsoft.com/office/drawing/2014/main" id="{D5AE84CC-F42F-2C44-82F4-7AE6F43718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1838"/>
                <a:ext cx="85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grpSp>
          <p:nvGrpSpPr>
            <p:cNvPr id="62" name="Group 134">
              <a:extLst>
                <a:ext uri="{FF2B5EF4-FFF2-40B4-BE49-F238E27FC236}">
                  <a16:creationId xmlns:a16="http://schemas.microsoft.com/office/drawing/2014/main" id="{261DAB2A-DE55-0E45-811B-AB29DEB3F9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70991" y="2037185"/>
              <a:ext cx="1102382" cy="340302"/>
              <a:chOff x="3621" y="3265"/>
              <a:chExt cx="1776" cy="744"/>
            </a:xfrm>
          </p:grpSpPr>
          <p:pic>
            <p:nvPicPr>
              <p:cNvPr id="63" name="Picture 135" descr="reellogo">
                <a:extLst>
                  <a:ext uri="{FF2B5EF4-FFF2-40B4-BE49-F238E27FC236}">
                    <a16:creationId xmlns:a16="http://schemas.microsoft.com/office/drawing/2014/main" id="{086D2B7E-1DCC-AB4D-9969-323F964B3E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21" y="3265"/>
                <a:ext cx="1776" cy="7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4" name="Freeform 136">
                <a:extLst>
                  <a:ext uri="{FF2B5EF4-FFF2-40B4-BE49-F238E27FC236}">
                    <a16:creationId xmlns:a16="http://schemas.microsoft.com/office/drawing/2014/main" id="{488D2B7B-AD72-6A4E-98F1-F409AF553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3288"/>
                <a:ext cx="1402" cy="439"/>
              </a:xfrm>
              <a:custGeom>
                <a:avLst/>
                <a:gdLst>
                  <a:gd name="T0" fmla="*/ 0 w 1401"/>
                  <a:gd name="T1" fmla="*/ 6 h 438"/>
                  <a:gd name="T2" fmla="*/ 27 w 1401"/>
                  <a:gd name="T3" fmla="*/ 385 h 438"/>
                  <a:gd name="T4" fmla="*/ 114 w 1401"/>
                  <a:gd name="T5" fmla="*/ 382 h 438"/>
                  <a:gd name="T6" fmla="*/ 132 w 1401"/>
                  <a:gd name="T7" fmla="*/ 358 h 438"/>
                  <a:gd name="T8" fmla="*/ 210 w 1401"/>
                  <a:gd name="T9" fmla="*/ 403 h 438"/>
                  <a:gd name="T10" fmla="*/ 450 w 1401"/>
                  <a:gd name="T11" fmla="*/ 385 h 438"/>
                  <a:gd name="T12" fmla="*/ 486 w 1401"/>
                  <a:gd name="T13" fmla="*/ 394 h 438"/>
                  <a:gd name="T14" fmla="*/ 690 w 1401"/>
                  <a:gd name="T15" fmla="*/ 418 h 438"/>
                  <a:gd name="T16" fmla="*/ 1075 w 1401"/>
                  <a:gd name="T17" fmla="*/ 439 h 438"/>
                  <a:gd name="T18" fmla="*/ 1402 w 1401"/>
                  <a:gd name="T19" fmla="*/ 421 h 438"/>
                  <a:gd name="T20" fmla="*/ 1393 w 1401"/>
                  <a:gd name="T21" fmla="*/ 165 h 438"/>
                  <a:gd name="T22" fmla="*/ 291 w 1401"/>
                  <a:gd name="T23" fmla="*/ 0 h 438"/>
                  <a:gd name="T24" fmla="*/ 0 w 1401"/>
                  <a:gd name="T25" fmla="*/ 6 h 43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01" h="438">
                    <a:moveTo>
                      <a:pt x="0" y="6"/>
                    </a:moveTo>
                    <a:lnTo>
                      <a:pt x="27" y="384"/>
                    </a:lnTo>
                    <a:lnTo>
                      <a:pt x="114" y="381"/>
                    </a:lnTo>
                    <a:lnTo>
                      <a:pt x="132" y="357"/>
                    </a:lnTo>
                    <a:lnTo>
                      <a:pt x="210" y="402"/>
                    </a:lnTo>
                    <a:lnTo>
                      <a:pt x="450" y="384"/>
                    </a:lnTo>
                    <a:lnTo>
                      <a:pt x="486" y="393"/>
                    </a:lnTo>
                    <a:lnTo>
                      <a:pt x="690" y="417"/>
                    </a:lnTo>
                    <a:lnTo>
                      <a:pt x="1074" y="438"/>
                    </a:lnTo>
                    <a:lnTo>
                      <a:pt x="1401" y="420"/>
                    </a:lnTo>
                    <a:lnTo>
                      <a:pt x="1392" y="165"/>
                    </a:lnTo>
                    <a:lnTo>
                      <a:pt x="291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7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" name="Freeform 137">
                <a:extLst>
                  <a:ext uri="{FF2B5EF4-FFF2-40B4-BE49-F238E27FC236}">
                    <a16:creationId xmlns:a16="http://schemas.microsoft.com/office/drawing/2014/main" id="{5940D471-4A2E-EC49-9A0A-534664113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3860"/>
                <a:ext cx="999" cy="120"/>
              </a:xfrm>
              <a:custGeom>
                <a:avLst/>
                <a:gdLst>
                  <a:gd name="T0" fmla="*/ 0 w 999"/>
                  <a:gd name="T1" fmla="*/ 6 h 123"/>
                  <a:gd name="T2" fmla="*/ 717 w 999"/>
                  <a:gd name="T3" fmla="*/ 12 h 123"/>
                  <a:gd name="T4" fmla="*/ 744 w 999"/>
                  <a:gd name="T5" fmla="*/ 35 h 123"/>
                  <a:gd name="T6" fmla="*/ 801 w 999"/>
                  <a:gd name="T7" fmla="*/ 41 h 123"/>
                  <a:gd name="T8" fmla="*/ 876 w 999"/>
                  <a:gd name="T9" fmla="*/ 6 h 123"/>
                  <a:gd name="T10" fmla="*/ 933 w 999"/>
                  <a:gd name="T11" fmla="*/ 0 h 123"/>
                  <a:gd name="T12" fmla="*/ 981 w 999"/>
                  <a:gd name="T13" fmla="*/ 15 h 123"/>
                  <a:gd name="T14" fmla="*/ 999 w 999"/>
                  <a:gd name="T15" fmla="*/ 50 h 123"/>
                  <a:gd name="T16" fmla="*/ 987 w 999"/>
                  <a:gd name="T17" fmla="*/ 120 h 123"/>
                  <a:gd name="T18" fmla="*/ 18 w 999"/>
                  <a:gd name="T19" fmla="*/ 117 h 123"/>
                  <a:gd name="T20" fmla="*/ 0 w 999"/>
                  <a:gd name="T21" fmla="*/ 6 h 1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99" h="123">
                    <a:moveTo>
                      <a:pt x="0" y="6"/>
                    </a:moveTo>
                    <a:lnTo>
                      <a:pt x="717" y="12"/>
                    </a:lnTo>
                    <a:lnTo>
                      <a:pt x="744" y="36"/>
                    </a:lnTo>
                    <a:lnTo>
                      <a:pt x="801" y="42"/>
                    </a:lnTo>
                    <a:lnTo>
                      <a:pt x="876" y="6"/>
                    </a:lnTo>
                    <a:lnTo>
                      <a:pt x="933" y="0"/>
                    </a:lnTo>
                    <a:lnTo>
                      <a:pt x="981" y="15"/>
                    </a:lnTo>
                    <a:lnTo>
                      <a:pt x="999" y="51"/>
                    </a:lnTo>
                    <a:lnTo>
                      <a:pt x="987" y="123"/>
                    </a:lnTo>
                    <a:lnTo>
                      <a:pt x="18" y="12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7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66" name="Picture 138" descr="video1">
                <a:extLst>
                  <a:ext uri="{FF2B5EF4-FFF2-40B4-BE49-F238E27FC236}">
                    <a16:creationId xmlns:a16="http://schemas.microsoft.com/office/drawing/2014/main" id="{B2DF913B-0088-D047-8E12-A578FC3D38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083" y="3400"/>
                <a:ext cx="889" cy="4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67" name="Group 349">
              <a:extLst>
                <a:ext uri="{FF2B5EF4-FFF2-40B4-BE49-F238E27FC236}">
                  <a16:creationId xmlns:a16="http://schemas.microsoft.com/office/drawing/2014/main" id="{A8D2D0E4-8A9D-5F41-B48D-FC769689AD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38301" y="2487004"/>
              <a:ext cx="583292" cy="621162"/>
              <a:chOff x="4437" y="1472"/>
              <a:chExt cx="427" cy="418"/>
            </a:xfrm>
          </p:grpSpPr>
          <p:sp>
            <p:nvSpPr>
              <p:cNvPr id="68" name="Rectangle 350">
                <a:extLst>
                  <a:ext uri="{FF2B5EF4-FFF2-40B4-BE49-F238E27FC236}">
                    <a16:creationId xmlns:a16="http://schemas.microsoft.com/office/drawing/2014/main" id="{7C696386-B7C3-484A-867B-0D97C3E295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3" y="1475"/>
                <a:ext cx="421" cy="361"/>
              </a:xfrm>
              <a:prstGeom prst="rect">
                <a:avLst/>
              </a:prstGeom>
              <a:gradFill rotWithShape="0">
                <a:gsLst>
                  <a:gs pos="0">
                    <a:srgbClr val="99CCFF">
                      <a:gamma/>
                      <a:shade val="46275"/>
                      <a:invGamma/>
                    </a:srgbClr>
                  </a:gs>
                  <a:gs pos="50000">
                    <a:srgbClr val="99CCFF"/>
                  </a:gs>
                  <a:gs pos="100000">
                    <a:srgbClr val="99CCFF">
                      <a:gamma/>
                      <a:shade val="46275"/>
                      <a:invGamma/>
                    </a:srgbClr>
                  </a:gs>
                </a:gsLst>
                <a:lin ang="5400000" scaled="1"/>
              </a:gradFill>
              <a:ln w="19050">
                <a:solidFill>
                  <a:srgbClr val="5F5F5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69" name="Rectangle 351">
                <a:extLst>
                  <a:ext uri="{FF2B5EF4-FFF2-40B4-BE49-F238E27FC236}">
                    <a16:creationId xmlns:a16="http://schemas.microsoft.com/office/drawing/2014/main" id="{80E64DF2-CAD9-D44B-A4E7-34F5E1C092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7" y="1837"/>
                <a:ext cx="179" cy="23"/>
              </a:xfrm>
              <a:prstGeom prst="rect">
                <a:avLst/>
              </a:prstGeom>
              <a:solidFill>
                <a:srgbClr val="5F5F5F"/>
              </a:solidFill>
              <a:ln w="19050">
                <a:solidFill>
                  <a:srgbClr val="5F5F5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70" name="Rectangle 352">
                <a:extLst>
                  <a:ext uri="{FF2B5EF4-FFF2-40B4-BE49-F238E27FC236}">
                    <a16:creationId xmlns:a16="http://schemas.microsoft.com/office/drawing/2014/main" id="{1D8E5D70-F00A-BE4D-BC86-BB934A0697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2" y="1866"/>
                <a:ext cx="414" cy="24"/>
              </a:xfrm>
              <a:prstGeom prst="rect">
                <a:avLst/>
              </a:prstGeom>
              <a:solidFill>
                <a:schemeClr val="tx2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71" name="Rectangle 353">
                <a:extLst>
                  <a:ext uri="{FF2B5EF4-FFF2-40B4-BE49-F238E27FC236}">
                    <a16:creationId xmlns:a16="http://schemas.microsoft.com/office/drawing/2014/main" id="{7D6F4F20-44DD-6543-9079-83C96AAAE6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7" y="1472"/>
                <a:ext cx="423" cy="356"/>
              </a:xfrm>
              <a:prstGeom prst="rect">
                <a:avLst/>
              </a:prstGeom>
              <a:noFill/>
              <a:ln w="19050">
                <a:solidFill>
                  <a:schemeClr val="accent2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73" name="Freeform 1287">
              <a:extLst>
                <a:ext uri="{FF2B5EF4-FFF2-40B4-BE49-F238E27FC236}">
                  <a16:creationId xmlns:a16="http://schemas.microsoft.com/office/drawing/2014/main" id="{BE3F4D34-D002-FF47-ADC9-CAFBBDBBD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877" y="2063933"/>
              <a:ext cx="1997127" cy="115019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74" name="Straight Connector 45">
              <a:extLst>
                <a:ext uri="{FF2B5EF4-FFF2-40B4-BE49-F238E27FC236}">
                  <a16:creationId xmlns:a16="http://schemas.microsoft.com/office/drawing/2014/main" id="{8A8560CF-513B-B545-88A5-17807275F8B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97155" y="2592961"/>
              <a:ext cx="1068231" cy="0"/>
            </a:xfrm>
            <a:prstGeom prst="line">
              <a:avLst/>
            </a:prstGeom>
            <a:noFill/>
            <a:ln w="31750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75" name="Straight Connector 46">
              <a:extLst>
                <a:ext uri="{FF2B5EF4-FFF2-40B4-BE49-F238E27FC236}">
                  <a16:creationId xmlns:a16="http://schemas.microsoft.com/office/drawing/2014/main" id="{49DD2A4D-3F1C-7743-9C44-C80C99333AC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827908" y="2621196"/>
              <a:ext cx="1044130" cy="0"/>
            </a:xfrm>
            <a:prstGeom prst="line">
              <a:avLst/>
            </a:prstGeom>
            <a:noFill/>
            <a:ln w="31750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77" name="TextBox 64">
              <a:extLst>
                <a:ext uri="{FF2B5EF4-FFF2-40B4-BE49-F238E27FC236}">
                  <a16:creationId xmlns:a16="http://schemas.microsoft.com/office/drawing/2014/main" id="{7B2A481B-313E-CB4A-BBF3-C6B1CD4E98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65901" y="3249340"/>
              <a:ext cx="659790" cy="3447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client</a:t>
              </a:r>
              <a:endParaRPr kumimoji="0" lang="en-US" altLang="en-US" sz="1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78" name="TextBox 64">
              <a:extLst>
                <a:ext uri="{FF2B5EF4-FFF2-40B4-BE49-F238E27FC236}">
                  <a16:creationId xmlns:a16="http://schemas.microsoft.com/office/drawing/2014/main" id="{8EF78B8E-FFDC-3842-BA26-33E096491B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68679" y="2839643"/>
              <a:ext cx="790928" cy="3165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Internet</a:t>
              </a:r>
              <a:endParaRPr kumimoji="0" lang="en-US" altLang="en-US" sz="1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94771776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Streaming stored </a:t>
            </a:r>
            <a:r>
              <a:rPr lang="en-US" altLang="en-US" dirty="0">
                <a:ea typeface="ＭＳ Ｐゴシック" panose="020B0600070205080204" pitchFamily="34" charset="-128"/>
              </a:rPr>
              <a:t>v</a:t>
            </a:r>
            <a:r>
              <a:rPr lang="en-US" altLang="en-US" sz="4400" dirty="0">
                <a:ea typeface="ＭＳ Ｐゴシック" panose="020B0600070205080204" pitchFamily="34" charset="-128"/>
              </a:rPr>
              <a:t>ideo</a:t>
            </a:r>
          </a:p>
        </p:txBody>
      </p:sp>
      <p:grpSp>
        <p:nvGrpSpPr>
          <p:cNvPr id="3" name="Group 2" descr="Time diagram of simple streaming example">
            <a:extLst>
              <a:ext uri="{FF2B5EF4-FFF2-40B4-BE49-F238E27FC236}">
                <a16:creationId xmlns:a16="http://schemas.microsoft.com/office/drawing/2014/main" id="{D9F46375-A730-8E0F-8B5C-D9628087829E}"/>
              </a:ext>
            </a:extLst>
          </p:cNvPr>
          <p:cNvGrpSpPr/>
          <p:nvPr/>
        </p:nvGrpSpPr>
        <p:grpSpPr>
          <a:xfrm>
            <a:off x="940831" y="1371026"/>
            <a:ext cx="9964236" cy="4868864"/>
            <a:chOff x="940831" y="1371026"/>
            <a:chExt cx="9964236" cy="4868864"/>
          </a:xfrm>
        </p:grpSpPr>
        <p:grpSp>
          <p:nvGrpSpPr>
            <p:cNvPr id="266" name="Group 249">
              <a:extLst>
                <a:ext uri="{FF2B5EF4-FFF2-40B4-BE49-F238E27FC236}">
                  <a16:creationId xmlns:a16="http://schemas.microsoft.com/office/drawing/2014/main" id="{AEF99E4D-FC62-9E44-84B6-19BBBFEFF1D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88806" y="4809551"/>
              <a:ext cx="427037" cy="785812"/>
              <a:chOff x="4140" y="429"/>
              <a:chExt cx="1425" cy="2396"/>
            </a:xfrm>
          </p:grpSpPr>
          <p:sp>
            <p:nvSpPr>
              <p:cNvPr id="267" name="Freeform 250">
                <a:extLst>
                  <a:ext uri="{FF2B5EF4-FFF2-40B4-BE49-F238E27FC236}">
                    <a16:creationId xmlns:a16="http://schemas.microsoft.com/office/drawing/2014/main" id="{152BA2F1-00EA-F348-896B-A5C53F1E6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6 w 354"/>
                  <a:gd name="T1" fmla="*/ 0 h 2742"/>
                  <a:gd name="T2" fmla="*/ 145 w 354"/>
                  <a:gd name="T3" fmla="*/ 164 h 2742"/>
                  <a:gd name="T4" fmla="*/ 142 w 354"/>
                  <a:gd name="T5" fmla="*/ 1268 h 2742"/>
                  <a:gd name="T6" fmla="*/ 0 w 354"/>
                  <a:gd name="T7" fmla="*/ 1325 h 2742"/>
                  <a:gd name="T8" fmla="*/ 2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8" name="Rectangle 251">
                <a:extLst>
                  <a:ext uri="{FF2B5EF4-FFF2-40B4-BE49-F238E27FC236}">
                    <a16:creationId xmlns:a16="http://schemas.microsoft.com/office/drawing/2014/main" id="{300E6F11-612F-A14C-87F7-A8851BB4FE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9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 charset="0"/>
                </a:endParaRPr>
              </a:p>
            </p:txBody>
          </p:sp>
          <p:sp>
            <p:nvSpPr>
              <p:cNvPr id="269" name="Freeform 252">
                <a:extLst>
                  <a:ext uri="{FF2B5EF4-FFF2-40B4-BE49-F238E27FC236}">
                    <a16:creationId xmlns:a16="http://schemas.microsoft.com/office/drawing/2014/main" id="{826227F8-DADF-1E4A-9A6E-834CD4D3F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3 w 211"/>
                  <a:gd name="T1" fmla="*/ 0 h 2537"/>
                  <a:gd name="T2" fmla="*/ 87 w 211"/>
                  <a:gd name="T3" fmla="*/ 106 h 2537"/>
                  <a:gd name="T4" fmla="*/ 3 w 211"/>
                  <a:gd name="T5" fmla="*/ 1208 h 2537"/>
                  <a:gd name="T6" fmla="*/ 3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0" name="Freeform 253">
                <a:extLst>
                  <a:ext uri="{FF2B5EF4-FFF2-40B4-BE49-F238E27FC236}">
                    <a16:creationId xmlns:a16="http://schemas.microsoft.com/office/drawing/2014/main" id="{D7185AF3-6DE0-EB40-87C6-269CBC3D7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36 w 328"/>
                  <a:gd name="T3" fmla="*/ 62 h 226"/>
                  <a:gd name="T4" fmla="*/ 135 w 328"/>
                  <a:gd name="T5" fmla="*/ 110 h 226"/>
                  <a:gd name="T6" fmla="*/ 0 w 328"/>
                  <a:gd name="T7" fmla="*/ 49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1" name="Rectangle 254">
                <a:extLst>
                  <a:ext uri="{FF2B5EF4-FFF2-40B4-BE49-F238E27FC236}">
                    <a16:creationId xmlns:a16="http://schemas.microsoft.com/office/drawing/2014/main" id="{2B2FED80-6596-EF4F-BE23-37718C8615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695"/>
                <a:ext cx="593" cy="4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 charset="0"/>
                </a:endParaRPr>
              </a:p>
            </p:txBody>
          </p:sp>
          <p:grpSp>
            <p:nvGrpSpPr>
              <p:cNvPr id="272" name="Group 255">
                <a:extLst>
                  <a:ext uri="{FF2B5EF4-FFF2-40B4-BE49-F238E27FC236}">
                    <a16:creationId xmlns:a16="http://schemas.microsoft.com/office/drawing/2014/main" id="{A9BE197D-0488-3C45-8D78-A04741AC7C7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97" name="AutoShape 256">
                  <a:extLst>
                    <a:ext uri="{FF2B5EF4-FFF2-40B4-BE49-F238E27FC236}">
                      <a16:creationId xmlns:a16="http://schemas.microsoft.com/office/drawing/2014/main" id="{8AEACE4E-2F2E-074E-944A-FD899A8CC1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66"/>
                  <a:ext cx="727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298" name="AutoShape 257">
                  <a:extLst>
                    <a:ext uri="{FF2B5EF4-FFF2-40B4-BE49-F238E27FC236}">
                      <a16:creationId xmlns:a16="http://schemas.microsoft.com/office/drawing/2014/main" id="{47728FA0-225D-FB46-B5EE-A102087858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0"/>
                  <a:ext cx="694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Arial" charset="0"/>
                  </a:endParaRPr>
                </a:p>
              </p:txBody>
            </p:sp>
          </p:grpSp>
          <p:sp>
            <p:nvSpPr>
              <p:cNvPr id="273" name="Rectangle 258">
                <a:extLst>
                  <a:ext uri="{FF2B5EF4-FFF2-40B4-BE49-F238E27FC236}">
                    <a16:creationId xmlns:a16="http://schemas.microsoft.com/office/drawing/2014/main" id="{5835E575-F49C-344B-9FDD-DA2C3607B7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20"/>
                <a:ext cx="593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 charset="0"/>
                </a:endParaRPr>
              </a:p>
            </p:txBody>
          </p:sp>
          <p:grpSp>
            <p:nvGrpSpPr>
              <p:cNvPr id="274" name="Group 259">
                <a:extLst>
                  <a:ext uri="{FF2B5EF4-FFF2-40B4-BE49-F238E27FC236}">
                    <a16:creationId xmlns:a16="http://schemas.microsoft.com/office/drawing/2014/main" id="{AA22B6E8-7F7A-CB4E-8291-401102CED34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95" name="AutoShape 260">
                  <a:extLst>
                    <a:ext uri="{FF2B5EF4-FFF2-40B4-BE49-F238E27FC236}">
                      <a16:creationId xmlns:a16="http://schemas.microsoft.com/office/drawing/2014/main" id="{C1C77C6E-EED3-394E-B167-C41757211F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9"/>
                  <a:ext cx="721" cy="13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296" name="AutoShape 261">
                  <a:extLst>
                    <a:ext uri="{FF2B5EF4-FFF2-40B4-BE49-F238E27FC236}">
                      <a16:creationId xmlns:a16="http://schemas.microsoft.com/office/drawing/2014/main" id="{AA09AEA7-1D87-B24F-B374-BDBF7482BD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4"/>
                  <a:ext cx="687" cy="10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Arial" charset="0"/>
                  </a:endParaRPr>
                </a:p>
              </p:txBody>
            </p:sp>
          </p:grpSp>
          <p:sp>
            <p:nvSpPr>
              <p:cNvPr id="275" name="Rectangle 262">
                <a:extLst>
                  <a:ext uri="{FF2B5EF4-FFF2-40B4-BE49-F238E27FC236}">
                    <a16:creationId xmlns:a16="http://schemas.microsoft.com/office/drawing/2014/main" id="{3F42A0BC-CF2E-E24A-A739-845C15ECFE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9" y="1358"/>
                <a:ext cx="593" cy="4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 charset="0"/>
                </a:endParaRPr>
              </a:p>
            </p:txBody>
          </p:sp>
          <p:sp>
            <p:nvSpPr>
              <p:cNvPr id="276" name="Rectangle 263">
                <a:extLst>
                  <a:ext uri="{FF2B5EF4-FFF2-40B4-BE49-F238E27FC236}">
                    <a16:creationId xmlns:a16="http://schemas.microsoft.com/office/drawing/2014/main" id="{E64B3966-F003-C44C-9B00-0FD0B4E8C8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654"/>
                <a:ext cx="599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 charset="0"/>
                </a:endParaRPr>
              </a:p>
            </p:txBody>
          </p:sp>
          <p:grpSp>
            <p:nvGrpSpPr>
              <p:cNvPr id="277" name="Group 264">
                <a:extLst>
                  <a:ext uri="{FF2B5EF4-FFF2-40B4-BE49-F238E27FC236}">
                    <a16:creationId xmlns:a16="http://schemas.microsoft.com/office/drawing/2014/main" id="{EF07E87F-184A-DE45-8C7F-573AF2537DC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93" name="AutoShape 265">
                  <a:extLst>
                    <a:ext uri="{FF2B5EF4-FFF2-40B4-BE49-F238E27FC236}">
                      <a16:creationId xmlns:a16="http://schemas.microsoft.com/office/drawing/2014/main" id="{E5E61D30-25AE-8741-9618-75C55AD79D7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70"/>
                  <a:ext cx="719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294" name="AutoShape 266">
                  <a:extLst>
                    <a:ext uri="{FF2B5EF4-FFF2-40B4-BE49-F238E27FC236}">
                      <a16:creationId xmlns:a16="http://schemas.microsoft.com/office/drawing/2014/main" id="{CF8FF070-F087-7840-9F19-7200142BF4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4"/>
                  <a:ext cx="693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Arial" charset="0"/>
                  </a:endParaRPr>
                </a:p>
              </p:txBody>
            </p:sp>
          </p:grpSp>
          <p:sp>
            <p:nvSpPr>
              <p:cNvPr id="278" name="Freeform 267">
                <a:extLst>
                  <a:ext uri="{FF2B5EF4-FFF2-40B4-BE49-F238E27FC236}">
                    <a16:creationId xmlns:a16="http://schemas.microsoft.com/office/drawing/2014/main" id="{4672D609-04BB-4646-8153-695039806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36 w 328"/>
                  <a:gd name="T3" fmla="*/ 61 h 226"/>
                  <a:gd name="T4" fmla="*/ 135 w 328"/>
                  <a:gd name="T5" fmla="*/ 108 h 226"/>
                  <a:gd name="T6" fmla="*/ 0 w 328"/>
                  <a:gd name="T7" fmla="*/ 4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79" name="Group 268">
                <a:extLst>
                  <a:ext uri="{FF2B5EF4-FFF2-40B4-BE49-F238E27FC236}">
                    <a16:creationId xmlns:a16="http://schemas.microsoft.com/office/drawing/2014/main" id="{521FCA2B-F1A7-DA40-B114-6914827409D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91" name="AutoShape 269">
                  <a:extLst>
                    <a:ext uri="{FF2B5EF4-FFF2-40B4-BE49-F238E27FC236}">
                      <a16:creationId xmlns:a16="http://schemas.microsoft.com/office/drawing/2014/main" id="{9DDABA87-8024-3345-81DC-B285EC1C09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70"/>
                  <a:ext cx="726" cy="13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292" name="AutoShape 270">
                  <a:extLst>
                    <a:ext uri="{FF2B5EF4-FFF2-40B4-BE49-F238E27FC236}">
                      <a16:creationId xmlns:a16="http://schemas.microsoft.com/office/drawing/2014/main" id="{314CD0E5-F403-E245-A748-507AF5E0B0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5"/>
                  <a:ext cx="693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Arial" charset="0"/>
                  </a:endParaRPr>
                </a:p>
              </p:txBody>
            </p:sp>
          </p:grpSp>
          <p:sp>
            <p:nvSpPr>
              <p:cNvPr id="280" name="Rectangle 271">
                <a:extLst>
                  <a:ext uri="{FF2B5EF4-FFF2-40B4-BE49-F238E27FC236}">
                    <a16:creationId xmlns:a16="http://schemas.microsoft.com/office/drawing/2014/main" id="{B559F645-7351-C144-9AE2-DCA74DB207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2" y="429"/>
                <a:ext cx="64" cy="2290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 charset="0"/>
                </a:endParaRPr>
              </a:p>
            </p:txBody>
          </p:sp>
          <p:sp>
            <p:nvSpPr>
              <p:cNvPr id="281" name="Freeform 272">
                <a:extLst>
                  <a:ext uri="{FF2B5EF4-FFF2-40B4-BE49-F238E27FC236}">
                    <a16:creationId xmlns:a16="http://schemas.microsoft.com/office/drawing/2014/main" id="{BDBAE511-74F9-3244-94BC-D6E8C23A4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20 w 296"/>
                  <a:gd name="T3" fmla="*/ 69 h 256"/>
                  <a:gd name="T4" fmla="*/ 122 w 296"/>
                  <a:gd name="T5" fmla="*/ 122 h 256"/>
                  <a:gd name="T6" fmla="*/ 0 w 296"/>
                  <a:gd name="T7" fmla="*/ 4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2" name="Freeform 273">
                <a:extLst>
                  <a:ext uri="{FF2B5EF4-FFF2-40B4-BE49-F238E27FC236}">
                    <a16:creationId xmlns:a16="http://schemas.microsoft.com/office/drawing/2014/main" id="{F24246BA-27AC-EC49-8B17-EBFCCF1EC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26 w 304"/>
                  <a:gd name="T3" fmla="*/ 79 h 288"/>
                  <a:gd name="T4" fmla="*/ 118 w 304"/>
                  <a:gd name="T5" fmla="*/ 139 h 288"/>
                  <a:gd name="T6" fmla="*/ 3 w 304"/>
                  <a:gd name="T7" fmla="*/ 6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3" name="Oval 274">
                <a:extLst>
                  <a:ext uri="{FF2B5EF4-FFF2-40B4-BE49-F238E27FC236}">
                    <a16:creationId xmlns:a16="http://schemas.microsoft.com/office/drawing/2014/main" id="{AE61D6B1-7441-3042-851B-64FDF1B98A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7" y="2612"/>
                <a:ext cx="48" cy="97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 charset="0"/>
                </a:endParaRPr>
              </a:p>
            </p:txBody>
          </p:sp>
          <p:sp>
            <p:nvSpPr>
              <p:cNvPr id="284" name="Freeform 275">
                <a:extLst>
                  <a:ext uri="{FF2B5EF4-FFF2-40B4-BE49-F238E27FC236}">
                    <a16:creationId xmlns:a16="http://schemas.microsoft.com/office/drawing/2014/main" id="{949FFF87-993A-424E-B000-F5B7857D8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51 h 240"/>
                  <a:gd name="T2" fmla="*/ 2 w 306"/>
                  <a:gd name="T3" fmla="*/ 116 h 240"/>
                  <a:gd name="T4" fmla="*/ 126 w 306"/>
                  <a:gd name="T5" fmla="*/ 53 h 240"/>
                  <a:gd name="T6" fmla="*/ 123 w 306"/>
                  <a:gd name="T7" fmla="*/ 0 h 240"/>
                  <a:gd name="T8" fmla="*/ 0 w 306"/>
                  <a:gd name="T9" fmla="*/ 51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5" name="AutoShape 276">
                <a:extLst>
                  <a:ext uri="{FF2B5EF4-FFF2-40B4-BE49-F238E27FC236}">
                    <a16:creationId xmlns:a16="http://schemas.microsoft.com/office/drawing/2014/main" id="{4730E002-A069-AD40-BDAF-BCE034E211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80"/>
                <a:ext cx="1203" cy="145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 charset="0"/>
                </a:endParaRPr>
              </a:p>
            </p:txBody>
          </p:sp>
          <p:sp>
            <p:nvSpPr>
              <p:cNvPr id="286" name="AutoShape 277">
                <a:extLst>
                  <a:ext uri="{FF2B5EF4-FFF2-40B4-BE49-F238E27FC236}">
                    <a16:creationId xmlns:a16="http://schemas.microsoft.com/office/drawing/2014/main" id="{6A5BF613-0ADA-FE48-97C8-629542574E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09"/>
                <a:ext cx="1075" cy="8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 charset="0"/>
                </a:endParaRPr>
              </a:p>
            </p:txBody>
          </p:sp>
          <p:sp>
            <p:nvSpPr>
              <p:cNvPr id="287" name="Oval 278">
                <a:extLst>
                  <a:ext uri="{FF2B5EF4-FFF2-40B4-BE49-F238E27FC236}">
                    <a16:creationId xmlns:a16="http://schemas.microsoft.com/office/drawing/2014/main" id="{93CD8B37-7AC2-934F-A6E3-3F0FBCB014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80"/>
                <a:ext cx="159" cy="145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 charset="0"/>
                </a:endParaRPr>
              </a:p>
            </p:txBody>
          </p:sp>
          <p:sp>
            <p:nvSpPr>
              <p:cNvPr id="288" name="Oval 279">
                <a:extLst>
                  <a:ext uri="{FF2B5EF4-FFF2-40B4-BE49-F238E27FC236}">
                    <a16:creationId xmlns:a16="http://schemas.microsoft.com/office/drawing/2014/main" id="{51EF5D37-9B48-6343-A5F5-69AB853370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4" y="2385"/>
                <a:ext cx="164" cy="140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 charset="0"/>
                </a:endParaRPr>
              </a:p>
            </p:txBody>
          </p:sp>
          <p:sp>
            <p:nvSpPr>
              <p:cNvPr id="289" name="Oval 280">
                <a:extLst>
                  <a:ext uri="{FF2B5EF4-FFF2-40B4-BE49-F238E27FC236}">
                    <a16:creationId xmlns:a16="http://schemas.microsoft.com/office/drawing/2014/main" id="{6B00B086-5270-394E-9B40-A976F059ED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2380"/>
                <a:ext cx="154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 charset="0"/>
                </a:endParaRPr>
              </a:p>
            </p:txBody>
          </p:sp>
          <p:sp>
            <p:nvSpPr>
              <p:cNvPr id="290" name="Rectangle 281">
                <a:extLst>
                  <a:ext uri="{FF2B5EF4-FFF2-40B4-BE49-F238E27FC236}">
                    <a16:creationId xmlns:a16="http://schemas.microsoft.com/office/drawing/2014/main" id="{14B0BF53-3A29-964D-B23D-4740369843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1838"/>
                <a:ext cx="85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 charset="0"/>
                </a:endParaRPr>
              </a:p>
            </p:txBody>
          </p:sp>
        </p:grpSp>
        <p:grpSp>
          <p:nvGrpSpPr>
            <p:cNvPr id="299" name="Group 134">
              <a:extLst>
                <a:ext uri="{FF2B5EF4-FFF2-40B4-BE49-F238E27FC236}">
                  <a16:creationId xmlns:a16="http://schemas.microsoft.com/office/drawing/2014/main" id="{035EEFA2-3531-EF4E-A6EF-BC8C83C2B5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61768" y="4441251"/>
              <a:ext cx="1281113" cy="363537"/>
              <a:chOff x="3621" y="3265"/>
              <a:chExt cx="1776" cy="744"/>
            </a:xfrm>
          </p:grpSpPr>
          <p:pic>
            <p:nvPicPr>
              <p:cNvPr id="300" name="Picture 135" descr="reellogo">
                <a:extLst>
                  <a:ext uri="{FF2B5EF4-FFF2-40B4-BE49-F238E27FC236}">
                    <a16:creationId xmlns:a16="http://schemas.microsoft.com/office/drawing/2014/main" id="{14DC10E9-52C9-8142-A6BD-FA98F27C7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21" y="3265"/>
                <a:ext cx="1776" cy="7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01" name="Freeform 136">
                <a:extLst>
                  <a:ext uri="{FF2B5EF4-FFF2-40B4-BE49-F238E27FC236}">
                    <a16:creationId xmlns:a16="http://schemas.microsoft.com/office/drawing/2014/main" id="{E8A0CF9D-AEF9-274D-8B33-ACF3DD6B2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3288"/>
                <a:ext cx="1402" cy="439"/>
              </a:xfrm>
              <a:custGeom>
                <a:avLst/>
                <a:gdLst>
                  <a:gd name="T0" fmla="*/ 0 w 1401"/>
                  <a:gd name="T1" fmla="*/ 6 h 438"/>
                  <a:gd name="T2" fmla="*/ 27 w 1401"/>
                  <a:gd name="T3" fmla="*/ 384 h 438"/>
                  <a:gd name="T4" fmla="*/ 114 w 1401"/>
                  <a:gd name="T5" fmla="*/ 381 h 438"/>
                  <a:gd name="T6" fmla="*/ 132 w 1401"/>
                  <a:gd name="T7" fmla="*/ 357 h 438"/>
                  <a:gd name="T8" fmla="*/ 210 w 1401"/>
                  <a:gd name="T9" fmla="*/ 402 h 438"/>
                  <a:gd name="T10" fmla="*/ 450 w 1401"/>
                  <a:gd name="T11" fmla="*/ 384 h 438"/>
                  <a:gd name="T12" fmla="*/ 486 w 1401"/>
                  <a:gd name="T13" fmla="*/ 393 h 438"/>
                  <a:gd name="T14" fmla="*/ 690 w 1401"/>
                  <a:gd name="T15" fmla="*/ 417 h 438"/>
                  <a:gd name="T16" fmla="*/ 1074 w 1401"/>
                  <a:gd name="T17" fmla="*/ 438 h 438"/>
                  <a:gd name="T18" fmla="*/ 1401 w 1401"/>
                  <a:gd name="T19" fmla="*/ 420 h 438"/>
                  <a:gd name="T20" fmla="*/ 1392 w 1401"/>
                  <a:gd name="T21" fmla="*/ 165 h 438"/>
                  <a:gd name="T22" fmla="*/ 291 w 1401"/>
                  <a:gd name="T23" fmla="*/ 0 h 438"/>
                  <a:gd name="T24" fmla="*/ 0 w 1401"/>
                  <a:gd name="T25" fmla="*/ 6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01" h="438">
                    <a:moveTo>
                      <a:pt x="0" y="6"/>
                    </a:moveTo>
                    <a:lnTo>
                      <a:pt x="27" y="384"/>
                    </a:lnTo>
                    <a:lnTo>
                      <a:pt x="114" y="381"/>
                    </a:lnTo>
                    <a:lnTo>
                      <a:pt x="132" y="357"/>
                    </a:lnTo>
                    <a:lnTo>
                      <a:pt x="210" y="402"/>
                    </a:lnTo>
                    <a:lnTo>
                      <a:pt x="450" y="384"/>
                    </a:lnTo>
                    <a:lnTo>
                      <a:pt x="486" y="393"/>
                    </a:lnTo>
                    <a:lnTo>
                      <a:pt x="690" y="417"/>
                    </a:lnTo>
                    <a:lnTo>
                      <a:pt x="1074" y="438"/>
                    </a:lnTo>
                    <a:lnTo>
                      <a:pt x="1401" y="420"/>
                    </a:lnTo>
                    <a:lnTo>
                      <a:pt x="1392" y="165"/>
                    </a:lnTo>
                    <a:lnTo>
                      <a:pt x="291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Arial"/>
                </a:endParaRPr>
              </a:p>
            </p:txBody>
          </p:sp>
          <p:sp>
            <p:nvSpPr>
              <p:cNvPr id="302" name="Freeform 137">
                <a:extLst>
                  <a:ext uri="{FF2B5EF4-FFF2-40B4-BE49-F238E27FC236}">
                    <a16:creationId xmlns:a16="http://schemas.microsoft.com/office/drawing/2014/main" id="{DE9583DA-16F1-2D4B-929C-271789F62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3860"/>
                <a:ext cx="999" cy="120"/>
              </a:xfrm>
              <a:custGeom>
                <a:avLst/>
                <a:gdLst>
                  <a:gd name="T0" fmla="*/ 0 w 999"/>
                  <a:gd name="T1" fmla="*/ 6 h 123"/>
                  <a:gd name="T2" fmla="*/ 717 w 999"/>
                  <a:gd name="T3" fmla="*/ 12 h 123"/>
                  <a:gd name="T4" fmla="*/ 744 w 999"/>
                  <a:gd name="T5" fmla="*/ 36 h 123"/>
                  <a:gd name="T6" fmla="*/ 801 w 999"/>
                  <a:gd name="T7" fmla="*/ 42 h 123"/>
                  <a:gd name="T8" fmla="*/ 876 w 999"/>
                  <a:gd name="T9" fmla="*/ 6 h 123"/>
                  <a:gd name="T10" fmla="*/ 933 w 999"/>
                  <a:gd name="T11" fmla="*/ 0 h 123"/>
                  <a:gd name="T12" fmla="*/ 981 w 999"/>
                  <a:gd name="T13" fmla="*/ 15 h 123"/>
                  <a:gd name="T14" fmla="*/ 999 w 999"/>
                  <a:gd name="T15" fmla="*/ 51 h 123"/>
                  <a:gd name="T16" fmla="*/ 987 w 999"/>
                  <a:gd name="T17" fmla="*/ 123 h 123"/>
                  <a:gd name="T18" fmla="*/ 18 w 999"/>
                  <a:gd name="T19" fmla="*/ 120 h 123"/>
                  <a:gd name="T20" fmla="*/ 0 w 999"/>
                  <a:gd name="T21" fmla="*/ 6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99" h="123">
                    <a:moveTo>
                      <a:pt x="0" y="6"/>
                    </a:moveTo>
                    <a:lnTo>
                      <a:pt x="717" y="12"/>
                    </a:lnTo>
                    <a:lnTo>
                      <a:pt x="744" y="36"/>
                    </a:lnTo>
                    <a:lnTo>
                      <a:pt x="801" y="42"/>
                    </a:lnTo>
                    <a:lnTo>
                      <a:pt x="876" y="6"/>
                    </a:lnTo>
                    <a:lnTo>
                      <a:pt x="933" y="0"/>
                    </a:lnTo>
                    <a:lnTo>
                      <a:pt x="981" y="15"/>
                    </a:lnTo>
                    <a:lnTo>
                      <a:pt x="999" y="51"/>
                    </a:lnTo>
                    <a:lnTo>
                      <a:pt x="987" y="123"/>
                    </a:lnTo>
                    <a:lnTo>
                      <a:pt x="18" y="12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Arial"/>
                </a:endParaRPr>
              </a:p>
            </p:txBody>
          </p:sp>
          <p:pic>
            <p:nvPicPr>
              <p:cNvPr id="303" name="Picture 138" descr="video1">
                <a:extLst>
                  <a:ext uri="{FF2B5EF4-FFF2-40B4-BE49-F238E27FC236}">
                    <a16:creationId xmlns:a16="http://schemas.microsoft.com/office/drawing/2014/main" id="{34AB05AF-3A1D-5E4A-AF17-1A795E8C62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083" y="3400"/>
                <a:ext cx="889" cy="4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304" name="Line 168">
              <a:extLst>
                <a:ext uri="{FF2B5EF4-FFF2-40B4-BE49-F238E27FC236}">
                  <a16:creationId xmlns:a16="http://schemas.microsoft.com/office/drawing/2014/main" id="{482428A4-15BB-F740-B74C-16D5589A55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6443" y="1371026"/>
              <a:ext cx="0" cy="28527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Arial"/>
              </a:endParaRPr>
            </a:p>
          </p:txBody>
        </p:sp>
        <p:grpSp>
          <p:nvGrpSpPr>
            <p:cNvPr id="305" name="Group 357">
              <a:extLst>
                <a:ext uri="{FF2B5EF4-FFF2-40B4-BE49-F238E27FC236}">
                  <a16:creationId xmlns:a16="http://schemas.microsoft.com/office/drawing/2014/main" id="{581A8529-F504-3846-8B36-89B971CA747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56843" y="3347465"/>
              <a:ext cx="1662113" cy="1489076"/>
              <a:chOff x="944" y="2184"/>
              <a:chExt cx="1047" cy="938"/>
            </a:xfrm>
          </p:grpSpPr>
          <p:sp>
            <p:nvSpPr>
              <p:cNvPr id="306" name="Freeform 207">
                <a:extLst>
                  <a:ext uri="{FF2B5EF4-FFF2-40B4-BE49-F238E27FC236}">
                    <a16:creationId xmlns:a16="http://schemas.microsoft.com/office/drawing/2014/main" id="{FB5DBF6C-CEEB-DA4C-8661-582EC8619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2184"/>
                <a:ext cx="660" cy="666"/>
              </a:xfrm>
              <a:custGeom>
                <a:avLst/>
                <a:gdLst>
                  <a:gd name="T0" fmla="*/ 0 w 660"/>
                  <a:gd name="T1" fmla="*/ 0 h 666"/>
                  <a:gd name="T2" fmla="*/ 660 w 660"/>
                  <a:gd name="T3" fmla="*/ 666 h 6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660" h="666">
                    <a:moveTo>
                      <a:pt x="0" y="0"/>
                    </a:moveTo>
                    <a:cubicBezTo>
                      <a:pt x="0" y="0"/>
                      <a:pt x="486" y="168"/>
                      <a:pt x="660" y="666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triangl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Arial"/>
                </a:endParaRPr>
              </a:p>
            </p:txBody>
          </p:sp>
          <p:sp>
            <p:nvSpPr>
              <p:cNvPr id="307" name="Text Box 208">
                <a:extLst>
                  <a:ext uri="{FF2B5EF4-FFF2-40B4-BE49-F238E27FC236}">
                    <a16:creationId xmlns:a16="http://schemas.microsoft.com/office/drawing/2014/main" id="{814C88A0-3287-EB46-9C41-FEA42D1AC9F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44" y="2366"/>
                <a:ext cx="1047" cy="75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pPr marL="342900" marR="0" lvl="0" indent="-34290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AutoNum type="arabicPeriod"/>
                  <a:tabLst/>
                  <a:defRPr/>
                </a:pPr>
                <a:r>
                  <a: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Arial"/>
                  </a:rPr>
                  <a:t>video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Arial"/>
                  </a:rPr>
                  <a:t>recorded (e.g., 30 frames/sec)</a:t>
                </a:r>
              </a:p>
            </p:txBody>
          </p:sp>
        </p:grpSp>
        <p:grpSp>
          <p:nvGrpSpPr>
            <p:cNvPr id="308" name="Group 262">
              <a:extLst>
                <a:ext uri="{FF2B5EF4-FFF2-40B4-BE49-F238E27FC236}">
                  <a16:creationId xmlns:a16="http://schemas.microsoft.com/office/drawing/2014/main" id="{CECCA62F-4456-C34B-9177-029B14A96C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86943" y="1691701"/>
              <a:ext cx="2552700" cy="2525712"/>
              <a:chOff x="648" y="1147"/>
              <a:chExt cx="1608" cy="1591"/>
            </a:xfrm>
          </p:grpSpPr>
          <p:grpSp>
            <p:nvGrpSpPr>
              <p:cNvPr id="309" name="Group 206">
                <a:extLst>
                  <a:ext uri="{FF2B5EF4-FFF2-40B4-BE49-F238E27FC236}">
                    <a16:creationId xmlns:a16="http://schemas.microsoft.com/office/drawing/2014/main" id="{C77333BA-89DD-5D42-B008-4B67B599C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8" y="1725"/>
                <a:ext cx="1024" cy="1013"/>
                <a:chOff x="672" y="1071"/>
                <a:chExt cx="1024" cy="1013"/>
              </a:xfrm>
            </p:grpSpPr>
            <p:grpSp>
              <p:nvGrpSpPr>
                <p:cNvPr id="325" name="Group 189">
                  <a:extLst>
                    <a:ext uri="{FF2B5EF4-FFF2-40B4-BE49-F238E27FC236}">
                      <a16:creationId xmlns:a16="http://schemas.microsoft.com/office/drawing/2014/main" id="{8A85A2D3-A990-8B41-B23F-258454EAAF2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506"/>
                  <a:ext cx="583" cy="578"/>
                  <a:chOff x="672" y="1486"/>
                  <a:chExt cx="583" cy="578"/>
                </a:xfrm>
              </p:grpSpPr>
              <p:grpSp>
                <p:nvGrpSpPr>
                  <p:cNvPr id="336" name="Group 181">
                    <a:extLst>
                      <a:ext uri="{FF2B5EF4-FFF2-40B4-BE49-F238E27FC236}">
                        <a16:creationId xmlns:a16="http://schemas.microsoft.com/office/drawing/2014/main" id="{7BDB39B8-53B4-9640-A017-C997019C694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776"/>
                    <a:ext cx="291" cy="288"/>
                    <a:chOff x="672" y="1776"/>
                    <a:chExt cx="291" cy="288"/>
                  </a:xfrm>
                </p:grpSpPr>
                <p:grpSp>
                  <p:nvGrpSpPr>
                    <p:cNvPr id="344" name="Group 177">
                      <a:extLst>
                        <a:ext uri="{FF2B5EF4-FFF2-40B4-BE49-F238E27FC236}">
                          <a16:creationId xmlns:a16="http://schemas.microsoft.com/office/drawing/2014/main" id="{8EEE6973-A2DA-CC47-BBFC-6F5DF3C18203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72" y="1920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348" name="Line 173">
                        <a:extLst>
                          <a:ext uri="{FF2B5EF4-FFF2-40B4-BE49-F238E27FC236}">
                            <a16:creationId xmlns:a16="http://schemas.microsoft.com/office/drawing/2014/main" id="{EA80EC66-00D7-FA43-A803-FB245F2B604D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Arial"/>
                        </a:endParaRPr>
                      </a:p>
                    </p:txBody>
                  </p:sp>
                  <p:sp>
                    <p:nvSpPr>
                      <p:cNvPr id="349" name="Line 176">
                        <a:extLst>
                          <a:ext uri="{FF2B5EF4-FFF2-40B4-BE49-F238E27FC236}">
                            <a16:creationId xmlns:a16="http://schemas.microsoft.com/office/drawing/2014/main" id="{F568A800-6A4E-6E4C-A167-13E4AE46AF8B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Arial"/>
                        </a:endParaRPr>
                      </a:p>
                    </p:txBody>
                  </p:sp>
                </p:grpSp>
                <p:grpSp>
                  <p:nvGrpSpPr>
                    <p:cNvPr id="345" name="Group 178">
                      <a:extLst>
                        <a:ext uri="{FF2B5EF4-FFF2-40B4-BE49-F238E27FC236}">
                          <a16:creationId xmlns:a16="http://schemas.microsoft.com/office/drawing/2014/main" id="{302EE25B-7A88-5F4B-B370-A03D1B2E52E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18" y="1776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346" name="Line 179">
                        <a:extLst>
                          <a:ext uri="{FF2B5EF4-FFF2-40B4-BE49-F238E27FC236}">
                            <a16:creationId xmlns:a16="http://schemas.microsoft.com/office/drawing/2014/main" id="{40C6F382-C5D0-DC4C-9C98-5B6A9F97A116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Arial"/>
                        </a:endParaRPr>
                      </a:p>
                    </p:txBody>
                  </p:sp>
                  <p:sp>
                    <p:nvSpPr>
                      <p:cNvPr id="347" name="Line 180">
                        <a:extLst>
                          <a:ext uri="{FF2B5EF4-FFF2-40B4-BE49-F238E27FC236}">
                            <a16:creationId xmlns:a16="http://schemas.microsoft.com/office/drawing/2014/main" id="{8060F88C-6D9A-F042-9854-C307CF9849B6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Arial"/>
                        </a:endParaRPr>
                      </a:p>
                    </p:txBody>
                  </p:sp>
                </p:grpSp>
              </p:grpSp>
              <p:grpSp>
                <p:nvGrpSpPr>
                  <p:cNvPr id="337" name="Group 182">
                    <a:extLst>
                      <a:ext uri="{FF2B5EF4-FFF2-40B4-BE49-F238E27FC236}">
                        <a16:creationId xmlns:a16="http://schemas.microsoft.com/office/drawing/2014/main" id="{D0EB01A1-2EA5-0244-A29B-7580513BED0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964" y="1486"/>
                    <a:ext cx="291" cy="288"/>
                    <a:chOff x="672" y="1776"/>
                    <a:chExt cx="291" cy="288"/>
                  </a:xfrm>
                </p:grpSpPr>
                <p:grpSp>
                  <p:nvGrpSpPr>
                    <p:cNvPr id="338" name="Group 183">
                      <a:extLst>
                        <a:ext uri="{FF2B5EF4-FFF2-40B4-BE49-F238E27FC236}">
                          <a16:creationId xmlns:a16="http://schemas.microsoft.com/office/drawing/2014/main" id="{DBF9543B-F39B-274E-978C-E4A708F0B5D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72" y="1920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342" name="Line 184">
                        <a:extLst>
                          <a:ext uri="{FF2B5EF4-FFF2-40B4-BE49-F238E27FC236}">
                            <a16:creationId xmlns:a16="http://schemas.microsoft.com/office/drawing/2014/main" id="{F7E287B9-5EBA-D74E-B700-9B84F2EC573B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Arial"/>
                        </a:endParaRPr>
                      </a:p>
                    </p:txBody>
                  </p:sp>
                  <p:sp>
                    <p:nvSpPr>
                      <p:cNvPr id="343" name="Line 185">
                        <a:extLst>
                          <a:ext uri="{FF2B5EF4-FFF2-40B4-BE49-F238E27FC236}">
                            <a16:creationId xmlns:a16="http://schemas.microsoft.com/office/drawing/2014/main" id="{C9CC3AA3-BDCE-0744-85DB-208F60B23ACD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Arial"/>
                        </a:endParaRPr>
                      </a:p>
                    </p:txBody>
                  </p:sp>
                </p:grpSp>
                <p:grpSp>
                  <p:nvGrpSpPr>
                    <p:cNvPr id="339" name="Group 186">
                      <a:extLst>
                        <a:ext uri="{FF2B5EF4-FFF2-40B4-BE49-F238E27FC236}">
                          <a16:creationId xmlns:a16="http://schemas.microsoft.com/office/drawing/2014/main" id="{8734C907-441E-C244-A935-5A9EB6ADD3D2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18" y="1776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340" name="Line 187">
                        <a:extLst>
                          <a:ext uri="{FF2B5EF4-FFF2-40B4-BE49-F238E27FC236}">
                            <a16:creationId xmlns:a16="http://schemas.microsoft.com/office/drawing/2014/main" id="{AC34B541-4E74-6E49-BE49-136888103733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Arial"/>
                        </a:endParaRPr>
                      </a:p>
                    </p:txBody>
                  </p:sp>
                  <p:sp>
                    <p:nvSpPr>
                      <p:cNvPr id="341" name="Line 188">
                        <a:extLst>
                          <a:ext uri="{FF2B5EF4-FFF2-40B4-BE49-F238E27FC236}">
                            <a16:creationId xmlns:a16="http://schemas.microsoft.com/office/drawing/2014/main" id="{C37337D0-1B0B-F845-B482-8E0EF9CEDCDF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Arial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326" name="Group 191">
                  <a:extLst>
                    <a:ext uri="{FF2B5EF4-FFF2-40B4-BE49-F238E27FC236}">
                      <a16:creationId xmlns:a16="http://schemas.microsoft.com/office/drawing/2014/main" id="{7BAA7828-347D-144C-A484-CBD99CA1A11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" y="1217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330" name="Group 192">
                    <a:extLst>
                      <a:ext uri="{FF2B5EF4-FFF2-40B4-BE49-F238E27FC236}">
                        <a16:creationId xmlns:a16="http://schemas.microsoft.com/office/drawing/2014/main" id="{080D745B-F776-FE43-B32E-EC1B13E0B73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334" name="Line 193">
                      <a:extLst>
                        <a:ext uri="{FF2B5EF4-FFF2-40B4-BE49-F238E27FC236}">
                          <a16:creationId xmlns:a16="http://schemas.microsoft.com/office/drawing/2014/main" id="{F073E972-0C07-B94E-84EB-F8A969E54511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335" name="Line 194">
                      <a:extLst>
                        <a:ext uri="{FF2B5EF4-FFF2-40B4-BE49-F238E27FC236}">
                          <a16:creationId xmlns:a16="http://schemas.microsoft.com/office/drawing/2014/main" id="{BF80B266-F6B9-2A4A-AD3E-D1EF434B78DF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331" name="Group 195">
                    <a:extLst>
                      <a:ext uri="{FF2B5EF4-FFF2-40B4-BE49-F238E27FC236}">
                        <a16:creationId xmlns:a16="http://schemas.microsoft.com/office/drawing/2014/main" id="{BEFF0755-D770-E64E-BB14-71631F6530A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332" name="Line 196">
                      <a:extLst>
                        <a:ext uri="{FF2B5EF4-FFF2-40B4-BE49-F238E27FC236}">
                          <a16:creationId xmlns:a16="http://schemas.microsoft.com/office/drawing/2014/main" id="{9970CA13-0D4D-6C45-B64C-ECA2953D292E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333" name="Line 197">
                      <a:extLst>
                        <a:ext uri="{FF2B5EF4-FFF2-40B4-BE49-F238E27FC236}">
                          <a16:creationId xmlns:a16="http://schemas.microsoft.com/office/drawing/2014/main" id="{544A36AB-3BBC-2940-8CEB-E11FCED7C09A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</p:grpSp>
            </p:grpSp>
            <p:grpSp>
              <p:nvGrpSpPr>
                <p:cNvPr id="327" name="Group 199">
                  <a:extLst>
                    <a:ext uri="{FF2B5EF4-FFF2-40B4-BE49-F238E27FC236}">
                      <a16:creationId xmlns:a16="http://schemas.microsoft.com/office/drawing/2014/main" id="{55C303CA-BC99-6643-8004-D37635DAFB1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51" y="1071"/>
                  <a:ext cx="145" cy="144"/>
                  <a:chOff x="672" y="1920"/>
                  <a:chExt cx="145" cy="144"/>
                </a:xfrm>
              </p:grpSpPr>
              <p:sp>
                <p:nvSpPr>
                  <p:cNvPr id="328" name="Line 200">
                    <a:extLst>
                      <a:ext uri="{FF2B5EF4-FFF2-40B4-BE49-F238E27FC236}">
                        <a16:creationId xmlns:a16="http://schemas.microsoft.com/office/drawing/2014/main" id="{D7E3913D-9FDC-F340-A052-D88746D1247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Arial"/>
                    </a:endParaRPr>
                  </a:p>
                </p:txBody>
              </p:sp>
              <p:sp>
                <p:nvSpPr>
                  <p:cNvPr id="329" name="Line 201">
                    <a:extLst>
                      <a:ext uri="{FF2B5EF4-FFF2-40B4-BE49-F238E27FC236}">
                        <a16:creationId xmlns:a16="http://schemas.microsoft.com/office/drawing/2014/main" id="{142EF7B4-50D8-2943-AD1B-C3350098128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Arial"/>
                    </a:endParaRPr>
                  </a:p>
                </p:txBody>
              </p:sp>
            </p:grpSp>
          </p:grpSp>
          <p:grpSp>
            <p:nvGrpSpPr>
              <p:cNvPr id="310" name="Group 237">
                <a:extLst>
                  <a:ext uri="{FF2B5EF4-FFF2-40B4-BE49-F238E27FC236}">
                    <a16:creationId xmlns:a16="http://schemas.microsoft.com/office/drawing/2014/main" id="{9B34BEB4-4FF9-8B40-B66D-4EDCA35D74F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73" y="1147"/>
                <a:ext cx="583" cy="578"/>
                <a:chOff x="672" y="1486"/>
                <a:chExt cx="583" cy="578"/>
              </a:xfrm>
            </p:grpSpPr>
            <p:grpSp>
              <p:nvGrpSpPr>
                <p:cNvPr id="311" name="Group 238">
                  <a:extLst>
                    <a:ext uri="{FF2B5EF4-FFF2-40B4-BE49-F238E27FC236}">
                      <a16:creationId xmlns:a16="http://schemas.microsoft.com/office/drawing/2014/main" id="{0D1959A2-DB88-6F4B-8C5B-3061C8A94FE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776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319" name="Group 239">
                    <a:extLst>
                      <a:ext uri="{FF2B5EF4-FFF2-40B4-BE49-F238E27FC236}">
                        <a16:creationId xmlns:a16="http://schemas.microsoft.com/office/drawing/2014/main" id="{3C6F65E0-86EC-1641-A410-19EF0049575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323" name="Line 240">
                      <a:extLst>
                        <a:ext uri="{FF2B5EF4-FFF2-40B4-BE49-F238E27FC236}">
                          <a16:creationId xmlns:a16="http://schemas.microsoft.com/office/drawing/2014/main" id="{A4A03A53-563D-2E4E-B447-0601F752DEEF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324" name="Line 241">
                      <a:extLst>
                        <a:ext uri="{FF2B5EF4-FFF2-40B4-BE49-F238E27FC236}">
                          <a16:creationId xmlns:a16="http://schemas.microsoft.com/office/drawing/2014/main" id="{4272D3B1-5096-A24D-9784-DFE7C5ED0001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320" name="Group 242">
                    <a:extLst>
                      <a:ext uri="{FF2B5EF4-FFF2-40B4-BE49-F238E27FC236}">
                        <a16:creationId xmlns:a16="http://schemas.microsoft.com/office/drawing/2014/main" id="{B2D22486-FFD1-1042-8AF1-5A878A82D10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321" name="Line 243">
                      <a:extLst>
                        <a:ext uri="{FF2B5EF4-FFF2-40B4-BE49-F238E27FC236}">
                          <a16:creationId xmlns:a16="http://schemas.microsoft.com/office/drawing/2014/main" id="{597BFF9E-F6C6-C84E-8FFA-8CFC0406DBC0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322" name="Line 244">
                      <a:extLst>
                        <a:ext uri="{FF2B5EF4-FFF2-40B4-BE49-F238E27FC236}">
                          <a16:creationId xmlns:a16="http://schemas.microsoft.com/office/drawing/2014/main" id="{964E8744-6FF4-724B-A203-2418454DE579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</p:grpSp>
            </p:grpSp>
            <p:grpSp>
              <p:nvGrpSpPr>
                <p:cNvPr id="312" name="Group 245">
                  <a:extLst>
                    <a:ext uri="{FF2B5EF4-FFF2-40B4-BE49-F238E27FC236}">
                      <a16:creationId xmlns:a16="http://schemas.microsoft.com/office/drawing/2014/main" id="{47D01BA6-9852-834A-B5F1-D93F8DCE2CD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64" y="1486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313" name="Group 246">
                    <a:extLst>
                      <a:ext uri="{FF2B5EF4-FFF2-40B4-BE49-F238E27FC236}">
                        <a16:creationId xmlns:a16="http://schemas.microsoft.com/office/drawing/2014/main" id="{A27FE7C3-AFCC-BD42-B31C-4050EDEC47B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317" name="Line 247">
                      <a:extLst>
                        <a:ext uri="{FF2B5EF4-FFF2-40B4-BE49-F238E27FC236}">
                          <a16:creationId xmlns:a16="http://schemas.microsoft.com/office/drawing/2014/main" id="{C9007E8A-3559-C441-BD8C-B8D23A4202A3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318" name="Line 248">
                      <a:extLst>
                        <a:ext uri="{FF2B5EF4-FFF2-40B4-BE49-F238E27FC236}">
                          <a16:creationId xmlns:a16="http://schemas.microsoft.com/office/drawing/2014/main" id="{79923FA7-D368-3A45-9EB3-81814AFFCB33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314" name="Group 249">
                    <a:extLst>
                      <a:ext uri="{FF2B5EF4-FFF2-40B4-BE49-F238E27FC236}">
                        <a16:creationId xmlns:a16="http://schemas.microsoft.com/office/drawing/2014/main" id="{59663083-2325-5045-AACD-16293E50CA9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315" name="Line 250">
                      <a:extLst>
                        <a:ext uri="{FF2B5EF4-FFF2-40B4-BE49-F238E27FC236}">
                          <a16:creationId xmlns:a16="http://schemas.microsoft.com/office/drawing/2014/main" id="{3DA93C20-E9D3-5F48-8A08-30C0C6E0D0F1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316" name="Line 251">
                      <a:extLst>
                        <a:ext uri="{FF2B5EF4-FFF2-40B4-BE49-F238E27FC236}">
                          <a16:creationId xmlns:a16="http://schemas.microsoft.com/office/drawing/2014/main" id="{E7B69FBE-F697-5843-A2CF-1BC0FB43C512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</p:grpSp>
            </p:grpSp>
          </p:grpSp>
        </p:grpSp>
        <p:grpSp>
          <p:nvGrpSpPr>
            <p:cNvPr id="350" name="Group 358">
              <a:extLst>
                <a:ext uri="{FF2B5EF4-FFF2-40B4-BE49-F238E27FC236}">
                  <a16:creationId xmlns:a16="http://schemas.microsoft.com/office/drawing/2014/main" id="{B1A75650-3CD8-7F42-A19F-FB22F9C542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23718" y="3122038"/>
              <a:ext cx="1373188" cy="1296988"/>
              <a:chOff x="1994" y="2042"/>
              <a:chExt cx="865" cy="817"/>
            </a:xfrm>
          </p:grpSpPr>
          <p:sp>
            <p:nvSpPr>
              <p:cNvPr id="351" name="Freeform 209">
                <a:extLst>
                  <a:ext uri="{FF2B5EF4-FFF2-40B4-BE49-F238E27FC236}">
                    <a16:creationId xmlns:a16="http://schemas.microsoft.com/office/drawing/2014/main" id="{726DD585-FDAA-D146-A36E-E461C4F3AF00}"/>
                  </a:ext>
                </a:extLst>
              </p:cNvPr>
              <p:cNvSpPr>
                <a:spLocks/>
              </p:cNvSpPr>
              <p:nvPr/>
            </p:nvSpPr>
            <p:spPr bwMode="auto">
              <a:xfrm rot="-5400000">
                <a:off x="2196" y="2196"/>
                <a:ext cx="660" cy="666"/>
              </a:xfrm>
              <a:custGeom>
                <a:avLst/>
                <a:gdLst>
                  <a:gd name="T0" fmla="*/ 0 w 660"/>
                  <a:gd name="T1" fmla="*/ 0 h 666"/>
                  <a:gd name="T2" fmla="*/ 660 w 660"/>
                  <a:gd name="T3" fmla="*/ 666 h 6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660" h="666">
                    <a:moveTo>
                      <a:pt x="0" y="0"/>
                    </a:moveTo>
                    <a:cubicBezTo>
                      <a:pt x="0" y="0"/>
                      <a:pt x="486" y="168"/>
                      <a:pt x="660" y="666"/>
                    </a:cubicBezTo>
                  </a:path>
                </a:pathLst>
              </a:custGeom>
              <a:noFill/>
              <a:ln w="19050" cap="flat" cmpd="sng">
                <a:solidFill>
                  <a:srgbClr val="CC0000"/>
                </a:solidFill>
                <a:prstDash val="solid"/>
                <a:round/>
                <a:headEnd type="none" w="med" len="med"/>
                <a:tailEnd type="triangl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Arial"/>
                </a:endParaRPr>
              </a:p>
            </p:txBody>
          </p:sp>
          <p:sp>
            <p:nvSpPr>
              <p:cNvPr id="352" name="Text Box 305">
                <a:extLst>
                  <a:ext uri="{FF2B5EF4-FFF2-40B4-BE49-F238E27FC236}">
                    <a16:creationId xmlns:a16="http://schemas.microsoft.com/office/drawing/2014/main" id="{0ADC53BD-DC1E-0447-B68F-69D1E40B8E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94" y="2042"/>
                <a:ext cx="638" cy="44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bg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Arial"/>
                  </a:rPr>
                  <a:t>2. </a:t>
                </a:r>
                <a:r>
                  <a: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Arial"/>
                  </a:rPr>
                  <a:t>video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Arial"/>
                  </a:rPr>
                  <a:t>sent</a:t>
                </a:r>
              </a:p>
            </p:txBody>
          </p:sp>
        </p:grpSp>
        <p:sp>
          <p:nvSpPr>
            <p:cNvPr id="353" name="Text Box 354">
              <a:extLst>
                <a:ext uri="{FF2B5EF4-FFF2-40B4-BE49-F238E27FC236}">
                  <a16:creationId xmlns:a16="http://schemas.microsoft.com/office/drawing/2014/main" id="{42A079BA-138E-2D44-8617-F62E7B8797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33387">
              <a:off x="145493" y="2518789"/>
              <a:ext cx="1957387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Arial"/>
                </a:rPr>
                <a:t>Cumulative data</a:t>
              </a:r>
            </a:p>
          </p:txBody>
        </p:sp>
        <p:grpSp>
          <p:nvGrpSpPr>
            <p:cNvPr id="354" name="Group 365">
              <a:extLst>
                <a:ext uri="{FF2B5EF4-FFF2-40B4-BE49-F238E27FC236}">
                  <a16:creationId xmlns:a16="http://schemas.microsoft.com/office/drawing/2014/main" id="{9B87CE31-DB37-9A44-A229-BC284C3E99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09593" y="1507551"/>
              <a:ext cx="5768976" cy="4732339"/>
              <a:chOff x="2804" y="903"/>
              <a:chExt cx="3634" cy="2981"/>
            </a:xfrm>
          </p:grpSpPr>
          <p:sp>
            <p:nvSpPr>
              <p:cNvPr id="355" name="Line 360">
                <a:extLst>
                  <a:ext uri="{FF2B5EF4-FFF2-40B4-BE49-F238E27FC236}">
                    <a16:creationId xmlns:a16="http://schemas.microsoft.com/office/drawing/2014/main" id="{F2FACE5B-2598-2B4B-A1C2-C2BAFF6685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52" y="903"/>
                <a:ext cx="0" cy="229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Arial"/>
                </a:endParaRPr>
              </a:p>
            </p:txBody>
          </p:sp>
          <p:sp>
            <p:nvSpPr>
              <p:cNvPr id="356" name="Text Box 361">
                <a:extLst>
                  <a:ext uri="{FF2B5EF4-FFF2-40B4-BE49-F238E27FC236}">
                    <a16:creationId xmlns:a16="http://schemas.microsoft.com/office/drawing/2014/main" id="{D1AB6A8D-7F02-5641-A31E-07D5852A462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04" y="3198"/>
                <a:ext cx="3634" cy="686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  <a:prstDash val="sysDot"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Arial"/>
                  </a:rPr>
                  <a:t>streaming</a:t>
                </a:r>
                <a:r>
                  <a: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Arial"/>
                  </a:rPr>
                  <a:t>: at this time, client  playing out early part of video, while server still sending later part of video</a:t>
                </a:r>
              </a:p>
            </p:txBody>
          </p:sp>
        </p:grpSp>
        <p:sp>
          <p:nvSpPr>
            <p:cNvPr id="360" name="Text Box 366">
              <a:extLst>
                <a:ext uri="{FF2B5EF4-FFF2-40B4-BE49-F238E27FC236}">
                  <a16:creationId xmlns:a16="http://schemas.microsoft.com/office/drawing/2014/main" id="{58466624-90AF-9D42-9091-9FAEB77AA6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7668" y="4236463"/>
              <a:ext cx="620713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Arial"/>
                </a:rPr>
                <a:t>time</a:t>
              </a:r>
            </a:p>
          </p:txBody>
        </p:sp>
        <p:grpSp>
          <p:nvGrpSpPr>
            <p:cNvPr id="362" name="Group 263">
              <a:extLst>
                <a:ext uri="{FF2B5EF4-FFF2-40B4-BE49-F238E27FC236}">
                  <a16:creationId xmlns:a16="http://schemas.microsoft.com/office/drawing/2014/main" id="{EA56C58B-56AC-834F-849E-EA54C76722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78338" y="1693820"/>
              <a:ext cx="2552700" cy="2525713"/>
              <a:chOff x="648" y="1147"/>
              <a:chExt cx="1608" cy="1591"/>
            </a:xfrm>
          </p:grpSpPr>
          <p:grpSp>
            <p:nvGrpSpPr>
              <p:cNvPr id="411" name="Group 264">
                <a:extLst>
                  <a:ext uri="{FF2B5EF4-FFF2-40B4-BE49-F238E27FC236}">
                    <a16:creationId xmlns:a16="http://schemas.microsoft.com/office/drawing/2014/main" id="{A10C73EE-575B-0448-A214-6B59FB271FD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8" y="1725"/>
                <a:ext cx="1024" cy="1013"/>
                <a:chOff x="672" y="1071"/>
                <a:chExt cx="1024" cy="1013"/>
              </a:xfrm>
            </p:grpSpPr>
            <p:grpSp>
              <p:nvGrpSpPr>
                <p:cNvPr id="427" name="Group 265">
                  <a:extLst>
                    <a:ext uri="{FF2B5EF4-FFF2-40B4-BE49-F238E27FC236}">
                      <a16:creationId xmlns:a16="http://schemas.microsoft.com/office/drawing/2014/main" id="{F163D769-B2B9-5944-B2D0-4C48E895A9D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506"/>
                  <a:ext cx="583" cy="578"/>
                  <a:chOff x="672" y="1486"/>
                  <a:chExt cx="583" cy="578"/>
                </a:xfrm>
              </p:grpSpPr>
              <p:grpSp>
                <p:nvGrpSpPr>
                  <p:cNvPr id="438" name="Group 266">
                    <a:extLst>
                      <a:ext uri="{FF2B5EF4-FFF2-40B4-BE49-F238E27FC236}">
                        <a16:creationId xmlns:a16="http://schemas.microsoft.com/office/drawing/2014/main" id="{47CE18EE-DF25-8F4A-9956-7FA1F500B11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776"/>
                    <a:ext cx="291" cy="288"/>
                    <a:chOff x="672" y="1776"/>
                    <a:chExt cx="291" cy="288"/>
                  </a:xfrm>
                </p:grpSpPr>
                <p:grpSp>
                  <p:nvGrpSpPr>
                    <p:cNvPr id="446" name="Group 267">
                      <a:extLst>
                        <a:ext uri="{FF2B5EF4-FFF2-40B4-BE49-F238E27FC236}">
                          <a16:creationId xmlns:a16="http://schemas.microsoft.com/office/drawing/2014/main" id="{3BB4504D-1A2B-9343-8787-5B23B121367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72" y="1920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450" name="Line 268">
                        <a:extLst>
                          <a:ext uri="{FF2B5EF4-FFF2-40B4-BE49-F238E27FC236}">
                            <a16:creationId xmlns:a16="http://schemas.microsoft.com/office/drawing/2014/main" id="{47C9C95F-7187-0B4A-8496-E31A38F679B9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FF000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Arial"/>
                        </a:endParaRPr>
                      </a:p>
                    </p:txBody>
                  </p:sp>
                  <p:sp>
                    <p:nvSpPr>
                      <p:cNvPr id="451" name="Line 269">
                        <a:extLst>
                          <a:ext uri="{FF2B5EF4-FFF2-40B4-BE49-F238E27FC236}">
                            <a16:creationId xmlns:a16="http://schemas.microsoft.com/office/drawing/2014/main" id="{33A91F87-4A1F-2D40-8D8C-B09DE015907F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FF000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Arial"/>
                        </a:endParaRPr>
                      </a:p>
                    </p:txBody>
                  </p:sp>
                </p:grpSp>
                <p:grpSp>
                  <p:nvGrpSpPr>
                    <p:cNvPr id="447" name="Group 270">
                      <a:extLst>
                        <a:ext uri="{FF2B5EF4-FFF2-40B4-BE49-F238E27FC236}">
                          <a16:creationId xmlns:a16="http://schemas.microsoft.com/office/drawing/2014/main" id="{500194A4-54C5-0641-B353-57816A03636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18" y="1776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448" name="Line 271">
                        <a:extLst>
                          <a:ext uri="{FF2B5EF4-FFF2-40B4-BE49-F238E27FC236}">
                            <a16:creationId xmlns:a16="http://schemas.microsoft.com/office/drawing/2014/main" id="{1FDA36DA-2649-534C-B0C6-3320116F465D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FF000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Arial"/>
                        </a:endParaRPr>
                      </a:p>
                    </p:txBody>
                  </p:sp>
                  <p:sp>
                    <p:nvSpPr>
                      <p:cNvPr id="449" name="Line 272">
                        <a:extLst>
                          <a:ext uri="{FF2B5EF4-FFF2-40B4-BE49-F238E27FC236}">
                            <a16:creationId xmlns:a16="http://schemas.microsoft.com/office/drawing/2014/main" id="{ED38F4B9-ADDD-1740-ACAD-6B7D2291F3DC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FF000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Arial"/>
                        </a:endParaRPr>
                      </a:p>
                    </p:txBody>
                  </p:sp>
                </p:grpSp>
              </p:grpSp>
              <p:grpSp>
                <p:nvGrpSpPr>
                  <p:cNvPr id="439" name="Group 273">
                    <a:extLst>
                      <a:ext uri="{FF2B5EF4-FFF2-40B4-BE49-F238E27FC236}">
                        <a16:creationId xmlns:a16="http://schemas.microsoft.com/office/drawing/2014/main" id="{DBA0E83F-92A1-3B41-828B-8B2BBBBAA69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964" y="1486"/>
                    <a:ext cx="291" cy="288"/>
                    <a:chOff x="672" y="1776"/>
                    <a:chExt cx="291" cy="288"/>
                  </a:xfrm>
                </p:grpSpPr>
                <p:grpSp>
                  <p:nvGrpSpPr>
                    <p:cNvPr id="440" name="Group 274">
                      <a:extLst>
                        <a:ext uri="{FF2B5EF4-FFF2-40B4-BE49-F238E27FC236}">
                          <a16:creationId xmlns:a16="http://schemas.microsoft.com/office/drawing/2014/main" id="{ADE50871-4E66-4249-9CD5-5873E4222FC0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72" y="1920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444" name="Line 275">
                        <a:extLst>
                          <a:ext uri="{FF2B5EF4-FFF2-40B4-BE49-F238E27FC236}">
                            <a16:creationId xmlns:a16="http://schemas.microsoft.com/office/drawing/2014/main" id="{6105385D-B8C1-9E47-B0C5-FD41228A2B32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FF000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Arial"/>
                        </a:endParaRPr>
                      </a:p>
                    </p:txBody>
                  </p:sp>
                  <p:sp>
                    <p:nvSpPr>
                      <p:cNvPr id="445" name="Line 276">
                        <a:extLst>
                          <a:ext uri="{FF2B5EF4-FFF2-40B4-BE49-F238E27FC236}">
                            <a16:creationId xmlns:a16="http://schemas.microsoft.com/office/drawing/2014/main" id="{E47EBE3F-A869-2749-9EBA-837F378EC1BC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FF000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Arial"/>
                        </a:endParaRPr>
                      </a:p>
                    </p:txBody>
                  </p:sp>
                </p:grpSp>
                <p:grpSp>
                  <p:nvGrpSpPr>
                    <p:cNvPr id="441" name="Group 277">
                      <a:extLst>
                        <a:ext uri="{FF2B5EF4-FFF2-40B4-BE49-F238E27FC236}">
                          <a16:creationId xmlns:a16="http://schemas.microsoft.com/office/drawing/2014/main" id="{C321EA68-449A-194D-B714-57BECE87067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18" y="1776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442" name="Line 278">
                        <a:extLst>
                          <a:ext uri="{FF2B5EF4-FFF2-40B4-BE49-F238E27FC236}">
                            <a16:creationId xmlns:a16="http://schemas.microsoft.com/office/drawing/2014/main" id="{0BC1D629-7CBF-4947-BBB5-DF0E6A1B00D7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FF000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Arial"/>
                        </a:endParaRPr>
                      </a:p>
                    </p:txBody>
                  </p:sp>
                  <p:sp>
                    <p:nvSpPr>
                      <p:cNvPr id="443" name="Line 279">
                        <a:extLst>
                          <a:ext uri="{FF2B5EF4-FFF2-40B4-BE49-F238E27FC236}">
                            <a16:creationId xmlns:a16="http://schemas.microsoft.com/office/drawing/2014/main" id="{E702AD42-70DB-5441-87E9-BC7872AFFF3E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FF000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Arial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428" name="Group 280">
                  <a:extLst>
                    <a:ext uri="{FF2B5EF4-FFF2-40B4-BE49-F238E27FC236}">
                      <a16:creationId xmlns:a16="http://schemas.microsoft.com/office/drawing/2014/main" id="{BE071EE1-B986-0248-B7C6-E944D585DA3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" y="1217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432" name="Group 281">
                    <a:extLst>
                      <a:ext uri="{FF2B5EF4-FFF2-40B4-BE49-F238E27FC236}">
                        <a16:creationId xmlns:a16="http://schemas.microsoft.com/office/drawing/2014/main" id="{7229A489-CAC6-274F-AF69-A101419B763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436" name="Line 282">
                      <a:extLst>
                        <a:ext uri="{FF2B5EF4-FFF2-40B4-BE49-F238E27FC236}">
                          <a16:creationId xmlns:a16="http://schemas.microsoft.com/office/drawing/2014/main" id="{74E31333-2568-0642-8D3B-1650F159FCF4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437" name="Line 283">
                      <a:extLst>
                        <a:ext uri="{FF2B5EF4-FFF2-40B4-BE49-F238E27FC236}">
                          <a16:creationId xmlns:a16="http://schemas.microsoft.com/office/drawing/2014/main" id="{98BA3F1E-08EE-4746-B16D-A5A2FB8E92DC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433" name="Group 284">
                    <a:extLst>
                      <a:ext uri="{FF2B5EF4-FFF2-40B4-BE49-F238E27FC236}">
                        <a16:creationId xmlns:a16="http://schemas.microsoft.com/office/drawing/2014/main" id="{199D0F45-97C2-344B-85F5-3E8B9657CFE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434" name="Line 285">
                      <a:extLst>
                        <a:ext uri="{FF2B5EF4-FFF2-40B4-BE49-F238E27FC236}">
                          <a16:creationId xmlns:a16="http://schemas.microsoft.com/office/drawing/2014/main" id="{B2664896-9A99-934B-910D-7193C0DAD308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435" name="Line 286">
                      <a:extLst>
                        <a:ext uri="{FF2B5EF4-FFF2-40B4-BE49-F238E27FC236}">
                          <a16:creationId xmlns:a16="http://schemas.microsoft.com/office/drawing/2014/main" id="{E43C55B4-FF96-6947-854C-72D13A10754E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</p:grpSp>
            </p:grpSp>
            <p:grpSp>
              <p:nvGrpSpPr>
                <p:cNvPr id="429" name="Group 287">
                  <a:extLst>
                    <a:ext uri="{FF2B5EF4-FFF2-40B4-BE49-F238E27FC236}">
                      <a16:creationId xmlns:a16="http://schemas.microsoft.com/office/drawing/2014/main" id="{E773068B-72AF-1E4E-805C-FB886AD6640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51" y="1071"/>
                  <a:ext cx="145" cy="144"/>
                  <a:chOff x="672" y="1920"/>
                  <a:chExt cx="145" cy="144"/>
                </a:xfrm>
              </p:grpSpPr>
              <p:sp>
                <p:nvSpPr>
                  <p:cNvPr id="430" name="Line 288">
                    <a:extLst>
                      <a:ext uri="{FF2B5EF4-FFF2-40B4-BE49-F238E27FC236}">
                        <a16:creationId xmlns:a16="http://schemas.microsoft.com/office/drawing/2014/main" id="{016DE7C6-744C-CF4D-9603-B9B0567975A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Arial"/>
                    </a:endParaRPr>
                  </a:p>
                </p:txBody>
              </p:sp>
              <p:sp>
                <p:nvSpPr>
                  <p:cNvPr id="431" name="Line 289">
                    <a:extLst>
                      <a:ext uri="{FF2B5EF4-FFF2-40B4-BE49-F238E27FC236}">
                        <a16:creationId xmlns:a16="http://schemas.microsoft.com/office/drawing/2014/main" id="{3936F322-2E52-8A48-98FB-C4941C484F3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Arial"/>
                    </a:endParaRPr>
                  </a:p>
                </p:txBody>
              </p:sp>
            </p:grpSp>
          </p:grpSp>
          <p:grpSp>
            <p:nvGrpSpPr>
              <p:cNvPr id="412" name="Group 290">
                <a:extLst>
                  <a:ext uri="{FF2B5EF4-FFF2-40B4-BE49-F238E27FC236}">
                    <a16:creationId xmlns:a16="http://schemas.microsoft.com/office/drawing/2014/main" id="{F68B663C-2198-094C-B28B-2828EAAB82D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73" y="1147"/>
                <a:ext cx="583" cy="578"/>
                <a:chOff x="672" y="1486"/>
                <a:chExt cx="583" cy="578"/>
              </a:xfrm>
            </p:grpSpPr>
            <p:grpSp>
              <p:nvGrpSpPr>
                <p:cNvPr id="413" name="Group 291">
                  <a:extLst>
                    <a:ext uri="{FF2B5EF4-FFF2-40B4-BE49-F238E27FC236}">
                      <a16:creationId xmlns:a16="http://schemas.microsoft.com/office/drawing/2014/main" id="{5A97AB60-18EF-0243-A1FF-2BF42CBB2F7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776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421" name="Group 292">
                    <a:extLst>
                      <a:ext uri="{FF2B5EF4-FFF2-40B4-BE49-F238E27FC236}">
                        <a16:creationId xmlns:a16="http://schemas.microsoft.com/office/drawing/2014/main" id="{2B4B77F7-854F-F143-9436-9C80F22387D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425" name="Line 293">
                      <a:extLst>
                        <a:ext uri="{FF2B5EF4-FFF2-40B4-BE49-F238E27FC236}">
                          <a16:creationId xmlns:a16="http://schemas.microsoft.com/office/drawing/2014/main" id="{2FF0E93C-F1F9-7B49-8B1B-8BAD10F67ABF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426" name="Line 294">
                      <a:extLst>
                        <a:ext uri="{FF2B5EF4-FFF2-40B4-BE49-F238E27FC236}">
                          <a16:creationId xmlns:a16="http://schemas.microsoft.com/office/drawing/2014/main" id="{44E6EFCD-AE01-414D-8B02-800D0BCBAB27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422" name="Group 295">
                    <a:extLst>
                      <a:ext uri="{FF2B5EF4-FFF2-40B4-BE49-F238E27FC236}">
                        <a16:creationId xmlns:a16="http://schemas.microsoft.com/office/drawing/2014/main" id="{F14A7FE1-7840-A04E-8A45-1602A0A5CBC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423" name="Line 296">
                      <a:extLst>
                        <a:ext uri="{FF2B5EF4-FFF2-40B4-BE49-F238E27FC236}">
                          <a16:creationId xmlns:a16="http://schemas.microsoft.com/office/drawing/2014/main" id="{0C44817A-8DE7-E74C-8DEF-886B48222722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424" name="Line 297">
                      <a:extLst>
                        <a:ext uri="{FF2B5EF4-FFF2-40B4-BE49-F238E27FC236}">
                          <a16:creationId xmlns:a16="http://schemas.microsoft.com/office/drawing/2014/main" id="{C7FE7A0E-E74D-E840-B1B1-ED9C2641F67A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</p:grpSp>
            </p:grpSp>
            <p:grpSp>
              <p:nvGrpSpPr>
                <p:cNvPr id="414" name="Group 298">
                  <a:extLst>
                    <a:ext uri="{FF2B5EF4-FFF2-40B4-BE49-F238E27FC236}">
                      <a16:creationId xmlns:a16="http://schemas.microsoft.com/office/drawing/2014/main" id="{BAE76EE8-D72E-7B46-9B65-1BDDB924335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64" y="1486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415" name="Group 299">
                    <a:extLst>
                      <a:ext uri="{FF2B5EF4-FFF2-40B4-BE49-F238E27FC236}">
                        <a16:creationId xmlns:a16="http://schemas.microsoft.com/office/drawing/2014/main" id="{83CD0457-8AD2-E843-AAF8-B0F1829FB9D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419" name="Line 300">
                      <a:extLst>
                        <a:ext uri="{FF2B5EF4-FFF2-40B4-BE49-F238E27FC236}">
                          <a16:creationId xmlns:a16="http://schemas.microsoft.com/office/drawing/2014/main" id="{A755790D-3242-B64C-B9BA-B6E2166A5622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420" name="Line 301">
                      <a:extLst>
                        <a:ext uri="{FF2B5EF4-FFF2-40B4-BE49-F238E27FC236}">
                          <a16:creationId xmlns:a16="http://schemas.microsoft.com/office/drawing/2014/main" id="{EE069ECB-9B06-9247-8CA7-98D070E6CE5E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416" name="Group 302">
                    <a:extLst>
                      <a:ext uri="{FF2B5EF4-FFF2-40B4-BE49-F238E27FC236}">
                        <a16:creationId xmlns:a16="http://schemas.microsoft.com/office/drawing/2014/main" id="{65323115-99B2-2B48-9A17-90D66814A4D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417" name="Line 303">
                      <a:extLst>
                        <a:ext uri="{FF2B5EF4-FFF2-40B4-BE49-F238E27FC236}">
                          <a16:creationId xmlns:a16="http://schemas.microsoft.com/office/drawing/2014/main" id="{19BED610-B77A-0442-981F-B9C075A78996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418" name="Line 304">
                      <a:extLst>
                        <a:ext uri="{FF2B5EF4-FFF2-40B4-BE49-F238E27FC236}">
                          <a16:creationId xmlns:a16="http://schemas.microsoft.com/office/drawing/2014/main" id="{66FBF5F5-B319-504D-8CF7-D8606838AD43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</p:grpSp>
            </p:grpSp>
          </p:grpSp>
        </p:grpSp>
        <p:grpSp>
          <p:nvGrpSpPr>
            <p:cNvPr id="2" name="Group 1">
              <a:extLst>
                <a:ext uri="{FF2B5EF4-FFF2-40B4-BE49-F238E27FC236}">
                  <a16:creationId xmlns:a16="http://schemas.microsoft.com/office/drawing/2014/main" id="{B26649D5-E4EE-4F43-8952-3DE73D1995E6}"/>
                </a:ext>
              </a:extLst>
            </p:cNvPr>
            <p:cNvGrpSpPr/>
            <p:nvPr/>
          </p:nvGrpSpPr>
          <p:grpSpPr>
            <a:xfrm>
              <a:off x="6369579" y="1703345"/>
              <a:ext cx="4535488" cy="2581276"/>
              <a:chOff x="7656512" y="-921322"/>
              <a:chExt cx="4535488" cy="2581276"/>
            </a:xfrm>
          </p:grpSpPr>
          <p:grpSp>
            <p:nvGrpSpPr>
              <p:cNvPr id="363" name="Group 306">
                <a:extLst>
                  <a:ext uri="{FF2B5EF4-FFF2-40B4-BE49-F238E27FC236}">
                    <a16:creationId xmlns:a16="http://schemas.microsoft.com/office/drawing/2014/main" id="{0516F032-FE9D-2B4F-8986-B4FAAF3F016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656512" y="-921322"/>
                <a:ext cx="2552700" cy="2525713"/>
                <a:chOff x="648" y="1147"/>
                <a:chExt cx="1608" cy="1591"/>
              </a:xfrm>
            </p:grpSpPr>
            <p:grpSp>
              <p:nvGrpSpPr>
                <p:cNvPr id="370" name="Group 307">
                  <a:extLst>
                    <a:ext uri="{FF2B5EF4-FFF2-40B4-BE49-F238E27FC236}">
                      <a16:creationId xmlns:a16="http://schemas.microsoft.com/office/drawing/2014/main" id="{FCE877C4-30B2-B143-B2B5-3F9FC5C2065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8" y="1725"/>
                  <a:ext cx="1024" cy="1013"/>
                  <a:chOff x="672" y="1071"/>
                  <a:chExt cx="1024" cy="1013"/>
                </a:xfrm>
              </p:grpSpPr>
              <p:grpSp>
                <p:nvGrpSpPr>
                  <p:cNvPr id="386" name="Group 308">
                    <a:extLst>
                      <a:ext uri="{FF2B5EF4-FFF2-40B4-BE49-F238E27FC236}">
                        <a16:creationId xmlns:a16="http://schemas.microsoft.com/office/drawing/2014/main" id="{FAA05A91-979A-6E4C-A6D3-AF67FC04652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506"/>
                    <a:ext cx="583" cy="578"/>
                    <a:chOff x="672" y="1486"/>
                    <a:chExt cx="583" cy="578"/>
                  </a:xfrm>
                </p:grpSpPr>
                <p:grpSp>
                  <p:nvGrpSpPr>
                    <p:cNvPr id="397" name="Group 309">
                      <a:extLst>
                        <a:ext uri="{FF2B5EF4-FFF2-40B4-BE49-F238E27FC236}">
                          <a16:creationId xmlns:a16="http://schemas.microsoft.com/office/drawing/2014/main" id="{6021DC4E-9A45-C14C-A354-9C1D3F32B88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72" y="1776"/>
                      <a:ext cx="291" cy="288"/>
                      <a:chOff x="672" y="1776"/>
                      <a:chExt cx="291" cy="288"/>
                    </a:xfrm>
                  </p:grpSpPr>
                  <p:grpSp>
                    <p:nvGrpSpPr>
                      <p:cNvPr id="405" name="Group 310">
                        <a:extLst>
                          <a:ext uri="{FF2B5EF4-FFF2-40B4-BE49-F238E27FC236}">
                            <a16:creationId xmlns:a16="http://schemas.microsoft.com/office/drawing/2014/main" id="{47E1CFDB-4FDB-1C44-93F6-7ABDF732EA83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72" y="1920"/>
                        <a:ext cx="145" cy="144"/>
                        <a:chOff x="672" y="1920"/>
                        <a:chExt cx="145" cy="144"/>
                      </a:xfrm>
                    </p:grpSpPr>
                    <p:sp>
                      <p:nvSpPr>
                        <p:cNvPr id="409" name="Line 311">
                          <a:extLst>
                            <a:ext uri="{FF2B5EF4-FFF2-40B4-BE49-F238E27FC236}">
                              <a16:creationId xmlns:a16="http://schemas.microsoft.com/office/drawing/2014/main" id="{52426066-BE78-FA40-BA19-55914C827C4A}"/>
                            </a:ext>
                          </a:extLst>
                        </p:cNvPr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>
                          <a:off x="672" y="1920"/>
                          <a:ext cx="0" cy="144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rgbClr val="0000A3"/>
                          </a:solidFill>
                          <a:round/>
                          <a:headEnd/>
                          <a:tailEnd/>
                        </a:ln>
                        <a:effectLst/>
                        <a:extLst>
                          <a:ext uri="{909E8E84-426E-40dd-AFC4-6F175D3DCCD1}">
                            <a14:hiddenFill xmlns="" xmlns:a14="http://schemas.microsoft.com/office/drawing/2010/main">
                              <a:noFill/>
                            </a14:hiddenFill>
                          </a:ext>
                          <a:ext uri="{AF507438-7753-43e0-B8FC-AC1667EBCBE1}">
                            <a14:hiddenEffects xmlns="" xmlns:a14="http://schemas.microsoft.com/office/drawing/2010/main">
                              <a:effectLst>
                                <a:outerShdw blurRad="63500" dist="38099" dir="2700000" algn="ctr" rotWithShape="0">
                                  <a:schemeClr val="bg2">
                                    <a:alpha val="74998"/>
                                  </a:schemeClr>
                                </a:outerShdw>
                              </a:effectLst>
                            </a14:hiddenEffects>
                          </a:ext>
                        </a:extLst>
                      </p:spPr>
                      <p:txBody>
                        <a:bodyPr wrap="none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Arial"/>
                            <a:ea typeface="+mn-ea"/>
                            <a:cs typeface="Arial"/>
                          </a:endParaRPr>
                        </a:p>
                      </p:txBody>
                    </p:sp>
                    <p:sp>
                      <p:nvSpPr>
                        <p:cNvPr id="410" name="Line 312">
                          <a:extLst>
                            <a:ext uri="{FF2B5EF4-FFF2-40B4-BE49-F238E27FC236}">
                              <a16:creationId xmlns:a16="http://schemas.microsoft.com/office/drawing/2014/main" id="{E2F7B2B2-36A4-CA4B-A8CF-83716F4F674C}"/>
                            </a:ext>
                          </a:extLst>
                        </p:cNvPr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rot="5400000">
                          <a:off x="745" y="1848"/>
                          <a:ext cx="0" cy="144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rgbClr val="0000A3"/>
                          </a:solidFill>
                          <a:round/>
                          <a:headEnd/>
                          <a:tailEnd/>
                        </a:ln>
                        <a:effectLst/>
                        <a:extLst>
                          <a:ext uri="{909E8E84-426E-40dd-AFC4-6F175D3DCCD1}">
                            <a14:hiddenFill xmlns="" xmlns:a14="http://schemas.microsoft.com/office/drawing/2010/main">
                              <a:noFill/>
                            </a14:hiddenFill>
                          </a:ext>
                          <a:ext uri="{AF507438-7753-43e0-B8FC-AC1667EBCBE1}">
                            <a14:hiddenEffects xmlns="" xmlns:a14="http://schemas.microsoft.com/office/drawing/2010/main">
                              <a:effectLst>
                                <a:outerShdw blurRad="63500" dist="38099" dir="2700000" algn="ctr" rotWithShape="0">
                                  <a:schemeClr val="bg2">
                                    <a:alpha val="74998"/>
                                  </a:schemeClr>
                                </a:outerShdw>
                              </a:effectLst>
                            </a14:hiddenEffects>
                          </a:ext>
                        </a:extLst>
                      </p:spPr>
                      <p:txBody>
                        <a:bodyPr wrap="none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Arial"/>
                            <a:ea typeface="+mn-ea"/>
                            <a:cs typeface="Arial"/>
                          </a:endParaRPr>
                        </a:p>
                      </p:txBody>
                    </p:sp>
                  </p:grpSp>
                  <p:grpSp>
                    <p:nvGrpSpPr>
                      <p:cNvPr id="406" name="Group 313">
                        <a:extLst>
                          <a:ext uri="{FF2B5EF4-FFF2-40B4-BE49-F238E27FC236}">
                            <a16:creationId xmlns:a16="http://schemas.microsoft.com/office/drawing/2014/main" id="{4755E447-E81B-0944-A9A7-DF6C99CDB035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818" y="1776"/>
                        <a:ext cx="145" cy="144"/>
                        <a:chOff x="672" y="1920"/>
                        <a:chExt cx="145" cy="144"/>
                      </a:xfrm>
                    </p:grpSpPr>
                    <p:sp>
                      <p:nvSpPr>
                        <p:cNvPr id="407" name="Line 314">
                          <a:extLst>
                            <a:ext uri="{FF2B5EF4-FFF2-40B4-BE49-F238E27FC236}">
                              <a16:creationId xmlns:a16="http://schemas.microsoft.com/office/drawing/2014/main" id="{F1EF30CE-F055-0149-B8A3-9DEF6EF73A84}"/>
                            </a:ext>
                          </a:extLst>
                        </p:cNvPr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>
                          <a:off x="672" y="1920"/>
                          <a:ext cx="0" cy="144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rgbClr val="0000A3"/>
                          </a:solidFill>
                          <a:round/>
                          <a:headEnd/>
                          <a:tailEnd/>
                        </a:ln>
                        <a:effectLst/>
                        <a:extLst>
                          <a:ext uri="{909E8E84-426E-40dd-AFC4-6F175D3DCCD1}">
                            <a14:hiddenFill xmlns="" xmlns:a14="http://schemas.microsoft.com/office/drawing/2010/main">
                              <a:noFill/>
                            </a14:hiddenFill>
                          </a:ext>
                          <a:ext uri="{AF507438-7753-43e0-B8FC-AC1667EBCBE1}">
                            <a14:hiddenEffects xmlns="" xmlns:a14="http://schemas.microsoft.com/office/drawing/2010/main">
                              <a:effectLst>
                                <a:outerShdw blurRad="63500" dist="38099" dir="2700000" algn="ctr" rotWithShape="0">
                                  <a:schemeClr val="bg2">
                                    <a:alpha val="74998"/>
                                  </a:schemeClr>
                                </a:outerShdw>
                              </a:effectLst>
                            </a14:hiddenEffects>
                          </a:ext>
                        </a:extLst>
                      </p:spPr>
                      <p:txBody>
                        <a:bodyPr wrap="none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Arial"/>
                            <a:ea typeface="+mn-ea"/>
                            <a:cs typeface="Arial"/>
                          </a:endParaRPr>
                        </a:p>
                      </p:txBody>
                    </p:sp>
                    <p:sp>
                      <p:nvSpPr>
                        <p:cNvPr id="408" name="Line 315">
                          <a:extLst>
                            <a:ext uri="{FF2B5EF4-FFF2-40B4-BE49-F238E27FC236}">
                              <a16:creationId xmlns:a16="http://schemas.microsoft.com/office/drawing/2014/main" id="{0BB5EB04-9952-174C-99CD-3427A06864B8}"/>
                            </a:ext>
                          </a:extLst>
                        </p:cNvPr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rot="5400000">
                          <a:off x="745" y="1848"/>
                          <a:ext cx="0" cy="144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rgbClr val="0000A3"/>
                          </a:solidFill>
                          <a:round/>
                          <a:headEnd/>
                          <a:tailEnd/>
                        </a:ln>
                        <a:effectLst/>
                        <a:extLst>
                          <a:ext uri="{909E8E84-426E-40dd-AFC4-6F175D3DCCD1}">
                            <a14:hiddenFill xmlns="" xmlns:a14="http://schemas.microsoft.com/office/drawing/2010/main">
                              <a:noFill/>
                            </a14:hiddenFill>
                          </a:ext>
                          <a:ext uri="{AF507438-7753-43e0-B8FC-AC1667EBCBE1}">
                            <a14:hiddenEffects xmlns="" xmlns:a14="http://schemas.microsoft.com/office/drawing/2010/main">
                              <a:effectLst>
                                <a:outerShdw blurRad="63500" dist="38099" dir="2700000" algn="ctr" rotWithShape="0">
                                  <a:schemeClr val="bg2">
                                    <a:alpha val="74998"/>
                                  </a:schemeClr>
                                </a:outerShdw>
                              </a:effectLst>
                            </a14:hiddenEffects>
                          </a:ext>
                        </a:extLst>
                      </p:spPr>
                      <p:txBody>
                        <a:bodyPr wrap="none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Arial"/>
                            <a:ea typeface="+mn-ea"/>
                            <a:cs typeface="Arial"/>
                          </a:endParaRPr>
                        </a:p>
                      </p:txBody>
                    </p:sp>
                  </p:grpSp>
                </p:grpSp>
                <p:grpSp>
                  <p:nvGrpSpPr>
                    <p:cNvPr id="398" name="Group 316">
                      <a:extLst>
                        <a:ext uri="{FF2B5EF4-FFF2-40B4-BE49-F238E27FC236}">
                          <a16:creationId xmlns:a16="http://schemas.microsoft.com/office/drawing/2014/main" id="{58F1F43C-1F32-F443-BAEB-492023EFC88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964" y="1486"/>
                      <a:ext cx="291" cy="288"/>
                      <a:chOff x="672" y="1776"/>
                      <a:chExt cx="291" cy="288"/>
                    </a:xfrm>
                  </p:grpSpPr>
                  <p:grpSp>
                    <p:nvGrpSpPr>
                      <p:cNvPr id="399" name="Group 317">
                        <a:extLst>
                          <a:ext uri="{FF2B5EF4-FFF2-40B4-BE49-F238E27FC236}">
                            <a16:creationId xmlns:a16="http://schemas.microsoft.com/office/drawing/2014/main" id="{90824723-F5D4-E244-8DF6-AE09CB2E7FE1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72" y="1920"/>
                        <a:ext cx="145" cy="144"/>
                        <a:chOff x="672" y="1920"/>
                        <a:chExt cx="145" cy="144"/>
                      </a:xfrm>
                    </p:grpSpPr>
                    <p:sp>
                      <p:nvSpPr>
                        <p:cNvPr id="403" name="Line 318">
                          <a:extLst>
                            <a:ext uri="{FF2B5EF4-FFF2-40B4-BE49-F238E27FC236}">
                              <a16:creationId xmlns:a16="http://schemas.microsoft.com/office/drawing/2014/main" id="{ACB7FC2A-303F-4648-9F38-4CCCB1BB39B9}"/>
                            </a:ext>
                          </a:extLst>
                        </p:cNvPr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>
                          <a:off x="672" y="1920"/>
                          <a:ext cx="0" cy="144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rgbClr val="0000A3"/>
                          </a:solidFill>
                          <a:round/>
                          <a:headEnd/>
                          <a:tailEnd/>
                        </a:ln>
                        <a:effectLst/>
                        <a:extLst>
                          <a:ext uri="{909E8E84-426E-40dd-AFC4-6F175D3DCCD1}">
                            <a14:hiddenFill xmlns="" xmlns:a14="http://schemas.microsoft.com/office/drawing/2010/main">
                              <a:noFill/>
                            </a14:hiddenFill>
                          </a:ext>
                          <a:ext uri="{AF507438-7753-43e0-B8FC-AC1667EBCBE1}">
                            <a14:hiddenEffects xmlns="" xmlns:a14="http://schemas.microsoft.com/office/drawing/2010/main">
                              <a:effectLst>
                                <a:outerShdw blurRad="63500" dist="38099" dir="2700000" algn="ctr" rotWithShape="0">
                                  <a:schemeClr val="bg2">
                                    <a:alpha val="74998"/>
                                  </a:schemeClr>
                                </a:outerShdw>
                              </a:effectLst>
                            </a14:hiddenEffects>
                          </a:ext>
                        </a:extLst>
                      </p:spPr>
                      <p:txBody>
                        <a:bodyPr wrap="none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Arial"/>
                            <a:ea typeface="+mn-ea"/>
                            <a:cs typeface="Arial"/>
                          </a:endParaRPr>
                        </a:p>
                      </p:txBody>
                    </p:sp>
                    <p:sp>
                      <p:nvSpPr>
                        <p:cNvPr id="404" name="Line 319">
                          <a:extLst>
                            <a:ext uri="{FF2B5EF4-FFF2-40B4-BE49-F238E27FC236}">
                              <a16:creationId xmlns:a16="http://schemas.microsoft.com/office/drawing/2014/main" id="{09ABC1E4-7543-A340-914F-466169FB484F}"/>
                            </a:ext>
                          </a:extLst>
                        </p:cNvPr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rot="5400000">
                          <a:off x="745" y="1848"/>
                          <a:ext cx="0" cy="144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rgbClr val="0000A3"/>
                          </a:solidFill>
                          <a:round/>
                          <a:headEnd/>
                          <a:tailEnd/>
                        </a:ln>
                        <a:effectLst/>
                        <a:extLst>
                          <a:ext uri="{909E8E84-426E-40dd-AFC4-6F175D3DCCD1}">
                            <a14:hiddenFill xmlns="" xmlns:a14="http://schemas.microsoft.com/office/drawing/2010/main">
                              <a:noFill/>
                            </a14:hiddenFill>
                          </a:ext>
                          <a:ext uri="{AF507438-7753-43e0-B8FC-AC1667EBCBE1}">
                            <a14:hiddenEffects xmlns="" xmlns:a14="http://schemas.microsoft.com/office/drawing/2010/main">
                              <a:effectLst>
                                <a:outerShdw blurRad="63500" dist="38099" dir="2700000" algn="ctr" rotWithShape="0">
                                  <a:schemeClr val="bg2">
                                    <a:alpha val="74998"/>
                                  </a:schemeClr>
                                </a:outerShdw>
                              </a:effectLst>
                            </a14:hiddenEffects>
                          </a:ext>
                        </a:extLst>
                      </p:spPr>
                      <p:txBody>
                        <a:bodyPr wrap="none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Arial"/>
                            <a:ea typeface="+mn-ea"/>
                            <a:cs typeface="Arial"/>
                          </a:endParaRPr>
                        </a:p>
                      </p:txBody>
                    </p:sp>
                  </p:grpSp>
                  <p:grpSp>
                    <p:nvGrpSpPr>
                      <p:cNvPr id="400" name="Group 320">
                        <a:extLst>
                          <a:ext uri="{FF2B5EF4-FFF2-40B4-BE49-F238E27FC236}">
                            <a16:creationId xmlns:a16="http://schemas.microsoft.com/office/drawing/2014/main" id="{D7DAEDF4-8339-8F41-B87B-88131AEDDC54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818" y="1776"/>
                        <a:ext cx="145" cy="144"/>
                        <a:chOff x="672" y="1920"/>
                        <a:chExt cx="145" cy="144"/>
                      </a:xfrm>
                    </p:grpSpPr>
                    <p:sp>
                      <p:nvSpPr>
                        <p:cNvPr id="401" name="Line 321">
                          <a:extLst>
                            <a:ext uri="{FF2B5EF4-FFF2-40B4-BE49-F238E27FC236}">
                              <a16:creationId xmlns:a16="http://schemas.microsoft.com/office/drawing/2014/main" id="{E0F86CC7-DAB8-AD47-9235-069B9F5E2988}"/>
                            </a:ext>
                          </a:extLst>
                        </p:cNvPr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>
                          <a:off x="672" y="1920"/>
                          <a:ext cx="0" cy="144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rgbClr val="0000A3"/>
                          </a:solidFill>
                          <a:round/>
                          <a:headEnd/>
                          <a:tailEnd/>
                        </a:ln>
                        <a:effectLst/>
                        <a:extLst>
                          <a:ext uri="{909E8E84-426E-40dd-AFC4-6F175D3DCCD1}">
                            <a14:hiddenFill xmlns="" xmlns:a14="http://schemas.microsoft.com/office/drawing/2010/main">
                              <a:noFill/>
                            </a14:hiddenFill>
                          </a:ext>
                          <a:ext uri="{AF507438-7753-43e0-B8FC-AC1667EBCBE1}">
                            <a14:hiddenEffects xmlns="" xmlns:a14="http://schemas.microsoft.com/office/drawing/2010/main">
                              <a:effectLst>
                                <a:outerShdw blurRad="63500" dist="38099" dir="2700000" algn="ctr" rotWithShape="0">
                                  <a:schemeClr val="bg2">
                                    <a:alpha val="74998"/>
                                  </a:schemeClr>
                                </a:outerShdw>
                              </a:effectLst>
                            </a14:hiddenEffects>
                          </a:ext>
                        </a:extLst>
                      </p:spPr>
                      <p:txBody>
                        <a:bodyPr wrap="none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Arial"/>
                            <a:ea typeface="+mn-ea"/>
                            <a:cs typeface="Arial"/>
                          </a:endParaRPr>
                        </a:p>
                      </p:txBody>
                    </p:sp>
                    <p:sp>
                      <p:nvSpPr>
                        <p:cNvPr id="402" name="Line 322">
                          <a:extLst>
                            <a:ext uri="{FF2B5EF4-FFF2-40B4-BE49-F238E27FC236}">
                              <a16:creationId xmlns:a16="http://schemas.microsoft.com/office/drawing/2014/main" id="{8BE66779-1A50-884A-851D-35266CBCC86C}"/>
                            </a:ext>
                          </a:extLst>
                        </p:cNvPr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rot="5400000">
                          <a:off x="745" y="1848"/>
                          <a:ext cx="0" cy="144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rgbClr val="0000A3"/>
                          </a:solidFill>
                          <a:round/>
                          <a:headEnd/>
                          <a:tailEnd/>
                        </a:ln>
                        <a:effectLst/>
                        <a:extLst>
                          <a:ext uri="{909E8E84-426E-40dd-AFC4-6F175D3DCCD1}">
                            <a14:hiddenFill xmlns="" xmlns:a14="http://schemas.microsoft.com/office/drawing/2010/main">
                              <a:noFill/>
                            </a14:hiddenFill>
                          </a:ext>
                          <a:ext uri="{AF507438-7753-43e0-B8FC-AC1667EBCBE1}">
                            <a14:hiddenEffects xmlns="" xmlns:a14="http://schemas.microsoft.com/office/drawing/2010/main">
                              <a:effectLst>
                                <a:outerShdw blurRad="63500" dist="38099" dir="2700000" algn="ctr" rotWithShape="0">
                                  <a:schemeClr val="bg2">
                                    <a:alpha val="74998"/>
                                  </a:schemeClr>
                                </a:outerShdw>
                              </a:effectLst>
                            </a14:hiddenEffects>
                          </a:ext>
                        </a:extLst>
                      </p:spPr>
                      <p:txBody>
                        <a:bodyPr wrap="none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Arial"/>
                            <a:ea typeface="+mn-ea"/>
                            <a:cs typeface="Arial"/>
                          </a:endParaRPr>
                        </a:p>
                      </p:txBody>
                    </p:sp>
                  </p:grpSp>
                </p:grpSp>
              </p:grpSp>
              <p:grpSp>
                <p:nvGrpSpPr>
                  <p:cNvPr id="387" name="Group 323">
                    <a:extLst>
                      <a:ext uri="{FF2B5EF4-FFF2-40B4-BE49-F238E27FC236}">
                        <a16:creationId xmlns:a16="http://schemas.microsoft.com/office/drawing/2014/main" id="{BE59FF33-CDA5-7244-B201-8AAE14DC6D5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259" y="1217"/>
                    <a:ext cx="291" cy="288"/>
                    <a:chOff x="672" y="1776"/>
                    <a:chExt cx="291" cy="288"/>
                  </a:xfrm>
                </p:grpSpPr>
                <p:grpSp>
                  <p:nvGrpSpPr>
                    <p:cNvPr id="391" name="Group 324">
                      <a:extLst>
                        <a:ext uri="{FF2B5EF4-FFF2-40B4-BE49-F238E27FC236}">
                          <a16:creationId xmlns:a16="http://schemas.microsoft.com/office/drawing/2014/main" id="{3E3B7537-9F96-EE42-A049-F8C1ACA68B58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72" y="1920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395" name="Line 325">
                        <a:extLst>
                          <a:ext uri="{FF2B5EF4-FFF2-40B4-BE49-F238E27FC236}">
                            <a16:creationId xmlns:a16="http://schemas.microsoft.com/office/drawing/2014/main" id="{E1F9D205-0879-BF4E-BAAF-622A6E705156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Arial"/>
                        </a:endParaRPr>
                      </a:p>
                    </p:txBody>
                  </p:sp>
                  <p:sp>
                    <p:nvSpPr>
                      <p:cNvPr id="396" name="Line 326">
                        <a:extLst>
                          <a:ext uri="{FF2B5EF4-FFF2-40B4-BE49-F238E27FC236}">
                            <a16:creationId xmlns:a16="http://schemas.microsoft.com/office/drawing/2014/main" id="{2EE9D9A7-6728-744E-806D-B66ED0F1538F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Arial"/>
                        </a:endParaRPr>
                      </a:p>
                    </p:txBody>
                  </p:sp>
                </p:grpSp>
                <p:grpSp>
                  <p:nvGrpSpPr>
                    <p:cNvPr id="392" name="Group 327">
                      <a:extLst>
                        <a:ext uri="{FF2B5EF4-FFF2-40B4-BE49-F238E27FC236}">
                          <a16:creationId xmlns:a16="http://schemas.microsoft.com/office/drawing/2014/main" id="{CF99EC66-E905-E94E-9D9A-19C9F943BBA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18" y="1776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393" name="Line 328">
                        <a:extLst>
                          <a:ext uri="{FF2B5EF4-FFF2-40B4-BE49-F238E27FC236}">
                            <a16:creationId xmlns:a16="http://schemas.microsoft.com/office/drawing/2014/main" id="{F9B5BC5E-33FB-D349-A3DD-AE03FB3C1E18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Arial"/>
                        </a:endParaRPr>
                      </a:p>
                    </p:txBody>
                  </p:sp>
                  <p:sp>
                    <p:nvSpPr>
                      <p:cNvPr id="394" name="Line 329">
                        <a:extLst>
                          <a:ext uri="{FF2B5EF4-FFF2-40B4-BE49-F238E27FC236}">
                            <a16:creationId xmlns:a16="http://schemas.microsoft.com/office/drawing/2014/main" id="{CBD9259E-F38C-E54B-B7E4-98FDD08A9110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Arial"/>
                        </a:endParaRPr>
                      </a:p>
                    </p:txBody>
                  </p:sp>
                </p:grpSp>
              </p:grpSp>
              <p:grpSp>
                <p:nvGrpSpPr>
                  <p:cNvPr id="388" name="Group 330">
                    <a:extLst>
                      <a:ext uri="{FF2B5EF4-FFF2-40B4-BE49-F238E27FC236}">
                        <a16:creationId xmlns:a16="http://schemas.microsoft.com/office/drawing/2014/main" id="{5323BDFE-0961-3146-B4B4-FC0E9736C88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551" y="1071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389" name="Line 331">
                      <a:extLst>
                        <a:ext uri="{FF2B5EF4-FFF2-40B4-BE49-F238E27FC236}">
                          <a16:creationId xmlns:a16="http://schemas.microsoft.com/office/drawing/2014/main" id="{6115D713-81B5-6747-96FA-0F9C8C6035BF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390" name="Line 332">
                      <a:extLst>
                        <a:ext uri="{FF2B5EF4-FFF2-40B4-BE49-F238E27FC236}">
                          <a16:creationId xmlns:a16="http://schemas.microsoft.com/office/drawing/2014/main" id="{B9642549-AB85-A04B-8EC5-ADCFF9097C04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</a:endParaRPr>
                    </a:p>
                  </p:txBody>
                </p:sp>
              </p:grpSp>
            </p:grpSp>
            <p:grpSp>
              <p:nvGrpSpPr>
                <p:cNvPr id="371" name="Group 333">
                  <a:extLst>
                    <a:ext uri="{FF2B5EF4-FFF2-40B4-BE49-F238E27FC236}">
                      <a16:creationId xmlns:a16="http://schemas.microsoft.com/office/drawing/2014/main" id="{CAC31C7D-05D6-2F4D-A00D-F83483273BA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673" y="1147"/>
                  <a:ext cx="583" cy="578"/>
                  <a:chOff x="672" y="1486"/>
                  <a:chExt cx="583" cy="578"/>
                </a:xfrm>
              </p:grpSpPr>
              <p:grpSp>
                <p:nvGrpSpPr>
                  <p:cNvPr id="372" name="Group 334">
                    <a:extLst>
                      <a:ext uri="{FF2B5EF4-FFF2-40B4-BE49-F238E27FC236}">
                        <a16:creationId xmlns:a16="http://schemas.microsoft.com/office/drawing/2014/main" id="{71C7249F-3067-1F4D-8F66-1B5B1094A3C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776"/>
                    <a:ext cx="291" cy="288"/>
                    <a:chOff x="672" y="1776"/>
                    <a:chExt cx="291" cy="288"/>
                  </a:xfrm>
                </p:grpSpPr>
                <p:grpSp>
                  <p:nvGrpSpPr>
                    <p:cNvPr id="380" name="Group 335">
                      <a:extLst>
                        <a:ext uri="{FF2B5EF4-FFF2-40B4-BE49-F238E27FC236}">
                          <a16:creationId xmlns:a16="http://schemas.microsoft.com/office/drawing/2014/main" id="{C5A6F622-F154-BF45-9F94-C3B10DC0A85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72" y="1920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384" name="Line 336">
                        <a:extLst>
                          <a:ext uri="{FF2B5EF4-FFF2-40B4-BE49-F238E27FC236}">
                            <a16:creationId xmlns:a16="http://schemas.microsoft.com/office/drawing/2014/main" id="{DD57CCE3-92DB-3247-9E4F-34ADAD46C154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Arial"/>
                        </a:endParaRPr>
                      </a:p>
                    </p:txBody>
                  </p:sp>
                  <p:sp>
                    <p:nvSpPr>
                      <p:cNvPr id="385" name="Line 337">
                        <a:extLst>
                          <a:ext uri="{FF2B5EF4-FFF2-40B4-BE49-F238E27FC236}">
                            <a16:creationId xmlns:a16="http://schemas.microsoft.com/office/drawing/2014/main" id="{CCEF5726-C82F-2140-91D2-989A78841E51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Arial"/>
                        </a:endParaRPr>
                      </a:p>
                    </p:txBody>
                  </p:sp>
                </p:grpSp>
                <p:grpSp>
                  <p:nvGrpSpPr>
                    <p:cNvPr id="381" name="Group 338">
                      <a:extLst>
                        <a:ext uri="{FF2B5EF4-FFF2-40B4-BE49-F238E27FC236}">
                          <a16:creationId xmlns:a16="http://schemas.microsoft.com/office/drawing/2014/main" id="{A14C6AF9-8449-1549-B8F5-37FD02854ED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18" y="1776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382" name="Line 339">
                        <a:extLst>
                          <a:ext uri="{FF2B5EF4-FFF2-40B4-BE49-F238E27FC236}">
                            <a16:creationId xmlns:a16="http://schemas.microsoft.com/office/drawing/2014/main" id="{E22E39A0-17D3-5348-8C6E-A704BE850B08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Arial"/>
                        </a:endParaRPr>
                      </a:p>
                    </p:txBody>
                  </p:sp>
                  <p:sp>
                    <p:nvSpPr>
                      <p:cNvPr id="383" name="Line 340">
                        <a:extLst>
                          <a:ext uri="{FF2B5EF4-FFF2-40B4-BE49-F238E27FC236}">
                            <a16:creationId xmlns:a16="http://schemas.microsoft.com/office/drawing/2014/main" id="{5846B49D-0E13-4949-B39E-580AB2FACA2A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Arial"/>
                        </a:endParaRPr>
                      </a:p>
                    </p:txBody>
                  </p:sp>
                </p:grpSp>
              </p:grpSp>
              <p:grpSp>
                <p:nvGrpSpPr>
                  <p:cNvPr id="373" name="Group 341">
                    <a:extLst>
                      <a:ext uri="{FF2B5EF4-FFF2-40B4-BE49-F238E27FC236}">
                        <a16:creationId xmlns:a16="http://schemas.microsoft.com/office/drawing/2014/main" id="{4D3495D5-9154-054B-BBB9-65F4FEE5F5C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964" y="1486"/>
                    <a:ext cx="291" cy="288"/>
                    <a:chOff x="672" y="1776"/>
                    <a:chExt cx="291" cy="288"/>
                  </a:xfrm>
                </p:grpSpPr>
                <p:grpSp>
                  <p:nvGrpSpPr>
                    <p:cNvPr id="374" name="Group 342">
                      <a:extLst>
                        <a:ext uri="{FF2B5EF4-FFF2-40B4-BE49-F238E27FC236}">
                          <a16:creationId xmlns:a16="http://schemas.microsoft.com/office/drawing/2014/main" id="{E8975124-5DEB-2042-8ABB-BA0BC8FC6E6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72" y="1920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378" name="Line 343">
                        <a:extLst>
                          <a:ext uri="{FF2B5EF4-FFF2-40B4-BE49-F238E27FC236}">
                            <a16:creationId xmlns:a16="http://schemas.microsoft.com/office/drawing/2014/main" id="{ADD7229B-D47C-E645-BBB5-A8204AC76F3F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Arial"/>
                        </a:endParaRPr>
                      </a:p>
                    </p:txBody>
                  </p:sp>
                  <p:sp>
                    <p:nvSpPr>
                      <p:cNvPr id="379" name="Line 344">
                        <a:extLst>
                          <a:ext uri="{FF2B5EF4-FFF2-40B4-BE49-F238E27FC236}">
                            <a16:creationId xmlns:a16="http://schemas.microsoft.com/office/drawing/2014/main" id="{93FA844C-058B-B945-9BEC-1FC4A08EC3A6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Arial"/>
                        </a:endParaRPr>
                      </a:p>
                    </p:txBody>
                  </p:sp>
                </p:grpSp>
                <p:grpSp>
                  <p:nvGrpSpPr>
                    <p:cNvPr id="375" name="Group 345">
                      <a:extLst>
                        <a:ext uri="{FF2B5EF4-FFF2-40B4-BE49-F238E27FC236}">
                          <a16:creationId xmlns:a16="http://schemas.microsoft.com/office/drawing/2014/main" id="{936A7715-A350-CD4E-AD3B-646C2FC0EB73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18" y="1776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376" name="Line 346">
                        <a:extLst>
                          <a:ext uri="{FF2B5EF4-FFF2-40B4-BE49-F238E27FC236}">
                            <a16:creationId xmlns:a16="http://schemas.microsoft.com/office/drawing/2014/main" id="{45FC6DFA-C931-4E4B-9342-F3BF4820A7F5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Arial"/>
                        </a:endParaRPr>
                      </a:p>
                    </p:txBody>
                  </p:sp>
                  <p:sp>
                    <p:nvSpPr>
                      <p:cNvPr id="377" name="Line 347">
                        <a:extLst>
                          <a:ext uri="{FF2B5EF4-FFF2-40B4-BE49-F238E27FC236}">
                            <a16:creationId xmlns:a16="http://schemas.microsoft.com/office/drawing/2014/main" id="{1ABA2EAC-0A2B-D945-84F7-2973AB6D7D2E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Arial"/>
                        </a:endParaRPr>
                      </a:p>
                    </p:txBody>
                  </p:sp>
                </p:grpSp>
              </p:grpSp>
            </p:grpSp>
          </p:grpSp>
          <p:sp>
            <p:nvSpPr>
              <p:cNvPr id="364" name="Text Box 348">
                <a:extLst>
                  <a:ext uri="{FF2B5EF4-FFF2-40B4-BE49-F238E27FC236}">
                    <a16:creationId xmlns:a16="http://schemas.microsoft.com/office/drawing/2014/main" id="{1EE074AD-465E-A046-A879-EADCFBBADE8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126412" y="951929"/>
                <a:ext cx="4065588" cy="70802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bg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Arial"/>
                  </a:rPr>
                  <a:t>3. </a:t>
                </a:r>
                <a:r>
                  <a: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Arial"/>
                  </a:rPr>
                  <a:t>video received, played out at client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Arial"/>
                  </a:rPr>
                  <a:t>(30 frames/sec)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/>
                </a:endParaRPr>
              </a:p>
            </p:txBody>
          </p:sp>
          <p:grpSp>
            <p:nvGrpSpPr>
              <p:cNvPr id="365" name="Group 349">
                <a:extLst>
                  <a:ext uri="{FF2B5EF4-FFF2-40B4-BE49-F238E27FC236}">
                    <a16:creationId xmlns:a16="http://schemas.microsoft.com/office/drawing/2014/main" id="{0388287B-726E-2B4E-A59D-B016F4430D4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12275" y="210566"/>
                <a:ext cx="677863" cy="663575"/>
                <a:chOff x="4437" y="1472"/>
                <a:chExt cx="427" cy="418"/>
              </a:xfrm>
            </p:grpSpPr>
            <p:sp>
              <p:nvSpPr>
                <p:cNvPr id="366" name="Rectangle 350">
                  <a:extLst>
                    <a:ext uri="{FF2B5EF4-FFF2-40B4-BE49-F238E27FC236}">
                      <a16:creationId xmlns:a16="http://schemas.microsoft.com/office/drawing/2014/main" id="{BFCF8F0E-EC75-D24F-AAFC-E0B1D5278CB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43" y="1475"/>
                  <a:ext cx="421" cy="361"/>
                </a:xfrm>
                <a:prstGeom prst="rect">
                  <a:avLst/>
                </a:prstGeom>
                <a:gradFill rotWithShape="0">
                  <a:gsLst>
                    <a:gs pos="0">
                      <a:srgbClr val="99CCFF">
                        <a:gamma/>
                        <a:shade val="46275"/>
                        <a:invGamma/>
                      </a:srgbClr>
                    </a:gs>
                    <a:gs pos="50000">
                      <a:srgbClr val="99CCFF"/>
                    </a:gs>
                    <a:gs pos="100000">
                      <a:srgbClr val="99CCFF">
                        <a:gamma/>
                        <a:shade val="46275"/>
                        <a:invGamma/>
                      </a:srgbClr>
                    </a:gs>
                  </a:gsLst>
                  <a:lin ang="5400000" scaled="1"/>
                </a:gradFill>
                <a:ln w="19050">
                  <a:solidFill>
                    <a:srgbClr val="5F5F5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</a:endParaRPr>
                </a:p>
              </p:txBody>
            </p:sp>
            <p:sp>
              <p:nvSpPr>
                <p:cNvPr id="367" name="Rectangle 351">
                  <a:extLst>
                    <a:ext uri="{FF2B5EF4-FFF2-40B4-BE49-F238E27FC236}">
                      <a16:creationId xmlns:a16="http://schemas.microsoft.com/office/drawing/2014/main" id="{14E93C87-60E1-B54D-BE05-A6BA7A645D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567" y="1837"/>
                  <a:ext cx="179" cy="23"/>
                </a:xfrm>
                <a:prstGeom prst="rect">
                  <a:avLst/>
                </a:prstGeom>
                <a:solidFill>
                  <a:srgbClr val="5F5F5F"/>
                </a:solidFill>
                <a:ln w="19050">
                  <a:solidFill>
                    <a:srgbClr val="5F5F5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</a:endParaRPr>
                </a:p>
              </p:txBody>
            </p:sp>
            <p:sp>
              <p:nvSpPr>
                <p:cNvPr id="368" name="Rectangle 352">
                  <a:extLst>
                    <a:ext uri="{FF2B5EF4-FFF2-40B4-BE49-F238E27FC236}">
                      <a16:creationId xmlns:a16="http://schemas.microsoft.com/office/drawing/2014/main" id="{F78CE801-66E6-3847-8195-5DFE1E22B30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42" y="1866"/>
                  <a:ext cx="414" cy="24"/>
                </a:xfrm>
                <a:prstGeom prst="rect">
                  <a:avLst/>
                </a:prstGeom>
                <a:solidFill>
                  <a:schemeClr val="tx2"/>
                </a:solidFill>
                <a:ln w="19050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</a:endParaRPr>
                </a:p>
              </p:txBody>
            </p:sp>
            <p:sp>
              <p:nvSpPr>
                <p:cNvPr id="369" name="Rectangle 353">
                  <a:extLst>
                    <a:ext uri="{FF2B5EF4-FFF2-40B4-BE49-F238E27FC236}">
                      <a16:creationId xmlns:a16="http://schemas.microsoft.com/office/drawing/2014/main" id="{28642E6F-604C-1A49-B871-85987CBF86C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37" y="1472"/>
                  <a:ext cx="423" cy="356"/>
                </a:xfrm>
                <a:prstGeom prst="rect">
                  <a:avLst/>
                </a:prstGeom>
                <a:noFill/>
                <a:ln w="19050">
                  <a:solidFill>
                    <a:srgbClr val="0000A3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</a:endParaRPr>
                </a:p>
              </p:txBody>
            </p:sp>
          </p:grpSp>
        </p:grpSp>
        <p:sp>
          <p:nvSpPr>
            <p:cNvPr id="452" name="Line 169">
              <a:extLst>
                <a:ext uri="{FF2B5EF4-FFF2-40B4-BE49-F238E27FC236}">
                  <a16:creationId xmlns:a16="http://schemas.microsoft.com/office/drawing/2014/main" id="{DA225847-8F7D-9F44-BA01-7DC68D99A9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86918" y="4214238"/>
              <a:ext cx="7815263" cy="1428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Arial"/>
              </a:endParaRPr>
            </a:p>
          </p:txBody>
        </p: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BE0D6503-9562-024F-BE70-62D92EDC5180}"/>
                </a:ext>
              </a:extLst>
            </p:cNvPr>
            <p:cNvGrpSpPr/>
            <p:nvPr/>
          </p:nvGrpSpPr>
          <p:grpSpPr>
            <a:xfrm>
              <a:off x="3779783" y="4034727"/>
              <a:ext cx="249757" cy="291754"/>
              <a:chOff x="9055510" y="606165"/>
              <a:chExt cx="249757" cy="291754"/>
            </a:xfrm>
          </p:grpSpPr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88B913BD-3831-124B-83EB-5B289E761C4D}"/>
                  </a:ext>
                </a:extLst>
              </p:cNvPr>
              <p:cNvSpPr/>
              <p:nvPr/>
            </p:nvSpPr>
            <p:spPr>
              <a:xfrm rot="1596992">
                <a:off x="9109854" y="606165"/>
                <a:ext cx="133240" cy="291754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9" name="Straight Connector 8">
                <a:extLst>
                  <a:ext uri="{FF2B5EF4-FFF2-40B4-BE49-F238E27FC236}">
                    <a16:creationId xmlns:a16="http://schemas.microsoft.com/office/drawing/2014/main" id="{417BA7FC-5B58-E045-9862-35230DAF716C}"/>
                  </a:ext>
                </a:extLst>
              </p:cNvPr>
              <p:cNvCxnSpPr/>
              <p:nvPr/>
            </p:nvCxnSpPr>
            <p:spPr>
              <a:xfrm flipH="1">
                <a:off x="9055510" y="634181"/>
                <a:ext cx="128405" cy="250722"/>
              </a:xfrm>
              <a:prstGeom prst="line">
                <a:avLst/>
              </a:prstGeom>
              <a:ln w="158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3" name="Straight Connector 452">
                <a:extLst>
                  <a:ext uri="{FF2B5EF4-FFF2-40B4-BE49-F238E27FC236}">
                    <a16:creationId xmlns:a16="http://schemas.microsoft.com/office/drawing/2014/main" id="{3989452D-2D4A-884A-9775-581E405FF2DD}"/>
                  </a:ext>
                </a:extLst>
              </p:cNvPr>
              <p:cNvCxnSpPr/>
              <p:nvPr/>
            </p:nvCxnSpPr>
            <p:spPr>
              <a:xfrm flipH="1">
                <a:off x="9176862" y="638677"/>
                <a:ext cx="128405" cy="250722"/>
              </a:xfrm>
              <a:prstGeom prst="line">
                <a:avLst/>
              </a:prstGeom>
              <a:ln w="158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0DFDC198-9A1E-FB42-8983-6DE13CE8C154}"/>
                </a:ext>
              </a:extLst>
            </p:cNvPr>
            <p:cNvGrpSpPr/>
            <p:nvPr/>
          </p:nvGrpSpPr>
          <p:grpSpPr>
            <a:xfrm>
              <a:off x="4470401" y="4318000"/>
              <a:ext cx="1930400" cy="869908"/>
              <a:chOff x="6858000" y="237067"/>
              <a:chExt cx="1930400" cy="869908"/>
            </a:xfrm>
          </p:grpSpPr>
          <p:sp>
            <p:nvSpPr>
              <p:cNvPr id="358" name="Text Box 362">
                <a:extLst>
                  <a:ext uri="{FF2B5EF4-FFF2-40B4-BE49-F238E27FC236}">
                    <a16:creationId xmlns:a16="http://schemas.microsoft.com/office/drawing/2014/main" id="{33CCCA46-E288-AE45-B982-2DDD8E2B00D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999260" y="267187"/>
                <a:ext cx="1616075" cy="839788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9050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Arial"/>
                  </a:rPr>
                  <a:t>network delay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Arial"/>
                  </a:rPr>
                  <a:t>(fixed in this example)</a:t>
                </a:r>
              </a:p>
            </p:txBody>
          </p:sp>
          <p:cxnSp>
            <p:nvCxnSpPr>
              <p:cNvPr id="6" name="Straight Arrow Connector 5">
                <a:extLst>
                  <a:ext uri="{FF2B5EF4-FFF2-40B4-BE49-F238E27FC236}">
                    <a16:creationId xmlns:a16="http://schemas.microsoft.com/office/drawing/2014/main" id="{4638F084-4052-604E-8890-A35DAF4397B3}"/>
                  </a:ext>
                </a:extLst>
              </p:cNvPr>
              <p:cNvCxnSpPr/>
              <p:nvPr/>
            </p:nvCxnSpPr>
            <p:spPr>
              <a:xfrm>
                <a:off x="6858000" y="237067"/>
                <a:ext cx="1930400" cy="0"/>
              </a:xfrm>
              <a:prstGeom prst="straightConnector1">
                <a:avLst/>
              </a:prstGeom>
              <a:ln w="15875">
                <a:solidFill>
                  <a:schemeClr val="tx1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353547016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Streaming stored </a:t>
            </a:r>
            <a:r>
              <a:rPr lang="en-US" altLang="en-US" dirty="0">
                <a:ea typeface="ＭＳ Ｐゴシック" panose="020B0600070205080204" pitchFamily="34" charset="-128"/>
              </a:rPr>
              <a:t>v</a:t>
            </a:r>
            <a:r>
              <a:rPr lang="en-US" altLang="en-US" sz="4400" dirty="0">
                <a:ea typeface="ＭＳ Ｐゴシック" panose="020B0600070205080204" pitchFamily="34" charset="-128"/>
              </a:rPr>
              <a:t>ideo: challenges</a:t>
            </a:r>
          </a:p>
        </p:txBody>
      </p:sp>
      <p:sp>
        <p:nvSpPr>
          <p:cNvPr id="195" name="Rectangle 153">
            <a:extLst>
              <a:ext uri="{FF2B5EF4-FFF2-40B4-BE49-F238E27FC236}">
                <a16:creationId xmlns:a16="http://schemas.microsoft.com/office/drawing/2014/main" id="{F0360033-494E-BF42-811C-9015EDCF8F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7801" y="1389828"/>
            <a:ext cx="8553400" cy="448876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82575" marR="0" lvl="0" indent="-282575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continuous playout constraint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 during client video playout, playout timing must match original timing 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… but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delays are variable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(jitter), so will need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client-side buffer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to match continuous playout constraint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charset="0"/>
              <a:buChar char="v"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44034" name="Picture 2" descr="Image result for netflix rebuffering">
            <a:extLst>
              <a:ext uri="{FF2B5EF4-FFF2-40B4-BE49-F238E27FC236}">
                <a16:creationId xmlns:a16="http://schemas.microsoft.com/office/drawing/2014/main" id="{781B3964-3F60-B74D-87BD-9FF56B024D2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35393" y="3044149"/>
            <a:ext cx="2124226" cy="11801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Rectangle 153">
            <a:extLst>
              <a:ext uri="{FF2B5EF4-FFF2-40B4-BE49-F238E27FC236}">
                <a16:creationId xmlns:a16="http://schemas.microsoft.com/office/drawing/2014/main" id="{2D8ACF56-1254-EA43-AF00-B0937780F2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7801" y="4167220"/>
            <a:ext cx="8171815" cy="11664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82575" marR="0" lvl="0" indent="-282575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other challenges:</a:t>
            </a:r>
          </a:p>
          <a:p>
            <a:pPr marL="682625" marR="0" lvl="1" indent="-225425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client interactivity: pause, fast-forward, rewind, jump through video</a:t>
            </a:r>
          </a:p>
          <a:p>
            <a:pPr marL="682625" marR="0" lvl="1" indent="-225425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video packets may be lost, retransmitted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charset="0"/>
              <a:buChar char="v"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66424602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Streaming stored </a:t>
            </a:r>
            <a:r>
              <a:rPr lang="en-US" altLang="en-US" dirty="0">
                <a:ea typeface="ＭＳ Ｐゴシック" panose="020B0600070205080204" pitchFamily="34" charset="-128"/>
              </a:rPr>
              <a:t>v</a:t>
            </a:r>
            <a:r>
              <a:rPr lang="en-US" altLang="en-US" sz="4400" dirty="0">
                <a:ea typeface="ＭＳ Ｐゴシック" panose="020B0600070205080204" pitchFamily="34" charset="-128"/>
              </a:rPr>
              <a:t>ideo: playout buffering</a:t>
            </a:r>
          </a:p>
        </p:txBody>
      </p:sp>
      <p:grpSp>
        <p:nvGrpSpPr>
          <p:cNvPr id="2" name="Group 1" descr="Simple streaming, with some issues">
            <a:extLst>
              <a:ext uri="{FF2B5EF4-FFF2-40B4-BE49-F238E27FC236}">
                <a16:creationId xmlns:a16="http://schemas.microsoft.com/office/drawing/2014/main" id="{6CD6A01C-01F1-C84A-048F-6DB296A46D2A}"/>
              </a:ext>
            </a:extLst>
          </p:cNvPr>
          <p:cNvGrpSpPr/>
          <p:nvPr/>
        </p:nvGrpSpPr>
        <p:grpSpPr>
          <a:xfrm>
            <a:off x="1988852" y="1667644"/>
            <a:ext cx="8382111" cy="3530600"/>
            <a:chOff x="1988852" y="1667644"/>
            <a:chExt cx="8382111" cy="3530600"/>
          </a:xfrm>
        </p:grpSpPr>
        <p:sp>
          <p:nvSpPr>
            <p:cNvPr id="195" name="Line 9">
              <a:extLst>
                <a:ext uri="{FF2B5EF4-FFF2-40B4-BE49-F238E27FC236}">
                  <a16:creationId xmlns:a16="http://schemas.microsoft.com/office/drawing/2014/main" id="{A2879A06-676B-2645-9200-7687B4C31E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45774" y="1667644"/>
              <a:ext cx="0" cy="28527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</a:endParaRPr>
            </a:p>
          </p:txBody>
        </p:sp>
        <p:sp>
          <p:nvSpPr>
            <p:cNvPr id="196" name="Line 10">
              <a:extLst>
                <a:ext uri="{FF2B5EF4-FFF2-40B4-BE49-F238E27FC236}">
                  <a16:creationId xmlns:a16="http://schemas.microsoft.com/office/drawing/2014/main" id="{0C277100-E592-BE4A-81BB-FCEE0F16D6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436249" y="4510856"/>
              <a:ext cx="7815263" cy="1428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</a:endParaRPr>
            </a:p>
          </p:txBody>
        </p:sp>
        <p:sp>
          <p:nvSpPr>
            <p:cNvPr id="197" name="Text Box 58">
              <a:extLst>
                <a:ext uri="{FF2B5EF4-FFF2-40B4-BE49-F238E27FC236}">
                  <a16:creationId xmlns:a16="http://schemas.microsoft.com/office/drawing/2014/main" id="{28926672-6078-6B4D-A3A9-0F8C03FF11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77599" y="1770831"/>
              <a:ext cx="1884555" cy="923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/>
                </a:rPr>
                <a:t>       constant bit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/>
                </a:rPr>
                <a:t>      rate video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/>
                </a:rPr>
                <a:t>transmission</a:t>
              </a:r>
            </a:p>
          </p:txBody>
        </p:sp>
        <p:grpSp>
          <p:nvGrpSpPr>
            <p:cNvPr id="198" name="Group 60">
              <a:extLst>
                <a:ext uri="{FF2B5EF4-FFF2-40B4-BE49-F238E27FC236}">
                  <a16:creationId xmlns:a16="http://schemas.microsoft.com/office/drawing/2014/main" id="{6210DD39-CD82-1A47-A671-C6E1E92DF7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26774" y="1997844"/>
              <a:ext cx="2552700" cy="2525712"/>
              <a:chOff x="648" y="1147"/>
              <a:chExt cx="1608" cy="1591"/>
            </a:xfrm>
          </p:grpSpPr>
          <p:grpSp>
            <p:nvGrpSpPr>
              <p:cNvPr id="199" name="Group 61">
                <a:extLst>
                  <a:ext uri="{FF2B5EF4-FFF2-40B4-BE49-F238E27FC236}">
                    <a16:creationId xmlns:a16="http://schemas.microsoft.com/office/drawing/2014/main" id="{ABD85516-4FF1-C344-BFB9-73A3F6FA6D9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8" y="1725"/>
                <a:ext cx="1024" cy="1013"/>
                <a:chOff x="672" y="1071"/>
                <a:chExt cx="1024" cy="1013"/>
              </a:xfrm>
            </p:grpSpPr>
            <p:grpSp>
              <p:nvGrpSpPr>
                <p:cNvPr id="215" name="Group 62">
                  <a:extLst>
                    <a:ext uri="{FF2B5EF4-FFF2-40B4-BE49-F238E27FC236}">
                      <a16:creationId xmlns:a16="http://schemas.microsoft.com/office/drawing/2014/main" id="{086027DC-6B25-C241-B8C9-FEBDD311ABA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506"/>
                  <a:ext cx="583" cy="578"/>
                  <a:chOff x="672" y="1486"/>
                  <a:chExt cx="583" cy="578"/>
                </a:xfrm>
              </p:grpSpPr>
              <p:grpSp>
                <p:nvGrpSpPr>
                  <p:cNvPr id="226" name="Group 63">
                    <a:extLst>
                      <a:ext uri="{FF2B5EF4-FFF2-40B4-BE49-F238E27FC236}">
                        <a16:creationId xmlns:a16="http://schemas.microsoft.com/office/drawing/2014/main" id="{28E8BE44-A8E6-2B43-940A-815DCEC4C39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776"/>
                    <a:ext cx="291" cy="288"/>
                    <a:chOff x="672" y="1776"/>
                    <a:chExt cx="291" cy="288"/>
                  </a:xfrm>
                </p:grpSpPr>
                <p:grpSp>
                  <p:nvGrpSpPr>
                    <p:cNvPr id="234" name="Group 64">
                      <a:extLst>
                        <a:ext uri="{FF2B5EF4-FFF2-40B4-BE49-F238E27FC236}">
                          <a16:creationId xmlns:a16="http://schemas.microsoft.com/office/drawing/2014/main" id="{6B9BE568-EF77-CD4A-9005-22142300C860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72" y="1920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238" name="Line 65">
                        <a:extLst>
                          <a:ext uri="{FF2B5EF4-FFF2-40B4-BE49-F238E27FC236}">
                            <a16:creationId xmlns:a16="http://schemas.microsoft.com/office/drawing/2014/main" id="{0687693B-9E3C-F04D-9053-65D5D8F93D3C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FF000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9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Arial"/>
                        </a:endParaRPr>
                      </a:p>
                    </p:txBody>
                  </p:sp>
                  <p:sp>
                    <p:nvSpPr>
                      <p:cNvPr id="239" name="Line 66">
                        <a:extLst>
                          <a:ext uri="{FF2B5EF4-FFF2-40B4-BE49-F238E27FC236}">
                            <a16:creationId xmlns:a16="http://schemas.microsoft.com/office/drawing/2014/main" id="{DD417D04-76E1-A948-AC8A-D4CA4D6CB3CB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FF000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9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Arial"/>
                        </a:endParaRPr>
                      </a:p>
                    </p:txBody>
                  </p:sp>
                </p:grpSp>
                <p:grpSp>
                  <p:nvGrpSpPr>
                    <p:cNvPr id="235" name="Group 67">
                      <a:extLst>
                        <a:ext uri="{FF2B5EF4-FFF2-40B4-BE49-F238E27FC236}">
                          <a16:creationId xmlns:a16="http://schemas.microsoft.com/office/drawing/2014/main" id="{A7A42189-5DDA-0545-BE4F-EFA25AAF3F86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18" y="1776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236" name="Line 68">
                        <a:extLst>
                          <a:ext uri="{FF2B5EF4-FFF2-40B4-BE49-F238E27FC236}">
                            <a16:creationId xmlns:a16="http://schemas.microsoft.com/office/drawing/2014/main" id="{50AC0BCB-A3E3-AB4C-A202-1D77C93E171B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FF000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9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Arial"/>
                        </a:endParaRPr>
                      </a:p>
                    </p:txBody>
                  </p:sp>
                  <p:sp>
                    <p:nvSpPr>
                      <p:cNvPr id="237" name="Line 69">
                        <a:extLst>
                          <a:ext uri="{FF2B5EF4-FFF2-40B4-BE49-F238E27FC236}">
                            <a16:creationId xmlns:a16="http://schemas.microsoft.com/office/drawing/2014/main" id="{BE6AC399-19AF-C649-B200-4C0B9FF6422D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FF000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9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Arial"/>
                        </a:endParaRPr>
                      </a:p>
                    </p:txBody>
                  </p:sp>
                </p:grpSp>
              </p:grpSp>
              <p:grpSp>
                <p:nvGrpSpPr>
                  <p:cNvPr id="227" name="Group 70">
                    <a:extLst>
                      <a:ext uri="{FF2B5EF4-FFF2-40B4-BE49-F238E27FC236}">
                        <a16:creationId xmlns:a16="http://schemas.microsoft.com/office/drawing/2014/main" id="{2CB93727-C3F2-764D-92C8-69C0B80B293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964" y="1486"/>
                    <a:ext cx="291" cy="288"/>
                    <a:chOff x="672" y="1776"/>
                    <a:chExt cx="291" cy="288"/>
                  </a:xfrm>
                </p:grpSpPr>
                <p:grpSp>
                  <p:nvGrpSpPr>
                    <p:cNvPr id="228" name="Group 71">
                      <a:extLst>
                        <a:ext uri="{FF2B5EF4-FFF2-40B4-BE49-F238E27FC236}">
                          <a16:creationId xmlns:a16="http://schemas.microsoft.com/office/drawing/2014/main" id="{A186A73E-EB20-7248-8BB6-E12926A2D07C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72" y="1920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232" name="Line 72">
                        <a:extLst>
                          <a:ext uri="{FF2B5EF4-FFF2-40B4-BE49-F238E27FC236}">
                            <a16:creationId xmlns:a16="http://schemas.microsoft.com/office/drawing/2014/main" id="{294595A7-42B6-F544-BABC-C613EC721840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FF000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9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Arial"/>
                        </a:endParaRPr>
                      </a:p>
                    </p:txBody>
                  </p:sp>
                  <p:sp>
                    <p:nvSpPr>
                      <p:cNvPr id="233" name="Line 73">
                        <a:extLst>
                          <a:ext uri="{FF2B5EF4-FFF2-40B4-BE49-F238E27FC236}">
                            <a16:creationId xmlns:a16="http://schemas.microsoft.com/office/drawing/2014/main" id="{103FB363-2880-8749-B505-920611921950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FF000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9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Arial"/>
                        </a:endParaRPr>
                      </a:p>
                    </p:txBody>
                  </p:sp>
                </p:grpSp>
                <p:grpSp>
                  <p:nvGrpSpPr>
                    <p:cNvPr id="229" name="Group 74">
                      <a:extLst>
                        <a:ext uri="{FF2B5EF4-FFF2-40B4-BE49-F238E27FC236}">
                          <a16:creationId xmlns:a16="http://schemas.microsoft.com/office/drawing/2014/main" id="{0C2A5C19-D154-BA4B-B77F-BAC13B85C42C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18" y="1776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230" name="Line 75">
                        <a:extLst>
                          <a:ext uri="{FF2B5EF4-FFF2-40B4-BE49-F238E27FC236}">
                            <a16:creationId xmlns:a16="http://schemas.microsoft.com/office/drawing/2014/main" id="{AA436D38-A4BD-9F48-ACB6-71E3584679B4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FF000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9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Arial"/>
                        </a:endParaRPr>
                      </a:p>
                    </p:txBody>
                  </p:sp>
                  <p:sp>
                    <p:nvSpPr>
                      <p:cNvPr id="231" name="Line 76">
                        <a:extLst>
                          <a:ext uri="{FF2B5EF4-FFF2-40B4-BE49-F238E27FC236}">
                            <a16:creationId xmlns:a16="http://schemas.microsoft.com/office/drawing/2014/main" id="{AD5E16CE-9C60-924E-AEA8-771C8F7BE911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FF000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9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Arial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216" name="Group 77">
                  <a:extLst>
                    <a:ext uri="{FF2B5EF4-FFF2-40B4-BE49-F238E27FC236}">
                      <a16:creationId xmlns:a16="http://schemas.microsoft.com/office/drawing/2014/main" id="{590906C3-8438-564F-A18A-B01F4CBACB2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" y="1217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220" name="Group 78">
                    <a:extLst>
                      <a:ext uri="{FF2B5EF4-FFF2-40B4-BE49-F238E27FC236}">
                        <a16:creationId xmlns:a16="http://schemas.microsoft.com/office/drawing/2014/main" id="{90B7B172-FE74-474A-860F-950A4E5E2FB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224" name="Line 79">
                      <a:extLst>
                        <a:ext uri="{FF2B5EF4-FFF2-40B4-BE49-F238E27FC236}">
                          <a16:creationId xmlns:a16="http://schemas.microsoft.com/office/drawing/2014/main" id="{DA98A219-B383-CD4D-8C19-E7062BA1CB87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225" name="Line 80">
                      <a:extLst>
                        <a:ext uri="{FF2B5EF4-FFF2-40B4-BE49-F238E27FC236}">
                          <a16:creationId xmlns:a16="http://schemas.microsoft.com/office/drawing/2014/main" id="{99DDF2C7-4BB4-444F-88C9-EC97B73784D8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221" name="Group 81">
                    <a:extLst>
                      <a:ext uri="{FF2B5EF4-FFF2-40B4-BE49-F238E27FC236}">
                        <a16:creationId xmlns:a16="http://schemas.microsoft.com/office/drawing/2014/main" id="{9E407ECB-B0DD-2542-84E4-67E112276A0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222" name="Line 82">
                      <a:extLst>
                        <a:ext uri="{FF2B5EF4-FFF2-40B4-BE49-F238E27FC236}">
                          <a16:creationId xmlns:a16="http://schemas.microsoft.com/office/drawing/2014/main" id="{7A966565-D20D-BC4D-BFEF-684E75D8237A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223" name="Line 83">
                      <a:extLst>
                        <a:ext uri="{FF2B5EF4-FFF2-40B4-BE49-F238E27FC236}">
                          <a16:creationId xmlns:a16="http://schemas.microsoft.com/office/drawing/2014/main" id="{DE790389-F96F-3645-8B5C-56C99B7A6231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Arial"/>
                      </a:endParaRPr>
                    </a:p>
                  </p:txBody>
                </p:sp>
              </p:grpSp>
            </p:grpSp>
            <p:grpSp>
              <p:nvGrpSpPr>
                <p:cNvPr id="217" name="Group 84">
                  <a:extLst>
                    <a:ext uri="{FF2B5EF4-FFF2-40B4-BE49-F238E27FC236}">
                      <a16:creationId xmlns:a16="http://schemas.microsoft.com/office/drawing/2014/main" id="{B44615B9-9107-AE4B-B6B2-5C8842A57D6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51" y="1071"/>
                  <a:ext cx="145" cy="144"/>
                  <a:chOff x="672" y="1920"/>
                  <a:chExt cx="145" cy="144"/>
                </a:xfrm>
              </p:grpSpPr>
              <p:sp>
                <p:nvSpPr>
                  <p:cNvPr id="218" name="Line 85">
                    <a:extLst>
                      <a:ext uri="{FF2B5EF4-FFF2-40B4-BE49-F238E27FC236}">
                        <a16:creationId xmlns:a16="http://schemas.microsoft.com/office/drawing/2014/main" id="{3A621BC4-A685-9B4E-914E-9C7F23251DF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9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Arial"/>
                    </a:endParaRPr>
                  </a:p>
                </p:txBody>
              </p:sp>
              <p:sp>
                <p:nvSpPr>
                  <p:cNvPr id="219" name="Line 86">
                    <a:extLst>
                      <a:ext uri="{FF2B5EF4-FFF2-40B4-BE49-F238E27FC236}">
                        <a16:creationId xmlns:a16="http://schemas.microsoft.com/office/drawing/2014/main" id="{71296EA3-B1E3-434E-B779-CC6E8E61265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9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Arial"/>
                    </a:endParaRPr>
                  </a:p>
                </p:txBody>
              </p:sp>
            </p:grpSp>
          </p:grpSp>
          <p:grpSp>
            <p:nvGrpSpPr>
              <p:cNvPr id="200" name="Group 87">
                <a:extLst>
                  <a:ext uri="{FF2B5EF4-FFF2-40B4-BE49-F238E27FC236}">
                    <a16:creationId xmlns:a16="http://schemas.microsoft.com/office/drawing/2014/main" id="{B2EFB5FC-1592-8042-A1C0-0B36516D6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73" y="1147"/>
                <a:ext cx="583" cy="578"/>
                <a:chOff x="672" y="1486"/>
                <a:chExt cx="583" cy="578"/>
              </a:xfrm>
            </p:grpSpPr>
            <p:grpSp>
              <p:nvGrpSpPr>
                <p:cNvPr id="201" name="Group 88">
                  <a:extLst>
                    <a:ext uri="{FF2B5EF4-FFF2-40B4-BE49-F238E27FC236}">
                      <a16:creationId xmlns:a16="http://schemas.microsoft.com/office/drawing/2014/main" id="{32E73C25-B702-224F-854F-9E057ECBEDE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776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209" name="Group 89">
                    <a:extLst>
                      <a:ext uri="{FF2B5EF4-FFF2-40B4-BE49-F238E27FC236}">
                        <a16:creationId xmlns:a16="http://schemas.microsoft.com/office/drawing/2014/main" id="{1B7CB7E1-B153-E14D-8D8A-11207424B68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213" name="Line 90">
                      <a:extLst>
                        <a:ext uri="{FF2B5EF4-FFF2-40B4-BE49-F238E27FC236}">
                          <a16:creationId xmlns:a16="http://schemas.microsoft.com/office/drawing/2014/main" id="{27A6C125-E096-AC4A-9964-A49099132803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214" name="Line 91">
                      <a:extLst>
                        <a:ext uri="{FF2B5EF4-FFF2-40B4-BE49-F238E27FC236}">
                          <a16:creationId xmlns:a16="http://schemas.microsoft.com/office/drawing/2014/main" id="{DE0BE3B6-14E9-DF42-B4CC-2E8405F58F2B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210" name="Group 92">
                    <a:extLst>
                      <a:ext uri="{FF2B5EF4-FFF2-40B4-BE49-F238E27FC236}">
                        <a16:creationId xmlns:a16="http://schemas.microsoft.com/office/drawing/2014/main" id="{877C2484-7A5E-604F-9B08-1724B41CACC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211" name="Line 93">
                      <a:extLst>
                        <a:ext uri="{FF2B5EF4-FFF2-40B4-BE49-F238E27FC236}">
                          <a16:creationId xmlns:a16="http://schemas.microsoft.com/office/drawing/2014/main" id="{D9C04E3F-D0AB-1745-91FE-A097CA11D78E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212" name="Line 94">
                      <a:extLst>
                        <a:ext uri="{FF2B5EF4-FFF2-40B4-BE49-F238E27FC236}">
                          <a16:creationId xmlns:a16="http://schemas.microsoft.com/office/drawing/2014/main" id="{EDC1866B-DE17-3A44-A7FF-A42ACFA6A19C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Arial"/>
                      </a:endParaRPr>
                    </a:p>
                  </p:txBody>
                </p:sp>
              </p:grpSp>
            </p:grpSp>
            <p:grpSp>
              <p:nvGrpSpPr>
                <p:cNvPr id="202" name="Group 95">
                  <a:extLst>
                    <a:ext uri="{FF2B5EF4-FFF2-40B4-BE49-F238E27FC236}">
                      <a16:creationId xmlns:a16="http://schemas.microsoft.com/office/drawing/2014/main" id="{B3FD2508-1A3B-F545-BB35-F836D08E571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64" y="1486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203" name="Group 96">
                    <a:extLst>
                      <a:ext uri="{FF2B5EF4-FFF2-40B4-BE49-F238E27FC236}">
                        <a16:creationId xmlns:a16="http://schemas.microsoft.com/office/drawing/2014/main" id="{63FA1812-A241-CA46-94C2-4E003FA31FF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207" name="Line 97">
                      <a:extLst>
                        <a:ext uri="{FF2B5EF4-FFF2-40B4-BE49-F238E27FC236}">
                          <a16:creationId xmlns:a16="http://schemas.microsoft.com/office/drawing/2014/main" id="{5DD14580-BC6A-434D-9D65-4334BD0BCF17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208" name="Line 98">
                      <a:extLst>
                        <a:ext uri="{FF2B5EF4-FFF2-40B4-BE49-F238E27FC236}">
                          <a16:creationId xmlns:a16="http://schemas.microsoft.com/office/drawing/2014/main" id="{A48F997B-99F2-154D-9314-2BC629216B1F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204" name="Group 99">
                    <a:extLst>
                      <a:ext uri="{FF2B5EF4-FFF2-40B4-BE49-F238E27FC236}">
                        <a16:creationId xmlns:a16="http://schemas.microsoft.com/office/drawing/2014/main" id="{F8264A2E-19A3-B54A-AAE8-CE725258FFD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205" name="Line 100">
                      <a:extLst>
                        <a:ext uri="{FF2B5EF4-FFF2-40B4-BE49-F238E27FC236}">
                          <a16:creationId xmlns:a16="http://schemas.microsoft.com/office/drawing/2014/main" id="{BF8CE0C4-18BD-2D42-A867-062C10FB608B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206" name="Line 101">
                      <a:extLst>
                        <a:ext uri="{FF2B5EF4-FFF2-40B4-BE49-F238E27FC236}">
                          <a16:creationId xmlns:a16="http://schemas.microsoft.com/office/drawing/2014/main" id="{1417D3B3-BCF8-4444-B762-8DA06CB37774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Arial"/>
                      </a:endParaRPr>
                    </a:p>
                  </p:txBody>
                </p:sp>
              </p:grpSp>
            </p:grpSp>
          </p:grpSp>
        </p:grpSp>
        <p:sp>
          <p:nvSpPr>
            <p:cNvPr id="240" name="Text Box 150">
              <a:extLst>
                <a:ext uri="{FF2B5EF4-FFF2-40B4-BE49-F238E27FC236}">
                  <a16:creationId xmlns:a16="http://schemas.microsoft.com/office/drawing/2014/main" id="{F48E0A72-EE06-8747-9412-C085A5FC1D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33387">
              <a:off x="1194824" y="2814097"/>
              <a:ext cx="1957387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/>
                </a:rPr>
                <a:t>Cumulative data</a:t>
              </a:r>
            </a:p>
          </p:txBody>
        </p:sp>
        <p:sp>
          <p:nvSpPr>
            <p:cNvPr id="241" name="Text Box 154">
              <a:extLst>
                <a:ext uri="{FF2B5EF4-FFF2-40B4-BE49-F238E27FC236}">
                  <a16:creationId xmlns:a16="http://schemas.microsoft.com/office/drawing/2014/main" id="{8132C866-C3A3-F54B-8107-0983C1BB47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06999" y="4533081"/>
              <a:ext cx="663964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/>
                </a:rPr>
                <a:t>time</a:t>
              </a:r>
            </a:p>
          </p:txBody>
        </p:sp>
        <p:grpSp>
          <p:nvGrpSpPr>
            <p:cNvPr id="242" name="Group 201">
              <a:extLst>
                <a:ext uri="{FF2B5EF4-FFF2-40B4-BE49-F238E27FC236}">
                  <a16:creationId xmlns:a16="http://schemas.microsoft.com/office/drawing/2014/main" id="{98B35B39-6845-B44A-A9E2-DDF3A24FBA0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03124" y="2012131"/>
              <a:ext cx="3500438" cy="2520950"/>
              <a:chOff x="1572" y="1156"/>
              <a:chExt cx="2205" cy="1588"/>
            </a:xfrm>
          </p:grpSpPr>
          <p:grpSp>
            <p:nvGrpSpPr>
              <p:cNvPr id="243" name="Group 198">
                <a:extLst>
                  <a:ext uri="{FF2B5EF4-FFF2-40B4-BE49-F238E27FC236}">
                    <a16:creationId xmlns:a16="http://schemas.microsoft.com/office/drawing/2014/main" id="{03EED693-FDB3-0940-BE24-338512144B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938" y="1156"/>
                <a:ext cx="1839" cy="1588"/>
                <a:chOff x="1938" y="1156"/>
                <a:chExt cx="1839" cy="1588"/>
              </a:xfrm>
            </p:grpSpPr>
            <p:grpSp>
              <p:nvGrpSpPr>
                <p:cNvPr id="247" name="Group 106">
                  <a:extLst>
                    <a:ext uri="{FF2B5EF4-FFF2-40B4-BE49-F238E27FC236}">
                      <a16:creationId xmlns:a16="http://schemas.microsoft.com/office/drawing/2014/main" id="{249BAAF5-FA7A-D147-ABC6-E05F52DB1CF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938" y="2600"/>
                  <a:ext cx="319" cy="144"/>
                  <a:chOff x="672" y="1920"/>
                  <a:chExt cx="145" cy="144"/>
                </a:xfrm>
              </p:grpSpPr>
              <p:sp>
                <p:nvSpPr>
                  <p:cNvPr id="469" name="Line 107">
                    <a:extLst>
                      <a:ext uri="{FF2B5EF4-FFF2-40B4-BE49-F238E27FC236}">
                        <a16:creationId xmlns:a16="http://schemas.microsoft.com/office/drawing/2014/main" id="{BCEB014D-84F6-CC4F-B058-2BB9795CA9E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9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Arial"/>
                    </a:endParaRPr>
                  </a:p>
                </p:txBody>
              </p:sp>
              <p:sp>
                <p:nvSpPr>
                  <p:cNvPr id="470" name="Line 108">
                    <a:extLst>
                      <a:ext uri="{FF2B5EF4-FFF2-40B4-BE49-F238E27FC236}">
                        <a16:creationId xmlns:a16="http://schemas.microsoft.com/office/drawing/2014/main" id="{A731394B-CB70-DC48-82B7-B15FFCD67E2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9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Arial"/>
                    </a:endParaRPr>
                  </a:p>
                </p:txBody>
              </p:sp>
            </p:grpSp>
            <p:grpSp>
              <p:nvGrpSpPr>
                <p:cNvPr id="248" name="Group 109">
                  <a:extLst>
                    <a:ext uri="{FF2B5EF4-FFF2-40B4-BE49-F238E27FC236}">
                      <a16:creationId xmlns:a16="http://schemas.microsoft.com/office/drawing/2014/main" id="{ABBCE7F6-E0A4-9C46-85D9-7B00EE2A1D2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252" y="2456"/>
                  <a:ext cx="73" cy="144"/>
                  <a:chOff x="672" y="1920"/>
                  <a:chExt cx="145" cy="144"/>
                </a:xfrm>
              </p:grpSpPr>
              <p:sp>
                <p:nvSpPr>
                  <p:cNvPr id="467" name="Line 110">
                    <a:extLst>
                      <a:ext uri="{FF2B5EF4-FFF2-40B4-BE49-F238E27FC236}">
                        <a16:creationId xmlns:a16="http://schemas.microsoft.com/office/drawing/2014/main" id="{413794F4-A4DC-BA41-B5A9-710F6654FBD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9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Arial"/>
                    </a:endParaRPr>
                  </a:p>
                </p:txBody>
              </p:sp>
              <p:sp>
                <p:nvSpPr>
                  <p:cNvPr id="468" name="Line 111">
                    <a:extLst>
                      <a:ext uri="{FF2B5EF4-FFF2-40B4-BE49-F238E27FC236}">
                        <a16:creationId xmlns:a16="http://schemas.microsoft.com/office/drawing/2014/main" id="{C1AA099D-2573-154E-82E2-DCE65051084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9"/>
                    <a:ext cx="0" cy="14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9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Arial"/>
                    </a:endParaRPr>
                  </a:p>
                </p:txBody>
              </p:sp>
            </p:grpSp>
            <p:grpSp>
              <p:nvGrpSpPr>
                <p:cNvPr id="249" name="Group 112">
                  <a:extLst>
                    <a:ext uri="{FF2B5EF4-FFF2-40B4-BE49-F238E27FC236}">
                      <a16:creationId xmlns:a16="http://schemas.microsoft.com/office/drawing/2014/main" id="{C42BB911-E80C-A34F-974F-1C46657BBAD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317" y="2169"/>
                  <a:ext cx="126" cy="288"/>
                  <a:chOff x="672" y="1776"/>
                  <a:chExt cx="291" cy="288"/>
                </a:xfrm>
              </p:grpSpPr>
              <p:grpSp>
                <p:nvGrpSpPr>
                  <p:cNvPr id="461" name="Group 113">
                    <a:extLst>
                      <a:ext uri="{FF2B5EF4-FFF2-40B4-BE49-F238E27FC236}">
                        <a16:creationId xmlns:a16="http://schemas.microsoft.com/office/drawing/2014/main" id="{0DFA3004-ECFE-DC44-A8A1-99A4A7737F8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465" name="Line 114">
                      <a:extLst>
                        <a:ext uri="{FF2B5EF4-FFF2-40B4-BE49-F238E27FC236}">
                          <a16:creationId xmlns:a16="http://schemas.microsoft.com/office/drawing/2014/main" id="{3DEB4882-8A2F-A547-B051-38774E313800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466" name="Line 115">
                      <a:extLst>
                        <a:ext uri="{FF2B5EF4-FFF2-40B4-BE49-F238E27FC236}">
                          <a16:creationId xmlns:a16="http://schemas.microsoft.com/office/drawing/2014/main" id="{B6148270-BC4A-FE49-89B7-92782BEE0211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7"/>
                      <a:ext cx="0" cy="145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462" name="Group 116">
                    <a:extLst>
                      <a:ext uri="{FF2B5EF4-FFF2-40B4-BE49-F238E27FC236}">
                        <a16:creationId xmlns:a16="http://schemas.microsoft.com/office/drawing/2014/main" id="{8586C9B8-424B-834D-869E-BC829A7C589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463" name="Line 117">
                      <a:extLst>
                        <a:ext uri="{FF2B5EF4-FFF2-40B4-BE49-F238E27FC236}">
                          <a16:creationId xmlns:a16="http://schemas.microsoft.com/office/drawing/2014/main" id="{1FD5AE65-BCFC-EC43-865A-187EBD2DD214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1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464" name="Line 118">
                      <a:extLst>
                        <a:ext uri="{FF2B5EF4-FFF2-40B4-BE49-F238E27FC236}">
                          <a16:creationId xmlns:a16="http://schemas.microsoft.com/office/drawing/2014/main" id="{33DFFECE-C171-2749-A0BE-91786BD55307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4" y="1847"/>
                      <a:ext cx="0" cy="146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Arial"/>
                      </a:endParaRPr>
                    </a:p>
                  </p:txBody>
                </p:sp>
              </p:grpSp>
            </p:grpSp>
            <p:grpSp>
              <p:nvGrpSpPr>
                <p:cNvPr id="250" name="Group 119">
                  <a:extLst>
                    <a:ext uri="{FF2B5EF4-FFF2-40B4-BE49-F238E27FC236}">
                      <a16:creationId xmlns:a16="http://schemas.microsoft.com/office/drawing/2014/main" id="{1F5518E3-719F-B14E-B055-6113FFA0D4F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41" y="1877"/>
                  <a:ext cx="609" cy="288"/>
                  <a:chOff x="672" y="1776"/>
                  <a:chExt cx="291" cy="288"/>
                </a:xfrm>
              </p:grpSpPr>
              <p:grpSp>
                <p:nvGrpSpPr>
                  <p:cNvPr id="455" name="Group 120">
                    <a:extLst>
                      <a:ext uri="{FF2B5EF4-FFF2-40B4-BE49-F238E27FC236}">
                        <a16:creationId xmlns:a16="http://schemas.microsoft.com/office/drawing/2014/main" id="{20B31051-705E-9542-AFFC-72559BB0F9A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459" name="Line 121">
                      <a:extLst>
                        <a:ext uri="{FF2B5EF4-FFF2-40B4-BE49-F238E27FC236}">
                          <a16:creationId xmlns:a16="http://schemas.microsoft.com/office/drawing/2014/main" id="{01BB5816-7204-6647-BB2C-26310485E1B8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460" name="Line 122">
                      <a:extLst>
                        <a:ext uri="{FF2B5EF4-FFF2-40B4-BE49-F238E27FC236}">
                          <a16:creationId xmlns:a16="http://schemas.microsoft.com/office/drawing/2014/main" id="{4F4B0D82-EAE7-2242-8DF1-F7B4FFACA8B7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456" name="Group 123">
                    <a:extLst>
                      <a:ext uri="{FF2B5EF4-FFF2-40B4-BE49-F238E27FC236}">
                        <a16:creationId xmlns:a16="http://schemas.microsoft.com/office/drawing/2014/main" id="{83006F75-5500-5748-938E-5D5C5F1A944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457" name="Line 124">
                      <a:extLst>
                        <a:ext uri="{FF2B5EF4-FFF2-40B4-BE49-F238E27FC236}">
                          <a16:creationId xmlns:a16="http://schemas.microsoft.com/office/drawing/2014/main" id="{A2CE2AD8-EED8-BB46-AAA0-229AB680F9E4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458" name="Line 125">
                      <a:extLst>
                        <a:ext uri="{FF2B5EF4-FFF2-40B4-BE49-F238E27FC236}">
                          <a16:creationId xmlns:a16="http://schemas.microsoft.com/office/drawing/2014/main" id="{9CA3C61B-AAE4-644C-902C-0FB0031DD006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Arial"/>
                      </a:endParaRPr>
                    </a:p>
                  </p:txBody>
                </p:sp>
              </p:grpSp>
            </p:grpSp>
            <p:grpSp>
              <p:nvGrpSpPr>
                <p:cNvPr id="251" name="Group 126">
                  <a:extLst>
                    <a:ext uri="{FF2B5EF4-FFF2-40B4-BE49-F238E27FC236}">
                      <a16:creationId xmlns:a16="http://schemas.microsoft.com/office/drawing/2014/main" id="{0D5BD217-3E68-D04C-A046-D2DF3EC87AC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45" y="1740"/>
                  <a:ext cx="52" cy="144"/>
                  <a:chOff x="672" y="1920"/>
                  <a:chExt cx="145" cy="144"/>
                </a:xfrm>
              </p:grpSpPr>
              <p:sp>
                <p:nvSpPr>
                  <p:cNvPr id="265" name="Line 127">
                    <a:extLst>
                      <a:ext uri="{FF2B5EF4-FFF2-40B4-BE49-F238E27FC236}">
                        <a16:creationId xmlns:a16="http://schemas.microsoft.com/office/drawing/2014/main" id="{63421A91-A260-604C-B7EF-CE53173E926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9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Arial"/>
                    </a:endParaRPr>
                  </a:p>
                </p:txBody>
              </p:sp>
              <p:sp>
                <p:nvSpPr>
                  <p:cNvPr id="454" name="Line 128">
                    <a:extLst>
                      <a:ext uri="{FF2B5EF4-FFF2-40B4-BE49-F238E27FC236}">
                        <a16:creationId xmlns:a16="http://schemas.microsoft.com/office/drawing/2014/main" id="{5ACCDE26-4AE7-474C-B0E6-D4317E90F07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9"/>
                    <a:ext cx="0" cy="14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9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Arial"/>
                    </a:endParaRPr>
                  </a:p>
                </p:txBody>
              </p:sp>
            </p:grpSp>
            <p:grpSp>
              <p:nvGrpSpPr>
                <p:cNvPr id="252" name="Group 131">
                  <a:extLst>
                    <a:ext uri="{FF2B5EF4-FFF2-40B4-BE49-F238E27FC236}">
                      <a16:creationId xmlns:a16="http://schemas.microsoft.com/office/drawing/2014/main" id="{C1AC9525-5797-124E-A677-A0A962D7785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92" y="1590"/>
                  <a:ext cx="469" cy="144"/>
                  <a:chOff x="672" y="1920"/>
                  <a:chExt cx="145" cy="144"/>
                </a:xfrm>
              </p:grpSpPr>
              <p:sp>
                <p:nvSpPr>
                  <p:cNvPr id="263" name="Line 132">
                    <a:extLst>
                      <a:ext uri="{FF2B5EF4-FFF2-40B4-BE49-F238E27FC236}">
                        <a16:creationId xmlns:a16="http://schemas.microsoft.com/office/drawing/2014/main" id="{1B85E59A-4AA2-5647-9EEB-87D45C3C98E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9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Arial"/>
                    </a:endParaRPr>
                  </a:p>
                </p:txBody>
              </p:sp>
              <p:sp>
                <p:nvSpPr>
                  <p:cNvPr id="264" name="Line 133">
                    <a:extLst>
                      <a:ext uri="{FF2B5EF4-FFF2-40B4-BE49-F238E27FC236}">
                        <a16:creationId xmlns:a16="http://schemas.microsoft.com/office/drawing/2014/main" id="{82EE49D4-A79D-D041-AF79-59F7DB57396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9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Arial"/>
                    </a:endParaRPr>
                  </a:p>
                </p:txBody>
              </p:sp>
            </p:grpSp>
            <p:grpSp>
              <p:nvGrpSpPr>
                <p:cNvPr id="253" name="Group 134">
                  <a:extLst>
                    <a:ext uri="{FF2B5EF4-FFF2-40B4-BE49-F238E27FC236}">
                      <a16:creationId xmlns:a16="http://schemas.microsoft.com/office/drawing/2014/main" id="{514EDBAD-45E8-C341-9B6D-21A7A489FB3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550" y="1446"/>
                  <a:ext cx="145" cy="144"/>
                  <a:chOff x="672" y="1920"/>
                  <a:chExt cx="145" cy="144"/>
                </a:xfrm>
              </p:grpSpPr>
              <p:sp>
                <p:nvSpPr>
                  <p:cNvPr id="261" name="Line 135">
                    <a:extLst>
                      <a:ext uri="{FF2B5EF4-FFF2-40B4-BE49-F238E27FC236}">
                        <a16:creationId xmlns:a16="http://schemas.microsoft.com/office/drawing/2014/main" id="{C48631F1-3B13-5F46-8A45-26547347B97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9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Arial"/>
                    </a:endParaRPr>
                  </a:p>
                </p:txBody>
              </p:sp>
              <p:sp>
                <p:nvSpPr>
                  <p:cNvPr id="262" name="Line 136">
                    <a:extLst>
                      <a:ext uri="{FF2B5EF4-FFF2-40B4-BE49-F238E27FC236}">
                        <a16:creationId xmlns:a16="http://schemas.microsoft.com/office/drawing/2014/main" id="{2650A6FC-C4D0-F54D-8D69-65B6EC19FF3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9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Arial"/>
                    </a:endParaRPr>
                  </a:p>
                </p:txBody>
              </p:sp>
            </p:grpSp>
            <p:grpSp>
              <p:nvGrpSpPr>
                <p:cNvPr id="254" name="Group 137">
                  <a:extLst>
                    <a:ext uri="{FF2B5EF4-FFF2-40B4-BE49-F238E27FC236}">
                      <a16:creationId xmlns:a16="http://schemas.microsoft.com/office/drawing/2014/main" id="{E11AEF40-3AE5-6745-964C-3A95695364E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690" y="1156"/>
                  <a:ext cx="87" cy="288"/>
                  <a:chOff x="672" y="1776"/>
                  <a:chExt cx="291" cy="288"/>
                </a:xfrm>
              </p:grpSpPr>
              <p:grpSp>
                <p:nvGrpSpPr>
                  <p:cNvPr id="255" name="Group 138">
                    <a:extLst>
                      <a:ext uri="{FF2B5EF4-FFF2-40B4-BE49-F238E27FC236}">
                        <a16:creationId xmlns:a16="http://schemas.microsoft.com/office/drawing/2014/main" id="{1A362898-74D2-1544-8CB1-95EA79C25F8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259" name="Line 139">
                      <a:extLst>
                        <a:ext uri="{FF2B5EF4-FFF2-40B4-BE49-F238E27FC236}">
                          <a16:creationId xmlns:a16="http://schemas.microsoft.com/office/drawing/2014/main" id="{5C955EC5-AEF2-C840-94BF-ECDF7E721E3E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260" name="Line 140">
                      <a:extLst>
                        <a:ext uri="{FF2B5EF4-FFF2-40B4-BE49-F238E27FC236}">
                          <a16:creationId xmlns:a16="http://schemas.microsoft.com/office/drawing/2014/main" id="{6DD8161A-D076-C84B-81F0-0A52F1549D55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4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256" name="Group 141">
                    <a:extLst>
                      <a:ext uri="{FF2B5EF4-FFF2-40B4-BE49-F238E27FC236}">
                        <a16:creationId xmlns:a16="http://schemas.microsoft.com/office/drawing/2014/main" id="{C22A4CBA-7C11-AD40-BFCC-9555A0FC6E9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257" name="Line 142">
                      <a:extLst>
                        <a:ext uri="{FF2B5EF4-FFF2-40B4-BE49-F238E27FC236}">
                          <a16:creationId xmlns:a16="http://schemas.microsoft.com/office/drawing/2014/main" id="{D34B9002-AD10-5D4B-93B9-4CB7E3CFC3F9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3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258" name="Line 143">
                      <a:extLst>
                        <a:ext uri="{FF2B5EF4-FFF2-40B4-BE49-F238E27FC236}">
                          <a16:creationId xmlns:a16="http://schemas.microsoft.com/office/drawing/2014/main" id="{80DF59F4-160E-D045-8986-77B568B3A67F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Arial"/>
                      </a:endParaRPr>
                    </a:p>
                  </p:txBody>
                </p:sp>
              </p:grpSp>
            </p:grpSp>
          </p:grpSp>
          <p:sp>
            <p:nvSpPr>
              <p:cNvPr id="244" name="Text Box 152">
                <a:extLst>
                  <a:ext uri="{FF2B5EF4-FFF2-40B4-BE49-F238E27FC236}">
                    <a16:creationId xmlns:a16="http://schemas.microsoft.com/office/drawing/2014/main" id="{7EB75F6E-9A0B-7248-957A-DF95A2A9F96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37" y="1724"/>
                <a:ext cx="664" cy="58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bg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19050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Arial"/>
                  </a:rPr>
                  <a:t>variable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Arial"/>
                  </a:rPr>
                  <a:t>network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Arial"/>
                  </a:rPr>
                  <a:t>delay</a:t>
                </a:r>
              </a:p>
            </p:txBody>
          </p:sp>
          <p:sp>
            <p:nvSpPr>
              <p:cNvPr id="245" name="Line 153">
                <a:extLst>
                  <a:ext uri="{FF2B5EF4-FFF2-40B4-BE49-F238E27FC236}">
                    <a16:creationId xmlns:a16="http://schemas.microsoft.com/office/drawing/2014/main" id="{A758800A-7C03-9644-8754-5F8514AC77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72" y="1938"/>
                <a:ext cx="1098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 type="triangle" w="med" len="med"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/>
                </a:endParaRPr>
              </a:p>
            </p:txBody>
          </p:sp>
          <p:sp>
            <p:nvSpPr>
              <p:cNvPr id="246" name="Text Box 197">
                <a:extLst>
                  <a:ext uri="{FF2B5EF4-FFF2-40B4-BE49-F238E27FC236}">
                    <a16:creationId xmlns:a16="http://schemas.microsoft.com/office/drawing/2014/main" id="{E2D57BCC-95D4-B846-8D60-5061813600C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51" y="1196"/>
                <a:ext cx="875" cy="40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bg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Arial"/>
                  </a:rPr>
                  <a:t>client video</a:t>
                </a:r>
              </a:p>
              <a:p>
                <a:pPr marL="0" marR="0" lvl="0" indent="0" algn="r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Arial"/>
                  </a:rPr>
                  <a:t>reception</a:t>
                </a:r>
              </a:p>
            </p:txBody>
          </p:sp>
        </p:grpSp>
        <p:grpSp>
          <p:nvGrpSpPr>
            <p:cNvPr id="471" name="Group 203">
              <a:extLst>
                <a:ext uri="{FF2B5EF4-FFF2-40B4-BE49-F238E27FC236}">
                  <a16:creationId xmlns:a16="http://schemas.microsoft.com/office/drawing/2014/main" id="{0A5D4D99-D2D3-5145-8C99-4359533C8D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82549" y="1983556"/>
              <a:ext cx="5226054" cy="3214688"/>
              <a:chOff x="1874" y="1138"/>
              <a:chExt cx="3292" cy="2025"/>
            </a:xfrm>
          </p:grpSpPr>
          <p:grpSp>
            <p:nvGrpSpPr>
              <p:cNvPr id="472" name="Group 155">
                <a:extLst>
                  <a:ext uri="{FF2B5EF4-FFF2-40B4-BE49-F238E27FC236}">
                    <a16:creationId xmlns:a16="http://schemas.microsoft.com/office/drawing/2014/main" id="{07264358-3F6F-F34E-A331-1214EAB808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4" y="1138"/>
                <a:ext cx="1608" cy="1591"/>
                <a:chOff x="648" y="1147"/>
                <a:chExt cx="1608" cy="1591"/>
              </a:xfrm>
            </p:grpSpPr>
            <p:grpSp>
              <p:nvGrpSpPr>
                <p:cNvPr id="477" name="Group 156">
                  <a:extLst>
                    <a:ext uri="{FF2B5EF4-FFF2-40B4-BE49-F238E27FC236}">
                      <a16:creationId xmlns:a16="http://schemas.microsoft.com/office/drawing/2014/main" id="{E2731D05-9C4A-504E-ADE0-6F211B66B53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8" y="1725"/>
                  <a:ext cx="1024" cy="1013"/>
                  <a:chOff x="672" y="1071"/>
                  <a:chExt cx="1024" cy="1013"/>
                </a:xfrm>
              </p:grpSpPr>
              <p:grpSp>
                <p:nvGrpSpPr>
                  <p:cNvPr id="493" name="Group 157">
                    <a:extLst>
                      <a:ext uri="{FF2B5EF4-FFF2-40B4-BE49-F238E27FC236}">
                        <a16:creationId xmlns:a16="http://schemas.microsoft.com/office/drawing/2014/main" id="{7FC78464-051F-134D-8FAE-FBAF0F550A8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506"/>
                    <a:ext cx="583" cy="578"/>
                    <a:chOff x="672" y="1486"/>
                    <a:chExt cx="583" cy="578"/>
                  </a:xfrm>
                </p:grpSpPr>
                <p:grpSp>
                  <p:nvGrpSpPr>
                    <p:cNvPr id="504" name="Group 158">
                      <a:extLst>
                        <a:ext uri="{FF2B5EF4-FFF2-40B4-BE49-F238E27FC236}">
                          <a16:creationId xmlns:a16="http://schemas.microsoft.com/office/drawing/2014/main" id="{3F92BA0B-BE53-FA46-BC59-59D252B71F86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72" y="1776"/>
                      <a:ext cx="291" cy="288"/>
                      <a:chOff x="672" y="1776"/>
                      <a:chExt cx="291" cy="288"/>
                    </a:xfrm>
                  </p:grpSpPr>
                  <p:grpSp>
                    <p:nvGrpSpPr>
                      <p:cNvPr id="512" name="Group 159">
                        <a:extLst>
                          <a:ext uri="{FF2B5EF4-FFF2-40B4-BE49-F238E27FC236}">
                            <a16:creationId xmlns:a16="http://schemas.microsoft.com/office/drawing/2014/main" id="{085B4E92-95EE-3643-A0DC-D7033658CC4A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72" y="1920"/>
                        <a:ext cx="145" cy="144"/>
                        <a:chOff x="672" y="1920"/>
                        <a:chExt cx="145" cy="144"/>
                      </a:xfrm>
                    </p:grpSpPr>
                    <p:sp>
                      <p:nvSpPr>
                        <p:cNvPr id="516" name="Line 160">
                          <a:extLst>
                            <a:ext uri="{FF2B5EF4-FFF2-40B4-BE49-F238E27FC236}">
                              <a16:creationId xmlns:a16="http://schemas.microsoft.com/office/drawing/2014/main" id="{4CCBADDF-3AAD-244C-84F2-955713D33B56}"/>
                            </a:ext>
                          </a:extLst>
                        </p:cNvPr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>
                          <a:off x="672" y="1920"/>
                          <a:ext cx="0" cy="144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rgbClr val="0000A3"/>
                          </a:solidFill>
                          <a:round/>
                          <a:headEnd/>
                          <a:tailEnd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 xmlns="">
                              <a:noFill/>
                            </a14:hiddenFill>
                          </a:ext>
                          <a:ext uri="{AF507438-7753-43e0-B8FC-AC1667EBCBE1}">
                            <a14:hiddenEffects xmlns:a14="http://schemas.microsoft.com/office/drawing/2010/main" xmlns="">
                              <a:effectLst>
                                <a:outerShdw blurRad="63500" dist="38099" dir="2700000" algn="ctr" rotWithShape="0">
                                  <a:schemeClr val="bg2">
                                    <a:alpha val="74998"/>
                                  </a:schemeClr>
                                </a:outerShdw>
                              </a:effectLst>
                            </a14:hiddenEffects>
                          </a:ext>
                        </a:extLst>
                      </p:spPr>
                      <p:txBody>
                        <a:bodyPr wrap="none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9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20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Arial"/>
                          </a:endParaRPr>
                        </a:p>
                      </p:txBody>
                    </p:sp>
                    <p:sp>
                      <p:nvSpPr>
                        <p:cNvPr id="517" name="Line 161">
                          <a:extLst>
                            <a:ext uri="{FF2B5EF4-FFF2-40B4-BE49-F238E27FC236}">
                              <a16:creationId xmlns:a16="http://schemas.microsoft.com/office/drawing/2014/main" id="{60DD74BD-68A2-D642-9D61-2E97298246D9}"/>
                            </a:ext>
                          </a:extLst>
                        </p:cNvPr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rot="5400000">
                          <a:off x="745" y="1848"/>
                          <a:ext cx="0" cy="144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rgbClr val="0000A3"/>
                          </a:solidFill>
                          <a:round/>
                          <a:headEnd/>
                          <a:tailEnd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 xmlns="">
                              <a:noFill/>
                            </a14:hiddenFill>
                          </a:ext>
                          <a:ext uri="{AF507438-7753-43e0-B8FC-AC1667EBCBE1}">
                            <a14:hiddenEffects xmlns:a14="http://schemas.microsoft.com/office/drawing/2010/main" xmlns="">
                              <a:effectLst>
                                <a:outerShdw blurRad="63500" dist="38099" dir="2700000" algn="ctr" rotWithShape="0">
                                  <a:schemeClr val="bg2">
                                    <a:alpha val="74998"/>
                                  </a:schemeClr>
                                </a:outerShdw>
                              </a:effectLst>
                            </a14:hiddenEffects>
                          </a:ext>
                        </a:extLst>
                      </p:spPr>
                      <p:txBody>
                        <a:bodyPr wrap="none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9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20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Arial"/>
                          </a:endParaRPr>
                        </a:p>
                      </p:txBody>
                    </p:sp>
                  </p:grpSp>
                  <p:grpSp>
                    <p:nvGrpSpPr>
                      <p:cNvPr id="513" name="Group 162">
                        <a:extLst>
                          <a:ext uri="{FF2B5EF4-FFF2-40B4-BE49-F238E27FC236}">
                            <a16:creationId xmlns:a16="http://schemas.microsoft.com/office/drawing/2014/main" id="{C1989A72-D268-824D-9875-979E1F6D2191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818" y="1776"/>
                        <a:ext cx="145" cy="144"/>
                        <a:chOff x="672" y="1920"/>
                        <a:chExt cx="145" cy="144"/>
                      </a:xfrm>
                    </p:grpSpPr>
                    <p:sp>
                      <p:nvSpPr>
                        <p:cNvPr id="514" name="Line 163">
                          <a:extLst>
                            <a:ext uri="{FF2B5EF4-FFF2-40B4-BE49-F238E27FC236}">
                              <a16:creationId xmlns:a16="http://schemas.microsoft.com/office/drawing/2014/main" id="{E2822205-D42B-A942-A638-4E9E35216C0F}"/>
                            </a:ext>
                          </a:extLst>
                        </p:cNvPr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>
                          <a:off x="672" y="1920"/>
                          <a:ext cx="0" cy="144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rgbClr val="0000A3"/>
                          </a:solidFill>
                          <a:round/>
                          <a:headEnd/>
                          <a:tailEnd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 xmlns="">
                              <a:noFill/>
                            </a14:hiddenFill>
                          </a:ext>
                          <a:ext uri="{AF507438-7753-43e0-B8FC-AC1667EBCBE1}">
                            <a14:hiddenEffects xmlns:a14="http://schemas.microsoft.com/office/drawing/2010/main" xmlns="">
                              <a:effectLst>
                                <a:outerShdw blurRad="63500" dist="38099" dir="2700000" algn="ctr" rotWithShape="0">
                                  <a:schemeClr val="bg2">
                                    <a:alpha val="74998"/>
                                  </a:schemeClr>
                                </a:outerShdw>
                              </a:effectLst>
                            </a14:hiddenEffects>
                          </a:ext>
                        </a:extLst>
                      </p:spPr>
                      <p:txBody>
                        <a:bodyPr wrap="none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9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20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Arial"/>
                          </a:endParaRPr>
                        </a:p>
                      </p:txBody>
                    </p:sp>
                    <p:sp>
                      <p:nvSpPr>
                        <p:cNvPr id="515" name="Line 164">
                          <a:extLst>
                            <a:ext uri="{FF2B5EF4-FFF2-40B4-BE49-F238E27FC236}">
                              <a16:creationId xmlns:a16="http://schemas.microsoft.com/office/drawing/2014/main" id="{CBDD1753-3892-2E48-9E57-9DF5FF1106E1}"/>
                            </a:ext>
                          </a:extLst>
                        </p:cNvPr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rot="5400000">
                          <a:off x="745" y="1848"/>
                          <a:ext cx="0" cy="144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rgbClr val="0000A3"/>
                          </a:solidFill>
                          <a:round/>
                          <a:headEnd/>
                          <a:tailEnd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 xmlns="">
                              <a:noFill/>
                            </a14:hiddenFill>
                          </a:ext>
                          <a:ext uri="{AF507438-7753-43e0-B8FC-AC1667EBCBE1}">
                            <a14:hiddenEffects xmlns:a14="http://schemas.microsoft.com/office/drawing/2010/main" xmlns="">
                              <a:effectLst>
                                <a:outerShdw blurRad="63500" dist="38099" dir="2700000" algn="ctr" rotWithShape="0">
                                  <a:schemeClr val="bg2">
                                    <a:alpha val="74998"/>
                                  </a:schemeClr>
                                </a:outerShdw>
                              </a:effectLst>
                            </a14:hiddenEffects>
                          </a:ext>
                        </a:extLst>
                      </p:spPr>
                      <p:txBody>
                        <a:bodyPr wrap="none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9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20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Arial"/>
                          </a:endParaRPr>
                        </a:p>
                      </p:txBody>
                    </p:sp>
                  </p:grpSp>
                </p:grpSp>
                <p:grpSp>
                  <p:nvGrpSpPr>
                    <p:cNvPr id="505" name="Group 165">
                      <a:extLst>
                        <a:ext uri="{FF2B5EF4-FFF2-40B4-BE49-F238E27FC236}">
                          <a16:creationId xmlns:a16="http://schemas.microsoft.com/office/drawing/2014/main" id="{E13E93F8-7EEA-CD42-AF90-CE67AC1026A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964" y="1486"/>
                      <a:ext cx="291" cy="288"/>
                      <a:chOff x="672" y="1776"/>
                      <a:chExt cx="291" cy="288"/>
                    </a:xfrm>
                  </p:grpSpPr>
                  <p:grpSp>
                    <p:nvGrpSpPr>
                      <p:cNvPr id="506" name="Group 166">
                        <a:extLst>
                          <a:ext uri="{FF2B5EF4-FFF2-40B4-BE49-F238E27FC236}">
                            <a16:creationId xmlns:a16="http://schemas.microsoft.com/office/drawing/2014/main" id="{40324903-D84E-FE42-8880-F5D6F8A53F34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72" y="1920"/>
                        <a:ext cx="145" cy="144"/>
                        <a:chOff x="672" y="1920"/>
                        <a:chExt cx="145" cy="144"/>
                      </a:xfrm>
                    </p:grpSpPr>
                    <p:sp>
                      <p:nvSpPr>
                        <p:cNvPr id="510" name="Line 167">
                          <a:extLst>
                            <a:ext uri="{FF2B5EF4-FFF2-40B4-BE49-F238E27FC236}">
                              <a16:creationId xmlns:a16="http://schemas.microsoft.com/office/drawing/2014/main" id="{B3E7679D-902C-D144-A1D7-B871E1CE6ACD}"/>
                            </a:ext>
                          </a:extLst>
                        </p:cNvPr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>
                          <a:off x="672" y="1920"/>
                          <a:ext cx="0" cy="144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rgbClr val="0000A3"/>
                          </a:solidFill>
                          <a:round/>
                          <a:headEnd/>
                          <a:tailEnd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 xmlns="">
                              <a:noFill/>
                            </a14:hiddenFill>
                          </a:ext>
                          <a:ext uri="{AF507438-7753-43e0-B8FC-AC1667EBCBE1}">
                            <a14:hiddenEffects xmlns:a14="http://schemas.microsoft.com/office/drawing/2010/main" xmlns="">
                              <a:effectLst>
                                <a:outerShdw blurRad="63500" dist="38099" dir="2700000" algn="ctr" rotWithShape="0">
                                  <a:schemeClr val="bg2">
                                    <a:alpha val="74998"/>
                                  </a:schemeClr>
                                </a:outerShdw>
                              </a:effectLst>
                            </a14:hiddenEffects>
                          </a:ext>
                        </a:extLst>
                      </p:spPr>
                      <p:txBody>
                        <a:bodyPr wrap="none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9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20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Arial"/>
                          </a:endParaRPr>
                        </a:p>
                      </p:txBody>
                    </p:sp>
                    <p:sp>
                      <p:nvSpPr>
                        <p:cNvPr id="511" name="Line 168">
                          <a:extLst>
                            <a:ext uri="{FF2B5EF4-FFF2-40B4-BE49-F238E27FC236}">
                              <a16:creationId xmlns:a16="http://schemas.microsoft.com/office/drawing/2014/main" id="{3CDD5500-6D60-1041-B4A6-4098D994E12F}"/>
                            </a:ext>
                          </a:extLst>
                        </p:cNvPr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rot="5400000">
                          <a:off x="745" y="1848"/>
                          <a:ext cx="0" cy="144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rgbClr val="0000A3"/>
                          </a:solidFill>
                          <a:round/>
                          <a:headEnd/>
                          <a:tailEnd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 xmlns="">
                              <a:noFill/>
                            </a14:hiddenFill>
                          </a:ext>
                          <a:ext uri="{AF507438-7753-43e0-B8FC-AC1667EBCBE1}">
                            <a14:hiddenEffects xmlns:a14="http://schemas.microsoft.com/office/drawing/2010/main" xmlns="">
                              <a:effectLst>
                                <a:outerShdw blurRad="63500" dist="38099" dir="2700000" algn="ctr" rotWithShape="0">
                                  <a:schemeClr val="bg2">
                                    <a:alpha val="74998"/>
                                  </a:schemeClr>
                                </a:outerShdw>
                              </a:effectLst>
                            </a14:hiddenEffects>
                          </a:ext>
                        </a:extLst>
                      </p:spPr>
                      <p:txBody>
                        <a:bodyPr wrap="none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9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20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Arial"/>
                          </a:endParaRPr>
                        </a:p>
                      </p:txBody>
                    </p:sp>
                  </p:grpSp>
                  <p:grpSp>
                    <p:nvGrpSpPr>
                      <p:cNvPr id="507" name="Group 169">
                        <a:extLst>
                          <a:ext uri="{FF2B5EF4-FFF2-40B4-BE49-F238E27FC236}">
                            <a16:creationId xmlns:a16="http://schemas.microsoft.com/office/drawing/2014/main" id="{9B075E85-842D-8943-A399-F54A797ECE6E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818" y="1776"/>
                        <a:ext cx="145" cy="144"/>
                        <a:chOff x="672" y="1920"/>
                        <a:chExt cx="145" cy="144"/>
                      </a:xfrm>
                    </p:grpSpPr>
                    <p:sp>
                      <p:nvSpPr>
                        <p:cNvPr id="508" name="Line 170">
                          <a:extLst>
                            <a:ext uri="{FF2B5EF4-FFF2-40B4-BE49-F238E27FC236}">
                              <a16:creationId xmlns:a16="http://schemas.microsoft.com/office/drawing/2014/main" id="{9D762FA7-59F0-DA45-9D27-B2CF3B8BA563}"/>
                            </a:ext>
                          </a:extLst>
                        </p:cNvPr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>
                          <a:off x="672" y="1920"/>
                          <a:ext cx="0" cy="144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rgbClr val="0000A3"/>
                          </a:solidFill>
                          <a:round/>
                          <a:headEnd/>
                          <a:tailEnd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 xmlns="">
                              <a:noFill/>
                            </a14:hiddenFill>
                          </a:ext>
                          <a:ext uri="{AF507438-7753-43e0-B8FC-AC1667EBCBE1}">
                            <a14:hiddenEffects xmlns:a14="http://schemas.microsoft.com/office/drawing/2010/main" xmlns="">
                              <a:effectLst>
                                <a:outerShdw blurRad="63500" dist="38099" dir="2700000" algn="ctr" rotWithShape="0">
                                  <a:schemeClr val="bg2">
                                    <a:alpha val="74998"/>
                                  </a:schemeClr>
                                </a:outerShdw>
                              </a:effectLst>
                            </a14:hiddenEffects>
                          </a:ext>
                        </a:extLst>
                      </p:spPr>
                      <p:txBody>
                        <a:bodyPr wrap="none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9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20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Arial"/>
                          </a:endParaRPr>
                        </a:p>
                      </p:txBody>
                    </p:sp>
                    <p:sp>
                      <p:nvSpPr>
                        <p:cNvPr id="509" name="Line 171">
                          <a:extLst>
                            <a:ext uri="{FF2B5EF4-FFF2-40B4-BE49-F238E27FC236}">
                              <a16:creationId xmlns:a16="http://schemas.microsoft.com/office/drawing/2014/main" id="{087EFDEE-BDC8-064C-88E6-C6513D297CE2}"/>
                            </a:ext>
                          </a:extLst>
                        </p:cNvPr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rot="5400000">
                          <a:off x="745" y="1848"/>
                          <a:ext cx="0" cy="144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rgbClr val="0000A3"/>
                          </a:solidFill>
                          <a:round/>
                          <a:headEnd/>
                          <a:tailEnd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 xmlns="">
                              <a:noFill/>
                            </a14:hiddenFill>
                          </a:ext>
                          <a:ext uri="{AF507438-7753-43e0-B8FC-AC1667EBCBE1}">
                            <a14:hiddenEffects xmlns:a14="http://schemas.microsoft.com/office/drawing/2010/main" xmlns="">
                              <a:effectLst>
                                <a:outerShdw blurRad="63500" dist="38099" dir="2700000" algn="ctr" rotWithShape="0">
                                  <a:schemeClr val="bg2">
                                    <a:alpha val="74998"/>
                                  </a:schemeClr>
                                </a:outerShdw>
                              </a:effectLst>
                            </a14:hiddenEffects>
                          </a:ext>
                        </a:extLst>
                      </p:spPr>
                      <p:txBody>
                        <a:bodyPr wrap="none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9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20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Arial"/>
                          </a:endParaRPr>
                        </a:p>
                      </p:txBody>
                    </p:sp>
                  </p:grpSp>
                </p:grpSp>
              </p:grpSp>
              <p:grpSp>
                <p:nvGrpSpPr>
                  <p:cNvPr id="494" name="Group 172">
                    <a:extLst>
                      <a:ext uri="{FF2B5EF4-FFF2-40B4-BE49-F238E27FC236}">
                        <a16:creationId xmlns:a16="http://schemas.microsoft.com/office/drawing/2014/main" id="{647341C8-FCBB-8240-BABA-9DA1ABC3B5D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259" y="1217"/>
                    <a:ext cx="291" cy="288"/>
                    <a:chOff x="672" y="1776"/>
                    <a:chExt cx="291" cy="288"/>
                  </a:xfrm>
                </p:grpSpPr>
                <p:grpSp>
                  <p:nvGrpSpPr>
                    <p:cNvPr id="498" name="Group 173">
                      <a:extLst>
                        <a:ext uri="{FF2B5EF4-FFF2-40B4-BE49-F238E27FC236}">
                          <a16:creationId xmlns:a16="http://schemas.microsoft.com/office/drawing/2014/main" id="{99A07B8A-25DE-DB4F-B10F-551AD5751153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72" y="1920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502" name="Line 174">
                        <a:extLst>
                          <a:ext uri="{FF2B5EF4-FFF2-40B4-BE49-F238E27FC236}">
                            <a16:creationId xmlns:a16="http://schemas.microsoft.com/office/drawing/2014/main" id="{459607AA-BBEC-A64A-A370-920FB0AA6660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9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Arial"/>
                        </a:endParaRPr>
                      </a:p>
                    </p:txBody>
                  </p:sp>
                  <p:sp>
                    <p:nvSpPr>
                      <p:cNvPr id="503" name="Line 175">
                        <a:extLst>
                          <a:ext uri="{FF2B5EF4-FFF2-40B4-BE49-F238E27FC236}">
                            <a16:creationId xmlns:a16="http://schemas.microsoft.com/office/drawing/2014/main" id="{A9BA5078-706D-CA40-8B4F-E87C7F4DEDB2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9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Arial"/>
                        </a:endParaRPr>
                      </a:p>
                    </p:txBody>
                  </p:sp>
                </p:grpSp>
                <p:grpSp>
                  <p:nvGrpSpPr>
                    <p:cNvPr id="499" name="Group 176">
                      <a:extLst>
                        <a:ext uri="{FF2B5EF4-FFF2-40B4-BE49-F238E27FC236}">
                          <a16:creationId xmlns:a16="http://schemas.microsoft.com/office/drawing/2014/main" id="{C5B29228-B2C4-104D-8F6E-77622350827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18" y="1776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500" name="Line 177">
                        <a:extLst>
                          <a:ext uri="{FF2B5EF4-FFF2-40B4-BE49-F238E27FC236}">
                            <a16:creationId xmlns:a16="http://schemas.microsoft.com/office/drawing/2014/main" id="{AB6FB84E-6945-224D-9263-1A3379FADD9B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9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Arial"/>
                        </a:endParaRPr>
                      </a:p>
                    </p:txBody>
                  </p:sp>
                  <p:sp>
                    <p:nvSpPr>
                      <p:cNvPr id="501" name="Line 178">
                        <a:extLst>
                          <a:ext uri="{FF2B5EF4-FFF2-40B4-BE49-F238E27FC236}">
                            <a16:creationId xmlns:a16="http://schemas.microsoft.com/office/drawing/2014/main" id="{EACF4AEF-2DA0-BF4C-860B-B166C57159CD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9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Arial"/>
                        </a:endParaRPr>
                      </a:p>
                    </p:txBody>
                  </p:sp>
                </p:grpSp>
              </p:grpSp>
              <p:grpSp>
                <p:nvGrpSpPr>
                  <p:cNvPr id="495" name="Group 179">
                    <a:extLst>
                      <a:ext uri="{FF2B5EF4-FFF2-40B4-BE49-F238E27FC236}">
                        <a16:creationId xmlns:a16="http://schemas.microsoft.com/office/drawing/2014/main" id="{B94E0988-88DB-A949-B923-553FDE2D79C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551" y="1071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496" name="Line 180">
                      <a:extLst>
                        <a:ext uri="{FF2B5EF4-FFF2-40B4-BE49-F238E27FC236}">
                          <a16:creationId xmlns:a16="http://schemas.microsoft.com/office/drawing/2014/main" id="{7610B0EF-3671-9B47-8937-955B079514F3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Arial"/>
                      </a:endParaRPr>
                    </a:p>
                  </p:txBody>
                </p:sp>
                <p:sp>
                  <p:nvSpPr>
                    <p:cNvPr id="497" name="Line 181">
                      <a:extLst>
                        <a:ext uri="{FF2B5EF4-FFF2-40B4-BE49-F238E27FC236}">
                          <a16:creationId xmlns:a16="http://schemas.microsoft.com/office/drawing/2014/main" id="{1BD97D86-FC68-8941-AE16-6F13A0D4BEDD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Arial"/>
                      </a:endParaRPr>
                    </a:p>
                  </p:txBody>
                </p:sp>
              </p:grpSp>
            </p:grpSp>
            <p:grpSp>
              <p:nvGrpSpPr>
                <p:cNvPr id="478" name="Group 182">
                  <a:extLst>
                    <a:ext uri="{FF2B5EF4-FFF2-40B4-BE49-F238E27FC236}">
                      <a16:creationId xmlns:a16="http://schemas.microsoft.com/office/drawing/2014/main" id="{91BD84F8-614F-EE49-8B30-EB628E008C6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673" y="1147"/>
                  <a:ext cx="583" cy="578"/>
                  <a:chOff x="672" y="1486"/>
                  <a:chExt cx="583" cy="578"/>
                </a:xfrm>
              </p:grpSpPr>
              <p:grpSp>
                <p:nvGrpSpPr>
                  <p:cNvPr id="479" name="Group 183">
                    <a:extLst>
                      <a:ext uri="{FF2B5EF4-FFF2-40B4-BE49-F238E27FC236}">
                        <a16:creationId xmlns:a16="http://schemas.microsoft.com/office/drawing/2014/main" id="{6B3D007C-D887-E846-ABE5-9D65BE55F5F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776"/>
                    <a:ext cx="291" cy="288"/>
                    <a:chOff x="672" y="1776"/>
                    <a:chExt cx="291" cy="288"/>
                  </a:xfrm>
                </p:grpSpPr>
                <p:grpSp>
                  <p:nvGrpSpPr>
                    <p:cNvPr id="487" name="Group 184">
                      <a:extLst>
                        <a:ext uri="{FF2B5EF4-FFF2-40B4-BE49-F238E27FC236}">
                          <a16:creationId xmlns:a16="http://schemas.microsoft.com/office/drawing/2014/main" id="{0F4A8FB1-234D-A74B-A92E-F105987D2A82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72" y="1920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491" name="Line 185">
                        <a:extLst>
                          <a:ext uri="{FF2B5EF4-FFF2-40B4-BE49-F238E27FC236}">
                            <a16:creationId xmlns:a16="http://schemas.microsoft.com/office/drawing/2014/main" id="{D952B360-FBAF-2741-81A1-732D48B651BE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9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Arial"/>
                        </a:endParaRPr>
                      </a:p>
                    </p:txBody>
                  </p:sp>
                  <p:sp>
                    <p:nvSpPr>
                      <p:cNvPr id="492" name="Line 186">
                        <a:extLst>
                          <a:ext uri="{FF2B5EF4-FFF2-40B4-BE49-F238E27FC236}">
                            <a16:creationId xmlns:a16="http://schemas.microsoft.com/office/drawing/2014/main" id="{AEAD8438-5EA8-234A-A2B5-555235A30D94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9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Arial"/>
                        </a:endParaRPr>
                      </a:p>
                    </p:txBody>
                  </p:sp>
                </p:grpSp>
                <p:grpSp>
                  <p:nvGrpSpPr>
                    <p:cNvPr id="488" name="Group 187">
                      <a:extLst>
                        <a:ext uri="{FF2B5EF4-FFF2-40B4-BE49-F238E27FC236}">
                          <a16:creationId xmlns:a16="http://schemas.microsoft.com/office/drawing/2014/main" id="{577925E6-FFEB-3A40-9E76-8B98C0C87A0C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18" y="1776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489" name="Line 188">
                        <a:extLst>
                          <a:ext uri="{FF2B5EF4-FFF2-40B4-BE49-F238E27FC236}">
                            <a16:creationId xmlns:a16="http://schemas.microsoft.com/office/drawing/2014/main" id="{2E6E6815-69E5-D04B-9ABA-E40A83C8821E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9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Arial"/>
                        </a:endParaRPr>
                      </a:p>
                    </p:txBody>
                  </p:sp>
                  <p:sp>
                    <p:nvSpPr>
                      <p:cNvPr id="490" name="Line 189">
                        <a:extLst>
                          <a:ext uri="{FF2B5EF4-FFF2-40B4-BE49-F238E27FC236}">
                            <a16:creationId xmlns:a16="http://schemas.microsoft.com/office/drawing/2014/main" id="{8BCCFECC-5324-5845-A48C-BB1D60CCAC68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9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Arial"/>
                        </a:endParaRPr>
                      </a:p>
                    </p:txBody>
                  </p:sp>
                </p:grpSp>
              </p:grpSp>
              <p:grpSp>
                <p:nvGrpSpPr>
                  <p:cNvPr id="480" name="Group 190">
                    <a:extLst>
                      <a:ext uri="{FF2B5EF4-FFF2-40B4-BE49-F238E27FC236}">
                        <a16:creationId xmlns:a16="http://schemas.microsoft.com/office/drawing/2014/main" id="{61B305A6-EEB9-964C-9E04-C9D42306C3A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964" y="1486"/>
                    <a:ext cx="291" cy="288"/>
                    <a:chOff x="672" y="1776"/>
                    <a:chExt cx="291" cy="288"/>
                  </a:xfrm>
                </p:grpSpPr>
                <p:grpSp>
                  <p:nvGrpSpPr>
                    <p:cNvPr id="481" name="Group 191">
                      <a:extLst>
                        <a:ext uri="{FF2B5EF4-FFF2-40B4-BE49-F238E27FC236}">
                          <a16:creationId xmlns:a16="http://schemas.microsoft.com/office/drawing/2014/main" id="{FCF6C6CD-53CA-294C-9163-FFBDA5D874D0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72" y="1920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485" name="Line 192">
                        <a:extLst>
                          <a:ext uri="{FF2B5EF4-FFF2-40B4-BE49-F238E27FC236}">
                            <a16:creationId xmlns:a16="http://schemas.microsoft.com/office/drawing/2014/main" id="{710DA281-9270-3141-831A-EF64A8D11BD1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9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Arial"/>
                        </a:endParaRPr>
                      </a:p>
                    </p:txBody>
                  </p:sp>
                  <p:sp>
                    <p:nvSpPr>
                      <p:cNvPr id="486" name="Line 193">
                        <a:extLst>
                          <a:ext uri="{FF2B5EF4-FFF2-40B4-BE49-F238E27FC236}">
                            <a16:creationId xmlns:a16="http://schemas.microsoft.com/office/drawing/2014/main" id="{D28C55A7-2B25-F842-9E06-6A5686B46B6E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9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Arial"/>
                        </a:endParaRPr>
                      </a:p>
                    </p:txBody>
                  </p:sp>
                </p:grpSp>
                <p:grpSp>
                  <p:nvGrpSpPr>
                    <p:cNvPr id="482" name="Group 194">
                      <a:extLst>
                        <a:ext uri="{FF2B5EF4-FFF2-40B4-BE49-F238E27FC236}">
                          <a16:creationId xmlns:a16="http://schemas.microsoft.com/office/drawing/2014/main" id="{DEEA721B-C219-8245-A0C0-33633AEDE75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18" y="1776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483" name="Line 195">
                        <a:extLst>
                          <a:ext uri="{FF2B5EF4-FFF2-40B4-BE49-F238E27FC236}">
                            <a16:creationId xmlns:a16="http://schemas.microsoft.com/office/drawing/2014/main" id="{0A50F111-740E-7940-AB52-4CFF0F471D8D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9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Arial"/>
                        </a:endParaRPr>
                      </a:p>
                    </p:txBody>
                  </p:sp>
                  <p:sp>
                    <p:nvSpPr>
                      <p:cNvPr id="484" name="Line 196">
                        <a:extLst>
                          <a:ext uri="{FF2B5EF4-FFF2-40B4-BE49-F238E27FC236}">
                            <a16:creationId xmlns:a16="http://schemas.microsoft.com/office/drawing/2014/main" id="{90766983-5BAF-F14B-8DDD-484D026ADE37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9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Arial"/>
                        </a:endParaRPr>
                      </a:p>
                    </p:txBody>
                  </p:sp>
                </p:grpSp>
              </p:grpSp>
            </p:grpSp>
          </p:grpSp>
          <p:sp>
            <p:nvSpPr>
              <p:cNvPr id="473" name="Text Box 199">
                <a:extLst>
                  <a:ext uri="{FF2B5EF4-FFF2-40B4-BE49-F238E27FC236}">
                    <a16:creationId xmlns:a16="http://schemas.microsoft.com/office/drawing/2014/main" id="{3A6E3EE9-BAAF-5B45-BD91-B018F71B86F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56" y="1225"/>
                <a:ext cx="1210" cy="58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bg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Arial"/>
                  </a:rPr>
                  <a:t>       constant bit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Arial"/>
                  </a:rPr>
                  <a:t>     rate video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Arial"/>
                  </a:rPr>
                  <a:t> playout at client</a:t>
                </a:r>
              </a:p>
            </p:txBody>
          </p:sp>
          <p:grpSp>
            <p:nvGrpSpPr>
              <p:cNvPr id="474" name="Group 202">
                <a:extLst>
                  <a:ext uri="{FF2B5EF4-FFF2-40B4-BE49-F238E27FC236}">
                    <a16:creationId xmlns:a16="http://schemas.microsoft.com/office/drawing/2014/main" id="{B198ACDA-9CD7-7242-AB89-3C394AE5E3C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74" y="2756"/>
                <a:ext cx="1059" cy="407"/>
                <a:chOff x="1874" y="2756"/>
                <a:chExt cx="1059" cy="407"/>
              </a:xfrm>
            </p:grpSpPr>
            <p:sp>
              <p:nvSpPr>
                <p:cNvPr id="475" name="Text Box 144">
                  <a:extLst>
                    <a:ext uri="{FF2B5EF4-FFF2-40B4-BE49-F238E27FC236}">
                      <a16:creationId xmlns:a16="http://schemas.microsoft.com/office/drawing/2014/main" id="{42AFCD94-B607-E042-AA0B-D3DA3754807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874" y="2756"/>
                  <a:ext cx="1059" cy="40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bg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99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Arial"/>
                    </a:rPr>
                    <a:t>client playout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99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Arial"/>
                    </a:rPr>
                    <a:t>delay</a:t>
                  </a:r>
                </a:p>
              </p:txBody>
            </p:sp>
            <p:sp>
              <p:nvSpPr>
                <p:cNvPr id="476" name="Line 200">
                  <a:extLst>
                    <a:ext uri="{FF2B5EF4-FFF2-40B4-BE49-F238E27FC236}">
                      <a16:creationId xmlns:a16="http://schemas.microsoft.com/office/drawing/2014/main" id="{B2F37120-6CC9-8B41-A98D-BBB28D8C424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38" y="2952"/>
                  <a:ext cx="905" cy="0"/>
                </a:xfrm>
                <a:prstGeom prst="line">
                  <a:avLst/>
                </a:prstGeom>
                <a:noFill/>
                <a:ln w="19050">
                  <a:solidFill>
                    <a:srgbClr val="010086"/>
                  </a:solidFill>
                  <a:round/>
                  <a:headEnd type="triangle" w="med" len="med"/>
                  <a:tailEnd type="triangle" w="med" len="med"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Arial"/>
                  </a:endParaRPr>
                </a:p>
              </p:txBody>
            </p:sp>
          </p:grpSp>
        </p:grpSp>
        <p:grpSp>
          <p:nvGrpSpPr>
            <p:cNvPr id="518" name="Group 206">
              <a:extLst>
                <a:ext uri="{FF2B5EF4-FFF2-40B4-BE49-F238E27FC236}">
                  <a16:creationId xmlns:a16="http://schemas.microsoft.com/office/drawing/2014/main" id="{1D57C5D2-2C50-2F46-9BEF-96B0205E97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60511" y="3126165"/>
              <a:ext cx="534988" cy="923926"/>
              <a:chOff x="2822" y="1854"/>
              <a:chExt cx="337" cy="582"/>
            </a:xfrm>
          </p:grpSpPr>
          <p:sp>
            <p:nvSpPr>
              <p:cNvPr id="519" name="Line 204">
                <a:extLst>
                  <a:ext uri="{FF2B5EF4-FFF2-40B4-BE49-F238E27FC236}">
                    <a16:creationId xmlns:a16="http://schemas.microsoft.com/office/drawing/2014/main" id="{2A631B38-97FE-2F4B-B874-714F6ADE13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88" y="1872"/>
                <a:ext cx="0" cy="564"/>
              </a:xfrm>
              <a:prstGeom prst="line">
                <a:avLst/>
              </a:prstGeom>
              <a:noFill/>
              <a:ln w="19050">
                <a:solidFill>
                  <a:srgbClr val="0000A3"/>
                </a:solidFill>
                <a:round/>
                <a:headEnd type="triangle" w="med" len="med"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/>
                </a:endParaRPr>
              </a:p>
            </p:txBody>
          </p:sp>
          <p:sp>
            <p:nvSpPr>
              <p:cNvPr id="520" name="Text Box 205">
                <a:extLst>
                  <a:ext uri="{FF2B5EF4-FFF2-40B4-BE49-F238E27FC236}">
                    <a16:creationId xmlns:a16="http://schemas.microsoft.com/office/drawing/2014/main" id="{F78B503E-7C5A-E04D-917B-32B040F9BA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16200000">
                <a:off x="2707" y="1969"/>
                <a:ext cx="567" cy="33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A3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Arial"/>
                  </a:rPr>
                  <a:t>buffered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A3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Arial"/>
                  </a:rPr>
                  <a:t>video</a:t>
                </a: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A3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/>
                </a:endParaRPr>
              </a:p>
            </p:txBody>
          </p:sp>
        </p:grpSp>
      </p:grpSp>
      <p:sp>
        <p:nvSpPr>
          <p:cNvPr id="521" name="Rectangle 208">
            <a:extLst>
              <a:ext uri="{FF2B5EF4-FFF2-40B4-BE49-F238E27FC236}">
                <a16:creationId xmlns:a16="http://schemas.microsoft.com/office/drawing/2014/main" id="{19B23E15-1132-3D4B-A1F4-6A0D9B2054BA}"/>
              </a:ext>
            </a:extLst>
          </p:cNvPr>
          <p:cNvSpPr txBox="1">
            <a:spLocks noChangeArrowheads="1"/>
          </p:cNvSpPr>
          <p:nvPr/>
        </p:nvSpPr>
        <p:spPr>
          <a:xfrm>
            <a:off x="1252768" y="5367320"/>
            <a:ext cx="10515599" cy="88900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client-side buffering and playout delay: 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compensate for network-added delay, delay jitter</a:t>
            </a:r>
          </a:p>
        </p:txBody>
      </p:sp>
      <p:sp>
        <p:nvSpPr>
          <p:cNvPr id="142" name="Slide Number Placeholder 2">
            <a:extLst>
              <a:ext uri="{FF2B5EF4-FFF2-40B4-BE49-F238E27FC236}">
                <a16:creationId xmlns:a16="http://schemas.microsoft.com/office/drawing/2014/main" id="{F1384BB5-FDBF-D848-A676-BE0449CF3AF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100" kern="1200">
                <a:solidFill>
                  <a:schemeClr val="bg1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Transport Layer: 3-</a:t>
            </a:r>
            <a:fld id="{C4204591-24BD-A542-B9D5-F8D8A88D2FEE}" type="slidenum">
              <a:rPr lang="en-US" smtClean="0"/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58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59501438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Streaming multimedia: DASH</a:t>
            </a:r>
          </a:p>
        </p:txBody>
      </p:sp>
      <p:sp>
        <p:nvSpPr>
          <p:cNvPr id="80" name="Rectangle 3">
            <a:extLst>
              <a:ext uri="{FF2B5EF4-FFF2-40B4-BE49-F238E27FC236}">
                <a16:creationId xmlns:a16="http://schemas.microsoft.com/office/drawing/2014/main" id="{A86288FC-1EC1-EF4E-A6E3-F04D9EE4709E}"/>
              </a:ext>
            </a:extLst>
          </p:cNvPr>
          <p:cNvSpPr txBox="1">
            <a:spLocks noChangeArrowheads="1"/>
          </p:cNvSpPr>
          <p:nvPr/>
        </p:nvSpPr>
        <p:spPr>
          <a:xfrm>
            <a:off x="822435" y="1484670"/>
            <a:ext cx="10369274" cy="505301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server: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divides video file into multiple chunks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each chunk encoded at multiple different rates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different rate encodings stored in different files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files replicated in various CDN nodes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manifest file: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provides URLs for different chunks</a:t>
            </a:r>
          </a:p>
        </p:txBody>
      </p:sp>
      <p:sp>
        <p:nvSpPr>
          <p:cNvPr id="243" name="Rectangle 3">
            <a:extLst>
              <a:ext uri="{FF2B5EF4-FFF2-40B4-BE49-F238E27FC236}">
                <a16:creationId xmlns:a16="http://schemas.microsoft.com/office/drawing/2014/main" id="{09884CFC-62B5-6946-85A6-0910ED9BC848}"/>
              </a:ext>
            </a:extLst>
          </p:cNvPr>
          <p:cNvSpPr txBox="1">
            <a:spLocks noChangeArrowheads="1"/>
          </p:cNvSpPr>
          <p:nvPr/>
        </p:nvSpPr>
        <p:spPr>
          <a:xfrm>
            <a:off x="857469" y="4086563"/>
            <a:ext cx="10369274" cy="256648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client: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periodically estimates server-to-client bandwidth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consulting manifest, requests one chunk at a time </a:t>
            </a:r>
          </a:p>
          <a:p>
            <a:pPr marL="1143000" marR="0" lvl="2" indent="-228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3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chooses maximum coding rate sustainable given current bandwidth</a:t>
            </a:r>
          </a:p>
          <a:p>
            <a:pPr marL="1143000" marR="0" lvl="2" indent="-228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3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can choose different coding rates at different points in time (depending on available bandwidth at time), and from different servers</a:t>
            </a:r>
          </a:p>
        </p:txBody>
      </p:sp>
      <p:grpSp>
        <p:nvGrpSpPr>
          <p:cNvPr id="2" name="Group 1" descr="Illustration of Dynamic Adaptive Streaming over HTTP">
            <a:extLst>
              <a:ext uri="{FF2B5EF4-FFF2-40B4-BE49-F238E27FC236}">
                <a16:creationId xmlns:a16="http://schemas.microsoft.com/office/drawing/2014/main" id="{F654DB7D-1163-84BE-125B-96412D510036}"/>
              </a:ext>
            </a:extLst>
          </p:cNvPr>
          <p:cNvGrpSpPr/>
          <p:nvPr/>
        </p:nvGrpSpPr>
        <p:grpSpPr>
          <a:xfrm>
            <a:off x="7793102" y="362607"/>
            <a:ext cx="3957443" cy="3573881"/>
            <a:chOff x="7793102" y="362607"/>
            <a:chExt cx="3957443" cy="3573881"/>
          </a:xfrm>
        </p:grpSpPr>
        <p:grpSp>
          <p:nvGrpSpPr>
            <p:cNvPr id="56" name="Group 2">
              <a:extLst>
                <a:ext uri="{FF2B5EF4-FFF2-40B4-BE49-F238E27FC236}">
                  <a16:creationId xmlns:a16="http://schemas.microsoft.com/office/drawing/2014/main" id="{232E2937-932A-8140-A56C-A78B8BFCFF6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418918" y="2387938"/>
              <a:ext cx="1331627" cy="1083147"/>
              <a:chOff x="1842724" y="2867233"/>
              <a:chExt cx="5649912" cy="3416300"/>
            </a:xfrm>
          </p:grpSpPr>
          <p:sp>
            <p:nvSpPr>
              <p:cNvPr id="57" name="AutoShape 99">
                <a:extLst>
                  <a:ext uri="{FF2B5EF4-FFF2-40B4-BE49-F238E27FC236}">
                    <a16:creationId xmlns:a16="http://schemas.microsoft.com/office/drawing/2014/main" id="{5055D5A0-B7B0-8947-9D7F-F28A31600D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2724" y="2867233"/>
                <a:ext cx="5649912" cy="768350"/>
              </a:xfrm>
              <a:prstGeom prst="triangle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8" name="Rectangle 87">
                <a:extLst>
                  <a:ext uri="{FF2B5EF4-FFF2-40B4-BE49-F238E27FC236}">
                    <a16:creationId xmlns:a16="http://schemas.microsoft.com/office/drawing/2014/main" id="{13B28B0D-9C67-5D40-8231-3A83B9C16D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7699" y="3621296"/>
                <a:ext cx="4781550" cy="2662237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51" name="Group 349">
              <a:extLst>
                <a:ext uri="{FF2B5EF4-FFF2-40B4-BE49-F238E27FC236}">
                  <a16:creationId xmlns:a16="http://schemas.microsoft.com/office/drawing/2014/main" id="{431C7441-FEA9-E649-870D-E4A204A68E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897863" y="2829271"/>
              <a:ext cx="427844" cy="454118"/>
              <a:chOff x="4437" y="1472"/>
              <a:chExt cx="427" cy="418"/>
            </a:xfrm>
          </p:grpSpPr>
          <p:sp>
            <p:nvSpPr>
              <p:cNvPr id="152" name="Rectangle 350">
                <a:extLst>
                  <a:ext uri="{FF2B5EF4-FFF2-40B4-BE49-F238E27FC236}">
                    <a16:creationId xmlns:a16="http://schemas.microsoft.com/office/drawing/2014/main" id="{5CB65625-7D77-2D48-9EBF-E0DD7EB555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3" y="1475"/>
                <a:ext cx="421" cy="361"/>
              </a:xfrm>
              <a:prstGeom prst="rect">
                <a:avLst/>
              </a:prstGeom>
              <a:gradFill rotWithShape="0">
                <a:gsLst>
                  <a:gs pos="0">
                    <a:srgbClr val="99CCFF">
                      <a:gamma/>
                      <a:shade val="46275"/>
                      <a:invGamma/>
                    </a:srgbClr>
                  </a:gs>
                  <a:gs pos="50000">
                    <a:srgbClr val="99CCFF"/>
                  </a:gs>
                  <a:gs pos="100000">
                    <a:srgbClr val="99CCFF">
                      <a:gamma/>
                      <a:shade val="46275"/>
                      <a:invGamma/>
                    </a:srgbClr>
                  </a:gs>
                </a:gsLst>
                <a:lin ang="5400000" scaled="1"/>
              </a:gradFill>
              <a:ln w="19050">
                <a:solidFill>
                  <a:srgbClr val="5F5F5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53" name="Rectangle 351">
                <a:extLst>
                  <a:ext uri="{FF2B5EF4-FFF2-40B4-BE49-F238E27FC236}">
                    <a16:creationId xmlns:a16="http://schemas.microsoft.com/office/drawing/2014/main" id="{9179FB7F-3949-174E-9E9E-A161E0EF4A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7" y="1837"/>
                <a:ext cx="179" cy="23"/>
              </a:xfrm>
              <a:prstGeom prst="rect">
                <a:avLst/>
              </a:prstGeom>
              <a:solidFill>
                <a:srgbClr val="5F5F5F"/>
              </a:solidFill>
              <a:ln w="19050">
                <a:solidFill>
                  <a:srgbClr val="5F5F5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54" name="Rectangle 352">
                <a:extLst>
                  <a:ext uri="{FF2B5EF4-FFF2-40B4-BE49-F238E27FC236}">
                    <a16:creationId xmlns:a16="http://schemas.microsoft.com/office/drawing/2014/main" id="{7E315010-D1DB-594B-B06F-DFFAAC621E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2" y="1866"/>
                <a:ext cx="414" cy="24"/>
              </a:xfrm>
              <a:prstGeom prst="rect">
                <a:avLst/>
              </a:prstGeom>
              <a:solidFill>
                <a:schemeClr val="tx2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55" name="Rectangle 353">
                <a:extLst>
                  <a:ext uri="{FF2B5EF4-FFF2-40B4-BE49-F238E27FC236}">
                    <a16:creationId xmlns:a16="http://schemas.microsoft.com/office/drawing/2014/main" id="{03963D0C-B78F-CD4C-82A8-1D695049CB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7" y="1472"/>
                <a:ext cx="423" cy="356"/>
              </a:xfrm>
              <a:prstGeom prst="rect">
                <a:avLst/>
              </a:prstGeom>
              <a:noFill/>
              <a:ln w="19050">
                <a:solidFill>
                  <a:schemeClr val="accent2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156" name="Freeform 1287">
              <a:extLst>
                <a:ext uri="{FF2B5EF4-FFF2-40B4-BE49-F238E27FC236}">
                  <a16:creationId xmlns:a16="http://schemas.microsoft.com/office/drawing/2014/main" id="{77B492B9-F4A6-AA4F-886C-26D56EDFB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7673" y="2598154"/>
              <a:ext cx="1464890" cy="840879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157" name="Straight Connector 45">
              <a:extLst>
                <a:ext uri="{FF2B5EF4-FFF2-40B4-BE49-F238E27FC236}">
                  <a16:creationId xmlns:a16="http://schemas.microsoft.com/office/drawing/2014/main" id="{EF812D6A-3887-5D48-A2A7-90D0F185855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8593059" y="3030964"/>
              <a:ext cx="2202124" cy="0"/>
            </a:xfrm>
            <a:prstGeom prst="line">
              <a:avLst/>
            </a:prstGeom>
            <a:noFill/>
            <a:ln w="31750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158" name="TextBox 64">
              <a:extLst>
                <a:ext uri="{FF2B5EF4-FFF2-40B4-BE49-F238E27FC236}">
                  <a16:creationId xmlns:a16="http://schemas.microsoft.com/office/drawing/2014/main" id="{47349889-E81A-C242-9729-98BDB7A6D2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44758" y="3478691"/>
              <a:ext cx="483955" cy="2520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client</a:t>
              </a:r>
              <a:endParaRPr kumimoji="0" lang="en-US" altLang="en-US" sz="1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37" name="Freeform 236">
              <a:extLst>
                <a:ext uri="{FF2B5EF4-FFF2-40B4-BE49-F238E27FC236}">
                  <a16:creationId xmlns:a16="http://schemas.microsoft.com/office/drawing/2014/main" id="{0AB0D303-D269-7F44-8600-794F5467067C}"/>
                </a:ext>
              </a:extLst>
            </p:cNvPr>
            <p:cNvSpPr/>
            <p:nvPr/>
          </p:nvSpPr>
          <p:spPr>
            <a:xfrm>
              <a:off x="9433447" y="2723465"/>
              <a:ext cx="1348576" cy="190774"/>
            </a:xfrm>
            <a:custGeom>
              <a:avLst/>
              <a:gdLst>
                <a:gd name="connsiteX0" fmla="*/ 0 w 1348576"/>
                <a:gd name="connsiteY0" fmla="*/ 0 h 190774"/>
                <a:gd name="connsiteX1" fmla="*/ 374970 w 1348576"/>
                <a:gd name="connsiteY1" fmla="*/ 190774 h 190774"/>
                <a:gd name="connsiteX2" fmla="*/ 1348576 w 1348576"/>
                <a:gd name="connsiteY2" fmla="*/ 190774 h 190774"/>
                <a:gd name="connsiteX3" fmla="*/ 1348576 w 1348576"/>
                <a:gd name="connsiteY3" fmla="*/ 177617 h 190774"/>
                <a:gd name="connsiteX0" fmla="*/ 0 w 1348576"/>
                <a:gd name="connsiteY0" fmla="*/ 0 h 190774"/>
                <a:gd name="connsiteX1" fmla="*/ 374970 w 1348576"/>
                <a:gd name="connsiteY1" fmla="*/ 190774 h 190774"/>
                <a:gd name="connsiteX2" fmla="*/ 1348576 w 1348576"/>
                <a:gd name="connsiteY2" fmla="*/ 190774 h 190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48576" h="190774">
                  <a:moveTo>
                    <a:pt x="0" y="0"/>
                  </a:moveTo>
                  <a:lnTo>
                    <a:pt x="374970" y="190774"/>
                  </a:lnTo>
                  <a:lnTo>
                    <a:pt x="1348576" y="190774"/>
                  </a:lnTo>
                </a:path>
              </a:pathLst>
            </a:custGeom>
            <a:noFill/>
            <a:ln w="31750">
              <a:solidFill>
                <a:srgbClr val="CD0000"/>
              </a:solidFill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38" name="Freeform 237">
              <a:extLst>
                <a:ext uri="{FF2B5EF4-FFF2-40B4-BE49-F238E27FC236}">
                  <a16:creationId xmlns:a16="http://schemas.microsoft.com/office/drawing/2014/main" id="{7CE77C4C-F0D2-6344-8886-D4BFC98A935F}"/>
                </a:ext>
              </a:extLst>
            </p:cNvPr>
            <p:cNvSpPr/>
            <p:nvPr/>
          </p:nvSpPr>
          <p:spPr>
            <a:xfrm flipV="1">
              <a:off x="9441126" y="3152158"/>
              <a:ext cx="1348576" cy="190774"/>
            </a:xfrm>
            <a:custGeom>
              <a:avLst/>
              <a:gdLst>
                <a:gd name="connsiteX0" fmla="*/ 0 w 1348576"/>
                <a:gd name="connsiteY0" fmla="*/ 0 h 190774"/>
                <a:gd name="connsiteX1" fmla="*/ 374970 w 1348576"/>
                <a:gd name="connsiteY1" fmla="*/ 190774 h 190774"/>
                <a:gd name="connsiteX2" fmla="*/ 1348576 w 1348576"/>
                <a:gd name="connsiteY2" fmla="*/ 190774 h 190774"/>
                <a:gd name="connsiteX3" fmla="*/ 1348576 w 1348576"/>
                <a:gd name="connsiteY3" fmla="*/ 177617 h 190774"/>
                <a:gd name="connsiteX0" fmla="*/ 0 w 1348576"/>
                <a:gd name="connsiteY0" fmla="*/ 0 h 190774"/>
                <a:gd name="connsiteX1" fmla="*/ 374970 w 1348576"/>
                <a:gd name="connsiteY1" fmla="*/ 190774 h 190774"/>
                <a:gd name="connsiteX2" fmla="*/ 1348576 w 1348576"/>
                <a:gd name="connsiteY2" fmla="*/ 190774 h 190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48576" h="190774">
                  <a:moveTo>
                    <a:pt x="0" y="0"/>
                  </a:moveTo>
                  <a:lnTo>
                    <a:pt x="374970" y="190774"/>
                  </a:lnTo>
                  <a:lnTo>
                    <a:pt x="1348576" y="190774"/>
                  </a:lnTo>
                </a:path>
              </a:pathLst>
            </a:custGeom>
            <a:noFill/>
            <a:ln w="31750">
              <a:solidFill>
                <a:srgbClr val="CD0000"/>
              </a:solidFill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239" name="Group 238">
              <a:extLst>
                <a:ext uri="{FF2B5EF4-FFF2-40B4-BE49-F238E27FC236}">
                  <a16:creationId xmlns:a16="http://schemas.microsoft.com/office/drawing/2014/main" id="{0D8A0B99-F17E-9048-89FF-C5E63CBAF4A2}"/>
                </a:ext>
              </a:extLst>
            </p:cNvPr>
            <p:cNvGrpSpPr/>
            <p:nvPr/>
          </p:nvGrpSpPr>
          <p:grpSpPr>
            <a:xfrm>
              <a:off x="10236017" y="2762935"/>
              <a:ext cx="351378" cy="523220"/>
              <a:chOff x="10485997" y="1295948"/>
              <a:chExt cx="351378" cy="523220"/>
            </a:xfrm>
          </p:grpSpPr>
          <p:sp>
            <p:nvSpPr>
              <p:cNvPr id="240" name="Oval 239">
                <a:extLst>
                  <a:ext uri="{FF2B5EF4-FFF2-40B4-BE49-F238E27FC236}">
                    <a16:creationId xmlns:a16="http://schemas.microsoft.com/office/drawing/2014/main" id="{336856DC-DFE0-7C40-ABCD-4AD555F9A214}"/>
                  </a:ext>
                </a:extLst>
              </p:cNvPr>
              <p:cNvSpPr/>
              <p:nvPr/>
            </p:nvSpPr>
            <p:spPr>
              <a:xfrm>
                <a:off x="10492576" y="1381467"/>
                <a:ext cx="342078" cy="342078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rgbClr val="CD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41" name="TextBox 240">
                <a:extLst>
                  <a:ext uri="{FF2B5EF4-FFF2-40B4-BE49-F238E27FC236}">
                    <a16:creationId xmlns:a16="http://schemas.microsoft.com/office/drawing/2014/main" id="{F96EFC4C-7C92-AA47-8E56-845F6C38BF12}"/>
                  </a:ext>
                </a:extLst>
              </p:cNvPr>
              <p:cNvSpPr txBox="1"/>
              <p:nvPr/>
            </p:nvSpPr>
            <p:spPr>
              <a:xfrm>
                <a:off x="10485997" y="1295948"/>
                <a:ext cx="351378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D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?</a:t>
                </a:r>
              </a:p>
            </p:txBody>
          </p:sp>
        </p:grp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9516C6FF-6A10-6041-9BDF-81CF75A59CA8}"/>
                </a:ext>
              </a:extLst>
            </p:cNvPr>
            <p:cNvGrpSpPr/>
            <p:nvPr/>
          </p:nvGrpSpPr>
          <p:grpSpPr>
            <a:xfrm>
              <a:off x="7793102" y="2318615"/>
              <a:ext cx="943482" cy="1132486"/>
              <a:chOff x="7698509" y="2176725"/>
              <a:chExt cx="943482" cy="1132486"/>
            </a:xfrm>
          </p:grpSpPr>
          <p:grpSp>
            <p:nvGrpSpPr>
              <p:cNvPr id="60" name="Group 249">
                <a:extLst>
                  <a:ext uri="{FF2B5EF4-FFF2-40B4-BE49-F238E27FC236}">
                    <a16:creationId xmlns:a16="http://schemas.microsoft.com/office/drawing/2014/main" id="{48BBCEB5-A9FB-2642-93D9-9545FFA86D1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058261" y="2771439"/>
                <a:ext cx="269531" cy="537772"/>
                <a:chOff x="4140" y="429"/>
                <a:chExt cx="1425" cy="2396"/>
              </a:xfrm>
            </p:grpSpPr>
            <p:sp>
              <p:nvSpPr>
                <p:cNvPr id="66" name="Freeform 250">
                  <a:extLst>
                    <a:ext uri="{FF2B5EF4-FFF2-40B4-BE49-F238E27FC236}">
                      <a16:creationId xmlns:a16="http://schemas.microsoft.com/office/drawing/2014/main" id="{E5578A76-629A-7C4E-929B-B31E9800D6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17 w 354"/>
                    <a:gd name="T1" fmla="*/ 0 h 2742"/>
                    <a:gd name="T2" fmla="*/ 93 w 354"/>
                    <a:gd name="T3" fmla="*/ 114 h 2742"/>
                    <a:gd name="T4" fmla="*/ 91 w 354"/>
                    <a:gd name="T5" fmla="*/ 881 h 2742"/>
                    <a:gd name="T6" fmla="*/ 0 w 354"/>
                    <a:gd name="T7" fmla="*/ 921 h 2742"/>
                    <a:gd name="T8" fmla="*/ 17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7" name="Rectangle 251">
                  <a:extLst>
                    <a:ext uri="{FF2B5EF4-FFF2-40B4-BE49-F238E27FC236}">
                      <a16:creationId xmlns:a16="http://schemas.microsoft.com/office/drawing/2014/main" id="{1A5867E7-D752-BB44-9E06-DF75CD8E941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4" y="429"/>
                  <a:ext cx="1049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68" name="Freeform 252">
                  <a:extLst>
                    <a:ext uri="{FF2B5EF4-FFF2-40B4-BE49-F238E27FC236}">
                      <a16:creationId xmlns:a16="http://schemas.microsoft.com/office/drawing/2014/main" id="{18A99A20-76B3-D94B-BCB7-5A84A51A3E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56 w 211"/>
                    <a:gd name="T3" fmla="*/ 73 h 2537"/>
                    <a:gd name="T4" fmla="*/ 2 w 211"/>
                    <a:gd name="T5" fmla="*/ 839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" name="Freeform 253">
                  <a:extLst>
                    <a:ext uri="{FF2B5EF4-FFF2-40B4-BE49-F238E27FC236}">
                      <a16:creationId xmlns:a16="http://schemas.microsoft.com/office/drawing/2014/main" id="{A9BB3F94-5FEF-EF4E-97B6-7F746CE255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87 w 328"/>
                    <a:gd name="T3" fmla="*/ 43 h 226"/>
                    <a:gd name="T4" fmla="*/ 87 w 328"/>
                    <a:gd name="T5" fmla="*/ 77 h 226"/>
                    <a:gd name="T6" fmla="*/ 0 w 328"/>
                    <a:gd name="T7" fmla="*/ 34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0" name="Rectangle 254">
                  <a:extLst>
                    <a:ext uri="{FF2B5EF4-FFF2-40B4-BE49-F238E27FC236}">
                      <a16:creationId xmlns:a16="http://schemas.microsoft.com/office/drawing/2014/main" id="{24798097-207A-DE46-ABC7-D6731BD906F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4" y="695"/>
                  <a:ext cx="593" cy="44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grpSp>
              <p:nvGrpSpPr>
                <p:cNvPr id="71" name="Group 255">
                  <a:extLst>
                    <a:ext uri="{FF2B5EF4-FFF2-40B4-BE49-F238E27FC236}">
                      <a16:creationId xmlns:a16="http://schemas.microsoft.com/office/drawing/2014/main" id="{CE875205-8C0D-754E-8E36-32A41C82095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149" name="AutoShape 256">
                    <a:extLst>
                      <a:ext uri="{FF2B5EF4-FFF2-40B4-BE49-F238E27FC236}">
                        <a16:creationId xmlns:a16="http://schemas.microsoft.com/office/drawing/2014/main" id="{7F68C377-96A4-A844-B707-FF5A78DCF3E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4" y="2566"/>
                    <a:ext cx="727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 typeface="ZapfDingbats" charset="0"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endParaRPr>
                  </a:p>
                </p:txBody>
              </p:sp>
              <p:sp>
                <p:nvSpPr>
                  <p:cNvPr id="150" name="AutoShape 257">
                    <a:extLst>
                      <a:ext uri="{FF2B5EF4-FFF2-40B4-BE49-F238E27FC236}">
                        <a16:creationId xmlns:a16="http://schemas.microsoft.com/office/drawing/2014/main" id="{FBBE8A7F-E64A-EE41-B2D4-AD4E2707D85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7" y="2580"/>
                    <a:ext cx="694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 typeface="ZapfDingbats" charset="0"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endParaRPr>
                  </a:p>
                </p:txBody>
              </p:sp>
            </p:grpSp>
            <p:sp>
              <p:nvSpPr>
                <p:cNvPr id="72" name="Rectangle 258">
                  <a:extLst>
                    <a:ext uri="{FF2B5EF4-FFF2-40B4-BE49-F238E27FC236}">
                      <a16:creationId xmlns:a16="http://schemas.microsoft.com/office/drawing/2014/main" id="{B39571E5-0FFF-0740-AC4C-800173B23EB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5" y="1020"/>
                  <a:ext cx="593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grpSp>
              <p:nvGrpSpPr>
                <p:cNvPr id="73" name="Group 259">
                  <a:extLst>
                    <a:ext uri="{FF2B5EF4-FFF2-40B4-BE49-F238E27FC236}">
                      <a16:creationId xmlns:a16="http://schemas.microsoft.com/office/drawing/2014/main" id="{2FFD7F69-CFA4-8345-9CDD-4D7CBE793A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147" name="AutoShape 260">
                    <a:extLst>
                      <a:ext uri="{FF2B5EF4-FFF2-40B4-BE49-F238E27FC236}">
                        <a16:creationId xmlns:a16="http://schemas.microsoft.com/office/drawing/2014/main" id="{C18E76AE-324F-1844-AB10-870723FC048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7" y="2569"/>
                    <a:ext cx="721" cy="136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 typeface="ZapfDingbats" charset="0"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endParaRPr>
                  </a:p>
                </p:txBody>
              </p:sp>
              <p:sp>
                <p:nvSpPr>
                  <p:cNvPr id="148" name="AutoShape 261">
                    <a:extLst>
                      <a:ext uri="{FF2B5EF4-FFF2-40B4-BE49-F238E27FC236}">
                        <a16:creationId xmlns:a16="http://schemas.microsoft.com/office/drawing/2014/main" id="{309A2001-6A30-874B-9EF6-99E9B7DA9CC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4"/>
                    <a:ext cx="687" cy="105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 typeface="ZapfDingbats" charset="0"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endParaRPr>
                  </a:p>
                </p:txBody>
              </p:sp>
            </p:grpSp>
            <p:sp>
              <p:nvSpPr>
                <p:cNvPr id="74" name="Rectangle 262">
                  <a:extLst>
                    <a:ext uri="{FF2B5EF4-FFF2-40B4-BE49-F238E27FC236}">
                      <a16:creationId xmlns:a16="http://schemas.microsoft.com/office/drawing/2014/main" id="{DA8F8E62-F74D-494C-98D4-A4DCC518EB8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9" y="1358"/>
                  <a:ext cx="593" cy="44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75" name="Rectangle 263">
                  <a:extLst>
                    <a:ext uri="{FF2B5EF4-FFF2-40B4-BE49-F238E27FC236}">
                      <a16:creationId xmlns:a16="http://schemas.microsoft.com/office/drawing/2014/main" id="{5C72FC81-4509-194D-B382-46B04D9F2AC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5" y="1654"/>
                  <a:ext cx="599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grpSp>
              <p:nvGrpSpPr>
                <p:cNvPr id="76" name="Group 264">
                  <a:extLst>
                    <a:ext uri="{FF2B5EF4-FFF2-40B4-BE49-F238E27FC236}">
                      <a16:creationId xmlns:a16="http://schemas.microsoft.com/office/drawing/2014/main" id="{C74557B3-5043-3E4E-950A-F0F9B84E663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145" name="AutoShape 265">
                    <a:extLst>
                      <a:ext uri="{FF2B5EF4-FFF2-40B4-BE49-F238E27FC236}">
                        <a16:creationId xmlns:a16="http://schemas.microsoft.com/office/drawing/2014/main" id="{638031EB-99B8-7647-9188-5101A28F303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2" y="2570"/>
                    <a:ext cx="719" cy="138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 typeface="ZapfDingbats" charset="0"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endParaRPr>
                  </a:p>
                </p:txBody>
              </p:sp>
              <p:sp>
                <p:nvSpPr>
                  <p:cNvPr id="146" name="AutoShape 266">
                    <a:extLst>
                      <a:ext uri="{FF2B5EF4-FFF2-40B4-BE49-F238E27FC236}">
                        <a16:creationId xmlns:a16="http://schemas.microsoft.com/office/drawing/2014/main" id="{6C8E38B1-9F86-7548-BE82-A1907EA5570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8"/>
                    <a:ext cx="693" cy="102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 typeface="ZapfDingbats" charset="0"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endParaRPr>
                  </a:p>
                </p:txBody>
              </p:sp>
            </p:grpSp>
            <p:sp>
              <p:nvSpPr>
                <p:cNvPr id="77" name="Freeform 267">
                  <a:extLst>
                    <a:ext uri="{FF2B5EF4-FFF2-40B4-BE49-F238E27FC236}">
                      <a16:creationId xmlns:a16="http://schemas.microsoft.com/office/drawing/2014/main" id="{780D28F1-F039-7B47-895F-6AF623B759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87 w 328"/>
                    <a:gd name="T3" fmla="*/ 42 h 226"/>
                    <a:gd name="T4" fmla="*/ 87 w 328"/>
                    <a:gd name="T5" fmla="*/ 75 h 226"/>
                    <a:gd name="T6" fmla="*/ 0 w 328"/>
                    <a:gd name="T7" fmla="*/ 32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78" name="Group 268">
                  <a:extLst>
                    <a:ext uri="{FF2B5EF4-FFF2-40B4-BE49-F238E27FC236}">
                      <a16:creationId xmlns:a16="http://schemas.microsoft.com/office/drawing/2014/main" id="{F8BA803E-E6FA-BE47-9114-B130D8F91D6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43" name="AutoShape 269">
                    <a:extLst>
                      <a:ext uri="{FF2B5EF4-FFF2-40B4-BE49-F238E27FC236}">
                        <a16:creationId xmlns:a16="http://schemas.microsoft.com/office/drawing/2014/main" id="{202CDBC5-C1C3-7647-A70B-88D7C320E43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4" y="2570"/>
                    <a:ext cx="726" cy="136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 typeface="ZapfDingbats" charset="0"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endParaRPr>
                  </a:p>
                </p:txBody>
              </p:sp>
              <p:sp>
                <p:nvSpPr>
                  <p:cNvPr id="144" name="AutoShape 270">
                    <a:extLst>
                      <a:ext uri="{FF2B5EF4-FFF2-40B4-BE49-F238E27FC236}">
                        <a16:creationId xmlns:a16="http://schemas.microsoft.com/office/drawing/2014/main" id="{C81F10F8-CB38-2F43-AFB2-47C4286EF9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7" y="2585"/>
                    <a:ext cx="693" cy="106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 typeface="ZapfDingbats" charset="0"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endParaRPr>
                  </a:p>
                </p:txBody>
              </p:sp>
            </p:grpSp>
            <p:sp>
              <p:nvSpPr>
                <p:cNvPr id="79" name="Rectangle 271">
                  <a:extLst>
                    <a:ext uri="{FF2B5EF4-FFF2-40B4-BE49-F238E27FC236}">
                      <a16:creationId xmlns:a16="http://schemas.microsoft.com/office/drawing/2014/main" id="{EDACD190-8FE2-1D43-8E66-2413877FD74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52" y="429"/>
                  <a:ext cx="64" cy="229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81" name="Freeform 272">
                  <a:extLst>
                    <a:ext uri="{FF2B5EF4-FFF2-40B4-BE49-F238E27FC236}">
                      <a16:creationId xmlns:a16="http://schemas.microsoft.com/office/drawing/2014/main" id="{1A163E29-D6C7-7149-AC1F-F9DD28AFE2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77 w 296"/>
                    <a:gd name="T3" fmla="*/ 47 h 256"/>
                    <a:gd name="T4" fmla="*/ 78 w 296"/>
                    <a:gd name="T5" fmla="*/ 85 h 256"/>
                    <a:gd name="T6" fmla="*/ 0 w 296"/>
                    <a:gd name="T7" fmla="*/ 32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4" name="Freeform 273">
                  <a:extLst>
                    <a:ext uri="{FF2B5EF4-FFF2-40B4-BE49-F238E27FC236}">
                      <a16:creationId xmlns:a16="http://schemas.microsoft.com/office/drawing/2014/main" id="{9F00C2F4-495D-D44E-A0E9-93BDB71EDD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81 w 304"/>
                    <a:gd name="T3" fmla="*/ 55 h 288"/>
                    <a:gd name="T4" fmla="*/ 76 w 304"/>
                    <a:gd name="T5" fmla="*/ 97 h 288"/>
                    <a:gd name="T6" fmla="*/ 2 w 304"/>
                    <a:gd name="T7" fmla="*/ 42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5" name="Oval 274">
                  <a:extLst>
                    <a:ext uri="{FF2B5EF4-FFF2-40B4-BE49-F238E27FC236}">
                      <a16:creationId xmlns:a16="http://schemas.microsoft.com/office/drawing/2014/main" id="{63E29C64-9071-864D-A246-CEF64DEC65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7" y="2612"/>
                  <a:ext cx="48" cy="97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136" name="Freeform 275">
                  <a:extLst>
                    <a:ext uri="{FF2B5EF4-FFF2-40B4-BE49-F238E27FC236}">
                      <a16:creationId xmlns:a16="http://schemas.microsoft.com/office/drawing/2014/main" id="{AE0F6E86-0B66-474A-9DCD-C4FF6FA7CE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36 h 240"/>
                    <a:gd name="T2" fmla="*/ 2 w 306"/>
                    <a:gd name="T3" fmla="*/ 81 h 240"/>
                    <a:gd name="T4" fmla="*/ 81 w 306"/>
                    <a:gd name="T5" fmla="*/ 37 h 240"/>
                    <a:gd name="T6" fmla="*/ 78 w 306"/>
                    <a:gd name="T7" fmla="*/ 0 h 240"/>
                    <a:gd name="T8" fmla="*/ 0 w 306"/>
                    <a:gd name="T9" fmla="*/ 36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7" name="AutoShape 276">
                  <a:extLst>
                    <a:ext uri="{FF2B5EF4-FFF2-40B4-BE49-F238E27FC236}">
                      <a16:creationId xmlns:a16="http://schemas.microsoft.com/office/drawing/2014/main" id="{8148CE10-81F6-BD49-A93D-108A1FC717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80"/>
                  <a:ext cx="1203" cy="145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138" name="AutoShape 277">
                  <a:extLst>
                    <a:ext uri="{FF2B5EF4-FFF2-40B4-BE49-F238E27FC236}">
                      <a16:creationId xmlns:a16="http://schemas.microsoft.com/office/drawing/2014/main" id="{144C2386-07EE-4248-9378-FB93C0BC260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4" y="2709"/>
                  <a:ext cx="1075" cy="8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139" name="Oval 278">
                  <a:extLst>
                    <a:ext uri="{FF2B5EF4-FFF2-40B4-BE49-F238E27FC236}">
                      <a16:creationId xmlns:a16="http://schemas.microsoft.com/office/drawing/2014/main" id="{C1C2D615-BCC4-9E46-B273-E1A3E55E874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10" y="2380"/>
                  <a:ext cx="159" cy="145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140" name="Oval 279">
                  <a:extLst>
                    <a:ext uri="{FF2B5EF4-FFF2-40B4-BE49-F238E27FC236}">
                      <a16:creationId xmlns:a16="http://schemas.microsoft.com/office/drawing/2014/main" id="{4A43430F-8E17-BA4B-813F-6DF5E3A63E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4" y="2385"/>
                  <a:ext cx="164" cy="140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141" name="Oval 280">
                  <a:extLst>
                    <a:ext uri="{FF2B5EF4-FFF2-40B4-BE49-F238E27FC236}">
                      <a16:creationId xmlns:a16="http://schemas.microsoft.com/office/drawing/2014/main" id="{12175F4A-4FB0-4A4F-9F1C-7C8E926B94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64" y="2380"/>
                  <a:ext cx="154" cy="140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142" name="Rectangle 281">
                  <a:extLst>
                    <a:ext uri="{FF2B5EF4-FFF2-40B4-BE49-F238E27FC236}">
                      <a16:creationId xmlns:a16="http://schemas.microsoft.com/office/drawing/2014/main" id="{B0AA16F8-71B6-5C4F-B10F-9DC3BFE4993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2" y="1838"/>
                  <a:ext cx="85" cy="760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grpSp>
            <p:nvGrpSpPr>
              <p:cNvPr id="5" name="Group 4">
                <a:extLst>
                  <a:ext uri="{FF2B5EF4-FFF2-40B4-BE49-F238E27FC236}">
                    <a16:creationId xmlns:a16="http://schemas.microsoft.com/office/drawing/2014/main" id="{9AD7A477-6AB3-2C42-9267-D8E16A70DFDF}"/>
                  </a:ext>
                </a:extLst>
              </p:cNvPr>
              <p:cNvGrpSpPr/>
              <p:nvPr/>
            </p:nvGrpSpPr>
            <p:grpSpPr>
              <a:xfrm>
                <a:off x="7698509" y="2176725"/>
                <a:ext cx="943482" cy="604263"/>
                <a:chOff x="7698509" y="2176725"/>
                <a:chExt cx="943482" cy="604263"/>
              </a:xfrm>
            </p:grpSpPr>
            <p:pic>
              <p:nvPicPr>
                <p:cNvPr id="249" name="Picture 248" descr="A picture containing monitor, television, screen, photo&#10;&#10;Description automatically generated">
                  <a:extLst>
                    <a:ext uri="{FF2B5EF4-FFF2-40B4-BE49-F238E27FC236}">
                      <a16:creationId xmlns:a16="http://schemas.microsoft.com/office/drawing/2014/main" id="{179D818A-2B1C-B844-BCFA-131C83CB19E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7744691" y="2449197"/>
                  <a:ext cx="772609" cy="262519"/>
                </a:xfrm>
                <a:prstGeom prst="rect">
                  <a:avLst/>
                </a:prstGeom>
              </p:spPr>
            </p:pic>
            <p:pic>
              <p:nvPicPr>
                <p:cNvPr id="3" name="Picture 2" descr="A picture containing monitor, television, screen, photo&#10;&#10;Description automatically generated">
                  <a:extLst>
                    <a:ext uri="{FF2B5EF4-FFF2-40B4-BE49-F238E27FC236}">
                      <a16:creationId xmlns:a16="http://schemas.microsoft.com/office/drawing/2014/main" id="{CEE00619-23BD-AF41-9096-830564C9636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7698509" y="2518469"/>
                  <a:ext cx="772609" cy="262519"/>
                </a:xfrm>
                <a:prstGeom prst="rect">
                  <a:avLst/>
                </a:prstGeom>
              </p:spPr>
            </p:pic>
            <p:pic>
              <p:nvPicPr>
                <p:cNvPr id="250" name="Picture 249" descr="A picture containing monitor, television, screen, photo&#10;&#10;Description automatically generated">
                  <a:extLst>
                    <a:ext uri="{FF2B5EF4-FFF2-40B4-BE49-F238E27FC236}">
                      <a16:creationId xmlns:a16="http://schemas.microsoft.com/office/drawing/2014/main" id="{903AF558-8324-7947-B3E2-642401604D6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7869382" y="2176725"/>
                  <a:ext cx="772609" cy="262519"/>
                </a:xfrm>
                <a:prstGeom prst="rect">
                  <a:avLst/>
                </a:prstGeom>
              </p:spPr>
            </p:pic>
            <p:sp>
              <p:nvSpPr>
                <p:cNvPr id="4" name="TextBox 3">
                  <a:extLst>
                    <a:ext uri="{FF2B5EF4-FFF2-40B4-BE49-F238E27FC236}">
                      <a16:creationId xmlns:a16="http://schemas.microsoft.com/office/drawing/2014/main" id="{1FB37DE4-F93F-BF4D-858B-032ED6AC2D05}"/>
                    </a:ext>
                  </a:extLst>
                </p:cNvPr>
                <p:cNvSpPr txBox="1"/>
                <p:nvPr/>
              </p:nvSpPr>
              <p:spPr>
                <a:xfrm>
                  <a:off x="8026400" y="2202874"/>
                  <a:ext cx="357790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rPr>
                    <a:t>...</a:t>
                  </a:r>
                </a:p>
              </p:txBody>
            </p:sp>
          </p:grpSp>
        </p:grpSp>
        <p:grpSp>
          <p:nvGrpSpPr>
            <p:cNvPr id="252" name="Group 249">
              <a:extLst>
                <a:ext uri="{FF2B5EF4-FFF2-40B4-BE49-F238E27FC236}">
                  <a16:creationId xmlns:a16="http://schemas.microsoft.com/office/drawing/2014/main" id="{A89F02D6-6C82-594A-B7A0-3D3408E14D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25221" y="2229519"/>
              <a:ext cx="269531" cy="537772"/>
              <a:chOff x="4140" y="429"/>
              <a:chExt cx="1425" cy="2396"/>
            </a:xfrm>
          </p:grpSpPr>
          <p:sp>
            <p:nvSpPr>
              <p:cNvPr id="258" name="Freeform 250">
                <a:extLst>
                  <a:ext uri="{FF2B5EF4-FFF2-40B4-BE49-F238E27FC236}">
                    <a16:creationId xmlns:a16="http://schemas.microsoft.com/office/drawing/2014/main" id="{2A5F5A5F-CA74-2C48-B238-96383BA10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17 w 354"/>
                  <a:gd name="T1" fmla="*/ 0 h 2742"/>
                  <a:gd name="T2" fmla="*/ 93 w 354"/>
                  <a:gd name="T3" fmla="*/ 114 h 2742"/>
                  <a:gd name="T4" fmla="*/ 91 w 354"/>
                  <a:gd name="T5" fmla="*/ 881 h 2742"/>
                  <a:gd name="T6" fmla="*/ 0 w 354"/>
                  <a:gd name="T7" fmla="*/ 921 h 2742"/>
                  <a:gd name="T8" fmla="*/ 17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9" name="Rectangle 251">
                <a:extLst>
                  <a:ext uri="{FF2B5EF4-FFF2-40B4-BE49-F238E27FC236}">
                    <a16:creationId xmlns:a16="http://schemas.microsoft.com/office/drawing/2014/main" id="{ED9D43A5-B7CD-7742-8BDE-5588C54ACE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9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60" name="Freeform 252">
                <a:extLst>
                  <a:ext uri="{FF2B5EF4-FFF2-40B4-BE49-F238E27FC236}">
                    <a16:creationId xmlns:a16="http://schemas.microsoft.com/office/drawing/2014/main" id="{3AD39C54-8D14-1845-BC9A-1AA88847D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6 w 211"/>
                  <a:gd name="T3" fmla="*/ 73 h 2537"/>
                  <a:gd name="T4" fmla="*/ 2 w 211"/>
                  <a:gd name="T5" fmla="*/ 839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1" name="Freeform 253">
                <a:extLst>
                  <a:ext uri="{FF2B5EF4-FFF2-40B4-BE49-F238E27FC236}">
                    <a16:creationId xmlns:a16="http://schemas.microsoft.com/office/drawing/2014/main" id="{3BEC0265-5D1F-AD4E-B4C9-262D929E5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87 w 328"/>
                  <a:gd name="T3" fmla="*/ 43 h 226"/>
                  <a:gd name="T4" fmla="*/ 87 w 328"/>
                  <a:gd name="T5" fmla="*/ 77 h 226"/>
                  <a:gd name="T6" fmla="*/ 0 w 328"/>
                  <a:gd name="T7" fmla="*/ 3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2" name="Rectangle 254">
                <a:extLst>
                  <a:ext uri="{FF2B5EF4-FFF2-40B4-BE49-F238E27FC236}">
                    <a16:creationId xmlns:a16="http://schemas.microsoft.com/office/drawing/2014/main" id="{88BB4285-A16A-E64E-B350-17798B065E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695"/>
                <a:ext cx="593" cy="4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grpSp>
            <p:nvGrpSpPr>
              <p:cNvPr id="263" name="Group 255">
                <a:extLst>
                  <a:ext uri="{FF2B5EF4-FFF2-40B4-BE49-F238E27FC236}">
                    <a16:creationId xmlns:a16="http://schemas.microsoft.com/office/drawing/2014/main" id="{D8E0ECAD-4EDB-5B49-88FA-A014D370E8B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88" name="AutoShape 256">
                  <a:extLst>
                    <a:ext uri="{FF2B5EF4-FFF2-40B4-BE49-F238E27FC236}">
                      <a16:creationId xmlns:a16="http://schemas.microsoft.com/office/drawing/2014/main" id="{C7661007-6272-D14B-93D3-1A8E8B3789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66"/>
                  <a:ext cx="727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289" name="AutoShape 257">
                  <a:extLst>
                    <a:ext uri="{FF2B5EF4-FFF2-40B4-BE49-F238E27FC236}">
                      <a16:creationId xmlns:a16="http://schemas.microsoft.com/office/drawing/2014/main" id="{129D44D1-24EB-7647-852C-E356E34B20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0"/>
                  <a:ext cx="694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264" name="Rectangle 258">
                <a:extLst>
                  <a:ext uri="{FF2B5EF4-FFF2-40B4-BE49-F238E27FC236}">
                    <a16:creationId xmlns:a16="http://schemas.microsoft.com/office/drawing/2014/main" id="{18ABC360-93DD-C248-B4EC-9E7C1F65E1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20"/>
                <a:ext cx="593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grpSp>
            <p:nvGrpSpPr>
              <p:cNvPr id="265" name="Group 259">
                <a:extLst>
                  <a:ext uri="{FF2B5EF4-FFF2-40B4-BE49-F238E27FC236}">
                    <a16:creationId xmlns:a16="http://schemas.microsoft.com/office/drawing/2014/main" id="{AA09D66D-0A9E-1742-9C64-DDD26D042A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86" name="AutoShape 260">
                  <a:extLst>
                    <a:ext uri="{FF2B5EF4-FFF2-40B4-BE49-F238E27FC236}">
                      <a16:creationId xmlns:a16="http://schemas.microsoft.com/office/drawing/2014/main" id="{DD323D01-7023-4043-8747-420E70DE23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9"/>
                  <a:ext cx="721" cy="13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287" name="AutoShape 261">
                  <a:extLst>
                    <a:ext uri="{FF2B5EF4-FFF2-40B4-BE49-F238E27FC236}">
                      <a16:creationId xmlns:a16="http://schemas.microsoft.com/office/drawing/2014/main" id="{969AE534-7E50-BC47-893B-5554C35480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4"/>
                  <a:ext cx="687" cy="10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266" name="Rectangle 262">
                <a:extLst>
                  <a:ext uri="{FF2B5EF4-FFF2-40B4-BE49-F238E27FC236}">
                    <a16:creationId xmlns:a16="http://schemas.microsoft.com/office/drawing/2014/main" id="{D171AE86-5E08-4E45-81FD-D1D77951BA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9" y="1358"/>
                <a:ext cx="593" cy="4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67" name="Rectangle 263">
                <a:extLst>
                  <a:ext uri="{FF2B5EF4-FFF2-40B4-BE49-F238E27FC236}">
                    <a16:creationId xmlns:a16="http://schemas.microsoft.com/office/drawing/2014/main" id="{E23D40B4-371D-E348-AD2E-AC8C7848B7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654"/>
                <a:ext cx="599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grpSp>
            <p:nvGrpSpPr>
              <p:cNvPr id="268" name="Group 264">
                <a:extLst>
                  <a:ext uri="{FF2B5EF4-FFF2-40B4-BE49-F238E27FC236}">
                    <a16:creationId xmlns:a16="http://schemas.microsoft.com/office/drawing/2014/main" id="{F616AF06-4DCF-E74C-A765-FA42B5D519C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84" name="AutoShape 265">
                  <a:extLst>
                    <a:ext uri="{FF2B5EF4-FFF2-40B4-BE49-F238E27FC236}">
                      <a16:creationId xmlns:a16="http://schemas.microsoft.com/office/drawing/2014/main" id="{E730B0EA-031A-2A4C-B21D-F22BDB28DC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70"/>
                  <a:ext cx="719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285" name="AutoShape 266">
                  <a:extLst>
                    <a:ext uri="{FF2B5EF4-FFF2-40B4-BE49-F238E27FC236}">
                      <a16:creationId xmlns:a16="http://schemas.microsoft.com/office/drawing/2014/main" id="{8D577AF1-C05E-4047-B207-BF9AA35810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8"/>
                  <a:ext cx="693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269" name="Freeform 267">
                <a:extLst>
                  <a:ext uri="{FF2B5EF4-FFF2-40B4-BE49-F238E27FC236}">
                    <a16:creationId xmlns:a16="http://schemas.microsoft.com/office/drawing/2014/main" id="{B13399E7-EC56-2B45-BD82-759FDD567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87 w 328"/>
                  <a:gd name="T3" fmla="*/ 42 h 226"/>
                  <a:gd name="T4" fmla="*/ 87 w 328"/>
                  <a:gd name="T5" fmla="*/ 75 h 226"/>
                  <a:gd name="T6" fmla="*/ 0 w 328"/>
                  <a:gd name="T7" fmla="*/ 3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70" name="Group 268">
                <a:extLst>
                  <a:ext uri="{FF2B5EF4-FFF2-40B4-BE49-F238E27FC236}">
                    <a16:creationId xmlns:a16="http://schemas.microsoft.com/office/drawing/2014/main" id="{B1E96D1F-996D-EC43-ACC2-DB0E7005CEA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82" name="AutoShape 269">
                  <a:extLst>
                    <a:ext uri="{FF2B5EF4-FFF2-40B4-BE49-F238E27FC236}">
                      <a16:creationId xmlns:a16="http://schemas.microsoft.com/office/drawing/2014/main" id="{2E28CDE4-0437-274C-80BB-8FA5534E1DF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70"/>
                  <a:ext cx="726" cy="13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283" name="AutoShape 270">
                  <a:extLst>
                    <a:ext uri="{FF2B5EF4-FFF2-40B4-BE49-F238E27FC236}">
                      <a16:creationId xmlns:a16="http://schemas.microsoft.com/office/drawing/2014/main" id="{DEC3B476-0F10-D246-B2B3-D0797C095F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5"/>
                  <a:ext cx="693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271" name="Rectangle 271">
                <a:extLst>
                  <a:ext uri="{FF2B5EF4-FFF2-40B4-BE49-F238E27FC236}">
                    <a16:creationId xmlns:a16="http://schemas.microsoft.com/office/drawing/2014/main" id="{E4BE5CAD-E1F3-8040-B728-06430DD8DA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2" y="429"/>
                <a:ext cx="64" cy="2290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72" name="Freeform 272">
                <a:extLst>
                  <a:ext uri="{FF2B5EF4-FFF2-40B4-BE49-F238E27FC236}">
                    <a16:creationId xmlns:a16="http://schemas.microsoft.com/office/drawing/2014/main" id="{0D612219-E0A6-5E48-BE37-0AB8683A1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7 w 296"/>
                  <a:gd name="T3" fmla="*/ 47 h 256"/>
                  <a:gd name="T4" fmla="*/ 78 w 296"/>
                  <a:gd name="T5" fmla="*/ 85 h 256"/>
                  <a:gd name="T6" fmla="*/ 0 w 296"/>
                  <a:gd name="T7" fmla="*/ 3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3" name="Freeform 273">
                <a:extLst>
                  <a:ext uri="{FF2B5EF4-FFF2-40B4-BE49-F238E27FC236}">
                    <a16:creationId xmlns:a16="http://schemas.microsoft.com/office/drawing/2014/main" id="{FB565EED-81C8-6448-A1A8-C18F5CECF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81 w 304"/>
                  <a:gd name="T3" fmla="*/ 55 h 288"/>
                  <a:gd name="T4" fmla="*/ 76 w 304"/>
                  <a:gd name="T5" fmla="*/ 97 h 288"/>
                  <a:gd name="T6" fmla="*/ 2 w 304"/>
                  <a:gd name="T7" fmla="*/ 42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4" name="Oval 274">
                <a:extLst>
                  <a:ext uri="{FF2B5EF4-FFF2-40B4-BE49-F238E27FC236}">
                    <a16:creationId xmlns:a16="http://schemas.microsoft.com/office/drawing/2014/main" id="{70396F71-C766-E949-8058-DD4F4DC47A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7" y="2612"/>
                <a:ext cx="48" cy="97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75" name="Freeform 275">
                <a:extLst>
                  <a:ext uri="{FF2B5EF4-FFF2-40B4-BE49-F238E27FC236}">
                    <a16:creationId xmlns:a16="http://schemas.microsoft.com/office/drawing/2014/main" id="{C62D9E0C-906D-F441-BB9B-3F014BFC9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36 h 240"/>
                  <a:gd name="T2" fmla="*/ 2 w 306"/>
                  <a:gd name="T3" fmla="*/ 81 h 240"/>
                  <a:gd name="T4" fmla="*/ 81 w 306"/>
                  <a:gd name="T5" fmla="*/ 37 h 240"/>
                  <a:gd name="T6" fmla="*/ 78 w 306"/>
                  <a:gd name="T7" fmla="*/ 0 h 240"/>
                  <a:gd name="T8" fmla="*/ 0 w 306"/>
                  <a:gd name="T9" fmla="*/ 3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6" name="AutoShape 276">
                <a:extLst>
                  <a:ext uri="{FF2B5EF4-FFF2-40B4-BE49-F238E27FC236}">
                    <a16:creationId xmlns:a16="http://schemas.microsoft.com/office/drawing/2014/main" id="{3003A08D-701B-5240-AA13-660F42DD63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80"/>
                <a:ext cx="1203" cy="145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77" name="AutoShape 277">
                <a:extLst>
                  <a:ext uri="{FF2B5EF4-FFF2-40B4-BE49-F238E27FC236}">
                    <a16:creationId xmlns:a16="http://schemas.microsoft.com/office/drawing/2014/main" id="{BE2E45A7-0AFF-F044-9954-10BBB78948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09"/>
                <a:ext cx="1075" cy="8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78" name="Oval 278">
                <a:extLst>
                  <a:ext uri="{FF2B5EF4-FFF2-40B4-BE49-F238E27FC236}">
                    <a16:creationId xmlns:a16="http://schemas.microsoft.com/office/drawing/2014/main" id="{C02FA687-8F28-5D4A-9B7F-3F939AE6C6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80"/>
                <a:ext cx="159" cy="145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79" name="Oval 279">
                <a:extLst>
                  <a:ext uri="{FF2B5EF4-FFF2-40B4-BE49-F238E27FC236}">
                    <a16:creationId xmlns:a16="http://schemas.microsoft.com/office/drawing/2014/main" id="{D020FD97-2535-C040-8622-7DCE5ED7EC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4" y="2385"/>
                <a:ext cx="164" cy="140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80" name="Oval 280">
                <a:extLst>
                  <a:ext uri="{FF2B5EF4-FFF2-40B4-BE49-F238E27FC236}">
                    <a16:creationId xmlns:a16="http://schemas.microsoft.com/office/drawing/2014/main" id="{3E62DEBE-6713-D746-8ED5-0A3E029F26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2380"/>
                <a:ext cx="154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81" name="Rectangle 281">
                <a:extLst>
                  <a:ext uri="{FF2B5EF4-FFF2-40B4-BE49-F238E27FC236}">
                    <a16:creationId xmlns:a16="http://schemas.microsoft.com/office/drawing/2014/main" id="{00BF8073-EC7B-494A-9B2D-44BA5C8A6A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1838"/>
                <a:ext cx="85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grpSp>
          <p:nvGrpSpPr>
            <p:cNvPr id="253" name="Group 252">
              <a:extLst>
                <a:ext uri="{FF2B5EF4-FFF2-40B4-BE49-F238E27FC236}">
                  <a16:creationId xmlns:a16="http://schemas.microsoft.com/office/drawing/2014/main" id="{0727D384-4865-F649-8022-A70BDEA61991}"/>
                </a:ext>
              </a:extLst>
            </p:cNvPr>
            <p:cNvGrpSpPr/>
            <p:nvPr/>
          </p:nvGrpSpPr>
          <p:grpSpPr>
            <a:xfrm>
              <a:off x="9411855" y="1981647"/>
              <a:ext cx="943482" cy="604263"/>
              <a:chOff x="7698509" y="2176725"/>
              <a:chExt cx="943482" cy="604263"/>
            </a:xfrm>
          </p:grpSpPr>
          <p:pic>
            <p:nvPicPr>
              <p:cNvPr id="254" name="Picture 253" descr="A picture containing monitor, television, screen, photo&#10;&#10;Description automatically generated">
                <a:extLst>
                  <a:ext uri="{FF2B5EF4-FFF2-40B4-BE49-F238E27FC236}">
                    <a16:creationId xmlns:a16="http://schemas.microsoft.com/office/drawing/2014/main" id="{B5579205-01C8-6A49-9DED-99860B02C55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744691" y="2449197"/>
                <a:ext cx="772609" cy="262519"/>
              </a:xfrm>
              <a:prstGeom prst="rect">
                <a:avLst/>
              </a:prstGeom>
            </p:spPr>
          </p:pic>
          <p:pic>
            <p:nvPicPr>
              <p:cNvPr id="255" name="Picture 254" descr="A picture containing monitor, television, screen, photo&#10;&#10;Description automatically generated">
                <a:extLst>
                  <a:ext uri="{FF2B5EF4-FFF2-40B4-BE49-F238E27FC236}">
                    <a16:creationId xmlns:a16="http://schemas.microsoft.com/office/drawing/2014/main" id="{184B3F69-F926-6546-9D6A-BA038A1C186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698509" y="2518469"/>
                <a:ext cx="772609" cy="262519"/>
              </a:xfrm>
              <a:prstGeom prst="rect">
                <a:avLst/>
              </a:prstGeom>
            </p:spPr>
          </p:pic>
          <p:pic>
            <p:nvPicPr>
              <p:cNvPr id="256" name="Picture 255" descr="A picture containing monitor, television, screen, photo&#10;&#10;Description automatically generated">
                <a:extLst>
                  <a:ext uri="{FF2B5EF4-FFF2-40B4-BE49-F238E27FC236}">
                    <a16:creationId xmlns:a16="http://schemas.microsoft.com/office/drawing/2014/main" id="{7352044F-0D1B-AF42-8027-0DAEC34F50F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869382" y="2176725"/>
                <a:ext cx="772609" cy="262519"/>
              </a:xfrm>
              <a:prstGeom prst="rect">
                <a:avLst/>
              </a:prstGeom>
            </p:spPr>
          </p:pic>
          <p:sp>
            <p:nvSpPr>
              <p:cNvPr id="257" name="TextBox 256">
                <a:extLst>
                  <a:ext uri="{FF2B5EF4-FFF2-40B4-BE49-F238E27FC236}">
                    <a16:creationId xmlns:a16="http://schemas.microsoft.com/office/drawing/2014/main" id="{61D0B0CD-74A4-9D4E-8126-17D0B51AC7D2}"/>
                  </a:ext>
                </a:extLst>
              </p:cNvPr>
              <p:cNvSpPr txBox="1"/>
              <p:nvPr/>
            </p:nvSpPr>
            <p:spPr>
              <a:xfrm>
                <a:off x="8026400" y="2202874"/>
                <a:ext cx="357790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...</a:t>
                </a:r>
              </a:p>
            </p:txBody>
          </p:sp>
        </p:grpSp>
        <p:grpSp>
          <p:nvGrpSpPr>
            <p:cNvPr id="291" name="Group 249">
              <a:extLst>
                <a:ext uri="{FF2B5EF4-FFF2-40B4-BE49-F238E27FC236}">
                  <a16:creationId xmlns:a16="http://schemas.microsoft.com/office/drawing/2014/main" id="{6A418EC6-3D97-7D4C-9E28-E68BC18837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19966" y="3154428"/>
              <a:ext cx="269531" cy="537772"/>
              <a:chOff x="4140" y="429"/>
              <a:chExt cx="1425" cy="2396"/>
            </a:xfrm>
          </p:grpSpPr>
          <p:sp>
            <p:nvSpPr>
              <p:cNvPr id="297" name="Freeform 250">
                <a:extLst>
                  <a:ext uri="{FF2B5EF4-FFF2-40B4-BE49-F238E27FC236}">
                    <a16:creationId xmlns:a16="http://schemas.microsoft.com/office/drawing/2014/main" id="{F63A0FFC-0FE6-BC49-8194-47CB0B3FD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17 w 354"/>
                  <a:gd name="T1" fmla="*/ 0 h 2742"/>
                  <a:gd name="T2" fmla="*/ 93 w 354"/>
                  <a:gd name="T3" fmla="*/ 114 h 2742"/>
                  <a:gd name="T4" fmla="*/ 91 w 354"/>
                  <a:gd name="T5" fmla="*/ 881 h 2742"/>
                  <a:gd name="T6" fmla="*/ 0 w 354"/>
                  <a:gd name="T7" fmla="*/ 921 h 2742"/>
                  <a:gd name="T8" fmla="*/ 17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8" name="Rectangle 251">
                <a:extLst>
                  <a:ext uri="{FF2B5EF4-FFF2-40B4-BE49-F238E27FC236}">
                    <a16:creationId xmlns:a16="http://schemas.microsoft.com/office/drawing/2014/main" id="{7DA0250F-F115-0E4B-9CB5-A1EF70E213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9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99" name="Freeform 252">
                <a:extLst>
                  <a:ext uri="{FF2B5EF4-FFF2-40B4-BE49-F238E27FC236}">
                    <a16:creationId xmlns:a16="http://schemas.microsoft.com/office/drawing/2014/main" id="{FD6484A9-C98E-B842-9F6E-08318527E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6 w 211"/>
                  <a:gd name="T3" fmla="*/ 73 h 2537"/>
                  <a:gd name="T4" fmla="*/ 2 w 211"/>
                  <a:gd name="T5" fmla="*/ 839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0" name="Freeform 253">
                <a:extLst>
                  <a:ext uri="{FF2B5EF4-FFF2-40B4-BE49-F238E27FC236}">
                    <a16:creationId xmlns:a16="http://schemas.microsoft.com/office/drawing/2014/main" id="{703D94AE-F6AA-1543-B0D5-284FD9693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87 w 328"/>
                  <a:gd name="T3" fmla="*/ 43 h 226"/>
                  <a:gd name="T4" fmla="*/ 87 w 328"/>
                  <a:gd name="T5" fmla="*/ 77 h 226"/>
                  <a:gd name="T6" fmla="*/ 0 w 328"/>
                  <a:gd name="T7" fmla="*/ 3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1" name="Rectangle 254">
                <a:extLst>
                  <a:ext uri="{FF2B5EF4-FFF2-40B4-BE49-F238E27FC236}">
                    <a16:creationId xmlns:a16="http://schemas.microsoft.com/office/drawing/2014/main" id="{FEEEF9BC-9945-6B4C-9083-14805BAD78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695"/>
                <a:ext cx="593" cy="4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grpSp>
            <p:nvGrpSpPr>
              <p:cNvPr id="302" name="Group 255">
                <a:extLst>
                  <a:ext uri="{FF2B5EF4-FFF2-40B4-BE49-F238E27FC236}">
                    <a16:creationId xmlns:a16="http://schemas.microsoft.com/office/drawing/2014/main" id="{F872981C-9B9B-3945-9698-6A3160CEDA2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327" name="AutoShape 256">
                  <a:extLst>
                    <a:ext uri="{FF2B5EF4-FFF2-40B4-BE49-F238E27FC236}">
                      <a16:creationId xmlns:a16="http://schemas.microsoft.com/office/drawing/2014/main" id="{2147D4C4-549C-5A43-AEF0-47C8EFF7D7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66"/>
                  <a:ext cx="727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328" name="AutoShape 257">
                  <a:extLst>
                    <a:ext uri="{FF2B5EF4-FFF2-40B4-BE49-F238E27FC236}">
                      <a16:creationId xmlns:a16="http://schemas.microsoft.com/office/drawing/2014/main" id="{6AA842ED-99E3-E244-A47A-F9514132E1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0"/>
                  <a:ext cx="694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303" name="Rectangle 258">
                <a:extLst>
                  <a:ext uri="{FF2B5EF4-FFF2-40B4-BE49-F238E27FC236}">
                    <a16:creationId xmlns:a16="http://schemas.microsoft.com/office/drawing/2014/main" id="{089D1323-315F-F34E-8132-DC1553E6AC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20"/>
                <a:ext cx="593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grpSp>
            <p:nvGrpSpPr>
              <p:cNvPr id="304" name="Group 259">
                <a:extLst>
                  <a:ext uri="{FF2B5EF4-FFF2-40B4-BE49-F238E27FC236}">
                    <a16:creationId xmlns:a16="http://schemas.microsoft.com/office/drawing/2014/main" id="{C214FA3C-81BB-ED4E-94DD-B767F38B651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325" name="AutoShape 260">
                  <a:extLst>
                    <a:ext uri="{FF2B5EF4-FFF2-40B4-BE49-F238E27FC236}">
                      <a16:creationId xmlns:a16="http://schemas.microsoft.com/office/drawing/2014/main" id="{24D63B96-8C60-274F-8A56-BAA459AD3F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9"/>
                  <a:ext cx="721" cy="13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326" name="AutoShape 261">
                  <a:extLst>
                    <a:ext uri="{FF2B5EF4-FFF2-40B4-BE49-F238E27FC236}">
                      <a16:creationId xmlns:a16="http://schemas.microsoft.com/office/drawing/2014/main" id="{50A2F9B6-0AE1-274D-AA8D-FA1344AC9BD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4"/>
                  <a:ext cx="687" cy="10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305" name="Rectangle 262">
                <a:extLst>
                  <a:ext uri="{FF2B5EF4-FFF2-40B4-BE49-F238E27FC236}">
                    <a16:creationId xmlns:a16="http://schemas.microsoft.com/office/drawing/2014/main" id="{54BDAA7A-F6F6-074D-AD4A-8180E6AC48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9" y="1358"/>
                <a:ext cx="593" cy="4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06" name="Rectangle 263">
                <a:extLst>
                  <a:ext uri="{FF2B5EF4-FFF2-40B4-BE49-F238E27FC236}">
                    <a16:creationId xmlns:a16="http://schemas.microsoft.com/office/drawing/2014/main" id="{9FE36278-3B14-3146-83F1-E76D9D53D6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654"/>
                <a:ext cx="599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grpSp>
            <p:nvGrpSpPr>
              <p:cNvPr id="307" name="Group 264">
                <a:extLst>
                  <a:ext uri="{FF2B5EF4-FFF2-40B4-BE49-F238E27FC236}">
                    <a16:creationId xmlns:a16="http://schemas.microsoft.com/office/drawing/2014/main" id="{80AA2E3D-D242-6B47-A732-F91B52025B2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323" name="AutoShape 265">
                  <a:extLst>
                    <a:ext uri="{FF2B5EF4-FFF2-40B4-BE49-F238E27FC236}">
                      <a16:creationId xmlns:a16="http://schemas.microsoft.com/office/drawing/2014/main" id="{6B250827-5DD6-174E-B415-396207D0094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70"/>
                  <a:ext cx="719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324" name="AutoShape 266">
                  <a:extLst>
                    <a:ext uri="{FF2B5EF4-FFF2-40B4-BE49-F238E27FC236}">
                      <a16:creationId xmlns:a16="http://schemas.microsoft.com/office/drawing/2014/main" id="{0687E200-350B-9A45-BC7F-BE04DD2821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8"/>
                  <a:ext cx="693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308" name="Freeform 267">
                <a:extLst>
                  <a:ext uri="{FF2B5EF4-FFF2-40B4-BE49-F238E27FC236}">
                    <a16:creationId xmlns:a16="http://schemas.microsoft.com/office/drawing/2014/main" id="{6065017D-9794-734F-B95F-7854A6F84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87 w 328"/>
                  <a:gd name="T3" fmla="*/ 42 h 226"/>
                  <a:gd name="T4" fmla="*/ 87 w 328"/>
                  <a:gd name="T5" fmla="*/ 75 h 226"/>
                  <a:gd name="T6" fmla="*/ 0 w 328"/>
                  <a:gd name="T7" fmla="*/ 3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309" name="Group 268">
                <a:extLst>
                  <a:ext uri="{FF2B5EF4-FFF2-40B4-BE49-F238E27FC236}">
                    <a16:creationId xmlns:a16="http://schemas.microsoft.com/office/drawing/2014/main" id="{777D84AE-1E36-4547-B8B5-382F58FEA27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321" name="AutoShape 269">
                  <a:extLst>
                    <a:ext uri="{FF2B5EF4-FFF2-40B4-BE49-F238E27FC236}">
                      <a16:creationId xmlns:a16="http://schemas.microsoft.com/office/drawing/2014/main" id="{6C698A22-9BA6-8043-9813-C826D172B1E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70"/>
                  <a:ext cx="726" cy="13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322" name="AutoShape 270">
                  <a:extLst>
                    <a:ext uri="{FF2B5EF4-FFF2-40B4-BE49-F238E27FC236}">
                      <a16:creationId xmlns:a16="http://schemas.microsoft.com/office/drawing/2014/main" id="{CA7D825D-577D-864C-8214-B8EE709F7E7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5"/>
                  <a:ext cx="693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310" name="Rectangle 271">
                <a:extLst>
                  <a:ext uri="{FF2B5EF4-FFF2-40B4-BE49-F238E27FC236}">
                    <a16:creationId xmlns:a16="http://schemas.microsoft.com/office/drawing/2014/main" id="{314924AF-49B2-8F4B-B07A-EEAD02E6CD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2" y="429"/>
                <a:ext cx="64" cy="2290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11" name="Freeform 272">
                <a:extLst>
                  <a:ext uri="{FF2B5EF4-FFF2-40B4-BE49-F238E27FC236}">
                    <a16:creationId xmlns:a16="http://schemas.microsoft.com/office/drawing/2014/main" id="{0B27D67E-5CDE-564F-B64E-41E4911C6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7 w 296"/>
                  <a:gd name="T3" fmla="*/ 47 h 256"/>
                  <a:gd name="T4" fmla="*/ 78 w 296"/>
                  <a:gd name="T5" fmla="*/ 85 h 256"/>
                  <a:gd name="T6" fmla="*/ 0 w 296"/>
                  <a:gd name="T7" fmla="*/ 3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2" name="Freeform 273">
                <a:extLst>
                  <a:ext uri="{FF2B5EF4-FFF2-40B4-BE49-F238E27FC236}">
                    <a16:creationId xmlns:a16="http://schemas.microsoft.com/office/drawing/2014/main" id="{7D9F21DE-9FD0-E845-BE83-AA01CC1C0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81 w 304"/>
                  <a:gd name="T3" fmla="*/ 55 h 288"/>
                  <a:gd name="T4" fmla="*/ 76 w 304"/>
                  <a:gd name="T5" fmla="*/ 97 h 288"/>
                  <a:gd name="T6" fmla="*/ 2 w 304"/>
                  <a:gd name="T7" fmla="*/ 42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3" name="Oval 274">
                <a:extLst>
                  <a:ext uri="{FF2B5EF4-FFF2-40B4-BE49-F238E27FC236}">
                    <a16:creationId xmlns:a16="http://schemas.microsoft.com/office/drawing/2014/main" id="{29DB98CD-1446-1447-907D-0721013CEB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7" y="2612"/>
                <a:ext cx="48" cy="97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14" name="Freeform 275">
                <a:extLst>
                  <a:ext uri="{FF2B5EF4-FFF2-40B4-BE49-F238E27FC236}">
                    <a16:creationId xmlns:a16="http://schemas.microsoft.com/office/drawing/2014/main" id="{CCE0B802-0ED9-1144-9B41-567C96D9E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36 h 240"/>
                  <a:gd name="T2" fmla="*/ 2 w 306"/>
                  <a:gd name="T3" fmla="*/ 81 h 240"/>
                  <a:gd name="T4" fmla="*/ 81 w 306"/>
                  <a:gd name="T5" fmla="*/ 37 h 240"/>
                  <a:gd name="T6" fmla="*/ 78 w 306"/>
                  <a:gd name="T7" fmla="*/ 0 h 240"/>
                  <a:gd name="T8" fmla="*/ 0 w 306"/>
                  <a:gd name="T9" fmla="*/ 3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5" name="AutoShape 276">
                <a:extLst>
                  <a:ext uri="{FF2B5EF4-FFF2-40B4-BE49-F238E27FC236}">
                    <a16:creationId xmlns:a16="http://schemas.microsoft.com/office/drawing/2014/main" id="{0A63D484-0467-EF48-A0D1-307BD44B8E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80"/>
                <a:ext cx="1203" cy="145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16" name="AutoShape 277">
                <a:extLst>
                  <a:ext uri="{FF2B5EF4-FFF2-40B4-BE49-F238E27FC236}">
                    <a16:creationId xmlns:a16="http://schemas.microsoft.com/office/drawing/2014/main" id="{9F1755F7-6A75-8A4F-B6E2-BF73697B1A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09"/>
                <a:ext cx="1075" cy="8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17" name="Oval 278">
                <a:extLst>
                  <a:ext uri="{FF2B5EF4-FFF2-40B4-BE49-F238E27FC236}">
                    <a16:creationId xmlns:a16="http://schemas.microsoft.com/office/drawing/2014/main" id="{D6F2BCA4-EAA9-C04A-AB0D-174E8DA65A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80"/>
                <a:ext cx="159" cy="145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18" name="Oval 279">
                <a:extLst>
                  <a:ext uri="{FF2B5EF4-FFF2-40B4-BE49-F238E27FC236}">
                    <a16:creationId xmlns:a16="http://schemas.microsoft.com/office/drawing/2014/main" id="{4D2A8DA3-EE5E-2F48-88C3-2B1DB6DB69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4" y="2385"/>
                <a:ext cx="164" cy="140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19" name="Oval 280">
                <a:extLst>
                  <a:ext uri="{FF2B5EF4-FFF2-40B4-BE49-F238E27FC236}">
                    <a16:creationId xmlns:a16="http://schemas.microsoft.com/office/drawing/2014/main" id="{39A0A350-9C80-984E-9991-E741164E02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2380"/>
                <a:ext cx="154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20" name="Rectangle 281">
                <a:extLst>
                  <a:ext uri="{FF2B5EF4-FFF2-40B4-BE49-F238E27FC236}">
                    <a16:creationId xmlns:a16="http://schemas.microsoft.com/office/drawing/2014/main" id="{4347596D-A5CE-B946-A234-DF07FB80E3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1838"/>
                <a:ext cx="85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grpSp>
          <p:nvGrpSpPr>
            <p:cNvPr id="292" name="Group 291">
              <a:extLst>
                <a:ext uri="{FF2B5EF4-FFF2-40B4-BE49-F238E27FC236}">
                  <a16:creationId xmlns:a16="http://schemas.microsoft.com/office/drawing/2014/main" id="{31A38548-A84D-B643-BEB5-A359B949B8B9}"/>
                </a:ext>
              </a:extLst>
            </p:cNvPr>
            <p:cNvGrpSpPr/>
            <p:nvPr/>
          </p:nvGrpSpPr>
          <p:grpSpPr>
            <a:xfrm>
              <a:off x="9343538" y="3332225"/>
              <a:ext cx="943482" cy="604263"/>
              <a:chOff x="7698509" y="2176725"/>
              <a:chExt cx="943482" cy="604263"/>
            </a:xfrm>
          </p:grpSpPr>
          <p:pic>
            <p:nvPicPr>
              <p:cNvPr id="293" name="Picture 292" descr="A picture containing monitor, television, screen, photo&#10;&#10;Description automatically generated">
                <a:extLst>
                  <a:ext uri="{FF2B5EF4-FFF2-40B4-BE49-F238E27FC236}">
                    <a16:creationId xmlns:a16="http://schemas.microsoft.com/office/drawing/2014/main" id="{9C558C14-3545-3A4C-A74E-710DED2ECE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744691" y="2449197"/>
                <a:ext cx="772609" cy="262519"/>
              </a:xfrm>
              <a:prstGeom prst="rect">
                <a:avLst/>
              </a:prstGeom>
            </p:spPr>
          </p:pic>
          <p:pic>
            <p:nvPicPr>
              <p:cNvPr id="294" name="Picture 293" descr="A picture containing monitor, television, screen, photo&#10;&#10;Description automatically generated">
                <a:extLst>
                  <a:ext uri="{FF2B5EF4-FFF2-40B4-BE49-F238E27FC236}">
                    <a16:creationId xmlns:a16="http://schemas.microsoft.com/office/drawing/2014/main" id="{B11AB87A-BA5E-F541-93E8-003DAF4DCC5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698509" y="2518469"/>
                <a:ext cx="772609" cy="262519"/>
              </a:xfrm>
              <a:prstGeom prst="rect">
                <a:avLst/>
              </a:prstGeom>
            </p:spPr>
          </p:pic>
          <p:pic>
            <p:nvPicPr>
              <p:cNvPr id="295" name="Picture 294" descr="A picture containing monitor, television, screen, photo&#10;&#10;Description automatically generated">
                <a:extLst>
                  <a:ext uri="{FF2B5EF4-FFF2-40B4-BE49-F238E27FC236}">
                    <a16:creationId xmlns:a16="http://schemas.microsoft.com/office/drawing/2014/main" id="{009FDD7D-5EA5-DC49-BDCF-5450AB5318C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869382" y="2176725"/>
                <a:ext cx="772609" cy="262519"/>
              </a:xfrm>
              <a:prstGeom prst="rect">
                <a:avLst/>
              </a:prstGeom>
            </p:spPr>
          </p:pic>
          <p:sp>
            <p:nvSpPr>
              <p:cNvPr id="296" name="TextBox 295">
                <a:extLst>
                  <a:ext uri="{FF2B5EF4-FFF2-40B4-BE49-F238E27FC236}">
                    <a16:creationId xmlns:a16="http://schemas.microsoft.com/office/drawing/2014/main" id="{41EDF864-68A8-2447-868F-ADB0A7AE7A7C}"/>
                  </a:ext>
                </a:extLst>
              </p:cNvPr>
              <p:cNvSpPr txBox="1"/>
              <p:nvPr/>
            </p:nvSpPr>
            <p:spPr>
              <a:xfrm>
                <a:off x="8026400" y="2202874"/>
                <a:ext cx="357790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...</a:t>
                </a:r>
              </a:p>
            </p:txBody>
          </p:sp>
        </p:grp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429CC926-11E0-4A40-89D2-22A6EDAA3C57}"/>
                </a:ext>
              </a:extLst>
            </p:cNvPr>
            <p:cNvSpPr txBox="1"/>
            <p:nvPr/>
          </p:nvSpPr>
          <p:spPr>
            <a:xfrm>
              <a:off x="8056179" y="362607"/>
              <a:ext cx="3342290" cy="95410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D</a:t>
              </a: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ynamic, </a:t>
              </a:r>
              <a:r>
                <a:rPr kumimoji="0" lang="en-US" alt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A</a:t>
              </a: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daptive </a:t>
              </a:r>
              <a:r>
                <a:rPr kumimoji="0" lang="en-US" alt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S</a:t>
              </a: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treaming over </a:t>
              </a:r>
              <a:r>
                <a:rPr kumimoji="0" lang="en-US" alt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H</a:t>
              </a: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TTP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442834466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Streaming multimedia: DASH</a:t>
            </a:r>
          </a:p>
        </p:txBody>
      </p:sp>
      <p:sp>
        <p:nvSpPr>
          <p:cNvPr id="57" name="Rectangle 3">
            <a:extLst>
              <a:ext uri="{FF2B5EF4-FFF2-40B4-BE49-F238E27FC236}">
                <a16:creationId xmlns:a16="http://schemas.microsoft.com/office/drawing/2014/main" id="{57B06ED9-18F5-DA42-AB34-1D8668A5BAAE}"/>
              </a:ext>
            </a:extLst>
          </p:cNvPr>
          <p:cNvSpPr txBox="1">
            <a:spLocks noChangeArrowheads="1"/>
          </p:cNvSpPr>
          <p:nvPr/>
        </p:nvSpPr>
        <p:spPr>
          <a:xfrm>
            <a:off x="750123" y="1425422"/>
            <a:ext cx="6582550" cy="505301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Gill Sans MT" panose="020B0502020104020203" pitchFamily="34" charset="77"/>
                <a:ea typeface="ＭＳ Ｐゴシック" panose="020B0600070205080204" pitchFamily="34" charset="-128"/>
                <a:cs typeface="+mn-cs"/>
              </a:rPr>
              <a:t>“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intelligence”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at client: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client determines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when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8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to request chunk (so that buffer starvation, or overflow does not occur)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what encoding rate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to request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(higher quality when more bandwidth available) 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8" name="Rectangle 3">
            <a:extLst>
              <a:ext uri="{FF2B5EF4-FFF2-40B4-BE49-F238E27FC236}">
                <a16:creationId xmlns:a16="http://schemas.microsoft.com/office/drawing/2014/main" id="{66B29FA5-F250-2145-B75A-6362A2B90004}"/>
              </a:ext>
            </a:extLst>
          </p:cNvPr>
          <p:cNvSpPr txBox="1">
            <a:spLocks noChangeArrowheads="1"/>
          </p:cNvSpPr>
          <p:nvPr/>
        </p:nvSpPr>
        <p:spPr>
          <a:xfrm>
            <a:off x="764871" y="4418084"/>
            <a:ext cx="6296330" cy="1601010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where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8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to request chunk (can request from URL server that is “close” to client or has high available bandwidth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Gill Sans MT" panose="020B0502020104020203" pitchFamily="34" charset="77"/>
                <a:ea typeface="ＭＳ Ｐゴシック" panose="020B0600070205080204" pitchFamily="34" charset="-128"/>
                <a:cs typeface="+mn-cs"/>
              </a:rPr>
              <a:t>) 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1BFA338-92F2-B84C-A3FD-65CE9CE1AE33}"/>
              </a:ext>
            </a:extLst>
          </p:cNvPr>
          <p:cNvSpPr txBox="1"/>
          <p:nvPr/>
        </p:nvSpPr>
        <p:spPr>
          <a:xfrm>
            <a:off x="1455456" y="6024759"/>
            <a:ext cx="9389302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Streaming video = 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encoding +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DASH + playout buffering</a:t>
            </a:r>
          </a:p>
        </p:txBody>
      </p:sp>
      <p:grpSp>
        <p:nvGrpSpPr>
          <p:cNvPr id="3" name="Group 2" descr="DASH with intelligence on the client side">
            <a:extLst>
              <a:ext uri="{FF2B5EF4-FFF2-40B4-BE49-F238E27FC236}">
                <a16:creationId xmlns:a16="http://schemas.microsoft.com/office/drawing/2014/main" id="{C08A7837-656E-B3B3-0E38-9767DB4F5B74}"/>
              </a:ext>
            </a:extLst>
          </p:cNvPr>
          <p:cNvGrpSpPr/>
          <p:nvPr/>
        </p:nvGrpSpPr>
        <p:grpSpPr>
          <a:xfrm>
            <a:off x="7793102" y="1981647"/>
            <a:ext cx="3957443" cy="1954841"/>
            <a:chOff x="7793102" y="1981647"/>
            <a:chExt cx="3957443" cy="1954841"/>
          </a:xfrm>
        </p:grpSpPr>
        <p:sp>
          <p:nvSpPr>
            <p:cNvPr id="242" name="Freeform 1287">
              <a:extLst>
                <a:ext uri="{FF2B5EF4-FFF2-40B4-BE49-F238E27FC236}">
                  <a16:creationId xmlns:a16="http://schemas.microsoft.com/office/drawing/2014/main" id="{404F16F4-75A1-BF4D-92FE-33BA84DA1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7673" y="2598154"/>
              <a:ext cx="1464890" cy="840879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C2862E78-E331-4046-AE2A-D6D501E0BBE5}"/>
                </a:ext>
              </a:extLst>
            </p:cNvPr>
            <p:cNvGrpSpPr/>
            <p:nvPr/>
          </p:nvGrpSpPr>
          <p:grpSpPr>
            <a:xfrm>
              <a:off x="7793102" y="2318615"/>
              <a:ext cx="943482" cy="1132486"/>
              <a:chOff x="7698509" y="2176725"/>
              <a:chExt cx="943482" cy="1132486"/>
            </a:xfrm>
          </p:grpSpPr>
          <p:grpSp>
            <p:nvGrpSpPr>
              <p:cNvPr id="244" name="Group 249">
                <a:extLst>
                  <a:ext uri="{FF2B5EF4-FFF2-40B4-BE49-F238E27FC236}">
                    <a16:creationId xmlns:a16="http://schemas.microsoft.com/office/drawing/2014/main" id="{35343F8F-225F-7C4C-9B10-94583488C6E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058261" y="2771439"/>
                <a:ext cx="269531" cy="537772"/>
                <a:chOff x="4140" y="429"/>
                <a:chExt cx="1425" cy="2396"/>
              </a:xfrm>
            </p:grpSpPr>
            <p:sp>
              <p:nvSpPr>
                <p:cNvPr id="250" name="Freeform 250">
                  <a:extLst>
                    <a:ext uri="{FF2B5EF4-FFF2-40B4-BE49-F238E27FC236}">
                      <a16:creationId xmlns:a16="http://schemas.microsoft.com/office/drawing/2014/main" id="{2DDF4AC9-4574-B44E-8F79-83AF41FF2E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17 w 354"/>
                    <a:gd name="T1" fmla="*/ 0 h 2742"/>
                    <a:gd name="T2" fmla="*/ 93 w 354"/>
                    <a:gd name="T3" fmla="*/ 114 h 2742"/>
                    <a:gd name="T4" fmla="*/ 91 w 354"/>
                    <a:gd name="T5" fmla="*/ 881 h 2742"/>
                    <a:gd name="T6" fmla="*/ 0 w 354"/>
                    <a:gd name="T7" fmla="*/ 921 h 2742"/>
                    <a:gd name="T8" fmla="*/ 17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Rectangle 251">
                  <a:extLst>
                    <a:ext uri="{FF2B5EF4-FFF2-40B4-BE49-F238E27FC236}">
                      <a16:creationId xmlns:a16="http://schemas.microsoft.com/office/drawing/2014/main" id="{125F278D-DCFD-1D47-B29F-96EEA8EC409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4" y="429"/>
                  <a:ext cx="1049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252" name="Freeform 252">
                  <a:extLst>
                    <a:ext uri="{FF2B5EF4-FFF2-40B4-BE49-F238E27FC236}">
                      <a16:creationId xmlns:a16="http://schemas.microsoft.com/office/drawing/2014/main" id="{BA457A20-9F7E-BF4B-883A-BDB0CB6A65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56 w 211"/>
                    <a:gd name="T3" fmla="*/ 73 h 2537"/>
                    <a:gd name="T4" fmla="*/ 2 w 211"/>
                    <a:gd name="T5" fmla="*/ 839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3" name="Freeform 253">
                  <a:extLst>
                    <a:ext uri="{FF2B5EF4-FFF2-40B4-BE49-F238E27FC236}">
                      <a16:creationId xmlns:a16="http://schemas.microsoft.com/office/drawing/2014/main" id="{AB261642-A927-1C41-ACC5-5EFF6447FA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87 w 328"/>
                    <a:gd name="T3" fmla="*/ 43 h 226"/>
                    <a:gd name="T4" fmla="*/ 87 w 328"/>
                    <a:gd name="T5" fmla="*/ 77 h 226"/>
                    <a:gd name="T6" fmla="*/ 0 w 328"/>
                    <a:gd name="T7" fmla="*/ 34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4" name="Rectangle 254">
                  <a:extLst>
                    <a:ext uri="{FF2B5EF4-FFF2-40B4-BE49-F238E27FC236}">
                      <a16:creationId xmlns:a16="http://schemas.microsoft.com/office/drawing/2014/main" id="{584A821F-0042-7040-A2CA-F10C36A030F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4" y="695"/>
                  <a:ext cx="593" cy="44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grpSp>
              <p:nvGrpSpPr>
                <p:cNvPr id="255" name="Group 255">
                  <a:extLst>
                    <a:ext uri="{FF2B5EF4-FFF2-40B4-BE49-F238E27FC236}">
                      <a16:creationId xmlns:a16="http://schemas.microsoft.com/office/drawing/2014/main" id="{F814615B-BC3F-DE4A-B920-D363184D9B5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80" name="AutoShape 256">
                    <a:extLst>
                      <a:ext uri="{FF2B5EF4-FFF2-40B4-BE49-F238E27FC236}">
                        <a16:creationId xmlns:a16="http://schemas.microsoft.com/office/drawing/2014/main" id="{C8D85753-1B3E-A74F-AA5C-BB04C9162E8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4" y="2566"/>
                    <a:ext cx="727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 typeface="ZapfDingbats" charset="0"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endParaRPr>
                  </a:p>
                </p:txBody>
              </p:sp>
              <p:sp>
                <p:nvSpPr>
                  <p:cNvPr id="281" name="AutoShape 257">
                    <a:extLst>
                      <a:ext uri="{FF2B5EF4-FFF2-40B4-BE49-F238E27FC236}">
                        <a16:creationId xmlns:a16="http://schemas.microsoft.com/office/drawing/2014/main" id="{926A67F9-2094-024F-A1D0-786E8E5126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7" y="2580"/>
                    <a:ext cx="694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 typeface="ZapfDingbats" charset="0"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endParaRPr>
                  </a:p>
                </p:txBody>
              </p:sp>
            </p:grpSp>
            <p:sp>
              <p:nvSpPr>
                <p:cNvPr id="256" name="Rectangle 258">
                  <a:extLst>
                    <a:ext uri="{FF2B5EF4-FFF2-40B4-BE49-F238E27FC236}">
                      <a16:creationId xmlns:a16="http://schemas.microsoft.com/office/drawing/2014/main" id="{8B22385E-132F-3047-97B0-9C586551CC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5" y="1020"/>
                  <a:ext cx="593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grpSp>
              <p:nvGrpSpPr>
                <p:cNvPr id="257" name="Group 259">
                  <a:extLst>
                    <a:ext uri="{FF2B5EF4-FFF2-40B4-BE49-F238E27FC236}">
                      <a16:creationId xmlns:a16="http://schemas.microsoft.com/office/drawing/2014/main" id="{E2FB9C56-C6A0-9940-9500-F88781DAFCB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78" name="AutoShape 260">
                    <a:extLst>
                      <a:ext uri="{FF2B5EF4-FFF2-40B4-BE49-F238E27FC236}">
                        <a16:creationId xmlns:a16="http://schemas.microsoft.com/office/drawing/2014/main" id="{AE82C8C9-78C7-EB41-8484-25DD6CCDE53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7" y="2569"/>
                    <a:ext cx="721" cy="136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 typeface="ZapfDingbats" charset="0"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endParaRPr>
                  </a:p>
                </p:txBody>
              </p:sp>
              <p:sp>
                <p:nvSpPr>
                  <p:cNvPr id="279" name="AutoShape 261">
                    <a:extLst>
                      <a:ext uri="{FF2B5EF4-FFF2-40B4-BE49-F238E27FC236}">
                        <a16:creationId xmlns:a16="http://schemas.microsoft.com/office/drawing/2014/main" id="{4CAD5F11-377D-DA41-9929-793E957FABE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4"/>
                    <a:ext cx="687" cy="105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 typeface="ZapfDingbats" charset="0"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endParaRPr>
                  </a:p>
                </p:txBody>
              </p:sp>
            </p:grpSp>
            <p:sp>
              <p:nvSpPr>
                <p:cNvPr id="258" name="Rectangle 262">
                  <a:extLst>
                    <a:ext uri="{FF2B5EF4-FFF2-40B4-BE49-F238E27FC236}">
                      <a16:creationId xmlns:a16="http://schemas.microsoft.com/office/drawing/2014/main" id="{E15EE455-6602-1B46-82C6-D12F3D30F3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9" y="1358"/>
                  <a:ext cx="593" cy="44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259" name="Rectangle 263">
                  <a:extLst>
                    <a:ext uri="{FF2B5EF4-FFF2-40B4-BE49-F238E27FC236}">
                      <a16:creationId xmlns:a16="http://schemas.microsoft.com/office/drawing/2014/main" id="{AD216EEF-90DF-6044-8300-79C8D0C9DB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5" y="1654"/>
                  <a:ext cx="599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grpSp>
              <p:nvGrpSpPr>
                <p:cNvPr id="260" name="Group 264">
                  <a:extLst>
                    <a:ext uri="{FF2B5EF4-FFF2-40B4-BE49-F238E27FC236}">
                      <a16:creationId xmlns:a16="http://schemas.microsoft.com/office/drawing/2014/main" id="{38A22B19-490B-C242-8F58-277580AE97C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76" name="AutoShape 265">
                    <a:extLst>
                      <a:ext uri="{FF2B5EF4-FFF2-40B4-BE49-F238E27FC236}">
                        <a16:creationId xmlns:a16="http://schemas.microsoft.com/office/drawing/2014/main" id="{0F07B0CB-609F-5F42-B166-9E9E5B0F387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2" y="2570"/>
                    <a:ext cx="719" cy="138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 typeface="ZapfDingbats" charset="0"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endParaRPr>
                  </a:p>
                </p:txBody>
              </p:sp>
              <p:sp>
                <p:nvSpPr>
                  <p:cNvPr id="277" name="AutoShape 266">
                    <a:extLst>
                      <a:ext uri="{FF2B5EF4-FFF2-40B4-BE49-F238E27FC236}">
                        <a16:creationId xmlns:a16="http://schemas.microsoft.com/office/drawing/2014/main" id="{C722D099-4A14-9D40-9F8A-E706A539833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8"/>
                    <a:ext cx="693" cy="102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 typeface="ZapfDingbats" charset="0"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endParaRPr>
                  </a:p>
                </p:txBody>
              </p:sp>
            </p:grpSp>
            <p:sp>
              <p:nvSpPr>
                <p:cNvPr id="261" name="Freeform 267">
                  <a:extLst>
                    <a:ext uri="{FF2B5EF4-FFF2-40B4-BE49-F238E27FC236}">
                      <a16:creationId xmlns:a16="http://schemas.microsoft.com/office/drawing/2014/main" id="{0E0C9BF4-C0A2-A84A-9613-F81F7F110E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87 w 328"/>
                    <a:gd name="T3" fmla="*/ 42 h 226"/>
                    <a:gd name="T4" fmla="*/ 87 w 328"/>
                    <a:gd name="T5" fmla="*/ 75 h 226"/>
                    <a:gd name="T6" fmla="*/ 0 w 328"/>
                    <a:gd name="T7" fmla="*/ 32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62" name="Group 268">
                  <a:extLst>
                    <a:ext uri="{FF2B5EF4-FFF2-40B4-BE49-F238E27FC236}">
                      <a16:creationId xmlns:a16="http://schemas.microsoft.com/office/drawing/2014/main" id="{9FE0A4E1-4CF2-114C-845A-8481D9076B3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74" name="AutoShape 269">
                    <a:extLst>
                      <a:ext uri="{FF2B5EF4-FFF2-40B4-BE49-F238E27FC236}">
                        <a16:creationId xmlns:a16="http://schemas.microsoft.com/office/drawing/2014/main" id="{E06D45BF-7390-6A42-963D-1D3548228EE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4" y="2570"/>
                    <a:ext cx="726" cy="136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 typeface="ZapfDingbats" charset="0"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endParaRPr>
                  </a:p>
                </p:txBody>
              </p:sp>
              <p:sp>
                <p:nvSpPr>
                  <p:cNvPr id="275" name="AutoShape 270">
                    <a:extLst>
                      <a:ext uri="{FF2B5EF4-FFF2-40B4-BE49-F238E27FC236}">
                        <a16:creationId xmlns:a16="http://schemas.microsoft.com/office/drawing/2014/main" id="{F1193CF1-1B3E-734C-9489-B2773E5EBB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7" y="2585"/>
                    <a:ext cx="693" cy="106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 typeface="ZapfDingbats" charset="0"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endParaRPr>
                  </a:p>
                </p:txBody>
              </p:sp>
            </p:grpSp>
            <p:sp>
              <p:nvSpPr>
                <p:cNvPr id="263" name="Rectangle 271">
                  <a:extLst>
                    <a:ext uri="{FF2B5EF4-FFF2-40B4-BE49-F238E27FC236}">
                      <a16:creationId xmlns:a16="http://schemas.microsoft.com/office/drawing/2014/main" id="{32BCEFA0-C9E2-DA4E-99BA-A8D6B2F529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52" y="429"/>
                  <a:ext cx="64" cy="229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264" name="Freeform 272">
                  <a:extLst>
                    <a:ext uri="{FF2B5EF4-FFF2-40B4-BE49-F238E27FC236}">
                      <a16:creationId xmlns:a16="http://schemas.microsoft.com/office/drawing/2014/main" id="{6A191132-8B3F-2C48-A27B-58F58CCC00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77 w 296"/>
                    <a:gd name="T3" fmla="*/ 47 h 256"/>
                    <a:gd name="T4" fmla="*/ 78 w 296"/>
                    <a:gd name="T5" fmla="*/ 85 h 256"/>
                    <a:gd name="T6" fmla="*/ 0 w 296"/>
                    <a:gd name="T7" fmla="*/ 32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5" name="Freeform 273">
                  <a:extLst>
                    <a:ext uri="{FF2B5EF4-FFF2-40B4-BE49-F238E27FC236}">
                      <a16:creationId xmlns:a16="http://schemas.microsoft.com/office/drawing/2014/main" id="{46FB17C7-5975-EA4A-B24E-E0968F5234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81 w 304"/>
                    <a:gd name="T3" fmla="*/ 55 h 288"/>
                    <a:gd name="T4" fmla="*/ 76 w 304"/>
                    <a:gd name="T5" fmla="*/ 97 h 288"/>
                    <a:gd name="T6" fmla="*/ 2 w 304"/>
                    <a:gd name="T7" fmla="*/ 42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6" name="Oval 274">
                  <a:extLst>
                    <a:ext uri="{FF2B5EF4-FFF2-40B4-BE49-F238E27FC236}">
                      <a16:creationId xmlns:a16="http://schemas.microsoft.com/office/drawing/2014/main" id="{4F5F45CB-8948-BF44-A12C-CBB9ED44DD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7" y="2612"/>
                  <a:ext cx="48" cy="97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267" name="Freeform 275">
                  <a:extLst>
                    <a:ext uri="{FF2B5EF4-FFF2-40B4-BE49-F238E27FC236}">
                      <a16:creationId xmlns:a16="http://schemas.microsoft.com/office/drawing/2014/main" id="{9075DFD9-3F16-6E4D-861C-2319EA64E7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36 h 240"/>
                    <a:gd name="T2" fmla="*/ 2 w 306"/>
                    <a:gd name="T3" fmla="*/ 81 h 240"/>
                    <a:gd name="T4" fmla="*/ 81 w 306"/>
                    <a:gd name="T5" fmla="*/ 37 h 240"/>
                    <a:gd name="T6" fmla="*/ 78 w 306"/>
                    <a:gd name="T7" fmla="*/ 0 h 240"/>
                    <a:gd name="T8" fmla="*/ 0 w 306"/>
                    <a:gd name="T9" fmla="*/ 36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8" name="AutoShape 276">
                  <a:extLst>
                    <a:ext uri="{FF2B5EF4-FFF2-40B4-BE49-F238E27FC236}">
                      <a16:creationId xmlns:a16="http://schemas.microsoft.com/office/drawing/2014/main" id="{2DB55821-399B-E044-BDB5-8E02E0ED155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80"/>
                  <a:ext cx="1203" cy="145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269" name="AutoShape 277">
                  <a:extLst>
                    <a:ext uri="{FF2B5EF4-FFF2-40B4-BE49-F238E27FC236}">
                      <a16:creationId xmlns:a16="http://schemas.microsoft.com/office/drawing/2014/main" id="{E5BA92D7-799B-CE46-871E-CCA9863424D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4" y="2709"/>
                  <a:ext cx="1075" cy="8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270" name="Oval 278">
                  <a:extLst>
                    <a:ext uri="{FF2B5EF4-FFF2-40B4-BE49-F238E27FC236}">
                      <a16:creationId xmlns:a16="http://schemas.microsoft.com/office/drawing/2014/main" id="{3279B121-A511-4C48-A668-CAFE86B684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10" y="2380"/>
                  <a:ext cx="159" cy="145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271" name="Oval 279">
                  <a:extLst>
                    <a:ext uri="{FF2B5EF4-FFF2-40B4-BE49-F238E27FC236}">
                      <a16:creationId xmlns:a16="http://schemas.microsoft.com/office/drawing/2014/main" id="{6181626E-D3B9-6D4D-9F91-E6BD5373FAA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4" y="2385"/>
                  <a:ext cx="164" cy="140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272" name="Oval 280">
                  <a:extLst>
                    <a:ext uri="{FF2B5EF4-FFF2-40B4-BE49-F238E27FC236}">
                      <a16:creationId xmlns:a16="http://schemas.microsoft.com/office/drawing/2014/main" id="{D546FF68-BE14-5140-8A04-2B0DB011186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64" y="2380"/>
                  <a:ext cx="154" cy="140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273" name="Rectangle 281">
                  <a:extLst>
                    <a:ext uri="{FF2B5EF4-FFF2-40B4-BE49-F238E27FC236}">
                      <a16:creationId xmlns:a16="http://schemas.microsoft.com/office/drawing/2014/main" id="{B9666053-A441-4D4D-95B5-747CF79B766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2" y="1838"/>
                  <a:ext cx="85" cy="760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grpSp>
            <p:nvGrpSpPr>
              <p:cNvPr id="245" name="Group 244">
                <a:extLst>
                  <a:ext uri="{FF2B5EF4-FFF2-40B4-BE49-F238E27FC236}">
                    <a16:creationId xmlns:a16="http://schemas.microsoft.com/office/drawing/2014/main" id="{840EBCD1-E7B6-A743-BF86-6330FD745789}"/>
                  </a:ext>
                </a:extLst>
              </p:cNvPr>
              <p:cNvGrpSpPr/>
              <p:nvPr/>
            </p:nvGrpSpPr>
            <p:grpSpPr>
              <a:xfrm>
                <a:off x="7698509" y="2176725"/>
                <a:ext cx="943482" cy="604263"/>
                <a:chOff x="7698509" y="2176725"/>
                <a:chExt cx="943482" cy="604263"/>
              </a:xfrm>
            </p:grpSpPr>
            <p:pic>
              <p:nvPicPr>
                <p:cNvPr id="246" name="Picture 245" descr="A picture containing monitor, television, screen, photo&#10;&#10;Description automatically generated">
                  <a:extLst>
                    <a:ext uri="{FF2B5EF4-FFF2-40B4-BE49-F238E27FC236}">
                      <a16:creationId xmlns:a16="http://schemas.microsoft.com/office/drawing/2014/main" id="{D6E1F21D-864B-1F40-9C96-47C2BCA3CBF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7744691" y="2449197"/>
                  <a:ext cx="772609" cy="262519"/>
                </a:xfrm>
                <a:prstGeom prst="rect">
                  <a:avLst/>
                </a:prstGeom>
              </p:spPr>
            </p:pic>
            <p:pic>
              <p:nvPicPr>
                <p:cNvPr id="247" name="Picture 246" descr="A picture containing monitor, television, screen, photo&#10;&#10;Description automatically generated">
                  <a:extLst>
                    <a:ext uri="{FF2B5EF4-FFF2-40B4-BE49-F238E27FC236}">
                      <a16:creationId xmlns:a16="http://schemas.microsoft.com/office/drawing/2014/main" id="{42370393-D738-C942-9E56-D3F94CBE1B2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7698509" y="2518469"/>
                  <a:ext cx="772609" cy="262519"/>
                </a:xfrm>
                <a:prstGeom prst="rect">
                  <a:avLst/>
                </a:prstGeom>
              </p:spPr>
            </p:pic>
            <p:pic>
              <p:nvPicPr>
                <p:cNvPr id="248" name="Picture 247" descr="A picture containing monitor, television, screen, photo&#10;&#10;Description automatically generated">
                  <a:extLst>
                    <a:ext uri="{FF2B5EF4-FFF2-40B4-BE49-F238E27FC236}">
                      <a16:creationId xmlns:a16="http://schemas.microsoft.com/office/drawing/2014/main" id="{FF03F89A-E5B5-5947-8B74-5B1C5D68CB2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7869382" y="2176725"/>
                  <a:ext cx="772609" cy="262519"/>
                </a:xfrm>
                <a:prstGeom prst="rect">
                  <a:avLst/>
                </a:prstGeom>
              </p:spPr>
            </p:pic>
            <p:sp>
              <p:nvSpPr>
                <p:cNvPr id="249" name="TextBox 248">
                  <a:extLst>
                    <a:ext uri="{FF2B5EF4-FFF2-40B4-BE49-F238E27FC236}">
                      <a16:creationId xmlns:a16="http://schemas.microsoft.com/office/drawing/2014/main" id="{162E8850-E3DD-E04E-A0E6-24BA9B907E8F}"/>
                    </a:ext>
                  </a:extLst>
                </p:cNvPr>
                <p:cNvSpPr txBox="1"/>
                <p:nvPr/>
              </p:nvSpPr>
              <p:spPr>
                <a:xfrm>
                  <a:off x="8026400" y="2202874"/>
                  <a:ext cx="357790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rPr>
                    <a:t>...</a:t>
                  </a:r>
                </a:p>
              </p:txBody>
            </p:sp>
          </p:grpSp>
        </p:grpSp>
        <p:grpSp>
          <p:nvGrpSpPr>
            <p:cNvPr id="282" name="Group 249">
              <a:extLst>
                <a:ext uri="{FF2B5EF4-FFF2-40B4-BE49-F238E27FC236}">
                  <a16:creationId xmlns:a16="http://schemas.microsoft.com/office/drawing/2014/main" id="{303AAFB7-AE59-FB43-806F-88716418AD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25221" y="2229519"/>
              <a:ext cx="269531" cy="537772"/>
              <a:chOff x="4140" y="429"/>
              <a:chExt cx="1425" cy="2396"/>
            </a:xfrm>
          </p:grpSpPr>
          <p:sp>
            <p:nvSpPr>
              <p:cNvPr id="283" name="Freeform 250">
                <a:extLst>
                  <a:ext uri="{FF2B5EF4-FFF2-40B4-BE49-F238E27FC236}">
                    <a16:creationId xmlns:a16="http://schemas.microsoft.com/office/drawing/2014/main" id="{F583EC39-0EF7-C047-B61C-FCA4140C6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17 w 354"/>
                  <a:gd name="T1" fmla="*/ 0 h 2742"/>
                  <a:gd name="T2" fmla="*/ 93 w 354"/>
                  <a:gd name="T3" fmla="*/ 114 h 2742"/>
                  <a:gd name="T4" fmla="*/ 91 w 354"/>
                  <a:gd name="T5" fmla="*/ 881 h 2742"/>
                  <a:gd name="T6" fmla="*/ 0 w 354"/>
                  <a:gd name="T7" fmla="*/ 921 h 2742"/>
                  <a:gd name="T8" fmla="*/ 17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4" name="Rectangle 251">
                <a:extLst>
                  <a:ext uri="{FF2B5EF4-FFF2-40B4-BE49-F238E27FC236}">
                    <a16:creationId xmlns:a16="http://schemas.microsoft.com/office/drawing/2014/main" id="{1E2AD361-9367-024D-9B13-A995814D5B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9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85" name="Freeform 252">
                <a:extLst>
                  <a:ext uri="{FF2B5EF4-FFF2-40B4-BE49-F238E27FC236}">
                    <a16:creationId xmlns:a16="http://schemas.microsoft.com/office/drawing/2014/main" id="{280AB857-6E8B-F04E-86E8-884DCDEB64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6 w 211"/>
                  <a:gd name="T3" fmla="*/ 73 h 2537"/>
                  <a:gd name="T4" fmla="*/ 2 w 211"/>
                  <a:gd name="T5" fmla="*/ 839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6" name="Freeform 253">
                <a:extLst>
                  <a:ext uri="{FF2B5EF4-FFF2-40B4-BE49-F238E27FC236}">
                    <a16:creationId xmlns:a16="http://schemas.microsoft.com/office/drawing/2014/main" id="{17A6D9FD-0410-2E4A-A1DE-0C447AB9A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87 w 328"/>
                  <a:gd name="T3" fmla="*/ 43 h 226"/>
                  <a:gd name="T4" fmla="*/ 87 w 328"/>
                  <a:gd name="T5" fmla="*/ 77 h 226"/>
                  <a:gd name="T6" fmla="*/ 0 w 328"/>
                  <a:gd name="T7" fmla="*/ 3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7" name="Rectangle 254">
                <a:extLst>
                  <a:ext uri="{FF2B5EF4-FFF2-40B4-BE49-F238E27FC236}">
                    <a16:creationId xmlns:a16="http://schemas.microsoft.com/office/drawing/2014/main" id="{A927C600-2D52-FB43-8F04-602018E3EB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695"/>
                <a:ext cx="593" cy="4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grpSp>
            <p:nvGrpSpPr>
              <p:cNvPr id="288" name="Group 255">
                <a:extLst>
                  <a:ext uri="{FF2B5EF4-FFF2-40B4-BE49-F238E27FC236}">
                    <a16:creationId xmlns:a16="http://schemas.microsoft.com/office/drawing/2014/main" id="{AD441C89-2F79-AA41-9247-E4172585841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313" name="AutoShape 256">
                  <a:extLst>
                    <a:ext uri="{FF2B5EF4-FFF2-40B4-BE49-F238E27FC236}">
                      <a16:creationId xmlns:a16="http://schemas.microsoft.com/office/drawing/2014/main" id="{1BDD9056-3563-DC4A-8E6F-D9E7C31BD6F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66"/>
                  <a:ext cx="727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314" name="AutoShape 257">
                  <a:extLst>
                    <a:ext uri="{FF2B5EF4-FFF2-40B4-BE49-F238E27FC236}">
                      <a16:creationId xmlns:a16="http://schemas.microsoft.com/office/drawing/2014/main" id="{A464F9AC-80D5-8647-A3BF-7C8016D2E9F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0"/>
                  <a:ext cx="694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289" name="Rectangle 258">
                <a:extLst>
                  <a:ext uri="{FF2B5EF4-FFF2-40B4-BE49-F238E27FC236}">
                    <a16:creationId xmlns:a16="http://schemas.microsoft.com/office/drawing/2014/main" id="{3CC90EBF-BE9D-094F-8D80-09DD69A5C8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20"/>
                <a:ext cx="593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grpSp>
            <p:nvGrpSpPr>
              <p:cNvPr id="290" name="Group 259">
                <a:extLst>
                  <a:ext uri="{FF2B5EF4-FFF2-40B4-BE49-F238E27FC236}">
                    <a16:creationId xmlns:a16="http://schemas.microsoft.com/office/drawing/2014/main" id="{8FD2B698-C302-134D-AA60-7CB77F0FA45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311" name="AutoShape 260">
                  <a:extLst>
                    <a:ext uri="{FF2B5EF4-FFF2-40B4-BE49-F238E27FC236}">
                      <a16:creationId xmlns:a16="http://schemas.microsoft.com/office/drawing/2014/main" id="{3C8C97B6-C649-304C-B810-3DCC29D051F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9"/>
                  <a:ext cx="721" cy="13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312" name="AutoShape 261">
                  <a:extLst>
                    <a:ext uri="{FF2B5EF4-FFF2-40B4-BE49-F238E27FC236}">
                      <a16:creationId xmlns:a16="http://schemas.microsoft.com/office/drawing/2014/main" id="{1E6EFFBD-86DF-3A4E-B6C4-5B74F41947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4"/>
                  <a:ext cx="687" cy="10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291" name="Rectangle 262">
                <a:extLst>
                  <a:ext uri="{FF2B5EF4-FFF2-40B4-BE49-F238E27FC236}">
                    <a16:creationId xmlns:a16="http://schemas.microsoft.com/office/drawing/2014/main" id="{A2087108-BB9B-C74D-BED2-AEEFB96315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9" y="1358"/>
                <a:ext cx="593" cy="4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92" name="Rectangle 263">
                <a:extLst>
                  <a:ext uri="{FF2B5EF4-FFF2-40B4-BE49-F238E27FC236}">
                    <a16:creationId xmlns:a16="http://schemas.microsoft.com/office/drawing/2014/main" id="{629E30AC-175A-7C47-B5DB-137A2A9691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654"/>
                <a:ext cx="599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grpSp>
            <p:nvGrpSpPr>
              <p:cNvPr id="293" name="Group 264">
                <a:extLst>
                  <a:ext uri="{FF2B5EF4-FFF2-40B4-BE49-F238E27FC236}">
                    <a16:creationId xmlns:a16="http://schemas.microsoft.com/office/drawing/2014/main" id="{631BEC3E-EC7B-E641-9B73-CEB1B33C79F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309" name="AutoShape 265">
                  <a:extLst>
                    <a:ext uri="{FF2B5EF4-FFF2-40B4-BE49-F238E27FC236}">
                      <a16:creationId xmlns:a16="http://schemas.microsoft.com/office/drawing/2014/main" id="{CA74522A-6DD3-C941-B6C5-B88ADF1B75F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70"/>
                  <a:ext cx="719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310" name="AutoShape 266">
                  <a:extLst>
                    <a:ext uri="{FF2B5EF4-FFF2-40B4-BE49-F238E27FC236}">
                      <a16:creationId xmlns:a16="http://schemas.microsoft.com/office/drawing/2014/main" id="{0FC67C26-9D79-7645-9585-2783C4FBAB0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8"/>
                  <a:ext cx="693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294" name="Freeform 267">
                <a:extLst>
                  <a:ext uri="{FF2B5EF4-FFF2-40B4-BE49-F238E27FC236}">
                    <a16:creationId xmlns:a16="http://schemas.microsoft.com/office/drawing/2014/main" id="{0009B838-E394-AB4B-B620-18BE1F04F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87 w 328"/>
                  <a:gd name="T3" fmla="*/ 42 h 226"/>
                  <a:gd name="T4" fmla="*/ 87 w 328"/>
                  <a:gd name="T5" fmla="*/ 75 h 226"/>
                  <a:gd name="T6" fmla="*/ 0 w 328"/>
                  <a:gd name="T7" fmla="*/ 3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95" name="Group 268">
                <a:extLst>
                  <a:ext uri="{FF2B5EF4-FFF2-40B4-BE49-F238E27FC236}">
                    <a16:creationId xmlns:a16="http://schemas.microsoft.com/office/drawing/2014/main" id="{CE9E851F-17AE-C347-AAE2-A26FC9005C1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307" name="AutoShape 269">
                  <a:extLst>
                    <a:ext uri="{FF2B5EF4-FFF2-40B4-BE49-F238E27FC236}">
                      <a16:creationId xmlns:a16="http://schemas.microsoft.com/office/drawing/2014/main" id="{BC8583DE-ADF4-6447-B9E5-82785FCF6CB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70"/>
                  <a:ext cx="726" cy="13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308" name="AutoShape 270">
                  <a:extLst>
                    <a:ext uri="{FF2B5EF4-FFF2-40B4-BE49-F238E27FC236}">
                      <a16:creationId xmlns:a16="http://schemas.microsoft.com/office/drawing/2014/main" id="{86B22511-2C8C-B74B-A13E-4B48591114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5"/>
                  <a:ext cx="693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296" name="Rectangle 271">
                <a:extLst>
                  <a:ext uri="{FF2B5EF4-FFF2-40B4-BE49-F238E27FC236}">
                    <a16:creationId xmlns:a16="http://schemas.microsoft.com/office/drawing/2014/main" id="{20AF6706-04DB-3F45-9CC0-357417946D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2" y="429"/>
                <a:ext cx="64" cy="2290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97" name="Freeform 272">
                <a:extLst>
                  <a:ext uri="{FF2B5EF4-FFF2-40B4-BE49-F238E27FC236}">
                    <a16:creationId xmlns:a16="http://schemas.microsoft.com/office/drawing/2014/main" id="{E6032D49-B972-724F-BC66-1C24B5F05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7 w 296"/>
                  <a:gd name="T3" fmla="*/ 47 h 256"/>
                  <a:gd name="T4" fmla="*/ 78 w 296"/>
                  <a:gd name="T5" fmla="*/ 85 h 256"/>
                  <a:gd name="T6" fmla="*/ 0 w 296"/>
                  <a:gd name="T7" fmla="*/ 3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8" name="Freeform 273">
                <a:extLst>
                  <a:ext uri="{FF2B5EF4-FFF2-40B4-BE49-F238E27FC236}">
                    <a16:creationId xmlns:a16="http://schemas.microsoft.com/office/drawing/2014/main" id="{B84F01B6-1C0C-C943-B856-7FE3BD2D7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81 w 304"/>
                  <a:gd name="T3" fmla="*/ 55 h 288"/>
                  <a:gd name="T4" fmla="*/ 76 w 304"/>
                  <a:gd name="T5" fmla="*/ 97 h 288"/>
                  <a:gd name="T6" fmla="*/ 2 w 304"/>
                  <a:gd name="T7" fmla="*/ 42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9" name="Oval 274">
                <a:extLst>
                  <a:ext uri="{FF2B5EF4-FFF2-40B4-BE49-F238E27FC236}">
                    <a16:creationId xmlns:a16="http://schemas.microsoft.com/office/drawing/2014/main" id="{3819F9EA-CE5A-6F47-B1D1-45A3176A8C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7" y="2612"/>
                <a:ext cx="48" cy="97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00" name="Freeform 275">
                <a:extLst>
                  <a:ext uri="{FF2B5EF4-FFF2-40B4-BE49-F238E27FC236}">
                    <a16:creationId xmlns:a16="http://schemas.microsoft.com/office/drawing/2014/main" id="{BD6129AD-4010-6541-8BD2-9C417B597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36 h 240"/>
                  <a:gd name="T2" fmla="*/ 2 w 306"/>
                  <a:gd name="T3" fmla="*/ 81 h 240"/>
                  <a:gd name="T4" fmla="*/ 81 w 306"/>
                  <a:gd name="T5" fmla="*/ 37 h 240"/>
                  <a:gd name="T6" fmla="*/ 78 w 306"/>
                  <a:gd name="T7" fmla="*/ 0 h 240"/>
                  <a:gd name="T8" fmla="*/ 0 w 306"/>
                  <a:gd name="T9" fmla="*/ 3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1" name="AutoShape 276">
                <a:extLst>
                  <a:ext uri="{FF2B5EF4-FFF2-40B4-BE49-F238E27FC236}">
                    <a16:creationId xmlns:a16="http://schemas.microsoft.com/office/drawing/2014/main" id="{DAF156C3-BBE4-AD4E-8C8F-504F05E6FA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80"/>
                <a:ext cx="1203" cy="145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02" name="AutoShape 277">
                <a:extLst>
                  <a:ext uri="{FF2B5EF4-FFF2-40B4-BE49-F238E27FC236}">
                    <a16:creationId xmlns:a16="http://schemas.microsoft.com/office/drawing/2014/main" id="{FAC7EFD2-3973-3341-9E30-2375745B4E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09"/>
                <a:ext cx="1075" cy="8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03" name="Oval 278">
                <a:extLst>
                  <a:ext uri="{FF2B5EF4-FFF2-40B4-BE49-F238E27FC236}">
                    <a16:creationId xmlns:a16="http://schemas.microsoft.com/office/drawing/2014/main" id="{279C258F-5AE0-4A40-9D2A-27C3520660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80"/>
                <a:ext cx="159" cy="145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04" name="Oval 279">
                <a:extLst>
                  <a:ext uri="{FF2B5EF4-FFF2-40B4-BE49-F238E27FC236}">
                    <a16:creationId xmlns:a16="http://schemas.microsoft.com/office/drawing/2014/main" id="{AB54CDF9-44A8-F945-8C47-F29CE6B004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4" y="2385"/>
                <a:ext cx="164" cy="140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05" name="Oval 280">
                <a:extLst>
                  <a:ext uri="{FF2B5EF4-FFF2-40B4-BE49-F238E27FC236}">
                    <a16:creationId xmlns:a16="http://schemas.microsoft.com/office/drawing/2014/main" id="{C12B8B40-4A95-634B-A938-6930B06F50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2380"/>
                <a:ext cx="154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06" name="Rectangle 281">
                <a:extLst>
                  <a:ext uri="{FF2B5EF4-FFF2-40B4-BE49-F238E27FC236}">
                    <a16:creationId xmlns:a16="http://schemas.microsoft.com/office/drawing/2014/main" id="{56A64972-4A2C-2147-8B6A-849EA1C528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1838"/>
                <a:ext cx="85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7CEE8967-09D9-EA4A-BE8F-89D0A51FA901}"/>
                </a:ext>
              </a:extLst>
            </p:cNvPr>
            <p:cNvGrpSpPr/>
            <p:nvPr/>
          </p:nvGrpSpPr>
          <p:grpSpPr>
            <a:xfrm>
              <a:off x="9411855" y="1981647"/>
              <a:ext cx="943482" cy="604263"/>
              <a:chOff x="7698509" y="2176725"/>
              <a:chExt cx="943482" cy="604263"/>
            </a:xfrm>
          </p:grpSpPr>
          <p:pic>
            <p:nvPicPr>
              <p:cNvPr id="316" name="Picture 315" descr="A picture containing monitor, television, screen, photo&#10;&#10;Description automatically generated">
                <a:extLst>
                  <a:ext uri="{FF2B5EF4-FFF2-40B4-BE49-F238E27FC236}">
                    <a16:creationId xmlns:a16="http://schemas.microsoft.com/office/drawing/2014/main" id="{0EAEB9B3-A22A-234F-82DF-4AAC2BF4278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744691" y="2449197"/>
                <a:ext cx="772609" cy="262519"/>
              </a:xfrm>
              <a:prstGeom prst="rect">
                <a:avLst/>
              </a:prstGeom>
            </p:spPr>
          </p:pic>
          <p:pic>
            <p:nvPicPr>
              <p:cNvPr id="317" name="Picture 316" descr="A picture containing monitor, television, screen, photo&#10;&#10;Description automatically generated">
                <a:extLst>
                  <a:ext uri="{FF2B5EF4-FFF2-40B4-BE49-F238E27FC236}">
                    <a16:creationId xmlns:a16="http://schemas.microsoft.com/office/drawing/2014/main" id="{D8797FD1-FD5F-5E42-86F9-D71425D34BE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698509" y="2518469"/>
                <a:ext cx="772609" cy="262519"/>
              </a:xfrm>
              <a:prstGeom prst="rect">
                <a:avLst/>
              </a:prstGeom>
            </p:spPr>
          </p:pic>
          <p:pic>
            <p:nvPicPr>
              <p:cNvPr id="318" name="Picture 317" descr="A picture containing monitor, television, screen, photo&#10;&#10;Description automatically generated">
                <a:extLst>
                  <a:ext uri="{FF2B5EF4-FFF2-40B4-BE49-F238E27FC236}">
                    <a16:creationId xmlns:a16="http://schemas.microsoft.com/office/drawing/2014/main" id="{9A3D2276-CCAA-964B-A522-778FC9030BE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869382" y="2176725"/>
                <a:ext cx="772609" cy="262519"/>
              </a:xfrm>
              <a:prstGeom prst="rect">
                <a:avLst/>
              </a:prstGeom>
            </p:spPr>
          </p:pic>
          <p:sp>
            <p:nvSpPr>
              <p:cNvPr id="319" name="TextBox 318">
                <a:extLst>
                  <a:ext uri="{FF2B5EF4-FFF2-40B4-BE49-F238E27FC236}">
                    <a16:creationId xmlns:a16="http://schemas.microsoft.com/office/drawing/2014/main" id="{FA64888F-27BD-6D49-9E8A-1C105E1F77CE}"/>
                  </a:ext>
                </a:extLst>
              </p:cNvPr>
              <p:cNvSpPr txBox="1"/>
              <p:nvPr/>
            </p:nvSpPr>
            <p:spPr>
              <a:xfrm>
                <a:off x="8026400" y="2202874"/>
                <a:ext cx="357790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...</a:t>
                </a:r>
              </a:p>
            </p:txBody>
          </p:sp>
        </p:grpSp>
        <p:grpSp>
          <p:nvGrpSpPr>
            <p:cNvPr id="320" name="Group 249">
              <a:extLst>
                <a:ext uri="{FF2B5EF4-FFF2-40B4-BE49-F238E27FC236}">
                  <a16:creationId xmlns:a16="http://schemas.microsoft.com/office/drawing/2014/main" id="{F1BCE0E4-BDB5-B544-89E7-F7F4C8B45D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19966" y="3154428"/>
              <a:ext cx="269531" cy="537772"/>
              <a:chOff x="4140" y="429"/>
              <a:chExt cx="1425" cy="2396"/>
            </a:xfrm>
          </p:grpSpPr>
          <p:sp>
            <p:nvSpPr>
              <p:cNvPr id="321" name="Freeform 250">
                <a:extLst>
                  <a:ext uri="{FF2B5EF4-FFF2-40B4-BE49-F238E27FC236}">
                    <a16:creationId xmlns:a16="http://schemas.microsoft.com/office/drawing/2014/main" id="{61F36965-BC45-1D46-9296-4C5A2F836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17 w 354"/>
                  <a:gd name="T1" fmla="*/ 0 h 2742"/>
                  <a:gd name="T2" fmla="*/ 93 w 354"/>
                  <a:gd name="T3" fmla="*/ 114 h 2742"/>
                  <a:gd name="T4" fmla="*/ 91 w 354"/>
                  <a:gd name="T5" fmla="*/ 881 h 2742"/>
                  <a:gd name="T6" fmla="*/ 0 w 354"/>
                  <a:gd name="T7" fmla="*/ 921 h 2742"/>
                  <a:gd name="T8" fmla="*/ 17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2" name="Rectangle 251">
                <a:extLst>
                  <a:ext uri="{FF2B5EF4-FFF2-40B4-BE49-F238E27FC236}">
                    <a16:creationId xmlns:a16="http://schemas.microsoft.com/office/drawing/2014/main" id="{40BA023C-2812-9340-A050-0121D08290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9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23" name="Freeform 252">
                <a:extLst>
                  <a:ext uri="{FF2B5EF4-FFF2-40B4-BE49-F238E27FC236}">
                    <a16:creationId xmlns:a16="http://schemas.microsoft.com/office/drawing/2014/main" id="{7D40D788-F435-474A-A7BF-25C0498EA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6 w 211"/>
                  <a:gd name="T3" fmla="*/ 73 h 2537"/>
                  <a:gd name="T4" fmla="*/ 2 w 211"/>
                  <a:gd name="T5" fmla="*/ 839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4" name="Freeform 253">
                <a:extLst>
                  <a:ext uri="{FF2B5EF4-FFF2-40B4-BE49-F238E27FC236}">
                    <a16:creationId xmlns:a16="http://schemas.microsoft.com/office/drawing/2014/main" id="{7ECC0C33-1994-A443-BE35-89E1A830F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87 w 328"/>
                  <a:gd name="T3" fmla="*/ 43 h 226"/>
                  <a:gd name="T4" fmla="*/ 87 w 328"/>
                  <a:gd name="T5" fmla="*/ 77 h 226"/>
                  <a:gd name="T6" fmla="*/ 0 w 328"/>
                  <a:gd name="T7" fmla="*/ 3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5" name="Rectangle 254">
                <a:extLst>
                  <a:ext uri="{FF2B5EF4-FFF2-40B4-BE49-F238E27FC236}">
                    <a16:creationId xmlns:a16="http://schemas.microsoft.com/office/drawing/2014/main" id="{5F77B878-EAC9-4540-9E09-E05F7ED091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695"/>
                <a:ext cx="593" cy="4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grpSp>
            <p:nvGrpSpPr>
              <p:cNvPr id="326" name="Group 255">
                <a:extLst>
                  <a:ext uri="{FF2B5EF4-FFF2-40B4-BE49-F238E27FC236}">
                    <a16:creationId xmlns:a16="http://schemas.microsoft.com/office/drawing/2014/main" id="{3AD2D83D-AFAB-F544-B840-C231A3CC601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351" name="AutoShape 256">
                  <a:extLst>
                    <a:ext uri="{FF2B5EF4-FFF2-40B4-BE49-F238E27FC236}">
                      <a16:creationId xmlns:a16="http://schemas.microsoft.com/office/drawing/2014/main" id="{4227C343-CCC4-A04E-8886-6361D39B43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66"/>
                  <a:ext cx="727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352" name="AutoShape 257">
                  <a:extLst>
                    <a:ext uri="{FF2B5EF4-FFF2-40B4-BE49-F238E27FC236}">
                      <a16:creationId xmlns:a16="http://schemas.microsoft.com/office/drawing/2014/main" id="{9E39270E-D4A5-AD40-A9B3-1748EE3126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0"/>
                  <a:ext cx="694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327" name="Rectangle 258">
                <a:extLst>
                  <a:ext uri="{FF2B5EF4-FFF2-40B4-BE49-F238E27FC236}">
                    <a16:creationId xmlns:a16="http://schemas.microsoft.com/office/drawing/2014/main" id="{7B72FE59-00DA-AB4C-818F-65FE468FBE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20"/>
                <a:ext cx="593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grpSp>
            <p:nvGrpSpPr>
              <p:cNvPr id="328" name="Group 259">
                <a:extLst>
                  <a:ext uri="{FF2B5EF4-FFF2-40B4-BE49-F238E27FC236}">
                    <a16:creationId xmlns:a16="http://schemas.microsoft.com/office/drawing/2014/main" id="{09C06909-C34E-C94A-8C7D-0BFC94D6E03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349" name="AutoShape 260">
                  <a:extLst>
                    <a:ext uri="{FF2B5EF4-FFF2-40B4-BE49-F238E27FC236}">
                      <a16:creationId xmlns:a16="http://schemas.microsoft.com/office/drawing/2014/main" id="{7ED60691-FC99-B943-BE37-D6C97FF671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9"/>
                  <a:ext cx="721" cy="13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350" name="AutoShape 261">
                  <a:extLst>
                    <a:ext uri="{FF2B5EF4-FFF2-40B4-BE49-F238E27FC236}">
                      <a16:creationId xmlns:a16="http://schemas.microsoft.com/office/drawing/2014/main" id="{BBBF7CE5-2F2F-C240-89B7-6B006565DB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4"/>
                  <a:ext cx="687" cy="10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329" name="Rectangle 262">
                <a:extLst>
                  <a:ext uri="{FF2B5EF4-FFF2-40B4-BE49-F238E27FC236}">
                    <a16:creationId xmlns:a16="http://schemas.microsoft.com/office/drawing/2014/main" id="{E1859B99-BC2B-8445-9920-653550A398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9" y="1358"/>
                <a:ext cx="593" cy="4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30" name="Rectangle 263">
                <a:extLst>
                  <a:ext uri="{FF2B5EF4-FFF2-40B4-BE49-F238E27FC236}">
                    <a16:creationId xmlns:a16="http://schemas.microsoft.com/office/drawing/2014/main" id="{DC4E26D3-7125-8945-9746-2441735961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654"/>
                <a:ext cx="599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grpSp>
            <p:nvGrpSpPr>
              <p:cNvPr id="331" name="Group 264">
                <a:extLst>
                  <a:ext uri="{FF2B5EF4-FFF2-40B4-BE49-F238E27FC236}">
                    <a16:creationId xmlns:a16="http://schemas.microsoft.com/office/drawing/2014/main" id="{E6BAA1DE-AF76-6C44-833A-D07152C073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347" name="AutoShape 265">
                  <a:extLst>
                    <a:ext uri="{FF2B5EF4-FFF2-40B4-BE49-F238E27FC236}">
                      <a16:creationId xmlns:a16="http://schemas.microsoft.com/office/drawing/2014/main" id="{C5750C06-37B1-7942-BC63-5A0DFB73A5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70"/>
                  <a:ext cx="719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348" name="AutoShape 266">
                  <a:extLst>
                    <a:ext uri="{FF2B5EF4-FFF2-40B4-BE49-F238E27FC236}">
                      <a16:creationId xmlns:a16="http://schemas.microsoft.com/office/drawing/2014/main" id="{2FBF1907-BD45-434A-8B85-372B329D2C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8"/>
                  <a:ext cx="693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332" name="Freeform 267">
                <a:extLst>
                  <a:ext uri="{FF2B5EF4-FFF2-40B4-BE49-F238E27FC236}">
                    <a16:creationId xmlns:a16="http://schemas.microsoft.com/office/drawing/2014/main" id="{C3D05EC3-4DA7-F74C-B6F6-0918126C0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87 w 328"/>
                  <a:gd name="T3" fmla="*/ 42 h 226"/>
                  <a:gd name="T4" fmla="*/ 87 w 328"/>
                  <a:gd name="T5" fmla="*/ 75 h 226"/>
                  <a:gd name="T6" fmla="*/ 0 w 328"/>
                  <a:gd name="T7" fmla="*/ 3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333" name="Group 268">
                <a:extLst>
                  <a:ext uri="{FF2B5EF4-FFF2-40B4-BE49-F238E27FC236}">
                    <a16:creationId xmlns:a16="http://schemas.microsoft.com/office/drawing/2014/main" id="{5BF350AD-3646-0C41-87CF-18D04562FCE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345" name="AutoShape 269">
                  <a:extLst>
                    <a:ext uri="{FF2B5EF4-FFF2-40B4-BE49-F238E27FC236}">
                      <a16:creationId xmlns:a16="http://schemas.microsoft.com/office/drawing/2014/main" id="{E6FF77A3-8808-214A-B3F1-99756744193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70"/>
                  <a:ext cx="726" cy="13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346" name="AutoShape 270">
                  <a:extLst>
                    <a:ext uri="{FF2B5EF4-FFF2-40B4-BE49-F238E27FC236}">
                      <a16:creationId xmlns:a16="http://schemas.microsoft.com/office/drawing/2014/main" id="{DBA06383-D10B-7446-8AB5-80825280F50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5"/>
                  <a:ext cx="693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ZapfDingbats" charset="0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334" name="Rectangle 271">
                <a:extLst>
                  <a:ext uri="{FF2B5EF4-FFF2-40B4-BE49-F238E27FC236}">
                    <a16:creationId xmlns:a16="http://schemas.microsoft.com/office/drawing/2014/main" id="{075E3183-6A9A-F845-B994-D8A428ABB4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2" y="429"/>
                <a:ext cx="64" cy="2290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35" name="Freeform 272">
                <a:extLst>
                  <a:ext uri="{FF2B5EF4-FFF2-40B4-BE49-F238E27FC236}">
                    <a16:creationId xmlns:a16="http://schemas.microsoft.com/office/drawing/2014/main" id="{047D761C-70AD-CD4F-A747-381D74016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7 w 296"/>
                  <a:gd name="T3" fmla="*/ 47 h 256"/>
                  <a:gd name="T4" fmla="*/ 78 w 296"/>
                  <a:gd name="T5" fmla="*/ 85 h 256"/>
                  <a:gd name="T6" fmla="*/ 0 w 296"/>
                  <a:gd name="T7" fmla="*/ 3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6" name="Freeform 273">
                <a:extLst>
                  <a:ext uri="{FF2B5EF4-FFF2-40B4-BE49-F238E27FC236}">
                    <a16:creationId xmlns:a16="http://schemas.microsoft.com/office/drawing/2014/main" id="{8AE72908-FAF1-9C46-AA62-CED69F948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81 w 304"/>
                  <a:gd name="T3" fmla="*/ 55 h 288"/>
                  <a:gd name="T4" fmla="*/ 76 w 304"/>
                  <a:gd name="T5" fmla="*/ 97 h 288"/>
                  <a:gd name="T6" fmla="*/ 2 w 304"/>
                  <a:gd name="T7" fmla="*/ 42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7" name="Oval 274">
                <a:extLst>
                  <a:ext uri="{FF2B5EF4-FFF2-40B4-BE49-F238E27FC236}">
                    <a16:creationId xmlns:a16="http://schemas.microsoft.com/office/drawing/2014/main" id="{2E034F12-0D5A-AA43-BEB5-3FD391F736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7" y="2612"/>
                <a:ext cx="48" cy="97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38" name="Freeform 275">
                <a:extLst>
                  <a:ext uri="{FF2B5EF4-FFF2-40B4-BE49-F238E27FC236}">
                    <a16:creationId xmlns:a16="http://schemas.microsoft.com/office/drawing/2014/main" id="{028A5345-010B-C24D-B709-B8375E971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36 h 240"/>
                  <a:gd name="T2" fmla="*/ 2 w 306"/>
                  <a:gd name="T3" fmla="*/ 81 h 240"/>
                  <a:gd name="T4" fmla="*/ 81 w 306"/>
                  <a:gd name="T5" fmla="*/ 37 h 240"/>
                  <a:gd name="T6" fmla="*/ 78 w 306"/>
                  <a:gd name="T7" fmla="*/ 0 h 240"/>
                  <a:gd name="T8" fmla="*/ 0 w 306"/>
                  <a:gd name="T9" fmla="*/ 3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9" name="AutoShape 276">
                <a:extLst>
                  <a:ext uri="{FF2B5EF4-FFF2-40B4-BE49-F238E27FC236}">
                    <a16:creationId xmlns:a16="http://schemas.microsoft.com/office/drawing/2014/main" id="{F6EF7A89-3C93-8540-B2E3-A30599E7AA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80"/>
                <a:ext cx="1203" cy="145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40" name="AutoShape 277">
                <a:extLst>
                  <a:ext uri="{FF2B5EF4-FFF2-40B4-BE49-F238E27FC236}">
                    <a16:creationId xmlns:a16="http://schemas.microsoft.com/office/drawing/2014/main" id="{AE5883C3-8966-4941-AD3C-EECE6A8A6E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09"/>
                <a:ext cx="1075" cy="8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41" name="Oval 278">
                <a:extLst>
                  <a:ext uri="{FF2B5EF4-FFF2-40B4-BE49-F238E27FC236}">
                    <a16:creationId xmlns:a16="http://schemas.microsoft.com/office/drawing/2014/main" id="{8D05B60E-CC47-924E-9CC3-7D3C363DC0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80"/>
                <a:ext cx="159" cy="145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42" name="Oval 279">
                <a:extLst>
                  <a:ext uri="{FF2B5EF4-FFF2-40B4-BE49-F238E27FC236}">
                    <a16:creationId xmlns:a16="http://schemas.microsoft.com/office/drawing/2014/main" id="{02D38BA8-EE3B-314C-9EA1-24BC62A710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4" y="2385"/>
                <a:ext cx="164" cy="140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43" name="Oval 280">
                <a:extLst>
                  <a:ext uri="{FF2B5EF4-FFF2-40B4-BE49-F238E27FC236}">
                    <a16:creationId xmlns:a16="http://schemas.microsoft.com/office/drawing/2014/main" id="{7354E114-1700-274C-AD93-5D4A999682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2380"/>
                <a:ext cx="154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44" name="Rectangle 281">
                <a:extLst>
                  <a:ext uri="{FF2B5EF4-FFF2-40B4-BE49-F238E27FC236}">
                    <a16:creationId xmlns:a16="http://schemas.microsoft.com/office/drawing/2014/main" id="{D7FCC302-455F-0E42-A8A7-378C5B6CC7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1838"/>
                <a:ext cx="85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grpSp>
          <p:nvGrpSpPr>
            <p:cNvPr id="353" name="Group 352">
              <a:extLst>
                <a:ext uri="{FF2B5EF4-FFF2-40B4-BE49-F238E27FC236}">
                  <a16:creationId xmlns:a16="http://schemas.microsoft.com/office/drawing/2014/main" id="{BA41EE0A-FE82-9040-BD52-7DC1EB35BBFB}"/>
                </a:ext>
              </a:extLst>
            </p:cNvPr>
            <p:cNvGrpSpPr/>
            <p:nvPr/>
          </p:nvGrpSpPr>
          <p:grpSpPr>
            <a:xfrm>
              <a:off x="9343538" y="3332225"/>
              <a:ext cx="943482" cy="604263"/>
              <a:chOff x="7698509" y="2176725"/>
              <a:chExt cx="943482" cy="604263"/>
            </a:xfrm>
          </p:grpSpPr>
          <p:pic>
            <p:nvPicPr>
              <p:cNvPr id="354" name="Picture 353" descr="A picture containing monitor, television, screen, photo&#10;&#10;Description automatically generated">
                <a:extLst>
                  <a:ext uri="{FF2B5EF4-FFF2-40B4-BE49-F238E27FC236}">
                    <a16:creationId xmlns:a16="http://schemas.microsoft.com/office/drawing/2014/main" id="{441DFADE-BB1B-7C4C-8738-3FEA9FC7E26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744691" y="2449197"/>
                <a:ext cx="772609" cy="262519"/>
              </a:xfrm>
              <a:prstGeom prst="rect">
                <a:avLst/>
              </a:prstGeom>
            </p:spPr>
          </p:pic>
          <p:pic>
            <p:nvPicPr>
              <p:cNvPr id="355" name="Picture 354" descr="A picture containing monitor, television, screen, photo&#10;&#10;Description automatically generated">
                <a:extLst>
                  <a:ext uri="{FF2B5EF4-FFF2-40B4-BE49-F238E27FC236}">
                    <a16:creationId xmlns:a16="http://schemas.microsoft.com/office/drawing/2014/main" id="{A360817E-CEBE-5D4D-AAA5-1AA0E80B244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698509" y="2518469"/>
                <a:ext cx="772609" cy="262519"/>
              </a:xfrm>
              <a:prstGeom prst="rect">
                <a:avLst/>
              </a:prstGeom>
            </p:spPr>
          </p:pic>
          <p:pic>
            <p:nvPicPr>
              <p:cNvPr id="356" name="Picture 355" descr="A picture containing monitor, television, screen, photo&#10;&#10;Description automatically generated">
                <a:extLst>
                  <a:ext uri="{FF2B5EF4-FFF2-40B4-BE49-F238E27FC236}">
                    <a16:creationId xmlns:a16="http://schemas.microsoft.com/office/drawing/2014/main" id="{1B7D7E89-8D15-B14F-8ABE-F03063924DF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869382" y="2176725"/>
                <a:ext cx="772609" cy="262519"/>
              </a:xfrm>
              <a:prstGeom prst="rect">
                <a:avLst/>
              </a:prstGeom>
            </p:spPr>
          </p:pic>
          <p:sp>
            <p:nvSpPr>
              <p:cNvPr id="357" name="TextBox 356">
                <a:extLst>
                  <a:ext uri="{FF2B5EF4-FFF2-40B4-BE49-F238E27FC236}">
                    <a16:creationId xmlns:a16="http://schemas.microsoft.com/office/drawing/2014/main" id="{95A2DFAC-E2E9-BA4E-B877-0FDFCB8AFF96}"/>
                  </a:ext>
                </a:extLst>
              </p:cNvPr>
              <p:cNvSpPr txBox="1"/>
              <p:nvPr/>
            </p:nvSpPr>
            <p:spPr>
              <a:xfrm>
                <a:off x="8026400" y="2202874"/>
                <a:ext cx="357790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...</a:t>
                </a:r>
              </a:p>
            </p:txBody>
          </p:sp>
        </p:grpSp>
        <p:grpSp>
          <p:nvGrpSpPr>
            <p:cNvPr id="60" name="Group 2">
              <a:extLst>
                <a:ext uri="{FF2B5EF4-FFF2-40B4-BE49-F238E27FC236}">
                  <a16:creationId xmlns:a16="http://schemas.microsoft.com/office/drawing/2014/main" id="{DDFD13CE-95C2-3B46-BAA9-2442B7BBFB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418918" y="2387938"/>
              <a:ext cx="1331627" cy="1083147"/>
              <a:chOff x="1842724" y="2867233"/>
              <a:chExt cx="5649912" cy="3416300"/>
            </a:xfrm>
          </p:grpSpPr>
          <p:sp>
            <p:nvSpPr>
              <p:cNvPr id="161" name="AutoShape 99">
                <a:extLst>
                  <a:ext uri="{FF2B5EF4-FFF2-40B4-BE49-F238E27FC236}">
                    <a16:creationId xmlns:a16="http://schemas.microsoft.com/office/drawing/2014/main" id="{6A423CE6-3BBC-A441-B17F-E87432DB8A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2724" y="2867233"/>
                <a:ext cx="5649912" cy="768350"/>
              </a:xfrm>
              <a:prstGeom prst="triangle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62" name="Rectangle 87">
                <a:extLst>
                  <a:ext uri="{FF2B5EF4-FFF2-40B4-BE49-F238E27FC236}">
                    <a16:creationId xmlns:a16="http://schemas.microsoft.com/office/drawing/2014/main" id="{4285C26E-DA02-9648-A64A-514AEBD4FE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7699" y="3621296"/>
                <a:ext cx="4781550" cy="2662237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63" name="Group 349">
              <a:extLst>
                <a:ext uri="{FF2B5EF4-FFF2-40B4-BE49-F238E27FC236}">
                  <a16:creationId xmlns:a16="http://schemas.microsoft.com/office/drawing/2014/main" id="{D41C9560-ED4B-414F-8273-72B78F6B31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897863" y="2829271"/>
              <a:ext cx="427844" cy="454118"/>
              <a:chOff x="4437" y="1472"/>
              <a:chExt cx="427" cy="418"/>
            </a:xfrm>
          </p:grpSpPr>
          <p:sp>
            <p:nvSpPr>
              <p:cNvPr id="69" name="Rectangle 350">
                <a:extLst>
                  <a:ext uri="{FF2B5EF4-FFF2-40B4-BE49-F238E27FC236}">
                    <a16:creationId xmlns:a16="http://schemas.microsoft.com/office/drawing/2014/main" id="{E963C356-4AF2-0349-824A-1E49D132EE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3" y="1475"/>
                <a:ext cx="421" cy="361"/>
              </a:xfrm>
              <a:prstGeom prst="rect">
                <a:avLst/>
              </a:prstGeom>
              <a:gradFill rotWithShape="0">
                <a:gsLst>
                  <a:gs pos="0">
                    <a:srgbClr val="99CCFF">
                      <a:gamma/>
                      <a:shade val="46275"/>
                      <a:invGamma/>
                    </a:srgbClr>
                  </a:gs>
                  <a:gs pos="50000">
                    <a:srgbClr val="99CCFF"/>
                  </a:gs>
                  <a:gs pos="100000">
                    <a:srgbClr val="99CCFF">
                      <a:gamma/>
                      <a:shade val="46275"/>
                      <a:invGamma/>
                    </a:srgbClr>
                  </a:gs>
                </a:gsLst>
                <a:lin ang="5400000" scaled="1"/>
              </a:gradFill>
              <a:ln w="19050">
                <a:solidFill>
                  <a:srgbClr val="5F5F5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70" name="Rectangle 351">
                <a:extLst>
                  <a:ext uri="{FF2B5EF4-FFF2-40B4-BE49-F238E27FC236}">
                    <a16:creationId xmlns:a16="http://schemas.microsoft.com/office/drawing/2014/main" id="{40253B0C-2089-BD4A-9EFE-D60909E55D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7" y="1837"/>
                <a:ext cx="179" cy="23"/>
              </a:xfrm>
              <a:prstGeom prst="rect">
                <a:avLst/>
              </a:prstGeom>
              <a:solidFill>
                <a:srgbClr val="5F5F5F"/>
              </a:solidFill>
              <a:ln w="19050">
                <a:solidFill>
                  <a:srgbClr val="5F5F5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71" name="Rectangle 352">
                <a:extLst>
                  <a:ext uri="{FF2B5EF4-FFF2-40B4-BE49-F238E27FC236}">
                    <a16:creationId xmlns:a16="http://schemas.microsoft.com/office/drawing/2014/main" id="{53AC6590-6B2B-9143-AF1D-BB4636551A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2" y="1866"/>
                <a:ext cx="414" cy="24"/>
              </a:xfrm>
              <a:prstGeom prst="rect">
                <a:avLst/>
              </a:prstGeom>
              <a:solidFill>
                <a:schemeClr val="tx2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72" name="Rectangle 353">
                <a:extLst>
                  <a:ext uri="{FF2B5EF4-FFF2-40B4-BE49-F238E27FC236}">
                    <a16:creationId xmlns:a16="http://schemas.microsoft.com/office/drawing/2014/main" id="{E94F9AC9-0854-D042-AF8B-C87D4C9D75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7" y="1472"/>
                <a:ext cx="423" cy="356"/>
              </a:xfrm>
              <a:prstGeom prst="rect">
                <a:avLst/>
              </a:prstGeom>
              <a:noFill/>
              <a:ln w="19050">
                <a:solidFill>
                  <a:schemeClr val="accent2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cxnSp>
          <p:nvCxnSpPr>
            <p:cNvPr id="65" name="Straight Connector 45">
              <a:extLst>
                <a:ext uri="{FF2B5EF4-FFF2-40B4-BE49-F238E27FC236}">
                  <a16:creationId xmlns:a16="http://schemas.microsoft.com/office/drawing/2014/main" id="{95FF3D69-527D-104D-8467-DBBDF81195A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8593059" y="3030964"/>
              <a:ext cx="2202124" cy="0"/>
            </a:xfrm>
            <a:prstGeom prst="line">
              <a:avLst/>
            </a:prstGeom>
            <a:noFill/>
            <a:ln w="31750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67" name="TextBox 64">
              <a:extLst>
                <a:ext uri="{FF2B5EF4-FFF2-40B4-BE49-F238E27FC236}">
                  <a16:creationId xmlns:a16="http://schemas.microsoft.com/office/drawing/2014/main" id="{4A9C7B1D-9788-C24C-BE9F-0B7DEE6439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44758" y="3478691"/>
              <a:ext cx="483955" cy="2520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client</a:t>
              </a:r>
              <a:endParaRPr kumimoji="0" lang="en-US" altLang="en-US" sz="1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B1332400-C13A-1144-94EF-1249953DECAC}"/>
                </a:ext>
              </a:extLst>
            </p:cNvPr>
            <p:cNvSpPr/>
            <p:nvPr/>
          </p:nvSpPr>
          <p:spPr>
            <a:xfrm>
              <a:off x="9433447" y="2723465"/>
              <a:ext cx="1348576" cy="190774"/>
            </a:xfrm>
            <a:custGeom>
              <a:avLst/>
              <a:gdLst>
                <a:gd name="connsiteX0" fmla="*/ 0 w 1348576"/>
                <a:gd name="connsiteY0" fmla="*/ 0 h 190774"/>
                <a:gd name="connsiteX1" fmla="*/ 374970 w 1348576"/>
                <a:gd name="connsiteY1" fmla="*/ 190774 h 190774"/>
                <a:gd name="connsiteX2" fmla="*/ 1348576 w 1348576"/>
                <a:gd name="connsiteY2" fmla="*/ 190774 h 190774"/>
                <a:gd name="connsiteX3" fmla="*/ 1348576 w 1348576"/>
                <a:gd name="connsiteY3" fmla="*/ 177617 h 190774"/>
                <a:gd name="connsiteX0" fmla="*/ 0 w 1348576"/>
                <a:gd name="connsiteY0" fmla="*/ 0 h 190774"/>
                <a:gd name="connsiteX1" fmla="*/ 374970 w 1348576"/>
                <a:gd name="connsiteY1" fmla="*/ 190774 h 190774"/>
                <a:gd name="connsiteX2" fmla="*/ 1348576 w 1348576"/>
                <a:gd name="connsiteY2" fmla="*/ 190774 h 190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48576" h="190774">
                  <a:moveTo>
                    <a:pt x="0" y="0"/>
                  </a:moveTo>
                  <a:lnTo>
                    <a:pt x="374970" y="190774"/>
                  </a:lnTo>
                  <a:lnTo>
                    <a:pt x="1348576" y="190774"/>
                  </a:lnTo>
                </a:path>
              </a:pathLst>
            </a:custGeom>
            <a:noFill/>
            <a:ln w="31750">
              <a:solidFill>
                <a:srgbClr val="CD0000"/>
              </a:solidFill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41" name="Freeform 240">
              <a:extLst>
                <a:ext uri="{FF2B5EF4-FFF2-40B4-BE49-F238E27FC236}">
                  <a16:creationId xmlns:a16="http://schemas.microsoft.com/office/drawing/2014/main" id="{6A4AC1EA-45FB-014E-A65A-F10B6E8D2FCC}"/>
                </a:ext>
              </a:extLst>
            </p:cNvPr>
            <p:cNvSpPr/>
            <p:nvPr/>
          </p:nvSpPr>
          <p:spPr>
            <a:xfrm flipV="1">
              <a:off x="9441126" y="3152158"/>
              <a:ext cx="1348576" cy="190774"/>
            </a:xfrm>
            <a:custGeom>
              <a:avLst/>
              <a:gdLst>
                <a:gd name="connsiteX0" fmla="*/ 0 w 1348576"/>
                <a:gd name="connsiteY0" fmla="*/ 0 h 190774"/>
                <a:gd name="connsiteX1" fmla="*/ 374970 w 1348576"/>
                <a:gd name="connsiteY1" fmla="*/ 190774 h 190774"/>
                <a:gd name="connsiteX2" fmla="*/ 1348576 w 1348576"/>
                <a:gd name="connsiteY2" fmla="*/ 190774 h 190774"/>
                <a:gd name="connsiteX3" fmla="*/ 1348576 w 1348576"/>
                <a:gd name="connsiteY3" fmla="*/ 177617 h 190774"/>
                <a:gd name="connsiteX0" fmla="*/ 0 w 1348576"/>
                <a:gd name="connsiteY0" fmla="*/ 0 h 190774"/>
                <a:gd name="connsiteX1" fmla="*/ 374970 w 1348576"/>
                <a:gd name="connsiteY1" fmla="*/ 190774 h 190774"/>
                <a:gd name="connsiteX2" fmla="*/ 1348576 w 1348576"/>
                <a:gd name="connsiteY2" fmla="*/ 190774 h 190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48576" h="190774">
                  <a:moveTo>
                    <a:pt x="0" y="0"/>
                  </a:moveTo>
                  <a:lnTo>
                    <a:pt x="374970" y="190774"/>
                  </a:lnTo>
                  <a:lnTo>
                    <a:pt x="1348576" y="190774"/>
                  </a:lnTo>
                </a:path>
              </a:pathLst>
            </a:custGeom>
            <a:noFill/>
            <a:ln w="31750">
              <a:solidFill>
                <a:srgbClr val="CD0000"/>
              </a:solidFill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A8A41415-2E09-914F-B249-353A26FD167B}"/>
                </a:ext>
              </a:extLst>
            </p:cNvPr>
            <p:cNvGrpSpPr/>
            <p:nvPr/>
          </p:nvGrpSpPr>
          <p:grpSpPr>
            <a:xfrm>
              <a:off x="10236017" y="2762935"/>
              <a:ext cx="351378" cy="523220"/>
              <a:chOff x="10485997" y="1295948"/>
              <a:chExt cx="351378" cy="523220"/>
            </a:xfrm>
          </p:grpSpPr>
          <p:sp>
            <p:nvSpPr>
              <p:cNvPr id="9" name="Oval 8">
                <a:extLst>
                  <a:ext uri="{FF2B5EF4-FFF2-40B4-BE49-F238E27FC236}">
                    <a16:creationId xmlns:a16="http://schemas.microsoft.com/office/drawing/2014/main" id="{E52F97C2-D322-E045-9AB6-784F8D7F9529}"/>
                  </a:ext>
                </a:extLst>
              </p:cNvPr>
              <p:cNvSpPr/>
              <p:nvPr/>
            </p:nvSpPr>
            <p:spPr>
              <a:xfrm>
                <a:off x="10492576" y="1381467"/>
                <a:ext cx="342078" cy="342078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rgbClr val="CD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F7B7AA05-43E1-2749-8D01-6881B6C88DEB}"/>
                  </a:ext>
                </a:extLst>
              </p:cNvPr>
              <p:cNvSpPr txBox="1"/>
              <p:nvPr/>
            </p:nvSpPr>
            <p:spPr>
              <a:xfrm>
                <a:off x="10485997" y="1295948"/>
                <a:ext cx="351378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D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?</a:t>
                </a:r>
              </a:p>
            </p:txBody>
          </p:sp>
        </p:grpSp>
      </p:grpSp>
      <p:pic>
        <p:nvPicPr>
          <p:cNvPr id="12" name="Picture 11" descr="A drawing of a brain, showing intelligence at the client side">
            <a:extLst>
              <a:ext uri="{FF2B5EF4-FFF2-40B4-BE49-F238E27FC236}">
                <a16:creationId xmlns:a16="http://schemas.microsoft.com/office/drawing/2014/main" id="{F6886CA6-4288-E842-A0EC-EBA7EC3D93D5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002982" y="1738745"/>
            <a:ext cx="2003136" cy="160250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36656056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Content distribution </a:t>
            </a:r>
            <a:r>
              <a:rPr lang="en-US" altLang="en-US" dirty="0">
                <a:ea typeface="ＭＳ Ｐゴシック" panose="020B0600070205080204" pitchFamily="34" charset="-128"/>
              </a:rPr>
              <a:t>n</a:t>
            </a:r>
            <a:r>
              <a:rPr lang="en-US" altLang="en-US" sz="4400" dirty="0">
                <a:ea typeface="ＭＳ Ｐゴシック" panose="020B0600070205080204" pitchFamily="34" charset="-128"/>
              </a:rPr>
              <a:t>etworks (CDNs)</a:t>
            </a:r>
          </a:p>
        </p:txBody>
      </p:sp>
      <p:sp>
        <p:nvSpPr>
          <p:cNvPr id="59" name="Rectangle 3">
            <a:extLst>
              <a:ext uri="{FF2B5EF4-FFF2-40B4-BE49-F238E27FC236}">
                <a16:creationId xmlns:a16="http://schemas.microsoft.com/office/drawing/2014/main" id="{A251E4DB-D295-254B-882D-9EE91FD48D8F}"/>
              </a:ext>
            </a:extLst>
          </p:cNvPr>
          <p:cNvSpPr txBox="1">
            <a:spLocks noChangeArrowheads="1"/>
          </p:cNvSpPr>
          <p:nvPr/>
        </p:nvSpPr>
        <p:spPr>
          <a:xfrm>
            <a:off x="1013029" y="1454599"/>
            <a:ext cx="10515599" cy="505301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challenge: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how to stream content (selected from millions of videos) to hundreds of thousands of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simultaneous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users?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8044D9F7-CD89-AB45-B6F9-16C59524F86C}"/>
              </a:ext>
            </a:extLst>
          </p:cNvPr>
          <p:cNvSpPr txBox="1">
            <a:spLocks noChangeArrowheads="1"/>
          </p:cNvSpPr>
          <p:nvPr/>
        </p:nvSpPr>
        <p:spPr>
          <a:xfrm>
            <a:off x="1010693" y="2685802"/>
            <a:ext cx="9800742" cy="3177116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None/>
              <a:tabLst/>
              <a:defRPr/>
            </a:pPr>
            <a:r>
              <a:rPr lang="en-US" altLang="en-US" sz="3500" i="1" dirty="0">
                <a:solidFill>
                  <a:srgbClr val="CC0000"/>
                </a:solidFill>
                <a:latin typeface="Calibri" panose="020F0502020204030204"/>
                <a:ea typeface="ＭＳ Ｐゴシック" panose="020B0600070205080204" pitchFamily="34" charset="-128"/>
              </a:rPr>
              <a:t>O</a:t>
            </a:r>
            <a:r>
              <a:rPr kumimoji="0" lang="en-US" altLang="en-US" sz="3500" b="0" i="1" u="none" strike="noStrike" kern="1200" cap="none" spc="0" normalizeH="0" baseline="0" noProof="0" dirty="0" err="1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ption</a:t>
            </a:r>
            <a:r>
              <a:rPr kumimoji="0" lang="en-US" altLang="en-US" sz="35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1: </a:t>
            </a:r>
            <a:r>
              <a:rPr kumimoji="0" lang="en-US" altLang="en-US" sz="3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single, large “mega-server”</a:t>
            </a:r>
          </a:p>
          <a:p>
            <a:pPr marL="338138" indent="-223838"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/>
            </a:pPr>
            <a:r>
              <a:rPr kumimoji="0" lang="en-US" altLang="en-US" sz="3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single point of failure</a:t>
            </a:r>
          </a:p>
          <a:p>
            <a:pPr marL="338138" indent="-223838"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/>
            </a:pPr>
            <a:r>
              <a:rPr kumimoji="0" lang="en-US" altLang="en-US" sz="3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point of network congestion</a:t>
            </a:r>
          </a:p>
          <a:p>
            <a:pPr marL="338138" indent="-223838"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/>
            </a:pPr>
            <a:r>
              <a:rPr kumimoji="0" lang="en-US" altLang="en-US" sz="3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long (and possibly congested) path to distant clients</a:t>
            </a:r>
          </a:p>
          <a:p>
            <a:pPr marL="904875" lvl="2" indent="0">
              <a:buClr>
                <a:srgbClr val="0000A8"/>
              </a:buClr>
              <a:buNone/>
              <a:defRPr/>
            </a:pPr>
            <a:endParaRPr kumimoji="0" lang="en-US" altLang="en-US" sz="35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0" indent="0">
              <a:buNone/>
              <a:defRPr/>
            </a:pPr>
            <a:r>
              <a:rPr kumimoji="0" lang="en-US" altLang="en-US" sz="3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…. this solution </a:t>
            </a:r>
            <a:r>
              <a:rPr kumimoji="0" lang="en-US" altLang="en-US" sz="3500" b="0" i="1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doesn</a:t>
            </a:r>
            <a:r>
              <a:rPr kumimoji="0" lang="fr-FR" altLang="en-US" sz="35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’</a:t>
            </a:r>
            <a:r>
              <a:rPr kumimoji="0" lang="en-US" altLang="ja-JP" sz="35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 scale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67169451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Content distribution </a:t>
            </a:r>
            <a:r>
              <a:rPr lang="en-US" altLang="en-US" dirty="0">
                <a:ea typeface="ＭＳ Ｐゴシック" panose="020B0600070205080204" pitchFamily="34" charset="-128"/>
              </a:rPr>
              <a:t>n</a:t>
            </a:r>
            <a:r>
              <a:rPr lang="en-US" altLang="en-US" sz="4400" dirty="0">
                <a:ea typeface="ＭＳ Ｐゴシック" panose="020B0600070205080204" pitchFamily="34" charset="-128"/>
              </a:rPr>
              <a:t>etworks (CDNs)</a:t>
            </a:r>
          </a:p>
        </p:txBody>
      </p:sp>
      <p:sp>
        <p:nvSpPr>
          <p:cNvPr id="59" name="Rectangle 3">
            <a:extLst>
              <a:ext uri="{FF2B5EF4-FFF2-40B4-BE49-F238E27FC236}">
                <a16:creationId xmlns:a16="http://schemas.microsoft.com/office/drawing/2014/main" id="{A251E4DB-D295-254B-882D-9EE91FD48D8F}"/>
              </a:ext>
            </a:extLst>
          </p:cNvPr>
          <p:cNvSpPr txBox="1">
            <a:spLocks noChangeArrowheads="1"/>
          </p:cNvSpPr>
          <p:nvPr/>
        </p:nvSpPr>
        <p:spPr>
          <a:xfrm>
            <a:off x="1013029" y="1454599"/>
            <a:ext cx="10515599" cy="535361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challenge: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how to stream content (selected from millions of videos) to hundreds of thousands of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simultaneous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users?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D76CBC50-4E28-E24C-84D3-3E63230986B4}"/>
              </a:ext>
            </a:extLst>
          </p:cNvPr>
          <p:cNvSpPr txBox="1">
            <a:spLocks noChangeArrowheads="1"/>
          </p:cNvSpPr>
          <p:nvPr/>
        </p:nvSpPr>
        <p:spPr>
          <a:xfrm>
            <a:off x="804333" y="3569967"/>
            <a:ext cx="10027722" cy="2922908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2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31775"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enter deep: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push CDN servers deep into many access networks </a:t>
            </a:r>
          </a:p>
          <a:p>
            <a:pPr lvl="1" indent="-228600">
              <a:spcBef>
                <a:spcPts val="0"/>
              </a:spcBef>
              <a:buClrTx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close to users</a:t>
            </a:r>
          </a:p>
          <a:p>
            <a:pPr lvl="1" indent="-228600">
              <a:spcBef>
                <a:spcPts val="0"/>
              </a:spcBef>
              <a:buClrTx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Akamai: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240,000 servers deployed </a:t>
            </a:r>
          </a:p>
          <a:p>
            <a:pPr marL="466725" lvl="1" indent="0">
              <a:spcBef>
                <a:spcPts val="0"/>
              </a:spcBef>
              <a:buClrTx/>
              <a:buNone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in &gt; 120 countries (2015)</a:t>
            </a:r>
          </a:p>
          <a:p>
            <a:pPr indent="-231775"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bring home: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smaller number (10’s) of larger clusters in POPs near access nets</a:t>
            </a:r>
          </a:p>
          <a:p>
            <a:pPr lvl="1" indent="-228600">
              <a:buClrTx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used by Limelight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914400" marR="0" lvl="2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" name="Rectangle 3">
            <a:extLst>
              <a:ext uri="{FF2B5EF4-FFF2-40B4-BE49-F238E27FC236}">
                <a16:creationId xmlns:a16="http://schemas.microsoft.com/office/drawing/2014/main" id="{6D604A88-D269-3D45-A9EC-60CC071F92E6}"/>
              </a:ext>
            </a:extLst>
          </p:cNvPr>
          <p:cNvSpPr txBox="1">
            <a:spLocks noChangeArrowheads="1"/>
          </p:cNvSpPr>
          <p:nvPr/>
        </p:nvSpPr>
        <p:spPr>
          <a:xfrm>
            <a:off x="976811" y="2027274"/>
            <a:ext cx="10515599" cy="156897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None/>
              <a:tabLst/>
              <a:defRPr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/>
                <a:ea typeface="ＭＳ Ｐゴシック" panose="020B0600070205080204" pitchFamily="34" charset="-128"/>
              </a:rPr>
              <a:t>O</a:t>
            </a:r>
            <a:r>
              <a:rPr kumimoji="0" lang="en-US" altLang="en-US" sz="3200" b="0" i="1" u="none" strike="noStrike" kern="1200" cap="none" spc="0" normalizeH="0" baseline="0" noProof="0" dirty="0" err="1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ption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2: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store/serve multiple copies of videos at multiple geographically distributed sites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(CDN)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73698865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 13">
            <a:extLst>
              <a:ext uri="{FF2B5EF4-FFF2-40B4-BE49-F238E27FC236}">
                <a16:creationId xmlns:a16="http://schemas.microsoft.com/office/drawing/2014/main" id="{05CB5D98-8FAE-8041-ADCD-FC2907B3D45D}"/>
              </a:ext>
            </a:extLst>
          </p:cNvPr>
          <p:cNvGrpSpPr>
            <a:grpSpLocks/>
          </p:cNvGrpSpPr>
          <p:nvPr/>
        </p:nvGrpSpPr>
        <p:grpSpPr bwMode="auto">
          <a:xfrm>
            <a:off x="3201988" y="3854450"/>
            <a:ext cx="347662" cy="681038"/>
            <a:chOff x="7923189" y="2486664"/>
            <a:chExt cx="360377" cy="884585"/>
          </a:xfrm>
        </p:grpSpPr>
        <p:pic>
          <p:nvPicPr>
            <p:cNvPr id="212606" name="Picture 3">
              <a:extLst>
                <a:ext uri="{FF2B5EF4-FFF2-40B4-BE49-F238E27FC236}">
                  <a16:creationId xmlns:a16="http://schemas.microsoft.com/office/drawing/2014/main" id="{93B880F3-6ED0-DC49-91FB-DD77B9BC3A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607" name="Group 950">
              <a:extLst>
                <a:ext uri="{FF2B5EF4-FFF2-40B4-BE49-F238E27FC236}">
                  <a16:creationId xmlns:a16="http://schemas.microsoft.com/office/drawing/2014/main" id="{63E65803-F64E-964C-BB0E-AC02BE2652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608" name="Freeform 951">
                <a:extLst>
                  <a:ext uri="{FF2B5EF4-FFF2-40B4-BE49-F238E27FC236}">
                    <a16:creationId xmlns:a16="http://schemas.microsoft.com/office/drawing/2014/main" id="{CFF7ED6D-0989-344B-AE4C-20DA03C91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09" name="Rectangle 952">
                <a:extLst>
                  <a:ext uri="{FF2B5EF4-FFF2-40B4-BE49-F238E27FC236}">
                    <a16:creationId xmlns:a16="http://schemas.microsoft.com/office/drawing/2014/main" id="{941BE1AF-5E27-B647-BA9C-B3EE5B9C11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10" name="Freeform 953">
                <a:extLst>
                  <a:ext uri="{FF2B5EF4-FFF2-40B4-BE49-F238E27FC236}">
                    <a16:creationId xmlns:a16="http://schemas.microsoft.com/office/drawing/2014/main" id="{50AD6637-E4A0-0942-BBC1-F02D41C1E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11" name="Freeform 954">
                <a:extLst>
                  <a:ext uri="{FF2B5EF4-FFF2-40B4-BE49-F238E27FC236}">
                    <a16:creationId xmlns:a16="http://schemas.microsoft.com/office/drawing/2014/main" id="{67DBE244-4946-4D42-BC84-2F3267DF9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12" name="Rectangle 955">
                <a:extLst>
                  <a:ext uri="{FF2B5EF4-FFF2-40B4-BE49-F238E27FC236}">
                    <a16:creationId xmlns:a16="http://schemas.microsoft.com/office/drawing/2014/main" id="{DD82E102-0A0D-0346-8F3B-B698E52017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613" name="Group 956">
                <a:extLst>
                  <a:ext uri="{FF2B5EF4-FFF2-40B4-BE49-F238E27FC236}">
                    <a16:creationId xmlns:a16="http://schemas.microsoft.com/office/drawing/2014/main" id="{80F347B8-7A32-C349-B708-CA539685CF1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638" name="AutoShape 957">
                  <a:extLst>
                    <a:ext uri="{FF2B5EF4-FFF2-40B4-BE49-F238E27FC236}">
                      <a16:creationId xmlns:a16="http://schemas.microsoft.com/office/drawing/2014/main" id="{6EBE3CF4-E2AE-F04F-8673-94548E00661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639" name="AutoShape 958">
                  <a:extLst>
                    <a:ext uri="{FF2B5EF4-FFF2-40B4-BE49-F238E27FC236}">
                      <a16:creationId xmlns:a16="http://schemas.microsoft.com/office/drawing/2014/main" id="{C6074E49-AF32-2D40-A2B2-E8FFE4B088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614" name="Rectangle 959">
                <a:extLst>
                  <a:ext uri="{FF2B5EF4-FFF2-40B4-BE49-F238E27FC236}">
                    <a16:creationId xmlns:a16="http://schemas.microsoft.com/office/drawing/2014/main" id="{8666B075-7D41-A948-B062-3213757512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615" name="Group 960">
                <a:extLst>
                  <a:ext uri="{FF2B5EF4-FFF2-40B4-BE49-F238E27FC236}">
                    <a16:creationId xmlns:a16="http://schemas.microsoft.com/office/drawing/2014/main" id="{85FAAB2E-96E2-C24D-A075-A1108BD297D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636" name="AutoShape 961">
                  <a:extLst>
                    <a:ext uri="{FF2B5EF4-FFF2-40B4-BE49-F238E27FC236}">
                      <a16:creationId xmlns:a16="http://schemas.microsoft.com/office/drawing/2014/main" id="{CF9C08E5-68D5-1F42-B433-F7983B2613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637" name="AutoShape 962">
                  <a:extLst>
                    <a:ext uri="{FF2B5EF4-FFF2-40B4-BE49-F238E27FC236}">
                      <a16:creationId xmlns:a16="http://schemas.microsoft.com/office/drawing/2014/main" id="{F8BBFFC8-9C86-1A4E-8626-6114E9D618F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616" name="Rectangle 963">
                <a:extLst>
                  <a:ext uri="{FF2B5EF4-FFF2-40B4-BE49-F238E27FC236}">
                    <a16:creationId xmlns:a16="http://schemas.microsoft.com/office/drawing/2014/main" id="{5E1DE06F-7558-B246-BCD0-52A050D140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17" name="Rectangle 964">
                <a:extLst>
                  <a:ext uri="{FF2B5EF4-FFF2-40B4-BE49-F238E27FC236}">
                    <a16:creationId xmlns:a16="http://schemas.microsoft.com/office/drawing/2014/main" id="{70D6CE1F-E113-5D41-9A3A-2842A6254A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618" name="Group 965">
                <a:extLst>
                  <a:ext uri="{FF2B5EF4-FFF2-40B4-BE49-F238E27FC236}">
                    <a16:creationId xmlns:a16="http://schemas.microsoft.com/office/drawing/2014/main" id="{B90C6F47-1D9F-4348-84E4-01F62A019C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634" name="AutoShape 966">
                  <a:extLst>
                    <a:ext uri="{FF2B5EF4-FFF2-40B4-BE49-F238E27FC236}">
                      <a16:creationId xmlns:a16="http://schemas.microsoft.com/office/drawing/2014/main" id="{CB10DABD-7546-744C-A06D-EA9FF9EC1BD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635" name="AutoShape 967">
                  <a:extLst>
                    <a:ext uri="{FF2B5EF4-FFF2-40B4-BE49-F238E27FC236}">
                      <a16:creationId xmlns:a16="http://schemas.microsoft.com/office/drawing/2014/main" id="{ADB1BD53-ABF1-5942-A55A-B9B4B99243D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619" name="Freeform 968">
                <a:extLst>
                  <a:ext uri="{FF2B5EF4-FFF2-40B4-BE49-F238E27FC236}">
                    <a16:creationId xmlns:a16="http://schemas.microsoft.com/office/drawing/2014/main" id="{07D342AA-4A74-8945-B203-9C7B67381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620" name="Group 969">
                <a:extLst>
                  <a:ext uri="{FF2B5EF4-FFF2-40B4-BE49-F238E27FC236}">
                    <a16:creationId xmlns:a16="http://schemas.microsoft.com/office/drawing/2014/main" id="{955A2A18-772E-8E43-8ACE-484F7BC123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632" name="AutoShape 970">
                  <a:extLst>
                    <a:ext uri="{FF2B5EF4-FFF2-40B4-BE49-F238E27FC236}">
                      <a16:creationId xmlns:a16="http://schemas.microsoft.com/office/drawing/2014/main" id="{C7944BB8-BC67-7C4A-9AB3-D92740B9D8E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633" name="AutoShape 971">
                  <a:extLst>
                    <a:ext uri="{FF2B5EF4-FFF2-40B4-BE49-F238E27FC236}">
                      <a16:creationId xmlns:a16="http://schemas.microsoft.com/office/drawing/2014/main" id="{BE6BAF4F-AD6E-AE4A-B3D9-D9F40D477A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621" name="Rectangle 972">
                <a:extLst>
                  <a:ext uri="{FF2B5EF4-FFF2-40B4-BE49-F238E27FC236}">
                    <a16:creationId xmlns:a16="http://schemas.microsoft.com/office/drawing/2014/main" id="{8DAB0AD2-2D0C-3148-8CDF-1DFB5C045D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22" name="Freeform 973">
                <a:extLst>
                  <a:ext uri="{FF2B5EF4-FFF2-40B4-BE49-F238E27FC236}">
                    <a16:creationId xmlns:a16="http://schemas.microsoft.com/office/drawing/2014/main" id="{C6389979-2F5F-0E4F-89BF-9B568B356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23" name="Freeform 974">
                <a:extLst>
                  <a:ext uri="{FF2B5EF4-FFF2-40B4-BE49-F238E27FC236}">
                    <a16:creationId xmlns:a16="http://schemas.microsoft.com/office/drawing/2014/main" id="{A9138F55-45C7-8F49-A5F3-298032172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24" name="Oval 975">
                <a:extLst>
                  <a:ext uri="{FF2B5EF4-FFF2-40B4-BE49-F238E27FC236}">
                    <a16:creationId xmlns:a16="http://schemas.microsoft.com/office/drawing/2014/main" id="{C60910A5-106D-AF44-BC6D-021AA9E6ED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25" name="Freeform 976">
                <a:extLst>
                  <a:ext uri="{FF2B5EF4-FFF2-40B4-BE49-F238E27FC236}">
                    <a16:creationId xmlns:a16="http://schemas.microsoft.com/office/drawing/2014/main" id="{59E65F19-263A-0640-A0A4-99E16179E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26" name="AutoShape 977">
                <a:extLst>
                  <a:ext uri="{FF2B5EF4-FFF2-40B4-BE49-F238E27FC236}">
                    <a16:creationId xmlns:a16="http://schemas.microsoft.com/office/drawing/2014/main" id="{B4E70DA1-717F-6346-B36E-32B32E690E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27" name="AutoShape 978">
                <a:extLst>
                  <a:ext uri="{FF2B5EF4-FFF2-40B4-BE49-F238E27FC236}">
                    <a16:creationId xmlns:a16="http://schemas.microsoft.com/office/drawing/2014/main" id="{3C9B3FC7-307A-C04C-8110-86E6D54B78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28" name="Oval 979">
                <a:extLst>
                  <a:ext uri="{FF2B5EF4-FFF2-40B4-BE49-F238E27FC236}">
                    <a16:creationId xmlns:a16="http://schemas.microsoft.com/office/drawing/2014/main" id="{D4E099B1-3CFA-E643-AEA7-8E5FA2C22A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29" name="Oval 980">
                <a:extLst>
                  <a:ext uri="{FF2B5EF4-FFF2-40B4-BE49-F238E27FC236}">
                    <a16:creationId xmlns:a16="http://schemas.microsoft.com/office/drawing/2014/main" id="{DEFBEEB8-6061-8B44-B42A-26E9E262F6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30" name="Oval 981">
                <a:extLst>
                  <a:ext uri="{FF2B5EF4-FFF2-40B4-BE49-F238E27FC236}">
                    <a16:creationId xmlns:a16="http://schemas.microsoft.com/office/drawing/2014/main" id="{181687A3-7F73-B845-B099-940B8BF5E3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31" name="Rectangle 982">
                <a:extLst>
                  <a:ext uri="{FF2B5EF4-FFF2-40B4-BE49-F238E27FC236}">
                    <a16:creationId xmlns:a16="http://schemas.microsoft.com/office/drawing/2014/main" id="{4172238F-B7EC-A349-8B4B-54B820A7C2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211972" name="Group 485">
            <a:extLst>
              <a:ext uri="{FF2B5EF4-FFF2-40B4-BE49-F238E27FC236}">
                <a16:creationId xmlns:a16="http://schemas.microsoft.com/office/drawing/2014/main" id="{7FD56F01-D99A-C54E-BADA-142C8FA4142A}"/>
              </a:ext>
            </a:extLst>
          </p:cNvPr>
          <p:cNvGrpSpPr>
            <a:grpSpLocks/>
          </p:cNvGrpSpPr>
          <p:nvPr/>
        </p:nvGrpSpPr>
        <p:grpSpPr bwMode="auto">
          <a:xfrm>
            <a:off x="2644455" y="3773226"/>
            <a:ext cx="7044059" cy="2764362"/>
            <a:chOff x="399121" y="1433583"/>
            <a:chExt cx="8437850" cy="5258268"/>
          </a:xfrm>
        </p:grpSpPr>
        <p:sp>
          <p:nvSpPr>
            <p:cNvPr id="212306" name="Freeform 84">
              <a:extLst>
                <a:ext uri="{FF2B5EF4-FFF2-40B4-BE49-F238E27FC236}">
                  <a16:creationId xmlns:a16="http://schemas.microsoft.com/office/drawing/2014/main" id="{5B25B412-8CCF-6E45-90E6-042E50284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539" y="2241382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07" name="Freeform 84">
              <a:extLst>
                <a:ext uri="{FF2B5EF4-FFF2-40B4-BE49-F238E27FC236}">
                  <a16:creationId xmlns:a16="http://schemas.microsoft.com/office/drawing/2014/main" id="{6C24F7A6-9392-1A46-841F-34C36E8A2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683" y="3041420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08" name="Freeform 84">
              <a:extLst>
                <a:ext uri="{FF2B5EF4-FFF2-40B4-BE49-F238E27FC236}">
                  <a16:creationId xmlns:a16="http://schemas.microsoft.com/office/drawing/2014/main" id="{21137469-6038-DB4E-A0AA-0241DA206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4646" y="2495362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09" name="Freeform 84">
              <a:extLst>
                <a:ext uri="{FF2B5EF4-FFF2-40B4-BE49-F238E27FC236}">
                  <a16:creationId xmlns:a16="http://schemas.microsoft.com/office/drawing/2014/main" id="{95144D54-2789-AA43-A3BF-D8E54A59D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260" y="5352642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0" name="Freeform 84">
              <a:extLst>
                <a:ext uri="{FF2B5EF4-FFF2-40B4-BE49-F238E27FC236}">
                  <a16:creationId xmlns:a16="http://schemas.microsoft.com/office/drawing/2014/main" id="{7712001E-BBEF-5F4C-B5A1-80E20C76B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104" y="4730390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1" name="Freeform 84">
              <a:extLst>
                <a:ext uri="{FF2B5EF4-FFF2-40B4-BE49-F238E27FC236}">
                  <a16:creationId xmlns:a16="http://schemas.microsoft.com/office/drawing/2014/main" id="{5A658EE5-8AEE-1244-AEC6-E8A90304A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473" y="4070041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2" name="Freeform 84">
              <a:extLst>
                <a:ext uri="{FF2B5EF4-FFF2-40B4-BE49-F238E27FC236}">
                  <a16:creationId xmlns:a16="http://schemas.microsoft.com/office/drawing/2014/main" id="{AE82A2B8-7FBA-7544-8664-9B7685403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4047" y="2927129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3" name="Freeform 84">
              <a:extLst>
                <a:ext uri="{FF2B5EF4-FFF2-40B4-BE49-F238E27FC236}">
                  <a16:creationId xmlns:a16="http://schemas.microsoft.com/office/drawing/2014/main" id="{51E69F33-32F0-A141-89E8-3BB975856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955" y="2000100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4" name="Freeform 84">
              <a:extLst>
                <a:ext uri="{FF2B5EF4-FFF2-40B4-BE49-F238E27FC236}">
                  <a16:creationId xmlns:a16="http://schemas.microsoft.com/office/drawing/2014/main" id="{A1B980C1-30C9-3D46-AD9F-F49314DC0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735" y="2647751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5" name="Freeform 84">
              <a:extLst>
                <a:ext uri="{FF2B5EF4-FFF2-40B4-BE49-F238E27FC236}">
                  <a16:creationId xmlns:a16="http://schemas.microsoft.com/office/drawing/2014/main" id="{64ADF263-5177-6243-8427-FD946E4F7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0478" y="1974702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6" name="Freeform 84">
              <a:extLst>
                <a:ext uri="{FF2B5EF4-FFF2-40B4-BE49-F238E27FC236}">
                  <a16:creationId xmlns:a16="http://schemas.microsoft.com/office/drawing/2014/main" id="{8DAEAF03-797C-6A49-A948-2C18D04B0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1590" y="5606623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7" name="Freeform 84">
              <a:extLst>
                <a:ext uri="{FF2B5EF4-FFF2-40B4-BE49-F238E27FC236}">
                  <a16:creationId xmlns:a16="http://schemas.microsoft.com/office/drawing/2014/main" id="{3F2175B4-EBB0-BD4A-8B5D-6585D56B3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9903" y="4958973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8" name="Freeform 84">
              <a:extLst>
                <a:ext uri="{FF2B5EF4-FFF2-40B4-BE49-F238E27FC236}">
                  <a16:creationId xmlns:a16="http://schemas.microsoft.com/office/drawing/2014/main" id="{421ACAA6-05EC-7E46-A062-4CB9911C4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272" y="4044643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9" name="Freeform 84">
              <a:extLst>
                <a:ext uri="{FF2B5EF4-FFF2-40B4-BE49-F238E27FC236}">
                  <a16:creationId xmlns:a16="http://schemas.microsoft.com/office/drawing/2014/main" id="{A5F0FAE4-AE20-7745-984A-C9A2F19C8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6089" y="5847904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20" name="Freeform 84">
              <a:extLst>
                <a:ext uri="{FF2B5EF4-FFF2-40B4-BE49-F238E27FC236}">
                  <a16:creationId xmlns:a16="http://schemas.microsoft.com/office/drawing/2014/main" id="{F1306984-B2C0-634F-B53A-1F62E1A8E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566" y="5987593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21" name="Freeform 84">
              <a:extLst>
                <a:ext uri="{FF2B5EF4-FFF2-40B4-BE49-F238E27FC236}">
                  <a16:creationId xmlns:a16="http://schemas.microsoft.com/office/drawing/2014/main" id="{06334E65-5FB7-8645-84B2-14655241B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202" y="5835205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22" name="TextBox 4">
              <a:extLst>
                <a:ext uri="{FF2B5EF4-FFF2-40B4-BE49-F238E27FC236}">
                  <a16:creationId xmlns:a16="http://schemas.microsoft.com/office/drawing/2014/main" id="{68F6A953-C774-D140-BF5F-03B7AE5669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307360">
              <a:off x="5241475" y="1433583"/>
              <a:ext cx="651327" cy="995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…</a:t>
              </a:r>
            </a:p>
          </p:txBody>
        </p:sp>
        <p:sp>
          <p:nvSpPr>
            <p:cNvPr id="212323" name="TextBox 179">
              <a:extLst>
                <a:ext uri="{FF2B5EF4-FFF2-40B4-BE49-F238E27FC236}">
                  <a16:creationId xmlns:a16="http://schemas.microsoft.com/office/drawing/2014/main" id="{67D4903A-9B4E-E042-88F2-C9DCB59FA1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390643" y="3033433"/>
              <a:ext cx="1034280" cy="6267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…</a:t>
              </a:r>
            </a:p>
          </p:txBody>
        </p:sp>
        <p:sp>
          <p:nvSpPr>
            <p:cNvPr id="212324" name="TextBox 180">
              <a:extLst>
                <a:ext uri="{FF2B5EF4-FFF2-40B4-BE49-F238E27FC236}">
                  <a16:creationId xmlns:a16="http://schemas.microsoft.com/office/drawing/2014/main" id="{2CE764A2-A3E7-4F41-B73B-A36B8CE5E8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341242" y="5649524"/>
              <a:ext cx="651327" cy="995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…</a:t>
              </a:r>
            </a:p>
          </p:txBody>
        </p:sp>
        <p:sp>
          <p:nvSpPr>
            <p:cNvPr id="212325" name="TextBox 181">
              <a:extLst>
                <a:ext uri="{FF2B5EF4-FFF2-40B4-BE49-F238E27FC236}">
                  <a16:creationId xmlns:a16="http://schemas.microsoft.com/office/drawing/2014/main" id="{5D6F55F3-40F8-0C4B-B878-9FE1477922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1651262">
              <a:off x="2063761" y="5696601"/>
              <a:ext cx="651327" cy="995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…</a:t>
              </a:r>
            </a:p>
          </p:txBody>
        </p:sp>
        <p:sp>
          <p:nvSpPr>
            <p:cNvPr id="212326" name="TextBox 182">
              <a:extLst>
                <a:ext uri="{FF2B5EF4-FFF2-40B4-BE49-F238E27FC236}">
                  <a16:creationId xmlns:a16="http://schemas.microsoft.com/office/drawing/2014/main" id="{69EE839B-5668-7040-A29F-4F42B05CBC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607303">
              <a:off x="195355" y="3660810"/>
              <a:ext cx="1034280" cy="6267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…</a:t>
              </a:r>
            </a:p>
          </p:txBody>
        </p:sp>
        <p:sp>
          <p:nvSpPr>
            <p:cNvPr id="212327" name="TextBox 183">
              <a:extLst>
                <a:ext uri="{FF2B5EF4-FFF2-40B4-BE49-F238E27FC236}">
                  <a16:creationId xmlns:a16="http://schemas.microsoft.com/office/drawing/2014/main" id="{911FE559-513C-B14A-B4DD-3A30631868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1079349">
              <a:off x="2482309" y="1498435"/>
              <a:ext cx="651327" cy="995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…</a:t>
              </a:r>
            </a:p>
          </p:txBody>
        </p:sp>
        <p:grpSp>
          <p:nvGrpSpPr>
            <p:cNvPr id="212328" name="Group 8">
              <a:extLst>
                <a:ext uri="{FF2B5EF4-FFF2-40B4-BE49-F238E27FC236}">
                  <a16:creationId xmlns:a16="http://schemas.microsoft.com/office/drawing/2014/main" id="{AF6A6FCC-5EED-C043-95CA-8F6767B5ED6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46600" y="3746500"/>
              <a:ext cx="3225800" cy="1117600"/>
              <a:chOff x="7848600" y="2044700"/>
              <a:chExt cx="3200399" cy="1371600"/>
            </a:xfrm>
          </p:grpSpPr>
          <p:sp>
            <p:nvSpPr>
              <p:cNvPr id="212524" name="Oval 3">
                <a:extLst>
                  <a:ext uri="{FF2B5EF4-FFF2-40B4-BE49-F238E27FC236}">
                    <a16:creationId xmlns:a16="http://schemas.microsoft.com/office/drawing/2014/main" id="{DF5AE295-89EC-864E-B878-506BA61F77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48600" y="2044700"/>
                <a:ext cx="3200399" cy="1371600"/>
              </a:xfrm>
              <a:prstGeom prst="ellipse">
                <a:avLst/>
              </a:prstGeom>
              <a:solidFill>
                <a:srgbClr val="3C6C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525" name="Group 133">
                <a:extLst>
                  <a:ext uri="{FF2B5EF4-FFF2-40B4-BE49-F238E27FC236}">
                    <a16:creationId xmlns:a16="http://schemas.microsoft.com/office/drawing/2014/main" id="{A3AF6952-D0EF-1B43-A48E-CA9F58CEC43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526482" y="2160804"/>
                <a:ext cx="532759" cy="184809"/>
                <a:chOff x="2356" y="1300"/>
                <a:chExt cx="555" cy="194"/>
              </a:xfrm>
            </p:grpSpPr>
            <p:sp>
              <p:nvSpPr>
                <p:cNvPr id="212598" name="Oval 407">
                  <a:extLst>
                    <a:ext uri="{FF2B5EF4-FFF2-40B4-BE49-F238E27FC236}">
                      <a16:creationId xmlns:a16="http://schemas.microsoft.com/office/drawing/2014/main" id="{ACDC49F7-2E63-6B46-9419-745D44E6392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99" name="Rectangle 410">
                  <a:extLst>
                    <a:ext uri="{FF2B5EF4-FFF2-40B4-BE49-F238E27FC236}">
                      <a16:creationId xmlns:a16="http://schemas.microsoft.com/office/drawing/2014/main" id="{D59600F9-BA01-C64E-B0D7-5D9D49BE01F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600" name="Oval 411">
                  <a:extLst>
                    <a:ext uri="{FF2B5EF4-FFF2-40B4-BE49-F238E27FC236}">
                      <a16:creationId xmlns:a16="http://schemas.microsoft.com/office/drawing/2014/main" id="{AF12B2E2-7F1A-1F43-9981-4519A60C05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601" name="Group 137">
                  <a:extLst>
                    <a:ext uri="{FF2B5EF4-FFF2-40B4-BE49-F238E27FC236}">
                      <a16:creationId xmlns:a16="http://schemas.microsoft.com/office/drawing/2014/main" id="{E25BFB8E-9DBA-5743-838B-1F06ACAB376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604" name="Freeform 138">
                    <a:extLst>
                      <a:ext uri="{FF2B5EF4-FFF2-40B4-BE49-F238E27FC236}">
                        <a16:creationId xmlns:a16="http://schemas.microsoft.com/office/drawing/2014/main" id="{C25BC153-5A6E-BD49-83E0-31E1383036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605" name="Freeform 139">
                    <a:extLst>
                      <a:ext uri="{FF2B5EF4-FFF2-40B4-BE49-F238E27FC236}">
                        <a16:creationId xmlns:a16="http://schemas.microsoft.com/office/drawing/2014/main" id="{290799BD-DADC-2A4E-BD8C-1D118F8287C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602" name="Line 140">
                  <a:extLst>
                    <a:ext uri="{FF2B5EF4-FFF2-40B4-BE49-F238E27FC236}">
                      <a16:creationId xmlns:a16="http://schemas.microsoft.com/office/drawing/2014/main" id="{FD13B86F-2921-594E-AD36-848F408FBA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603" name="Line 141">
                  <a:extLst>
                    <a:ext uri="{FF2B5EF4-FFF2-40B4-BE49-F238E27FC236}">
                      <a16:creationId xmlns:a16="http://schemas.microsoft.com/office/drawing/2014/main" id="{D80A2786-6279-7E46-BDDD-DB268884B0E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cxnSp>
            <p:nvCxnSpPr>
              <p:cNvPr id="212526" name="Straight Connector 10">
                <a:extLst>
                  <a:ext uri="{FF2B5EF4-FFF2-40B4-BE49-F238E27FC236}">
                    <a16:creationId xmlns:a16="http://schemas.microsoft.com/office/drawing/2014/main" id="{8DE621D9-FC57-2047-BF3A-E8F05DF4E2CC}"/>
                  </a:ext>
                </a:extLst>
              </p:cNvPr>
              <p:cNvCxnSpPr>
                <a:cxnSpLocks noChangeShapeType="1"/>
                <a:stCxn id="212603" idx="0"/>
              </p:cNvCxnSpPr>
              <p:nvPr/>
            </p:nvCxnSpPr>
            <p:spPr bwMode="auto">
              <a:xfrm>
                <a:off x="9055401" y="2220819"/>
                <a:ext cx="975377" cy="13653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27" name="Straight Connector 297">
                <a:extLst>
                  <a:ext uri="{FF2B5EF4-FFF2-40B4-BE49-F238E27FC236}">
                    <a16:creationId xmlns:a16="http://schemas.microsoft.com/office/drawing/2014/main" id="{17ECA681-7ABE-4842-BF98-602882E49753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9522191" y="2583188"/>
                <a:ext cx="120745" cy="8339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28" name="Straight Connector 298">
                <a:extLst>
                  <a:ext uri="{FF2B5EF4-FFF2-40B4-BE49-F238E27FC236}">
                    <a16:creationId xmlns:a16="http://schemas.microsoft.com/office/drawing/2014/main" id="{544DAD35-B12D-6246-B6BC-2AFBE2EE8B0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323081" y="2786992"/>
                <a:ext cx="243358" cy="4562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29" name="Straight Connector 299">
                <a:extLst>
                  <a:ext uri="{FF2B5EF4-FFF2-40B4-BE49-F238E27FC236}">
                    <a16:creationId xmlns:a16="http://schemas.microsoft.com/office/drawing/2014/main" id="{59CEAB92-2C50-4748-B256-26691227024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028147" y="2611644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30" name="Straight Connector 300">
                <a:extLst>
                  <a:ext uri="{FF2B5EF4-FFF2-40B4-BE49-F238E27FC236}">
                    <a16:creationId xmlns:a16="http://schemas.microsoft.com/office/drawing/2014/main" id="{CD05C096-BD08-CC42-ACA7-457D83C60607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8729859" y="2909476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31" name="Straight Connector 301">
                <a:extLst>
                  <a:ext uri="{FF2B5EF4-FFF2-40B4-BE49-F238E27FC236}">
                    <a16:creationId xmlns:a16="http://schemas.microsoft.com/office/drawing/2014/main" id="{C75463DA-468C-1940-B81E-5241B8808CE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537887" y="2836224"/>
                <a:ext cx="252969" cy="25294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32" name="Straight Connector 302">
                <a:extLst>
                  <a:ext uri="{FF2B5EF4-FFF2-40B4-BE49-F238E27FC236}">
                    <a16:creationId xmlns:a16="http://schemas.microsoft.com/office/drawing/2014/main" id="{277E7771-6083-3B4A-B2F3-D844311A0A2B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10029359" y="2822067"/>
                <a:ext cx="354959" cy="12439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33" name="Straight Connector 303">
                <a:extLst>
                  <a:ext uri="{FF2B5EF4-FFF2-40B4-BE49-F238E27FC236}">
                    <a16:creationId xmlns:a16="http://schemas.microsoft.com/office/drawing/2014/main" id="{5BF1A0FB-9675-FB47-B9FD-109D77184D5D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10015190" y="2475242"/>
                <a:ext cx="283363" cy="19566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34" name="Straight Connector 304">
                <a:extLst>
                  <a:ext uri="{FF2B5EF4-FFF2-40B4-BE49-F238E27FC236}">
                    <a16:creationId xmlns:a16="http://schemas.microsoft.com/office/drawing/2014/main" id="{438C778A-CC87-5141-9B8F-C9F408B48093}"/>
                  </a:ext>
                </a:extLst>
              </p:cNvPr>
              <p:cNvCxnSpPr>
                <a:cxnSpLocks noChangeShapeType="1"/>
                <a:endCxn id="212598" idx="4"/>
              </p:cNvCxnSpPr>
              <p:nvPr/>
            </p:nvCxnSpPr>
            <p:spPr bwMode="auto">
              <a:xfrm flipH="1" flipV="1">
                <a:off x="8791902" y="2345614"/>
                <a:ext cx="410984" cy="871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grpSp>
            <p:nvGrpSpPr>
              <p:cNvPr id="212535" name="Group 133">
                <a:extLst>
                  <a:ext uri="{FF2B5EF4-FFF2-40B4-BE49-F238E27FC236}">
                    <a16:creationId xmlns:a16="http://schemas.microsoft.com/office/drawing/2014/main" id="{0FBD653F-2A68-184A-BD9D-6C9311B9A19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555206" y="2650627"/>
                <a:ext cx="532759" cy="184809"/>
                <a:chOff x="2356" y="1300"/>
                <a:chExt cx="555" cy="194"/>
              </a:xfrm>
            </p:grpSpPr>
            <p:sp>
              <p:nvSpPr>
                <p:cNvPr id="212590" name="Oval 407">
                  <a:extLst>
                    <a:ext uri="{FF2B5EF4-FFF2-40B4-BE49-F238E27FC236}">
                      <a16:creationId xmlns:a16="http://schemas.microsoft.com/office/drawing/2014/main" id="{010C7E74-805A-2A40-95A0-6C4DDB5C69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91" name="Rectangle 410">
                  <a:extLst>
                    <a:ext uri="{FF2B5EF4-FFF2-40B4-BE49-F238E27FC236}">
                      <a16:creationId xmlns:a16="http://schemas.microsoft.com/office/drawing/2014/main" id="{D0A20A6D-4238-8F4A-89C0-F42A421E13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92" name="Oval 411">
                  <a:extLst>
                    <a:ext uri="{FF2B5EF4-FFF2-40B4-BE49-F238E27FC236}">
                      <a16:creationId xmlns:a16="http://schemas.microsoft.com/office/drawing/2014/main" id="{20209D8C-A441-D643-9E6E-6D6BF7AE2CC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93" name="Group 137">
                  <a:extLst>
                    <a:ext uri="{FF2B5EF4-FFF2-40B4-BE49-F238E27FC236}">
                      <a16:creationId xmlns:a16="http://schemas.microsoft.com/office/drawing/2014/main" id="{97BF3F1D-BFFD-CE46-AA4F-1EF96C3537F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96" name="Freeform 138">
                    <a:extLst>
                      <a:ext uri="{FF2B5EF4-FFF2-40B4-BE49-F238E27FC236}">
                        <a16:creationId xmlns:a16="http://schemas.microsoft.com/office/drawing/2014/main" id="{CB5EAAD6-36AD-5940-8E93-CCDF5F657E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97" name="Freeform 139">
                    <a:extLst>
                      <a:ext uri="{FF2B5EF4-FFF2-40B4-BE49-F238E27FC236}">
                        <a16:creationId xmlns:a16="http://schemas.microsoft.com/office/drawing/2014/main" id="{D2783AA8-98DB-2742-9633-D1DB298BE1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94" name="Line 140">
                  <a:extLst>
                    <a:ext uri="{FF2B5EF4-FFF2-40B4-BE49-F238E27FC236}">
                      <a16:creationId xmlns:a16="http://schemas.microsoft.com/office/drawing/2014/main" id="{9A3A7A14-3CDE-3343-9E31-B79200B6CF0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95" name="Line 141">
                  <a:extLst>
                    <a:ext uri="{FF2B5EF4-FFF2-40B4-BE49-F238E27FC236}">
                      <a16:creationId xmlns:a16="http://schemas.microsoft.com/office/drawing/2014/main" id="{568B98BA-26D9-5648-9525-DB9872C35BC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536" name="Group 133">
                <a:extLst>
                  <a:ext uri="{FF2B5EF4-FFF2-40B4-BE49-F238E27FC236}">
                    <a16:creationId xmlns:a16="http://schemas.microsoft.com/office/drawing/2014/main" id="{0E17A66D-7D8B-5F41-BCE3-E570B636835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772607" y="2725609"/>
                <a:ext cx="532759" cy="184809"/>
                <a:chOff x="2356" y="1300"/>
                <a:chExt cx="555" cy="194"/>
              </a:xfrm>
            </p:grpSpPr>
            <p:sp>
              <p:nvSpPr>
                <p:cNvPr id="212582" name="Oval 407">
                  <a:extLst>
                    <a:ext uri="{FF2B5EF4-FFF2-40B4-BE49-F238E27FC236}">
                      <a16:creationId xmlns:a16="http://schemas.microsoft.com/office/drawing/2014/main" id="{08C4B1E3-E7B8-6643-8D79-369103CE73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83" name="Rectangle 410">
                  <a:extLst>
                    <a:ext uri="{FF2B5EF4-FFF2-40B4-BE49-F238E27FC236}">
                      <a16:creationId xmlns:a16="http://schemas.microsoft.com/office/drawing/2014/main" id="{5A2BCCD6-1805-C846-B54E-B2051A89B7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84" name="Oval 411">
                  <a:extLst>
                    <a:ext uri="{FF2B5EF4-FFF2-40B4-BE49-F238E27FC236}">
                      <a16:creationId xmlns:a16="http://schemas.microsoft.com/office/drawing/2014/main" id="{88589E86-04E3-9B43-B338-1546C6A51E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85" name="Group 137">
                  <a:extLst>
                    <a:ext uri="{FF2B5EF4-FFF2-40B4-BE49-F238E27FC236}">
                      <a16:creationId xmlns:a16="http://schemas.microsoft.com/office/drawing/2014/main" id="{826A4B0A-B788-E54A-9EA4-9D626114630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88" name="Freeform 138">
                    <a:extLst>
                      <a:ext uri="{FF2B5EF4-FFF2-40B4-BE49-F238E27FC236}">
                        <a16:creationId xmlns:a16="http://schemas.microsoft.com/office/drawing/2014/main" id="{99939D3A-6B28-054A-B71F-0E4E67D9D83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89" name="Freeform 139">
                    <a:extLst>
                      <a:ext uri="{FF2B5EF4-FFF2-40B4-BE49-F238E27FC236}">
                        <a16:creationId xmlns:a16="http://schemas.microsoft.com/office/drawing/2014/main" id="{71DD795F-B2F0-1743-8A24-D230657115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86" name="Line 140">
                  <a:extLst>
                    <a:ext uri="{FF2B5EF4-FFF2-40B4-BE49-F238E27FC236}">
                      <a16:creationId xmlns:a16="http://schemas.microsoft.com/office/drawing/2014/main" id="{C1A81B6B-0397-BD4C-A09F-6752DBD8871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56"/>
                  <a:ext cx="0" cy="88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87" name="Line 141">
                  <a:extLst>
                    <a:ext uri="{FF2B5EF4-FFF2-40B4-BE49-F238E27FC236}">
                      <a16:creationId xmlns:a16="http://schemas.microsoft.com/office/drawing/2014/main" id="{D95D2676-448B-2E41-A61F-1B226AD3564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58"/>
                  <a:ext cx="0" cy="86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537" name="Group 133">
                <a:extLst>
                  <a:ext uri="{FF2B5EF4-FFF2-40B4-BE49-F238E27FC236}">
                    <a16:creationId xmlns:a16="http://schemas.microsoft.com/office/drawing/2014/main" id="{793837A4-55FA-2541-B594-F0C51D445F9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060908" y="2428111"/>
                <a:ext cx="532759" cy="184809"/>
                <a:chOff x="2356" y="1300"/>
                <a:chExt cx="555" cy="194"/>
              </a:xfrm>
            </p:grpSpPr>
            <p:sp>
              <p:nvSpPr>
                <p:cNvPr id="212574" name="Oval 407">
                  <a:extLst>
                    <a:ext uri="{FF2B5EF4-FFF2-40B4-BE49-F238E27FC236}">
                      <a16:creationId xmlns:a16="http://schemas.microsoft.com/office/drawing/2014/main" id="{196B9A26-7308-8C4D-9336-8222537B5B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75" name="Rectangle 410">
                  <a:extLst>
                    <a:ext uri="{FF2B5EF4-FFF2-40B4-BE49-F238E27FC236}">
                      <a16:creationId xmlns:a16="http://schemas.microsoft.com/office/drawing/2014/main" id="{6645480F-8545-4F46-A661-8A40B381A1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76" name="Oval 411">
                  <a:extLst>
                    <a:ext uri="{FF2B5EF4-FFF2-40B4-BE49-F238E27FC236}">
                      <a16:creationId xmlns:a16="http://schemas.microsoft.com/office/drawing/2014/main" id="{155A4888-4551-1846-BBFA-61604C9B504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77" name="Group 137">
                  <a:extLst>
                    <a:ext uri="{FF2B5EF4-FFF2-40B4-BE49-F238E27FC236}">
                      <a16:creationId xmlns:a16="http://schemas.microsoft.com/office/drawing/2014/main" id="{15C82C35-1614-6D42-9C7F-35F402D84B1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80" name="Freeform 138">
                    <a:extLst>
                      <a:ext uri="{FF2B5EF4-FFF2-40B4-BE49-F238E27FC236}">
                        <a16:creationId xmlns:a16="http://schemas.microsoft.com/office/drawing/2014/main" id="{43D75FD7-B2AE-6D4E-ACD0-3A2E5FA326D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81" name="Freeform 139">
                    <a:extLst>
                      <a:ext uri="{FF2B5EF4-FFF2-40B4-BE49-F238E27FC236}">
                        <a16:creationId xmlns:a16="http://schemas.microsoft.com/office/drawing/2014/main" id="{948C0056-D7B2-0F4E-82C0-6EE9185E964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78" name="Line 140">
                  <a:extLst>
                    <a:ext uri="{FF2B5EF4-FFF2-40B4-BE49-F238E27FC236}">
                      <a16:creationId xmlns:a16="http://schemas.microsoft.com/office/drawing/2014/main" id="{B6099386-2953-A24D-9C2F-183267CE1C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79" name="Line 141">
                  <a:extLst>
                    <a:ext uri="{FF2B5EF4-FFF2-40B4-BE49-F238E27FC236}">
                      <a16:creationId xmlns:a16="http://schemas.microsoft.com/office/drawing/2014/main" id="{47280217-6588-2442-88B2-2C978D2DBF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538" name="Group 133">
                <a:extLst>
                  <a:ext uri="{FF2B5EF4-FFF2-40B4-BE49-F238E27FC236}">
                    <a16:creationId xmlns:a16="http://schemas.microsoft.com/office/drawing/2014/main" id="{A06444CC-9092-1545-8DB8-6E8FDA47D29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05281" y="2289952"/>
                <a:ext cx="532759" cy="184809"/>
                <a:chOff x="2356" y="1300"/>
                <a:chExt cx="555" cy="194"/>
              </a:xfrm>
            </p:grpSpPr>
            <p:sp>
              <p:nvSpPr>
                <p:cNvPr id="212566" name="Oval 407">
                  <a:extLst>
                    <a:ext uri="{FF2B5EF4-FFF2-40B4-BE49-F238E27FC236}">
                      <a16:creationId xmlns:a16="http://schemas.microsoft.com/office/drawing/2014/main" id="{98F0B009-EAE9-4D45-ADBF-90E4C8514A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67" name="Rectangle 410">
                  <a:extLst>
                    <a:ext uri="{FF2B5EF4-FFF2-40B4-BE49-F238E27FC236}">
                      <a16:creationId xmlns:a16="http://schemas.microsoft.com/office/drawing/2014/main" id="{69CB880D-4159-314B-8589-398633740F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68" name="Oval 411">
                  <a:extLst>
                    <a:ext uri="{FF2B5EF4-FFF2-40B4-BE49-F238E27FC236}">
                      <a16:creationId xmlns:a16="http://schemas.microsoft.com/office/drawing/2014/main" id="{6B73AC4A-06D5-BD46-BC62-FAF54C96B2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69" name="Group 137">
                  <a:extLst>
                    <a:ext uri="{FF2B5EF4-FFF2-40B4-BE49-F238E27FC236}">
                      <a16:creationId xmlns:a16="http://schemas.microsoft.com/office/drawing/2014/main" id="{6A495CD8-F8C0-9D42-9061-64D1E60810A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72" name="Freeform 138">
                    <a:extLst>
                      <a:ext uri="{FF2B5EF4-FFF2-40B4-BE49-F238E27FC236}">
                        <a16:creationId xmlns:a16="http://schemas.microsoft.com/office/drawing/2014/main" id="{88F3B665-197B-4F49-8C43-447D1016AC1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73" name="Freeform 139">
                    <a:extLst>
                      <a:ext uri="{FF2B5EF4-FFF2-40B4-BE49-F238E27FC236}">
                        <a16:creationId xmlns:a16="http://schemas.microsoft.com/office/drawing/2014/main" id="{252B1589-DFED-0B42-BE9A-3315ED37723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70" name="Line 140">
                  <a:extLst>
                    <a:ext uri="{FF2B5EF4-FFF2-40B4-BE49-F238E27FC236}">
                      <a16:creationId xmlns:a16="http://schemas.microsoft.com/office/drawing/2014/main" id="{FA2EF4E0-3B3F-CE46-8105-EE6EAFA7466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71" name="Line 141">
                  <a:extLst>
                    <a:ext uri="{FF2B5EF4-FFF2-40B4-BE49-F238E27FC236}">
                      <a16:creationId xmlns:a16="http://schemas.microsoft.com/office/drawing/2014/main" id="{54F135E8-4A3E-7042-A857-E505A16F351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539" name="Group 133">
                <a:extLst>
                  <a:ext uri="{FF2B5EF4-FFF2-40B4-BE49-F238E27FC236}">
                    <a16:creationId xmlns:a16="http://schemas.microsoft.com/office/drawing/2014/main" id="{C56D0DB6-C8C2-BD46-A61F-B87FCB32424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32661" y="2882876"/>
                <a:ext cx="532759" cy="184809"/>
                <a:chOff x="2356" y="1300"/>
                <a:chExt cx="555" cy="194"/>
              </a:xfrm>
            </p:grpSpPr>
            <p:sp>
              <p:nvSpPr>
                <p:cNvPr id="212558" name="Oval 407">
                  <a:extLst>
                    <a:ext uri="{FF2B5EF4-FFF2-40B4-BE49-F238E27FC236}">
                      <a16:creationId xmlns:a16="http://schemas.microsoft.com/office/drawing/2014/main" id="{8DD481CE-4625-5444-84F8-C4FDB156576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59" name="Rectangle 410">
                  <a:extLst>
                    <a:ext uri="{FF2B5EF4-FFF2-40B4-BE49-F238E27FC236}">
                      <a16:creationId xmlns:a16="http://schemas.microsoft.com/office/drawing/2014/main" id="{DE30FE06-38AD-6649-B253-DAA50CC45C2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60" name="Oval 411">
                  <a:extLst>
                    <a:ext uri="{FF2B5EF4-FFF2-40B4-BE49-F238E27FC236}">
                      <a16:creationId xmlns:a16="http://schemas.microsoft.com/office/drawing/2014/main" id="{6209655C-FC5E-E44B-9975-53EE035307D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61" name="Group 137">
                  <a:extLst>
                    <a:ext uri="{FF2B5EF4-FFF2-40B4-BE49-F238E27FC236}">
                      <a16:creationId xmlns:a16="http://schemas.microsoft.com/office/drawing/2014/main" id="{42D22DF6-EB02-344F-BA0F-82D271D19B8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64" name="Freeform 138">
                    <a:extLst>
                      <a:ext uri="{FF2B5EF4-FFF2-40B4-BE49-F238E27FC236}">
                        <a16:creationId xmlns:a16="http://schemas.microsoft.com/office/drawing/2014/main" id="{D1FD082C-1EE9-A840-9BBB-D573C2BAE21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65" name="Freeform 139">
                    <a:extLst>
                      <a:ext uri="{FF2B5EF4-FFF2-40B4-BE49-F238E27FC236}">
                        <a16:creationId xmlns:a16="http://schemas.microsoft.com/office/drawing/2014/main" id="{120A354C-EEB2-4349-805D-D662937E8F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62" name="Line 140">
                  <a:extLst>
                    <a:ext uri="{FF2B5EF4-FFF2-40B4-BE49-F238E27FC236}">
                      <a16:creationId xmlns:a16="http://schemas.microsoft.com/office/drawing/2014/main" id="{735E47BC-2B85-9A40-AD5E-92DCDE8453B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63" name="Line 141">
                  <a:extLst>
                    <a:ext uri="{FF2B5EF4-FFF2-40B4-BE49-F238E27FC236}">
                      <a16:creationId xmlns:a16="http://schemas.microsoft.com/office/drawing/2014/main" id="{DA8F5B97-1A95-DD40-9510-949A180093A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540" name="Group 133">
                <a:extLst>
                  <a:ext uri="{FF2B5EF4-FFF2-40B4-BE49-F238E27FC236}">
                    <a16:creationId xmlns:a16="http://schemas.microsoft.com/office/drawing/2014/main" id="{62F71D57-BD92-A645-AED5-AD0F00C983A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30660" y="3072767"/>
                <a:ext cx="532759" cy="184809"/>
                <a:chOff x="2356" y="1300"/>
                <a:chExt cx="555" cy="194"/>
              </a:xfrm>
            </p:grpSpPr>
            <p:sp>
              <p:nvSpPr>
                <p:cNvPr id="212550" name="Oval 407">
                  <a:extLst>
                    <a:ext uri="{FF2B5EF4-FFF2-40B4-BE49-F238E27FC236}">
                      <a16:creationId xmlns:a16="http://schemas.microsoft.com/office/drawing/2014/main" id="{E3F7C915-A486-E444-98C1-779B890F7C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51" name="Rectangle 410">
                  <a:extLst>
                    <a:ext uri="{FF2B5EF4-FFF2-40B4-BE49-F238E27FC236}">
                      <a16:creationId xmlns:a16="http://schemas.microsoft.com/office/drawing/2014/main" id="{6E2EBA92-BAAC-8A4E-B9EE-659B6D50F95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52" name="Oval 411">
                  <a:extLst>
                    <a:ext uri="{FF2B5EF4-FFF2-40B4-BE49-F238E27FC236}">
                      <a16:creationId xmlns:a16="http://schemas.microsoft.com/office/drawing/2014/main" id="{811CC388-E88F-794C-B93B-4BD0E270E8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53" name="Group 137">
                  <a:extLst>
                    <a:ext uri="{FF2B5EF4-FFF2-40B4-BE49-F238E27FC236}">
                      <a16:creationId xmlns:a16="http://schemas.microsoft.com/office/drawing/2014/main" id="{08071467-A7D7-4544-B96A-92880380E80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56" name="Freeform 138">
                    <a:extLst>
                      <a:ext uri="{FF2B5EF4-FFF2-40B4-BE49-F238E27FC236}">
                        <a16:creationId xmlns:a16="http://schemas.microsoft.com/office/drawing/2014/main" id="{DFFC3363-8E4F-4246-A933-E3CDB2A9173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57" name="Freeform 139">
                    <a:extLst>
                      <a:ext uri="{FF2B5EF4-FFF2-40B4-BE49-F238E27FC236}">
                        <a16:creationId xmlns:a16="http://schemas.microsoft.com/office/drawing/2014/main" id="{FA89DEB4-2D16-5340-9560-4C1F194F967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54" name="Line 140">
                  <a:extLst>
                    <a:ext uri="{FF2B5EF4-FFF2-40B4-BE49-F238E27FC236}">
                      <a16:creationId xmlns:a16="http://schemas.microsoft.com/office/drawing/2014/main" id="{C80F42E7-1527-D145-8D68-DB063A0343F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55" name="Line 141">
                  <a:extLst>
                    <a:ext uri="{FF2B5EF4-FFF2-40B4-BE49-F238E27FC236}">
                      <a16:creationId xmlns:a16="http://schemas.microsoft.com/office/drawing/2014/main" id="{419CAED2-2FDF-AD45-BCC9-3051C70FAA7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541" name="Group 133">
                <a:extLst>
                  <a:ext uri="{FF2B5EF4-FFF2-40B4-BE49-F238E27FC236}">
                    <a16:creationId xmlns:a16="http://schemas.microsoft.com/office/drawing/2014/main" id="{FB922976-2E5B-5D49-807B-C93B68F18A1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438032" y="3018963"/>
                <a:ext cx="532759" cy="184809"/>
                <a:chOff x="2356" y="1300"/>
                <a:chExt cx="555" cy="194"/>
              </a:xfrm>
            </p:grpSpPr>
            <p:sp>
              <p:nvSpPr>
                <p:cNvPr id="212542" name="Oval 407">
                  <a:extLst>
                    <a:ext uri="{FF2B5EF4-FFF2-40B4-BE49-F238E27FC236}">
                      <a16:creationId xmlns:a16="http://schemas.microsoft.com/office/drawing/2014/main" id="{0CA521A0-0563-A445-99FF-4E670AB03E4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43" name="Rectangle 410">
                  <a:extLst>
                    <a:ext uri="{FF2B5EF4-FFF2-40B4-BE49-F238E27FC236}">
                      <a16:creationId xmlns:a16="http://schemas.microsoft.com/office/drawing/2014/main" id="{53B08889-B6A0-304D-B4AF-255569F733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44" name="Oval 411">
                  <a:extLst>
                    <a:ext uri="{FF2B5EF4-FFF2-40B4-BE49-F238E27FC236}">
                      <a16:creationId xmlns:a16="http://schemas.microsoft.com/office/drawing/2014/main" id="{1D769F62-F343-3A40-8620-384E7CA0FEF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45" name="Group 137">
                  <a:extLst>
                    <a:ext uri="{FF2B5EF4-FFF2-40B4-BE49-F238E27FC236}">
                      <a16:creationId xmlns:a16="http://schemas.microsoft.com/office/drawing/2014/main" id="{738937E8-A4B3-3349-AD95-112B3D9B601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48" name="Freeform 138">
                    <a:extLst>
                      <a:ext uri="{FF2B5EF4-FFF2-40B4-BE49-F238E27FC236}">
                        <a16:creationId xmlns:a16="http://schemas.microsoft.com/office/drawing/2014/main" id="{DC32E303-AE74-1446-98DB-33DD542D13F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49" name="Freeform 139">
                    <a:extLst>
                      <a:ext uri="{FF2B5EF4-FFF2-40B4-BE49-F238E27FC236}">
                        <a16:creationId xmlns:a16="http://schemas.microsoft.com/office/drawing/2014/main" id="{534040FD-A850-1546-AE7B-911B7D8E7FF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46" name="Line 140">
                  <a:extLst>
                    <a:ext uri="{FF2B5EF4-FFF2-40B4-BE49-F238E27FC236}">
                      <a16:creationId xmlns:a16="http://schemas.microsoft.com/office/drawing/2014/main" id="{8414AFD1-A6AE-0C43-87E8-330C24F518E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47" name="Line 141">
                  <a:extLst>
                    <a:ext uri="{FF2B5EF4-FFF2-40B4-BE49-F238E27FC236}">
                      <a16:creationId xmlns:a16="http://schemas.microsoft.com/office/drawing/2014/main" id="{BC404CA4-DE57-A546-B3C0-F6DCD43DB0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10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</p:grpSp>
        <p:grpSp>
          <p:nvGrpSpPr>
            <p:cNvPr id="212329" name="Group 331">
              <a:extLst>
                <a:ext uri="{FF2B5EF4-FFF2-40B4-BE49-F238E27FC236}">
                  <a16:creationId xmlns:a16="http://schemas.microsoft.com/office/drawing/2014/main" id="{2357F483-56DC-0D4E-ACFF-9C01DC6B98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03400" y="2755900"/>
              <a:ext cx="3467100" cy="1193800"/>
              <a:chOff x="7848600" y="2044700"/>
              <a:chExt cx="3200399" cy="1371600"/>
            </a:xfrm>
          </p:grpSpPr>
          <p:sp>
            <p:nvSpPr>
              <p:cNvPr id="212442" name="Oval 332">
                <a:extLst>
                  <a:ext uri="{FF2B5EF4-FFF2-40B4-BE49-F238E27FC236}">
                    <a16:creationId xmlns:a16="http://schemas.microsoft.com/office/drawing/2014/main" id="{9120DEBC-2FEF-534C-A5EF-75BF98FBA7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48600" y="2044700"/>
                <a:ext cx="3200399" cy="1371600"/>
              </a:xfrm>
              <a:prstGeom prst="ellipse">
                <a:avLst/>
              </a:prstGeom>
              <a:solidFill>
                <a:srgbClr val="3C6C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443" name="Group 133">
                <a:extLst>
                  <a:ext uri="{FF2B5EF4-FFF2-40B4-BE49-F238E27FC236}">
                    <a16:creationId xmlns:a16="http://schemas.microsoft.com/office/drawing/2014/main" id="{13FD973C-A8EE-5048-B348-4293B6AA649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526482" y="2160804"/>
                <a:ext cx="532759" cy="184809"/>
                <a:chOff x="2356" y="1300"/>
                <a:chExt cx="555" cy="194"/>
              </a:xfrm>
            </p:grpSpPr>
            <p:sp>
              <p:nvSpPr>
                <p:cNvPr id="212516" name="Oval 407">
                  <a:extLst>
                    <a:ext uri="{FF2B5EF4-FFF2-40B4-BE49-F238E27FC236}">
                      <a16:creationId xmlns:a16="http://schemas.microsoft.com/office/drawing/2014/main" id="{4CFD793E-DF31-1B46-B912-7925AAC6D7C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17" name="Rectangle 410">
                  <a:extLst>
                    <a:ext uri="{FF2B5EF4-FFF2-40B4-BE49-F238E27FC236}">
                      <a16:creationId xmlns:a16="http://schemas.microsoft.com/office/drawing/2014/main" id="{0BDCE3CD-0E06-3546-8D33-A3951ACB252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18" name="Oval 411">
                  <a:extLst>
                    <a:ext uri="{FF2B5EF4-FFF2-40B4-BE49-F238E27FC236}">
                      <a16:creationId xmlns:a16="http://schemas.microsoft.com/office/drawing/2014/main" id="{58812803-3BD2-E145-84D5-3459DE9599B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19" name="Group 137">
                  <a:extLst>
                    <a:ext uri="{FF2B5EF4-FFF2-40B4-BE49-F238E27FC236}">
                      <a16:creationId xmlns:a16="http://schemas.microsoft.com/office/drawing/2014/main" id="{A84ACE82-842B-3D47-B02C-B87E3EA372D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22" name="Freeform 138">
                    <a:extLst>
                      <a:ext uri="{FF2B5EF4-FFF2-40B4-BE49-F238E27FC236}">
                        <a16:creationId xmlns:a16="http://schemas.microsoft.com/office/drawing/2014/main" id="{2F4FE782-0E61-A24A-86F5-53C4280FC4D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23" name="Freeform 139">
                    <a:extLst>
                      <a:ext uri="{FF2B5EF4-FFF2-40B4-BE49-F238E27FC236}">
                        <a16:creationId xmlns:a16="http://schemas.microsoft.com/office/drawing/2014/main" id="{20798D08-C275-C345-BDB5-ED6DA439F50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20" name="Line 140">
                  <a:extLst>
                    <a:ext uri="{FF2B5EF4-FFF2-40B4-BE49-F238E27FC236}">
                      <a16:creationId xmlns:a16="http://schemas.microsoft.com/office/drawing/2014/main" id="{9B8805E2-537D-484E-86AA-2288A84B6ED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21" name="Line 141">
                  <a:extLst>
                    <a:ext uri="{FF2B5EF4-FFF2-40B4-BE49-F238E27FC236}">
                      <a16:creationId xmlns:a16="http://schemas.microsoft.com/office/drawing/2014/main" id="{A0649348-534F-1641-9713-81019EA8E25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cxnSp>
            <p:nvCxnSpPr>
              <p:cNvPr id="212444" name="Straight Connector 334">
                <a:extLst>
                  <a:ext uri="{FF2B5EF4-FFF2-40B4-BE49-F238E27FC236}">
                    <a16:creationId xmlns:a16="http://schemas.microsoft.com/office/drawing/2014/main" id="{4BABEB20-7AB6-0B49-9A50-DFA6EEAE4B48}"/>
                  </a:ext>
                </a:extLst>
              </p:cNvPr>
              <p:cNvCxnSpPr>
                <a:cxnSpLocks noChangeShapeType="1"/>
                <a:stCxn id="212521" idx="0"/>
              </p:cNvCxnSpPr>
              <p:nvPr/>
            </p:nvCxnSpPr>
            <p:spPr bwMode="auto">
              <a:xfrm>
                <a:off x="9055401" y="2220819"/>
                <a:ext cx="975377" cy="13653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45" name="Straight Connector 335">
                <a:extLst>
                  <a:ext uri="{FF2B5EF4-FFF2-40B4-BE49-F238E27FC236}">
                    <a16:creationId xmlns:a16="http://schemas.microsoft.com/office/drawing/2014/main" id="{29F32A41-5B1D-6A44-B6A6-8806F19EE8AB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9522191" y="2583188"/>
                <a:ext cx="120745" cy="8339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46" name="Straight Connector 336">
                <a:extLst>
                  <a:ext uri="{FF2B5EF4-FFF2-40B4-BE49-F238E27FC236}">
                    <a16:creationId xmlns:a16="http://schemas.microsoft.com/office/drawing/2014/main" id="{E5B1E4A8-B1E8-4248-92B3-B50F21C2AFB7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323081" y="2786992"/>
                <a:ext cx="243358" cy="4562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47" name="Straight Connector 337">
                <a:extLst>
                  <a:ext uri="{FF2B5EF4-FFF2-40B4-BE49-F238E27FC236}">
                    <a16:creationId xmlns:a16="http://schemas.microsoft.com/office/drawing/2014/main" id="{7E071437-3F53-F24B-AA41-AC92CD067A9D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028147" y="2611644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48" name="Straight Connector 338">
                <a:extLst>
                  <a:ext uri="{FF2B5EF4-FFF2-40B4-BE49-F238E27FC236}">
                    <a16:creationId xmlns:a16="http://schemas.microsoft.com/office/drawing/2014/main" id="{270D89F3-A5CD-0D42-9664-1CBD48D3C3FB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8729859" y="2909476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49" name="Straight Connector 339">
                <a:extLst>
                  <a:ext uri="{FF2B5EF4-FFF2-40B4-BE49-F238E27FC236}">
                    <a16:creationId xmlns:a16="http://schemas.microsoft.com/office/drawing/2014/main" id="{8E0B0208-44DB-7F44-B1B8-BE249EE486BD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537887" y="2836224"/>
                <a:ext cx="252969" cy="25294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50" name="Straight Connector 340">
                <a:extLst>
                  <a:ext uri="{FF2B5EF4-FFF2-40B4-BE49-F238E27FC236}">
                    <a16:creationId xmlns:a16="http://schemas.microsoft.com/office/drawing/2014/main" id="{E96A89C9-2D97-5641-9D11-075A3C7111C1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10029359" y="2822067"/>
                <a:ext cx="354959" cy="12439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51" name="Straight Connector 341">
                <a:extLst>
                  <a:ext uri="{FF2B5EF4-FFF2-40B4-BE49-F238E27FC236}">
                    <a16:creationId xmlns:a16="http://schemas.microsoft.com/office/drawing/2014/main" id="{505210E4-C184-2840-8C6D-90AF6551CA18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10015190" y="2475242"/>
                <a:ext cx="283363" cy="19566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52" name="Straight Connector 342">
                <a:extLst>
                  <a:ext uri="{FF2B5EF4-FFF2-40B4-BE49-F238E27FC236}">
                    <a16:creationId xmlns:a16="http://schemas.microsoft.com/office/drawing/2014/main" id="{21C8FA11-4B83-174D-8F02-BD67AB5C5AA8}"/>
                  </a:ext>
                </a:extLst>
              </p:cNvPr>
              <p:cNvCxnSpPr>
                <a:cxnSpLocks noChangeShapeType="1"/>
                <a:endCxn id="212516" idx="4"/>
              </p:cNvCxnSpPr>
              <p:nvPr/>
            </p:nvCxnSpPr>
            <p:spPr bwMode="auto">
              <a:xfrm flipH="1" flipV="1">
                <a:off x="8791902" y="2345614"/>
                <a:ext cx="410984" cy="871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grpSp>
            <p:nvGrpSpPr>
              <p:cNvPr id="212453" name="Group 133">
                <a:extLst>
                  <a:ext uri="{FF2B5EF4-FFF2-40B4-BE49-F238E27FC236}">
                    <a16:creationId xmlns:a16="http://schemas.microsoft.com/office/drawing/2014/main" id="{7561C78A-6F59-DF42-ACCB-01A5CC6657F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555206" y="2650627"/>
                <a:ext cx="532759" cy="184809"/>
                <a:chOff x="2356" y="1300"/>
                <a:chExt cx="555" cy="194"/>
              </a:xfrm>
            </p:grpSpPr>
            <p:sp>
              <p:nvSpPr>
                <p:cNvPr id="212508" name="Oval 407">
                  <a:extLst>
                    <a:ext uri="{FF2B5EF4-FFF2-40B4-BE49-F238E27FC236}">
                      <a16:creationId xmlns:a16="http://schemas.microsoft.com/office/drawing/2014/main" id="{DAB1A0A2-2479-434F-BC8F-D8D60A6E7F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09" name="Rectangle 410">
                  <a:extLst>
                    <a:ext uri="{FF2B5EF4-FFF2-40B4-BE49-F238E27FC236}">
                      <a16:creationId xmlns:a16="http://schemas.microsoft.com/office/drawing/2014/main" id="{ED06BFFA-C85C-E145-B80B-C4E40F4EB24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10" name="Oval 411">
                  <a:extLst>
                    <a:ext uri="{FF2B5EF4-FFF2-40B4-BE49-F238E27FC236}">
                      <a16:creationId xmlns:a16="http://schemas.microsoft.com/office/drawing/2014/main" id="{0455DC68-96EA-7441-8A88-D21D991C802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11" name="Group 137">
                  <a:extLst>
                    <a:ext uri="{FF2B5EF4-FFF2-40B4-BE49-F238E27FC236}">
                      <a16:creationId xmlns:a16="http://schemas.microsoft.com/office/drawing/2014/main" id="{A70E3948-269D-1043-981F-069B6B94660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14" name="Freeform 138">
                    <a:extLst>
                      <a:ext uri="{FF2B5EF4-FFF2-40B4-BE49-F238E27FC236}">
                        <a16:creationId xmlns:a16="http://schemas.microsoft.com/office/drawing/2014/main" id="{4D2E9F7C-6625-1D46-B345-89632F2091F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15" name="Freeform 139">
                    <a:extLst>
                      <a:ext uri="{FF2B5EF4-FFF2-40B4-BE49-F238E27FC236}">
                        <a16:creationId xmlns:a16="http://schemas.microsoft.com/office/drawing/2014/main" id="{38702A10-8A63-4041-A2E6-19D0700CDE2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12" name="Line 140">
                  <a:extLst>
                    <a:ext uri="{FF2B5EF4-FFF2-40B4-BE49-F238E27FC236}">
                      <a16:creationId xmlns:a16="http://schemas.microsoft.com/office/drawing/2014/main" id="{DB3D42B8-1E0B-2141-AC34-40F5DB74823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13" name="Line 141">
                  <a:extLst>
                    <a:ext uri="{FF2B5EF4-FFF2-40B4-BE49-F238E27FC236}">
                      <a16:creationId xmlns:a16="http://schemas.microsoft.com/office/drawing/2014/main" id="{ACF706A7-798D-A346-9CF3-ABA839EB339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454" name="Group 133">
                <a:extLst>
                  <a:ext uri="{FF2B5EF4-FFF2-40B4-BE49-F238E27FC236}">
                    <a16:creationId xmlns:a16="http://schemas.microsoft.com/office/drawing/2014/main" id="{06A6101F-46E0-3B4D-AECC-DD3071E6246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772607" y="2725609"/>
                <a:ext cx="532759" cy="184809"/>
                <a:chOff x="2356" y="1300"/>
                <a:chExt cx="555" cy="194"/>
              </a:xfrm>
            </p:grpSpPr>
            <p:sp>
              <p:nvSpPr>
                <p:cNvPr id="212500" name="Oval 407">
                  <a:extLst>
                    <a:ext uri="{FF2B5EF4-FFF2-40B4-BE49-F238E27FC236}">
                      <a16:creationId xmlns:a16="http://schemas.microsoft.com/office/drawing/2014/main" id="{3C6918EF-EA4A-BB45-BB58-B11A1CBCCA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01" name="Rectangle 410">
                  <a:extLst>
                    <a:ext uri="{FF2B5EF4-FFF2-40B4-BE49-F238E27FC236}">
                      <a16:creationId xmlns:a16="http://schemas.microsoft.com/office/drawing/2014/main" id="{1E018DCB-4971-CE48-A256-AA43629130B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02" name="Oval 411">
                  <a:extLst>
                    <a:ext uri="{FF2B5EF4-FFF2-40B4-BE49-F238E27FC236}">
                      <a16:creationId xmlns:a16="http://schemas.microsoft.com/office/drawing/2014/main" id="{F09DC61A-8AB3-E645-AB67-B820BC5A88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03" name="Group 137">
                  <a:extLst>
                    <a:ext uri="{FF2B5EF4-FFF2-40B4-BE49-F238E27FC236}">
                      <a16:creationId xmlns:a16="http://schemas.microsoft.com/office/drawing/2014/main" id="{079DAECD-11B3-AF46-83BC-DC7102A4C93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06" name="Freeform 138">
                    <a:extLst>
                      <a:ext uri="{FF2B5EF4-FFF2-40B4-BE49-F238E27FC236}">
                        <a16:creationId xmlns:a16="http://schemas.microsoft.com/office/drawing/2014/main" id="{6CF13D1B-9091-9C49-A731-C3B1BD2994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07" name="Freeform 139">
                    <a:extLst>
                      <a:ext uri="{FF2B5EF4-FFF2-40B4-BE49-F238E27FC236}">
                        <a16:creationId xmlns:a16="http://schemas.microsoft.com/office/drawing/2014/main" id="{1112B24D-A91B-6345-8904-3311A6EF37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04" name="Line 140">
                  <a:extLst>
                    <a:ext uri="{FF2B5EF4-FFF2-40B4-BE49-F238E27FC236}">
                      <a16:creationId xmlns:a16="http://schemas.microsoft.com/office/drawing/2014/main" id="{F4E2AE18-3DFD-6F4A-9AAD-78CC47F25FA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05" name="Line 141">
                  <a:extLst>
                    <a:ext uri="{FF2B5EF4-FFF2-40B4-BE49-F238E27FC236}">
                      <a16:creationId xmlns:a16="http://schemas.microsoft.com/office/drawing/2014/main" id="{A102C4D1-EDAF-0C49-BE0C-0530A350DC1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455" name="Group 133">
                <a:extLst>
                  <a:ext uri="{FF2B5EF4-FFF2-40B4-BE49-F238E27FC236}">
                    <a16:creationId xmlns:a16="http://schemas.microsoft.com/office/drawing/2014/main" id="{4C3582DA-B6CF-0D48-AAC3-41E294C9330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060908" y="2428111"/>
                <a:ext cx="532759" cy="184809"/>
                <a:chOff x="2356" y="1300"/>
                <a:chExt cx="555" cy="194"/>
              </a:xfrm>
            </p:grpSpPr>
            <p:sp>
              <p:nvSpPr>
                <p:cNvPr id="212492" name="Oval 407">
                  <a:extLst>
                    <a:ext uri="{FF2B5EF4-FFF2-40B4-BE49-F238E27FC236}">
                      <a16:creationId xmlns:a16="http://schemas.microsoft.com/office/drawing/2014/main" id="{6E059628-B008-424D-8E3C-9AAA3EF6C9D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93" name="Rectangle 410">
                  <a:extLst>
                    <a:ext uri="{FF2B5EF4-FFF2-40B4-BE49-F238E27FC236}">
                      <a16:creationId xmlns:a16="http://schemas.microsoft.com/office/drawing/2014/main" id="{9B0DAB25-8759-7C4C-ACC2-288100B5B15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94" name="Oval 411">
                  <a:extLst>
                    <a:ext uri="{FF2B5EF4-FFF2-40B4-BE49-F238E27FC236}">
                      <a16:creationId xmlns:a16="http://schemas.microsoft.com/office/drawing/2014/main" id="{BD574B09-1737-2942-BEA1-07433C4F34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495" name="Group 137">
                  <a:extLst>
                    <a:ext uri="{FF2B5EF4-FFF2-40B4-BE49-F238E27FC236}">
                      <a16:creationId xmlns:a16="http://schemas.microsoft.com/office/drawing/2014/main" id="{40226B75-332A-6C49-AD5D-F7B0F900E13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498" name="Freeform 138">
                    <a:extLst>
                      <a:ext uri="{FF2B5EF4-FFF2-40B4-BE49-F238E27FC236}">
                        <a16:creationId xmlns:a16="http://schemas.microsoft.com/office/drawing/2014/main" id="{D4734774-D18E-F44F-A5B6-A70189E1EF7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499" name="Freeform 139">
                    <a:extLst>
                      <a:ext uri="{FF2B5EF4-FFF2-40B4-BE49-F238E27FC236}">
                        <a16:creationId xmlns:a16="http://schemas.microsoft.com/office/drawing/2014/main" id="{949C6A4F-BB8B-7C49-9178-2224D4F76E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496" name="Line 140">
                  <a:extLst>
                    <a:ext uri="{FF2B5EF4-FFF2-40B4-BE49-F238E27FC236}">
                      <a16:creationId xmlns:a16="http://schemas.microsoft.com/office/drawing/2014/main" id="{5026986B-2A1D-1A4B-AA0E-09376B1A5AA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97" name="Line 141">
                  <a:extLst>
                    <a:ext uri="{FF2B5EF4-FFF2-40B4-BE49-F238E27FC236}">
                      <a16:creationId xmlns:a16="http://schemas.microsoft.com/office/drawing/2014/main" id="{FAB277D9-41F4-B347-A4EB-B251DFAA6C5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456" name="Group 133">
                <a:extLst>
                  <a:ext uri="{FF2B5EF4-FFF2-40B4-BE49-F238E27FC236}">
                    <a16:creationId xmlns:a16="http://schemas.microsoft.com/office/drawing/2014/main" id="{78F96BC6-C625-FB44-A46C-A50621DE70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05281" y="2289952"/>
                <a:ext cx="532759" cy="184809"/>
                <a:chOff x="2356" y="1300"/>
                <a:chExt cx="555" cy="194"/>
              </a:xfrm>
            </p:grpSpPr>
            <p:sp>
              <p:nvSpPr>
                <p:cNvPr id="212484" name="Oval 407">
                  <a:extLst>
                    <a:ext uri="{FF2B5EF4-FFF2-40B4-BE49-F238E27FC236}">
                      <a16:creationId xmlns:a16="http://schemas.microsoft.com/office/drawing/2014/main" id="{3BCF7842-1314-FB40-87A2-521057A8485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85" name="Rectangle 410">
                  <a:extLst>
                    <a:ext uri="{FF2B5EF4-FFF2-40B4-BE49-F238E27FC236}">
                      <a16:creationId xmlns:a16="http://schemas.microsoft.com/office/drawing/2014/main" id="{E1FF86B2-59E7-AC4E-A526-C279FB716C5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86" name="Oval 411">
                  <a:extLst>
                    <a:ext uri="{FF2B5EF4-FFF2-40B4-BE49-F238E27FC236}">
                      <a16:creationId xmlns:a16="http://schemas.microsoft.com/office/drawing/2014/main" id="{9F8413E9-C48E-264A-8591-2C0B204D1C2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487" name="Group 137">
                  <a:extLst>
                    <a:ext uri="{FF2B5EF4-FFF2-40B4-BE49-F238E27FC236}">
                      <a16:creationId xmlns:a16="http://schemas.microsoft.com/office/drawing/2014/main" id="{99B838FA-6F6C-CE46-BA53-7674D71F973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490" name="Freeform 138">
                    <a:extLst>
                      <a:ext uri="{FF2B5EF4-FFF2-40B4-BE49-F238E27FC236}">
                        <a16:creationId xmlns:a16="http://schemas.microsoft.com/office/drawing/2014/main" id="{6638E85E-FA8E-E44D-8090-88DD58519AD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491" name="Freeform 139">
                    <a:extLst>
                      <a:ext uri="{FF2B5EF4-FFF2-40B4-BE49-F238E27FC236}">
                        <a16:creationId xmlns:a16="http://schemas.microsoft.com/office/drawing/2014/main" id="{CC4C1859-B092-FF46-A11F-4532415ACF7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488" name="Line 140">
                  <a:extLst>
                    <a:ext uri="{FF2B5EF4-FFF2-40B4-BE49-F238E27FC236}">
                      <a16:creationId xmlns:a16="http://schemas.microsoft.com/office/drawing/2014/main" id="{2706917F-DCBC-6648-B7E0-2EF70D08487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0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89" name="Line 141">
                  <a:extLst>
                    <a:ext uri="{FF2B5EF4-FFF2-40B4-BE49-F238E27FC236}">
                      <a16:creationId xmlns:a16="http://schemas.microsoft.com/office/drawing/2014/main" id="{EA36D1C6-AAAC-7642-862E-993275FFE2E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457" name="Group 133">
                <a:extLst>
                  <a:ext uri="{FF2B5EF4-FFF2-40B4-BE49-F238E27FC236}">
                    <a16:creationId xmlns:a16="http://schemas.microsoft.com/office/drawing/2014/main" id="{6F71D3B3-5368-9F47-9279-5F4EC716AA2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32661" y="2882876"/>
                <a:ext cx="532759" cy="184809"/>
                <a:chOff x="2356" y="1300"/>
                <a:chExt cx="555" cy="194"/>
              </a:xfrm>
            </p:grpSpPr>
            <p:sp>
              <p:nvSpPr>
                <p:cNvPr id="212476" name="Oval 407">
                  <a:extLst>
                    <a:ext uri="{FF2B5EF4-FFF2-40B4-BE49-F238E27FC236}">
                      <a16:creationId xmlns:a16="http://schemas.microsoft.com/office/drawing/2014/main" id="{03EBCB07-3B8C-F04D-87C2-120934D0415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77" name="Rectangle 410">
                  <a:extLst>
                    <a:ext uri="{FF2B5EF4-FFF2-40B4-BE49-F238E27FC236}">
                      <a16:creationId xmlns:a16="http://schemas.microsoft.com/office/drawing/2014/main" id="{F054508A-5C7E-0F43-B114-28281D9060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78" name="Oval 411">
                  <a:extLst>
                    <a:ext uri="{FF2B5EF4-FFF2-40B4-BE49-F238E27FC236}">
                      <a16:creationId xmlns:a16="http://schemas.microsoft.com/office/drawing/2014/main" id="{DD0AC63F-E6BE-C442-9820-042A46C0462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479" name="Group 137">
                  <a:extLst>
                    <a:ext uri="{FF2B5EF4-FFF2-40B4-BE49-F238E27FC236}">
                      <a16:creationId xmlns:a16="http://schemas.microsoft.com/office/drawing/2014/main" id="{99E9D08B-F159-E345-A669-BEB0E58C7E5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482" name="Freeform 138">
                    <a:extLst>
                      <a:ext uri="{FF2B5EF4-FFF2-40B4-BE49-F238E27FC236}">
                        <a16:creationId xmlns:a16="http://schemas.microsoft.com/office/drawing/2014/main" id="{A4A63597-6D29-6B49-84DD-2CC90577A55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483" name="Freeform 139">
                    <a:extLst>
                      <a:ext uri="{FF2B5EF4-FFF2-40B4-BE49-F238E27FC236}">
                        <a16:creationId xmlns:a16="http://schemas.microsoft.com/office/drawing/2014/main" id="{E9B40649-7213-5A4C-85C3-4E5D2E0D05B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480" name="Line 140">
                  <a:extLst>
                    <a:ext uri="{FF2B5EF4-FFF2-40B4-BE49-F238E27FC236}">
                      <a16:creationId xmlns:a16="http://schemas.microsoft.com/office/drawing/2014/main" id="{6A2D1502-F648-694C-B2A3-2DCA8217C74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81" name="Line 141">
                  <a:extLst>
                    <a:ext uri="{FF2B5EF4-FFF2-40B4-BE49-F238E27FC236}">
                      <a16:creationId xmlns:a16="http://schemas.microsoft.com/office/drawing/2014/main" id="{69384DF4-2CEC-D343-B40D-8276244976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458" name="Group 133">
                <a:extLst>
                  <a:ext uri="{FF2B5EF4-FFF2-40B4-BE49-F238E27FC236}">
                    <a16:creationId xmlns:a16="http://schemas.microsoft.com/office/drawing/2014/main" id="{C11F5225-9372-7245-B837-0402FFE85CF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30660" y="3072767"/>
                <a:ext cx="532759" cy="184809"/>
                <a:chOff x="2356" y="1300"/>
                <a:chExt cx="555" cy="194"/>
              </a:xfrm>
            </p:grpSpPr>
            <p:sp>
              <p:nvSpPr>
                <p:cNvPr id="212468" name="Oval 407">
                  <a:extLst>
                    <a:ext uri="{FF2B5EF4-FFF2-40B4-BE49-F238E27FC236}">
                      <a16:creationId xmlns:a16="http://schemas.microsoft.com/office/drawing/2014/main" id="{AC8D4647-F840-2C47-90A4-1E045B3D3C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69" name="Rectangle 410">
                  <a:extLst>
                    <a:ext uri="{FF2B5EF4-FFF2-40B4-BE49-F238E27FC236}">
                      <a16:creationId xmlns:a16="http://schemas.microsoft.com/office/drawing/2014/main" id="{B1A62944-EAE7-7E43-8999-85E502468E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70" name="Oval 411">
                  <a:extLst>
                    <a:ext uri="{FF2B5EF4-FFF2-40B4-BE49-F238E27FC236}">
                      <a16:creationId xmlns:a16="http://schemas.microsoft.com/office/drawing/2014/main" id="{B55CEF74-BD0A-E14F-8F62-E62882EFC52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471" name="Group 137">
                  <a:extLst>
                    <a:ext uri="{FF2B5EF4-FFF2-40B4-BE49-F238E27FC236}">
                      <a16:creationId xmlns:a16="http://schemas.microsoft.com/office/drawing/2014/main" id="{86BE8552-DE6E-1441-8E62-8C5E44AF143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474" name="Freeform 138">
                    <a:extLst>
                      <a:ext uri="{FF2B5EF4-FFF2-40B4-BE49-F238E27FC236}">
                        <a16:creationId xmlns:a16="http://schemas.microsoft.com/office/drawing/2014/main" id="{011886F2-634D-7A43-9E3F-B0D5E4B082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475" name="Freeform 139">
                    <a:extLst>
                      <a:ext uri="{FF2B5EF4-FFF2-40B4-BE49-F238E27FC236}">
                        <a16:creationId xmlns:a16="http://schemas.microsoft.com/office/drawing/2014/main" id="{745E875F-3D57-B149-AE3A-24D67211D7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472" name="Line 140">
                  <a:extLst>
                    <a:ext uri="{FF2B5EF4-FFF2-40B4-BE49-F238E27FC236}">
                      <a16:creationId xmlns:a16="http://schemas.microsoft.com/office/drawing/2014/main" id="{6C7DCEF3-5492-9E41-98F4-1D0E7669B46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73" name="Line 141">
                  <a:extLst>
                    <a:ext uri="{FF2B5EF4-FFF2-40B4-BE49-F238E27FC236}">
                      <a16:creationId xmlns:a16="http://schemas.microsoft.com/office/drawing/2014/main" id="{C1E95F02-6F0C-AD4B-940D-EE552827D8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459" name="Group 133">
                <a:extLst>
                  <a:ext uri="{FF2B5EF4-FFF2-40B4-BE49-F238E27FC236}">
                    <a16:creationId xmlns:a16="http://schemas.microsoft.com/office/drawing/2014/main" id="{116A8522-2EEF-994E-BBD0-5F4D5716BFB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438032" y="3018963"/>
                <a:ext cx="532759" cy="184809"/>
                <a:chOff x="2356" y="1300"/>
                <a:chExt cx="555" cy="194"/>
              </a:xfrm>
            </p:grpSpPr>
            <p:sp>
              <p:nvSpPr>
                <p:cNvPr id="212460" name="Oval 407">
                  <a:extLst>
                    <a:ext uri="{FF2B5EF4-FFF2-40B4-BE49-F238E27FC236}">
                      <a16:creationId xmlns:a16="http://schemas.microsoft.com/office/drawing/2014/main" id="{26DE0F20-7688-3E47-81FC-67B64A0C34B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61" name="Rectangle 410">
                  <a:extLst>
                    <a:ext uri="{FF2B5EF4-FFF2-40B4-BE49-F238E27FC236}">
                      <a16:creationId xmlns:a16="http://schemas.microsoft.com/office/drawing/2014/main" id="{87617361-E2F8-5441-947A-836C2D4716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62" name="Oval 411">
                  <a:extLst>
                    <a:ext uri="{FF2B5EF4-FFF2-40B4-BE49-F238E27FC236}">
                      <a16:creationId xmlns:a16="http://schemas.microsoft.com/office/drawing/2014/main" id="{55B9E919-C891-114A-9F2B-91C55602F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463" name="Group 137">
                  <a:extLst>
                    <a:ext uri="{FF2B5EF4-FFF2-40B4-BE49-F238E27FC236}">
                      <a16:creationId xmlns:a16="http://schemas.microsoft.com/office/drawing/2014/main" id="{2FAEA4A7-AF75-7A42-B3A6-CA73C06FE0B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466" name="Freeform 138">
                    <a:extLst>
                      <a:ext uri="{FF2B5EF4-FFF2-40B4-BE49-F238E27FC236}">
                        <a16:creationId xmlns:a16="http://schemas.microsoft.com/office/drawing/2014/main" id="{8F8C2317-F654-1644-8A93-893FD07168D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467" name="Freeform 139">
                    <a:extLst>
                      <a:ext uri="{FF2B5EF4-FFF2-40B4-BE49-F238E27FC236}">
                        <a16:creationId xmlns:a16="http://schemas.microsoft.com/office/drawing/2014/main" id="{FCC37B34-91F2-B84D-9A8D-F842612E4E2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464" name="Line 140">
                  <a:extLst>
                    <a:ext uri="{FF2B5EF4-FFF2-40B4-BE49-F238E27FC236}">
                      <a16:creationId xmlns:a16="http://schemas.microsoft.com/office/drawing/2014/main" id="{22D337FE-9DD1-3246-8616-2EA35C66807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79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65" name="Line 141">
                  <a:extLst>
                    <a:ext uri="{FF2B5EF4-FFF2-40B4-BE49-F238E27FC236}">
                      <a16:creationId xmlns:a16="http://schemas.microsoft.com/office/drawing/2014/main" id="{CC422D8F-3988-784B-BEBA-5F1200A73ED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</p:grpSp>
        <p:sp>
          <p:nvSpPr>
            <p:cNvPr id="212330" name="Oval 417">
              <a:extLst>
                <a:ext uri="{FF2B5EF4-FFF2-40B4-BE49-F238E27FC236}">
                  <a16:creationId xmlns:a16="http://schemas.microsoft.com/office/drawing/2014/main" id="{F3EB77C2-B4A7-E04E-86B3-4302FFACEC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8600" y="4165600"/>
              <a:ext cx="3086100" cy="1168400"/>
            </a:xfrm>
            <a:prstGeom prst="ellipse">
              <a:avLst/>
            </a:prstGeom>
            <a:solidFill>
              <a:srgbClr val="3C6C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12331" name="Group 133">
              <a:extLst>
                <a:ext uri="{FF2B5EF4-FFF2-40B4-BE49-F238E27FC236}">
                  <a16:creationId xmlns:a16="http://schemas.microsoft.com/office/drawing/2014/main" id="{E7351890-CEBA-A646-89FA-AF22BBF321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52272" y="4264503"/>
              <a:ext cx="513732" cy="157430"/>
              <a:chOff x="2356" y="1300"/>
              <a:chExt cx="555" cy="194"/>
            </a:xfrm>
          </p:grpSpPr>
          <p:sp>
            <p:nvSpPr>
              <p:cNvPr id="212434" name="Oval 492">
                <a:extLst>
                  <a:ext uri="{FF2B5EF4-FFF2-40B4-BE49-F238E27FC236}">
                    <a16:creationId xmlns:a16="http://schemas.microsoft.com/office/drawing/2014/main" id="{EEBD2308-D2A0-AC49-9242-53715D1863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35" name="Rectangle 410">
                <a:extLst>
                  <a:ext uri="{FF2B5EF4-FFF2-40B4-BE49-F238E27FC236}">
                    <a16:creationId xmlns:a16="http://schemas.microsoft.com/office/drawing/2014/main" id="{532FA6EB-1ED3-8B41-9477-C8FD35FEEC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36" name="Oval 411">
                <a:extLst>
                  <a:ext uri="{FF2B5EF4-FFF2-40B4-BE49-F238E27FC236}">
                    <a16:creationId xmlns:a16="http://schemas.microsoft.com/office/drawing/2014/main" id="{7B459852-FD3F-344F-B1D8-5499EFA31A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437" name="Group 137">
                <a:extLst>
                  <a:ext uri="{FF2B5EF4-FFF2-40B4-BE49-F238E27FC236}">
                    <a16:creationId xmlns:a16="http://schemas.microsoft.com/office/drawing/2014/main" id="{ED6A6714-077A-F745-B1C2-F48388EAF96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40" name="Freeform 138">
                  <a:extLst>
                    <a:ext uri="{FF2B5EF4-FFF2-40B4-BE49-F238E27FC236}">
                      <a16:creationId xmlns:a16="http://schemas.microsoft.com/office/drawing/2014/main" id="{FC08ABC9-D715-6C4C-B404-5FAE1905BD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41" name="Freeform 139">
                  <a:extLst>
                    <a:ext uri="{FF2B5EF4-FFF2-40B4-BE49-F238E27FC236}">
                      <a16:creationId xmlns:a16="http://schemas.microsoft.com/office/drawing/2014/main" id="{67601DD4-804A-B34E-BDC9-E672FC8A46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438" name="Line 140">
                <a:extLst>
                  <a:ext uri="{FF2B5EF4-FFF2-40B4-BE49-F238E27FC236}">
                    <a16:creationId xmlns:a16="http://schemas.microsoft.com/office/drawing/2014/main" id="{41294936-6401-5640-9DE5-9B9F307CD1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0"/>
                <a:ext cx="0" cy="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39" name="Line 141">
                <a:extLst>
                  <a:ext uri="{FF2B5EF4-FFF2-40B4-BE49-F238E27FC236}">
                    <a16:creationId xmlns:a16="http://schemas.microsoft.com/office/drawing/2014/main" id="{FAB6011B-18DC-7041-93B1-5B583D1FF2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2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cxnSp>
          <p:nvCxnSpPr>
            <p:cNvPr id="212332" name="Straight Connector 419">
              <a:extLst>
                <a:ext uri="{FF2B5EF4-FFF2-40B4-BE49-F238E27FC236}">
                  <a16:creationId xmlns:a16="http://schemas.microsoft.com/office/drawing/2014/main" id="{092470B9-25E6-754D-8107-D52A201D7C5C}"/>
                </a:ext>
              </a:extLst>
            </p:cNvPr>
            <p:cNvCxnSpPr>
              <a:cxnSpLocks noChangeShapeType="1"/>
              <a:stCxn id="212439" idx="0"/>
            </p:cNvCxnSpPr>
            <p:nvPr/>
          </p:nvCxnSpPr>
          <p:spPr bwMode="auto">
            <a:xfrm>
              <a:off x="2662301" y="4315627"/>
              <a:ext cx="940542" cy="11630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3" name="Straight Connector 420">
              <a:extLst>
                <a:ext uri="{FF2B5EF4-FFF2-40B4-BE49-F238E27FC236}">
                  <a16:creationId xmlns:a16="http://schemas.microsoft.com/office/drawing/2014/main" id="{1D46469C-FF4A-124C-9333-1C53B887412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112420" y="4624312"/>
              <a:ext cx="116433" cy="710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4" name="Straight Connector 421">
              <a:extLst>
                <a:ext uri="{FF2B5EF4-FFF2-40B4-BE49-F238E27FC236}">
                  <a16:creationId xmlns:a16="http://schemas.microsoft.com/office/drawing/2014/main" id="{DD95A713-4EED-B644-8C9C-300479A1AF6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920421" y="4797923"/>
              <a:ext cx="234667" cy="38865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5" name="Straight Connector 422">
              <a:extLst>
                <a:ext uri="{FF2B5EF4-FFF2-40B4-BE49-F238E27FC236}">
                  <a16:creationId xmlns:a16="http://schemas.microsoft.com/office/drawing/2014/main" id="{9FD77C7D-708D-3B42-A3AD-E02039445C3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636021" y="4648552"/>
              <a:ext cx="185893" cy="9334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6" name="Straight Connector 423">
              <a:extLst>
                <a:ext uri="{FF2B5EF4-FFF2-40B4-BE49-F238E27FC236}">
                  <a16:creationId xmlns:a16="http://schemas.microsoft.com/office/drawing/2014/main" id="{B22933AE-4816-BF44-845B-6E3CC3BA11B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348386" y="4902261"/>
              <a:ext cx="185893" cy="9334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7" name="Straight Connector 424">
              <a:extLst>
                <a:ext uri="{FF2B5EF4-FFF2-40B4-BE49-F238E27FC236}">
                  <a16:creationId xmlns:a16="http://schemas.microsoft.com/office/drawing/2014/main" id="{BDBAB80A-A0DD-C949-AD2F-A30A123B17B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127556" y="4839861"/>
              <a:ext cx="243934" cy="21546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8" name="Straight Connector 425">
              <a:extLst>
                <a:ext uri="{FF2B5EF4-FFF2-40B4-BE49-F238E27FC236}">
                  <a16:creationId xmlns:a16="http://schemas.microsoft.com/office/drawing/2014/main" id="{E14B2FE8-04B9-424A-BCE8-28E93F1095B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3601475" y="4827802"/>
              <a:ext cx="342282" cy="1059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9" name="Straight Connector 426">
              <a:extLst>
                <a:ext uri="{FF2B5EF4-FFF2-40B4-BE49-F238E27FC236}">
                  <a16:creationId xmlns:a16="http://schemas.microsoft.com/office/drawing/2014/main" id="{34E7F923-3A06-0F4D-9346-BAD76B407F6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587812" y="4532358"/>
              <a:ext cx="273243" cy="16667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40" name="Straight Connector 427">
              <a:extLst>
                <a:ext uri="{FF2B5EF4-FFF2-40B4-BE49-F238E27FC236}">
                  <a16:creationId xmlns:a16="http://schemas.microsoft.com/office/drawing/2014/main" id="{BB80891E-C3E0-3D4D-BA0B-513467907B5F}"/>
                </a:ext>
              </a:extLst>
            </p:cNvPr>
            <p:cNvCxnSpPr>
              <a:cxnSpLocks noChangeShapeType="1"/>
              <a:endCxn id="212434" idx="4"/>
            </p:cNvCxnSpPr>
            <p:nvPr/>
          </p:nvCxnSpPr>
          <p:spPr bwMode="auto">
            <a:xfrm flipH="1" flipV="1">
              <a:off x="2408213" y="4421934"/>
              <a:ext cx="396306" cy="74264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212341" name="Group 133">
              <a:extLst>
                <a:ext uri="{FF2B5EF4-FFF2-40B4-BE49-F238E27FC236}">
                  <a16:creationId xmlns:a16="http://schemas.microsoft.com/office/drawing/2014/main" id="{3C9B9C79-44AB-9845-B93F-243C03D2B6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44256" y="4681760"/>
              <a:ext cx="513732" cy="157430"/>
              <a:chOff x="2356" y="1300"/>
              <a:chExt cx="555" cy="194"/>
            </a:xfrm>
          </p:grpSpPr>
          <p:sp>
            <p:nvSpPr>
              <p:cNvPr id="212426" name="Oval 407">
                <a:extLst>
                  <a:ext uri="{FF2B5EF4-FFF2-40B4-BE49-F238E27FC236}">
                    <a16:creationId xmlns:a16="http://schemas.microsoft.com/office/drawing/2014/main" id="{5B9F3A69-ABCA-854D-9577-C62049D3FD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27" name="Rectangle 410">
                <a:extLst>
                  <a:ext uri="{FF2B5EF4-FFF2-40B4-BE49-F238E27FC236}">
                    <a16:creationId xmlns:a16="http://schemas.microsoft.com/office/drawing/2014/main" id="{2639C9AF-BEE6-1E42-B232-4DD8FD7129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28" name="Oval 411">
                <a:extLst>
                  <a:ext uri="{FF2B5EF4-FFF2-40B4-BE49-F238E27FC236}">
                    <a16:creationId xmlns:a16="http://schemas.microsoft.com/office/drawing/2014/main" id="{28499526-DF01-DB46-85E7-6C99CE6E7F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429" name="Group 137">
                <a:extLst>
                  <a:ext uri="{FF2B5EF4-FFF2-40B4-BE49-F238E27FC236}">
                    <a16:creationId xmlns:a16="http://schemas.microsoft.com/office/drawing/2014/main" id="{40CB12FB-1915-6846-9842-91B6EE7C0A5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32" name="Freeform 138">
                  <a:extLst>
                    <a:ext uri="{FF2B5EF4-FFF2-40B4-BE49-F238E27FC236}">
                      <a16:creationId xmlns:a16="http://schemas.microsoft.com/office/drawing/2014/main" id="{847CB771-DA3E-AC42-B8DF-A1BF5BDEC0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33" name="Freeform 139">
                  <a:extLst>
                    <a:ext uri="{FF2B5EF4-FFF2-40B4-BE49-F238E27FC236}">
                      <a16:creationId xmlns:a16="http://schemas.microsoft.com/office/drawing/2014/main" id="{E3E08C2B-917B-D346-AA4E-B5EBC713C3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430" name="Line 140">
                <a:extLst>
                  <a:ext uri="{FF2B5EF4-FFF2-40B4-BE49-F238E27FC236}">
                    <a16:creationId xmlns:a16="http://schemas.microsoft.com/office/drawing/2014/main" id="{99A7E912-C929-E946-B023-45C8446B156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0"/>
                <a:ext cx="0" cy="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31" name="Line 141">
                <a:extLst>
                  <a:ext uri="{FF2B5EF4-FFF2-40B4-BE49-F238E27FC236}">
                    <a16:creationId xmlns:a16="http://schemas.microsoft.com/office/drawing/2014/main" id="{832EA990-9C84-BB4E-879A-E24BB21279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2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212342" name="Group 133">
              <a:extLst>
                <a:ext uri="{FF2B5EF4-FFF2-40B4-BE49-F238E27FC236}">
                  <a16:creationId xmlns:a16="http://schemas.microsoft.com/office/drawing/2014/main" id="{1FD19532-3C6A-6944-B7A0-491DBB859B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89607" y="4745634"/>
              <a:ext cx="513732" cy="157430"/>
              <a:chOff x="2356" y="1300"/>
              <a:chExt cx="555" cy="194"/>
            </a:xfrm>
          </p:grpSpPr>
          <p:sp>
            <p:nvSpPr>
              <p:cNvPr id="212418" name="Oval 407">
                <a:extLst>
                  <a:ext uri="{FF2B5EF4-FFF2-40B4-BE49-F238E27FC236}">
                    <a16:creationId xmlns:a16="http://schemas.microsoft.com/office/drawing/2014/main" id="{EF59029F-35B4-5849-B931-B02AC2AB14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19" name="Rectangle 410">
                <a:extLst>
                  <a:ext uri="{FF2B5EF4-FFF2-40B4-BE49-F238E27FC236}">
                    <a16:creationId xmlns:a16="http://schemas.microsoft.com/office/drawing/2014/main" id="{08EBCE26-9B87-5E46-B45E-E25C0C68FD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20" name="Oval 411">
                <a:extLst>
                  <a:ext uri="{FF2B5EF4-FFF2-40B4-BE49-F238E27FC236}">
                    <a16:creationId xmlns:a16="http://schemas.microsoft.com/office/drawing/2014/main" id="{0F10270F-362A-6542-AE2B-5ADF00F2B4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421" name="Group 137">
                <a:extLst>
                  <a:ext uri="{FF2B5EF4-FFF2-40B4-BE49-F238E27FC236}">
                    <a16:creationId xmlns:a16="http://schemas.microsoft.com/office/drawing/2014/main" id="{B2B95FB2-765D-8E40-8C40-F185E5E13DF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24" name="Freeform 138">
                  <a:extLst>
                    <a:ext uri="{FF2B5EF4-FFF2-40B4-BE49-F238E27FC236}">
                      <a16:creationId xmlns:a16="http://schemas.microsoft.com/office/drawing/2014/main" id="{CE942ADE-85A2-6D40-8786-3982111C0C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25" name="Freeform 139">
                  <a:extLst>
                    <a:ext uri="{FF2B5EF4-FFF2-40B4-BE49-F238E27FC236}">
                      <a16:creationId xmlns:a16="http://schemas.microsoft.com/office/drawing/2014/main" id="{4709E040-8779-E148-8461-4E6DD6FF31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422" name="Line 140">
                <a:extLst>
                  <a:ext uri="{FF2B5EF4-FFF2-40B4-BE49-F238E27FC236}">
                    <a16:creationId xmlns:a16="http://schemas.microsoft.com/office/drawing/2014/main" id="{2EC5C348-D5F7-E848-916C-C461A6C480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0"/>
                <a:ext cx="0" cy="86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23" name="Line 141">
                <a:extLst>
                  <a:ext uri="{FF2B5EF4-FFF2-40B4-BE49-F238E27FC236}">
                    <a16:creationId xmlns:a16="http://schemas.microsoft.com/office/drawing/2014/main" id="{53C8DA15-629E-8D47-9DC4-63C6A069CF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2"/>
                <a:ext cx="0" cy="86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212343" name="Group 133">
              <a:extLst>
                <a:ext uri="{FF2B5EF4-FFF2-40B4-BE49-F238E27FC236}">
                  <a16:creationId xmlns:a16="http://schemas.microsoft.com/office/drawing/2014/main" id="{765B90C5-892F-0246-B0AA-9171237C36F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67612" y="4492209"/>
              <a:ext cx="513732" cy="157430"/>
              <a:chOff x="2356" y="1300"/>
              <a:chExt cx="555" cy="194"/>
            </a:xfrm>
          </p:grpSpPr>
          <p:sp>
            <p:nvSpPr>
              <p:cNvPr id="212410" name="Oval 407">
                <a:extLst>
                  <a:ext uri="{FF2B5EF4-FFF2-40B4-BE49-F238E27FC236}">
                    <a16:creationId xmlns:a16="http://schemas.microsoft.com/office/drawing/2014/main" id="{8450505A-D0E4-334D-A6D2-E56B9DCE28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11" name="Rectangle 410">
                <a:extLst>
                  <a:ext uri="{FF2B5EF4-FFF2-40B4-BE49-F238E27FC236}">
                    <a16:creationId xmlns:a16="http://schemas.microsoft.com/office/drawing/2014/main" id="{ACCBA3C4-5E92-5D42-822C-E712FCFC37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12" name="Oval 411">
                <a:extLst>
                  <a:ext uri="{FF2B5EF4-FFF2-40B4-BE49-F238E27FC236}">
                    <a16:creationId xmlns:a16="http://schemas.microsoft.com/office/drawing/2014/main" id="{A3386F0E-8B2D-5841-A6BD-B8C379AA99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413" name="Group 137">
                <a:extLst>
                  <a:ext uri="{FF2B5EF4-FFF2-40B4-BE49-F238E27FC236}">
                    <a16:creationId xmlns:a16="http://schemas.microsoft.com/office/drawing/2014/main" id="{26F2B019-E293-DC4E-9699-082AD56AFB3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16" name="Freeform 138">
                  <a:extLst>
                    <a:ext uri="{FF2B5EF4-FFF2-40B4-BE49-F238E27FC236}">
                      <a16:creationId xmlns:a16="http://schemas.microsoft.com/office/drawing/2014/main" id="{DB730DFB-10CF-834A-8A1F-8D99EAB4C9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17" name="Freeform 139">
                  <a:extLst>
                    <a:ext uri="{FF2B5EF4-FFF2-40B4-BE49-F238E27FC236}">
                      <a16:creationId xmlns:a16="http://schemas.microsoft.com/office/drawing/2014/main" id="{294C6390-D20F-8D4E-92C7-D8D0368A01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414" name="Line 140">
                <a:extLst>
                  <a:ext uri="{FF2B5EF4-FFF2-40B4-BE49-F238E27FC236}">
                    <a16:creationId xmlns:a16="http://schemas.microsoft.com/office/drawing/2014/main" id="{0CC4C051-92D9-0C4A-BA08-6AA3F7B6C7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15" name="Line 141">
                <a:extLst>
                  <a:ext uri="{FF2B5EF4-FFF2-40B4-BE49-F238E27FC236}">
                    <a16:creationId xmlns:a16="http://schemas.microsoft.com/office/drawing/2014/main" id="{DADFDC5E-543D-1A4F-9535-A63BAF4AD4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212344" name="Group 133">
              <a:extLst>
                <a:ext uri="{FF2B5EF4-FFF2-40B4-BE49-F238E27FC236}">
                  <a16:creationId xmlns:a16="http://schemas.microsoft.com/office/drawing/2014/main" id="{AC489919-23DC-A74F-BC5E-03B0780A3D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78257" y="4374518"/>
              <a:ext cx="513732" cy="157430"/>
              <a:chOff x="2356" y="1300"/>
              <a:chExt cx="555" cy="194"/>
            </a:xfrm>
          </p:grpSpPr>
          <p:sp>
            <p:nvSpPr>
              <p:cNvPr id="212402" name="Oval 407">
                <a:extLst>
                  <a:ext uri="{FF2B5EF4-FFF2-40B4-BE49-F238E27FC236}">
                    <a16:creationId xmlns:a16="http://schemas.microsoft.com/office/drawing/2014/main" id="{8F62846A-7ED3-0D41-893C-AA8ABCCEC1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03" name="Rectangle 410">
                <a:extLst>
                  <a:ext uri="{FF2B5EF4-FFF2-40B4-BE49-F238E27FC236}">
                    <a16:creationId xmlns:a16="http://schemas.microsoft.com/office/drawing/2014/main" id="{1A61DF7E-4CE5-2E4D-87F9-D1A9222CA5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04" name="Oval 411">
                <a:extLst>
                  <a:ext uri="{FF2B5EF4-FFF2-40B4-BE49-F238E27FC236}">
                    <a16:creationId xmlns:a16="http://schemas.microsoft.com/office/drawing/2014/main" id="{AF3C5BB6-1980-E74F-937E-401D386C54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405" name="Group 137">
                <a:extLst>
                  <a:ext uri="{FF2B5EF4-FFF2-40B4-BE49-F238E27FC236}">
                    <a16:creationId xmlns:a16="http://schemas.microsoft.com/office/drawing/2014/main" id="{E7951780-FF12-1D42-AE17-FA840E6A5C4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08" name="Freeform 138">
                  <a:extLst>
                    <a:ext uri="{FF2B5EF4-FFF2-40B4-BE49-F238E27FC236}">
                      <a16:creationId xmlns:a16="http://schemas.microsoft.com/office/drawing/2014/main" id="{C3EB81B5-31D1-674A-8C3D-F4835472A8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09" name="Freeform 139">
                  <a:extLst>
                    <a:ext uri="{FF2B5EF4-FFF2-40B4-BE49-F238E27FC236}">
                      <a16:creationId xmlns:a16="http://schemas.microsoft.com/office/drawing/2014/main" id="{AFA1D2D9-AC22-6C46-9804-C3A0F02216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406" name="Line 140">
                <a:extLst>
                  <a:ext uri="{FF2B5EF4-FFF2-40B4-BE49-F238E27FC236}">
                    <a16:creationId xmlns:a16="http://schemas.microsoft.com/office/drawing/2014/main" id="{3BE3CB23-B550-B24A-961B-B7696B2657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07" name="Line 141">
                <a:extLst>
                  <a:ext uri="{FF2B5EF4-FFF2-40B4-BE49-F238E27FC236}">
                    <a16:creationId xmlns:a16="http://schemas.microsoft.com/office/drawing/2014/main" id="{056EB8FE-8CB2-3D4C-A84C-9CF5FF1D02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212345" name="Group 133">
              <a:extLst>
                <a:ext uri="{FF2B5EF4-FFF2-40B4-BE49-F238E27FC236}">
                  <a16:creationId xmlns:a16="http://schemas.microsoft.com/office/drawing/2014/main" id="{9708FB44-81F0-8F46-A168-91749747EB0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97517" y="4879602"/>
              <a:ext cx="513732" cy="157430"/>
              <a:chOff x="2356" y="1300"/>
              <a:chExt cx="555" cy="194"/>
            </a:xfrm>
          </p:grpSpPr>
          <p:sp>
            <p:nvSpPr>
              <p:cNvPr id="212394" name="Oval 407">
                <a:extLst>
                  <a:ext uri="{FF2B5EF4-FFF2-40B4-BE49-F238E27FC236}">
                    <a16:creationId xmlns:a16="http://schemas.microsoft.com/office/drawing/2014/main" id="{2F33FFD2-A75D-DD42-873F-D609918834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95" name="Rectangle 410">
                <a:extLst>
                  <a:ext uri="{FF2B5EF4-FFF2-40B4-BE49-F238E27FC236}">
                    <a16:creationId xmlns:a16="http://schemas.microsoft.com/office/drawing/2014/main" id="{C19BA767-E55C-584A-A7CA-8D0E63010F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96" name="Oval 411">
                <a:extLst>
                  <a:ext uri="{FF2B5EF4-FFF2-40B4-BE49-F238E27FC236}">
                    <a16:creationId xmlns:a16="http://schemas.microsoft.com/office/drawing/2014/main" id="{0AA72197-3A39-014C-AEC8-CA58E95ECC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397" name="Group 137">
                <a:extLst>
                  <a:ext uri="{FF2B5EF4-FFF2-40B4-BE49-F238E27FC236}">
                    <a16:creationId xmlns:a16="http://schemas.microsoft.com/office/drawing/2014/main" id="{6C0714E0-0094-2940-B423-9E87F53FA05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00" name="Freeform 138">
                  <a:extLst>
                    <a:ext uri="{FF2B5EF4-FFF2-40B4-BE49-F238E27FC236}">
                      <a16:creationId xmlns:a16="http://schemas.microsoft.com/office/drawing/2014/main" id="{1DEC0890-CFB3-D142-BDBA-01853CAC8B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01" name="Freeform 139">
                  <a:extLst>
                    <a:ext uri="{FF2B5EF4-FFF2-40B4-BE49-F238E27FC236}">
                      <a16:creationId xmlns:a16="http://schemas.microsoft.com/office/drawing/2014/main" id="{55989B49-AAF6-3949-BAD4-D234242AC8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398" name="Line 140">
                <a:extLst>
                  <a:ext uri="{FF2B5EF4-FFF2-40B4-BE49-F238E27FC236}">
                    <a16:creationId xmlns:a16="http://schemas.microsoft.com/office/drawing/2014/main" id="{1C513002-E3FB-3243-8B2D-E2410BA085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99" name="Line 141">
                <a:extLst>
                  <a:ext uri="{FF2B5EF4-FFF2-40B4-BE49-F238E27FC236}">
                    <a16:creationId xmlns:a16="http://schemas.microsoft.com/office/drawing/2014/main" id="{667FCE78-4768-944A-AC97-0F371A72C3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212346" name="Group 133">
              <a:extLst>
                <a:ext uri="{FF2B5EF4-FFF2-40B4-BE49-F238E27FC236}">
                  <a16:creationId xmlns:a16="http://schemas.microsoft.com/office/drawing/2014/main" id="{BAC969A7-FBF2-7E4A-83B2-CEC18BF316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27730" y="5041361"/>
              <a:ext cx="513732" cy="157430"/>
              <a:chOff x="2356" y="1300"/>
              <a:chExt cx="555" cy="194"/>
            </a:xfrm>
          </p:grpSpPr>
          <p:sp>
            <p:nvSpPr>
              <p:cNvPr id="212386" name="Oval 407">
                <a:extLst>
                  <a:ext uri="{FF2B5EF4-FFF2-40B4-BE49-F238E27FC236}">
                    <a16:creationId xmlns:a16="http://schemas.microsoft.com/office/drawing/2014/main" id="{F9C686C5-20E3-4D4C-9476-74BB5092CE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87" name="Rectangle 410">
                <a:extLst>
                  <a:ext uri="{FF2B5EF4-FFF2-40B4-BE49-F238E27FC236}">
                    <a16:creationId xmlns:a16="http://schemas.microsoft.com/office/drawing/2014/main" id="{303650D4-5E03-4C4E-A363-372D37C537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88" name="Oval 411">
                <a:extLst>
                  <a:ext uri="{FF2B5EF4-FFF2-40B4-BE49-F238E27FC236}">
                    <a16:creationId xmlns:a16="http://schemas.microsoft.com/office/drawing/2014/main" id="{C3921D9A-BB10-C74A-9C49-2E9FFB4B55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389" name="Group 137">
                <a:extLst>
                  <a:ext uri="{FF2B5EF4-FFF2-40B4-BE49-F238E27FC236}">
                    <a16:creationId xmlns:a16="http://schemas.microsoft.com/office/drawing/2014/main" id="{1368B42A-E1D4-4E41-A535-6A0F08ED5C7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392" name="Freeform 138">
                  <a:extLst>
                    <a:ext uri="{FF2B5EF4-FFF2-40B4-BE49-F238E27FC236}">
                      <a16:creationId xmlns:a16="http://schemas.microsoft.com/office/drawing/2014/main" id="{DC2B0CDE-E5F3-8B4D-AEBE-6210B39491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393" name="Freeform 139">
                  <a:extLst>
                    <a:ext uri="{FF2B5EF4-FFF2-40B4-BE49-F238E27FC236}">
                      <a16:creationId xmlns:a16="http://schemas.microsoft.com/office/drawing/2014/main" id="{AE410816-FCD6-7E45-A8F5-619164B609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390" name="Line 140">
                <a:extLst>
                  <a:ext uri="{FF2B5EF4-FFF2-40B4-BE49-F238E27FC236}">
                    <a16:creationId xmlns:a16="http://schemas.microsoft.com/office/drawing/2014/main" id="{97701F79-D645-3040-823B-E562904B57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91" name="Line 141">
                <a:extLst>
                  <a:ext uri="{FF2B5EF4-FFF2-40B4-BE49-F238E27FC236}">
                    <a16:creationId xmlns:a16="http://schemas.microsoft.com/office/drawing/2014/main" id="{C2C3393C-A20E-2546-BA69-6E66D108EE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212347" name="Group 133">
              <a:extLst>
                <a:ext uri="{FF2B5EF4-FFF2-40B4-BE49-F238E27FC236}">
                  <a16:creationId xmlns:a16="http://schemas.microsoft.com/office/drawing/2014/main" id="{52520BE8-E097-9D4A-90EB-4DB743A57D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66981" y="4995528"/>
              <a:ext cx="513732" cy="157430"/>
              <a:chOff x="2356" y="1300"/>
              <a:chExt cx="555" cy="194"/>
            </a:xfrm>
          </p:grpSpPr>
          <p:sp>
            <p:nvSpPr>
              <p:cNvPr id="212378" name="Oval 407">
                <a:extLst>
                  <a:ext uri="{FF2B5EF4-FFF2-40B4-BE49-F238E27FC236}">
                    <a16:creationId xmlns:a16="http://schemas.microsoft.com/office/drawing/2014/main" id="{17851E51-11FE-E54F-9828-F63F524083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79" name="Rectangle 410">
                <a:extLst>
                  <a:ext uri="{FF2B5EF4-FFF2-40B4-BE49-F238E27FC236}">
                    <a16:creationId xmlns:a16="http://schemas.microsoft.com/office/drawing/2014/main" id="{652E2E03-B9B4-8844-A236-4B0AE64645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80" name="Oval 411">
                <a:extLst>
                  <a:ext uri="{FF2B5EF4-FFF2-40B4-BE49-F238E27FC236}">
                    <a16:creationId xmlns:a16="http://schemas.microsoft.com/office/drawing/2014/main" id="{7B869092-152F-8849-94DF-C2E8EEB818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381" name="Group 137">
                <a:extLst>
                  <a:ext uri="{FF2B5EF4-FFF2-40B4-BE49-F238E27FC236}">
                    <a16:creationId xmlns:a16="http://schemas.microsoft.com/office/drawing/2014/main" id="{D7AB1565-C144-CF40-923D-62CBCCEB80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384" name="Freeform 138">
                  <a:extLst>
                    <a:ext uri="{FF2B5EF4-FFF2-40B4-BE49-F238E27FC236}">
                      <a16:creationId xmlns:a16="http://schemas.microsoft.com/office/drawing/2014/main" id="{79DCBDC9-25CB-D04A-B18F-49C0271ECB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385" name="Freeform 139">
                  <a:extLst>
                    <a:ext uri="{FF2B5EF4-FFF2-40B4-BE49-F238E27FC236}">
                      <a16:creationId xmlns:a16="http://schemas.microsoft.com/office/drawing/2014/main" id="{EE1506B3-91A9-8545-BF42-773A7261D0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382" name="Line 140">
                <a:extLst>
                  <a:ext uri="{FF2B5EF4-FFF2-40B4-BE49-F238E27FC236}">
                    <a16:creationId xmlns:a16="http://schemas.microsoft.com/office/drawing/2014/main" id="{6D758495-4525-1840-9108-433D7676F0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83" name="Line 141">
                <a:extLst>
                  <a:ext uri="{FF2B5EF4-FFF2-40B4-BE49-F238E27FC236}">
                    <a16:creationId xmlns:a16="http://schemas.microsoft.com/office/drawing/2014/main" id="{F9EE4465-F2B1-6849-A118-0B1C30F339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cxnSp>
          <p:nvCxnSpPr>
            <p:cNvPr id="212348" name="Straight Connector 12">
              <a:extLst>
                <a:ext uri="{FF2B5EF4-FFF2-40B4-BE49-F238E27FC236}">
                  <a16:creationId xmlns:a16="http://schemas.microsoft.com/office/drawing/2014/main" id="{B6714E0E-0D31-C84D-8D9E-9FCB38926A94}"/>
                </a:ext>
              </a:extLst>
            </p:cNvPr>
            <p:cNvCxnSpPr>
              <a:cxnSpLocks noChangeShapeType="1"/>
              <a:endCxn id="212518" idx="1"/>
            </p:cNvCxnSpPr>
            <p:nvPr/>
          </p:nvCxnSpPr>
          <p:spPr bwMode="auto">
            <a:xfrm>
              <a:off x="2382838" y="2609850"/>
              <a:ext cx="238125" cy="2619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49" name="Straight Connector 500">
              <a:extLst>
                <a:ext uri="{FF2B5EF4-FFF2-40B4-BE49-F238E27FC236}">
                  <a16:creationId xmlns:a16="http://schemas.microsoft.com/office/drawing/2014/main" id="{8155903A-B103-D14E-8CCC-1DFA8FB2545E}"/>
                </a:ext>
              </a:extLst>
            </p:cNvPr>
            <p:cNvCxnSpPr>
              <a:cxnSpLocks noChangeShapeType="1"/>
              <a:stCxn id="212314" idx="8"/>
              <a:endCxn id="212375" idx="2"/>
            </p:cNvCxnSpPr>
            <p:nvPr/>
          </p:nvCxnSpPr>
          <p:spPr bwMode="auto">
            <a:xfrm>
              <a:off x="1455738" y="2990850"/>
              <a:ext cx="38100" cy="309563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0" name="Straight Connector 501">
              <a:extLst>
                <a:ext uri="{FF2B5EF4-FFF2-40B4-BE49-F238E27FC236}">
                  <a16:creationId xmlns:a16="http://schemas.microsoft.com/office/drawing/2014/main" id="{7AC7E695-EA07-3046-99DC-F8FD9D67454A}"/>
                </a:ext>
              </a:extLst>
            </p:cNvPr>
            <p:cNvCxnSpPr>
              <a:cxnSpLocks noChangeShapeType="1"/>
              <a:endCxn id="212375" idx="3"/>
            </p:cNvCxnSpPr>
            <p:nvPr/>
          </p:nvCxnSpPr>
          <p:spPr bwMode="auto">
            <a:xfrm>
              <a:off x="1235075" y="3271838"/>
              <a:ext cx="123825" cy="212725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1" name="Straight Connector 502">
              <a:extLst>
                <a:ext uri="{FF2B5EF4-FFF2-40B4-BE49-F238E27FC236}">
                  <a16:creationId xmlns:a16="http://schemas.microsoft.com/office/drawing/2014/main" id="{FBEF241B-F253-EF47-B879-F39C832F0097}"/>
                </a:ext>
              </a:extLst>
            </p:cNvPr>
            <p:cNvCxnSpPr>
              <a:cxnSpLocks noChangeShapeType="1"/>
              <a:endCxn id="212486" idx="1"/>
            </p:cNvCxnSpPr>
            <p:nvPr/>
          </p:nvCxnSpPr>
          <p:spPr bwMode="auto">
            <a:xfrm>
              <a:off x="3916363" y="2411413"/>
              <a:ext cx="307975" cy="57308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2" name="Straight Connector 503">
              <a:extLst>
                <a:ext uri="{FF2B5EF4-FFF2-40B4-BE49-F238E27FC236}">
                  <a16:creationId xmlns:a16="http://schemas.microsoft.com/office/drawing/2014/main" id="{0A2E296A-C992-6B43-B5B6-1F149E2F6438}"/>
                </a:ext>
              </a:extLst>
            </p:cNvPr>
            <p:cNvCxnSpPr>
              <a:cxnSpLocks noChangeShapeType="1"/>
              <a:endCxn id="212486" idx="0"/>
            </p:cNvCxnSpPr>
            <p:nvPr/>
          </p:nvCxnSpPr>
          <p:spPr bwMode="auto">
            <a:xfrm flipH="1">
              <a:off x="4425950" y="2389188"/>
              <a:ext cx="384175" cy="57943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3" name="Straight Connector 504">
              <a:extLst>
                <a:ext uri="{FF2B5EF4-FFF2-40B4-BE49-F238E27FC236}">
                  <a16:creationId xmlns:a16="http://schemas.microsoft.com/office/drawing/2014/main" id="{0BB8E01C-35B8-5443-AA35-94FD0ED7D221}"/>
                </a:ext>
              </a:extLst>
            </p:cNvPr>
            <p:cNvCxnSpPr>
              <a:cxnSpLocks noChangeShapeType="1"/>
              <a:endCxn id="212568" idx="0"/>
            </p:cNvCxnSpPr>
            <p:nvPr/>
          </p:nvCxnSpPr>
          <p:spPr bwMode="auto">
            <a:xfrm>
              <a:off x="6770688" y="2900363"/>
              <a:ext cx="215900" cy="10461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4" name="Straight Connector 505">
              <a:extLst>
                <a:ext uri="{FF2B5EF4-FFF2-40B4-BE49-F238E27FC236}">
                  <a16:creationId xmlns:a16="http://schemas.microsoft.com/office/drawing/2014/main" id="{3F481430-2BCB-0248-A5BC-932728EDBEA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7137400" y="3251200"/>
              <a:ext cx="241300" cy="69215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5" name="Straight Connector 506">
              <a:extLst>
                <a:ext uri="{FF2B5EF4-FFF2-40B4-BE49-F238E27FC236}">
                  <a16:creationId xmlns:a16="http://schemas.microsoft.com/office/drawing/2014/main" id="{DCE29518-A483-9A4A-8A10-D89316C48683}"/>
                </a:ext>
              </a:extLst>
            </p:cNvPr>
            <p:cNvCxnSpPr>
              <a:cxnSpLocks noChangeShapeType="1"/>
              <a:stCxn id="212318" idx="4"/>
              <a:endCxn id="212563" idx="0"/>
            </p:cNvCxnSpPr>
            <p:nvPr/>
          </p:nvCxnSpPr>
          <p:spPr bwMode="auto">
            <a:xfrm flipH="1">
              <a:off x="7483475" y="4229100"/>
              <a:ext cx="541338" cy="2492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6" name="Straight Connector 507">
              <a:extLst>
                <a:ext uri="{FF2B5EF4-FFF2-40B4-BE49-F238E27FC236}">
                  <a16:creationId xmlns:a16="http://schemas.microsoft.com/office/drawing/2014/main" id="{062098A9-49C1-FC4F-BB79-741CE6EB84D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7454900" y="4573588"/>
              <a:ext cx="796925" cy="6143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7" name="Straight Connector 508">
              <a:extLst>
                <a:ext uri="{FF2B5EF4-FFF2-40B4-BE49-F238E27FC236}">
                  <a16:creationId xmlns:a16="http://schemas.microsoft.com/office/drawing/2014/main" id="{90054380-151A-B141-BDB3-3E4AA2C38869}"/>
                </a:ext>
              </a:extLst>
            </p:cNvPr>
            <p:cNvCxnSpPr>
              <a:cxnSpLocks noChangeShapeType="1"/>
              <a:endCxn id="212550" idx="5"/>
            </p:cNvCxnSpPr>
            <p:nvPr/>
          </p:nvCxnSpPr>
          <p:spPr bwMode="auto">
            <a:xfrm flipH="1" flipV="1">
              <a:off x="6496050" y="4722813"/>
              <a:ext cx="1047750" cy="96678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8" name="Straight Connector 509">
              <a:extLst>
                <a:ext uri="{FF2B5EF4-FFF2-40B4-BE49-F238E27FC236}">
                  <a16:creationId xmlns:a16="http://schemas.microsoft.com/office/drawing/2014/main" id="{21C0B679-0C15-6945-A3BB-B0ACE9DA5808}"/>
                </a:ext>
              </a:extLst>
            </p:cNvPr>
            <p:cNvCxnSpPr>
              <a:cxnSpLocks noChangeShapeType="1"/>
              <a:stCxn id="212319" idx="0"/>
              <a:endCxn id="212374" idx="5"/>
            </p:cNvCxnSpPr>
            <p:nvPr/>
          </p:nvCxnSpPr>
          <p:spPr bwMode="auto">
            <a:xfrm flipH="1" flipV="1">
              <a:off x="5084763" y="5684838"/>
              <a:ext cx="520700" cy="1698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9" name="Straight Connector 510">
              <a:extLst>
                <a:ext uri="{FF2B5EF4-FFF2-40B4-BE49-F238E27FC236}">
                  <a16:creationId xmlns:a16="http://schemas.microsoft.com/office/drawing/2014/main" id="{33131352-7320-7646-AD94-144B19056B3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4068763" y="5045075"/>
              <a:ext cx="371475" cy="9731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0" name="Straight Connector 511">
              <a:extLst>
                <a:ext uri="{FF2B5EF4-FFF2-40B4-BE49-F238E27FC236}">
                  <a16:creationId xmlns:a16="http://schemas.microsoft.com/office/drawing/2014/main" id="{519C1488-2E54-214C-8E4D-12B6C39EB89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389313" y="5689600"/>
              <a:ext cx="306387" cy="16510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1" name="Straight Connector 512">
              <a:extLst>
                <a:ext uri="{FF2B5EF4-FFF2-40B4-BE49-F238E27FC236}">
                  <a16:creationId xmlns:a16="http://schemas.microsoft.com/office/drawing/2014/main" id="{20D11DEC-F7C3-0641-8F5E-C7D41BE01B3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790700" y="5160963"/>
              <a:ext cx="401638" cy="20955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2" name="Straight Connector 513">
              <a:extLst>
                <a:ext uri="{FF2B5EF4-FFF2-40B4-BE49-F238E27FC236}">
                  <a16:creationId xmlns:a16="http://schemas.microsoft.com/office/drawing/2014/main" id="{88CCB251-E7F3-D446-8226-8B6A8179594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179513" y="4467225"/>
              <a:ext cx="227012" cy="282575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3" name="Straight Connector 514">
              <a:extLst>
                <a:ext uri="{FF2B5EF4-FFF2-40B4-BE49-F238E27FC236}">
                  <a16:creationId xmlns:a16="http://schemas.microsoft.com/office/drawing/2014/main" id="{8C9C682C-C537-0B4A-8C35-5EF72924B2CF}"/>
                </a:ext>
              </a:extLst>
            </p:cNvPr>
            <p:cNvCxnSpPr>
              <a:cxnSpLocks noChangeShapeType="1"/>
              <a:endCxn id="212375" idx="5"/>
            </p:cNvCxnSpPr>
            <p:nvPr/>
          </p:nvCxnSpPr>
          <p:spPr bwMode="auto">
            <a:xfrm flipV="1">
              <a:off x="1155700" y="4368800"/>
              <a:ext cx="203200" cy="79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2364" name="Oval 14">
              <a:extLst>
                <a:ext uri="{FF2B5EF4-FFF2-40B4-BE49-F238E27FC236}">
                  <a16:creationId xmlns:a16="http://schemas.microsoft.com/office/drawing/2014/main" id="{12CB2B5E-74D5-1247-86F8-7D424C4BD4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77595" y="2896842"/>
              <a:ext cx="528046" cy="304770"/>
            </a:xfrm>
            <a:prstGeom prst="ellipse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212365" name="Straight Connector 18">
              <a:extLst>
                <a:ext uri="{FF2B5EF4-FFF2-40B4-BE49-F238E27FC236}">
                  <a16:creationId xmlns:a16="http://schemas.microsoft.com/office/drawing/2014/main" id="{C9A493C6-7E3B-8F4B-9C35-7487DBD21BF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713288" y="3051291"/>
              <a:ext cx="964307" cy="26892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6" name="Straight Connector 516">
              <a:extLst>
                <a:ext uri="{FF2B5EF4-FFF2-40B4-BE49-F238E27FC236}">
                  <a16:creationId xmlns:a16="http://schemas.microsoft.com/office/drawing/2014/main" id="{EA165901-B4F4-9149-8D94-F5D1EF46D02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39457" y="3169615"/>
              <a:ext cx="691556" cy="784846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7" name="Straight Connector 515">
              <a:extLst>
                <a:ext uri="{FF2B5EF4-FFF2-40B4-BE49-F238E27FC236}">
                  <a16:creationId xmlns:a16="http://schemas.microsoft.com/office/drawing/2014/main" id="{8F5D51C1-226C-6041-A49C-77285E66A8F2}"/>
                </a:ext>
              </a:extLst>
            </p:cNvPr>
            <p:cNvCxnSpPr>
              <a:cxnSpLocks noChangeShapeType="1"/>
              <a:stCxn id="212404" idx="0"/>
            </p:cNvCxnSpPr>
            <p:nvPr/>
          </p:nvCxnSpPr>
          <p:spPr bwMode="auto">
            <a:xfrm flipV="1">
              <a:off x="3832888" y="4233720"/>
              <a:ext cx="190494" cy="14143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2368" name="Oval 521">
              <a:extLst>
                <a:ext uri="{FF2B5EF4-FFF2-40B4-BE49-F238E27FC236}">
                  <a16:creationId xmlns:a16="http://schemas.microsoft.com/office/drawing/2014/main" id="{A11BC0A9-92CD-6445-B4EA-5AB7ECED09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2543" y="3959560"/>
              <a:ext cx="528230" cy="305050"/>
            </a:xfrm>
            <a:prstGeom prst="ellipse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   </a:t>
              </a:r>
            </a:p>
          </p:txBody>
        </p:sp>
        <p:cxnSp>
          <p:nvCxnSpPr>
            <p:cNvPr id="212369" name="Straight Connector 519">
              <a:extLst>
                <a:ext uri="{FF2B5EF4-FFF2-40B4-BE49-F238E27FC236}">
                  <a16:creationId xmlns:a16="http://schemas.microsoft.com/office/drawing/2014/main" id="{0D76712C-6BAC-0F4F-83BA-864634AFEA71}"/>
                </a:ext>
              </a:extLst>
            </p:cNvPr>
            <p:cNvCxnSpPr>
              <a:cxnSpLocks noChangeShapeType="1"/>
              <a:stCxn id="212368" idx="6"/>
              <a:endCxn id="212602" idx="1"/>
            </p:cNvCxnSpPr>
            <p:nvPr/>
          </p:nvCxnSpPr>
          <p:spPr bwMode="auto">
            <a:xfrm flipV="1">
              <a:off x="4460773" y="3953940"/>
              <a:ext cx="770040" cy="158145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70" name="Straight Connector 520">
              <a:extLst>
                <a:ext uri="{FF2B5EF4-FFF2-40B4-BE49-F238E27FC236}">
                  <a16:creationId xmlns:a16="http://schemas.microsoft.com/office/drawing/2014/main" id="{BF1055A1-7731-DD4B-9C17-14D79C2BE26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692525" y="3789363"/>
              <a:ext cx="342828" cy="205015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71" name="Straight Connector 7">
              <a:extLst>
                <a:ext uri="{FF2B5EF4-FFF2-40B4-BE49-F238E27FC236}">
                  <a16:creationId xmlns:a16="http://schemas.microsoft.com/office/drawing/2014/main" id="{DD44BBBA-67CC-324B-82FA-1F06761240E6}"/>
                </a:ext>
              </a:extLst>
            </p:cNvPr>
            <p:cNvCxnSpPr>
              <a:cxnSpLocks noChangeShapeType="1"/>
              <a:stCxn id="212476" idx="5"/>
              <a:endCxn id="212600" idx="1"/>
            </p:cNvCxnSpPr>
            <p:nvPr/>
          </p:nvCxnSpPr>
          <p:spPr bwMode="auto">
            <a:xfrm>
              <a:off x="4876727" y="3633788"/>
              <a:ext cx="431873" cy="22237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72" name="Straight Connector 415">
              <a:extLst>
                <a:ext uri="{FF2B5EF4-FFF2-40B4-BE49-F238E27FC236}">
                  <a16:creationId xmlns:a16="http://schemas.microsoft.com/office/drawing/2014/main" id="{E5879C3B-C51B-F044-AB12-0AC49119D6A9}"/>
                </a:ext>
              </a:extLst>
            </p:cNvPr>
            <p:cNvCxnSpPr>
              <a:cxnSpLocks noChangeShapeType="1"/>
              <a:endCxn id="212436" idx="0"/>
            </p:cNvCxnSpPr>
            <p:nvPr/>
          </p:nvCxnSpPr>
          <p:spPr bwMode="auto">
            <a:xfrm flipH="1">
              <a:off x="2406650" y="3753813"/>
              <a:ext cx="282556" cy="511097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73" name="Straight Connector 523">
              <a:extLst>
                <a:ext uri="{FF2B5EF4-FFF2-40B4-BE49-F238E27FC236}">
                  <a16:creationId xmlns:a16="http://schemas.microsoft.com/office/drawing/2014/main" id="{38228BDF-4479-0A49-B534-DBFBE9AC9F97}"/>
                </a:ext>
              </a:extLst>
            </p:cNvPr>
            <p:cNvCxnSpPr>
              <a:cxnSpLocks noChangeShapeType="1"/>
              <a:stCxn id="212399" idx="0"/>
            </p:cNvCxnSpPr>
            <p:nvPr/>
          </p:nvCxnSpPr>
          <p:spPr bwMode="auto">
            <a:xfrm flipV="1">
              <a:off x="4307761" y="4626483"/>
              <a:ext cx="844015" cy="304292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2374" name="Oval 6">
              <a:extLst>
                <a:ext uri="{FF2B5EF4-FFF2-40B4-BE49-F238E27FC236}">
                  <a16:creationId xmlns:a16="http://schemas.microsoft.com/office/drawing/2014/main" id="{E8F4E564-B0C5-094F-B054-D95E2EB4DC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0100" y="5359400"/>
              <a:ext cx="2044700" cy="381000"/>
            </a:xfrm>
            <a:prstGeom prst="ellipse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75" name="Oval 517">
              <a:extLst>
                <a:ext uri="{FF2B5EF4-FFF2-40B4-BE49-F238E27FC236}">
                  <a16:creationId xmlns:a16="http://schemas.microsoft.com/office/drawing/2014/main" id="{3E941375-17AE-A444-BC58-27E4F58BCBA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67569" y="3736182"/>
              <a:ext cx="1252537" cy="381000"/>
            </a:xfrm>
            <a:prstGeom prst="ellipse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212376" name="Straight Connector 39941">
              <a:extLst>
                <a:ext uri="{FF2B5EF4-FFF2-40B4-BE49-F238E27FC236}">
                  <a16:creationId xmlns:a16="http://schemas.microsoft.com/office/drawing/2014/main" id="{88CB59FF-B4E1-3045-B6B9-87E198A0A2F4}"/>
                </a:ext>
              </a:extLst>
            </p:cNvPr>
            <p:cNvCxnSpPr>
              <a:cxnSpLocks noChangeShapeType="1"/>
              <a:stCxn id="212375" idx="0"/>
              <a:endCxn id="212464" idx="0"/>
            </p:cNvCxnSpPr>
            <p:nvPr/>
          </p:nvCxnSpPr>
          <p:spPr bwMode="auto">
            <a:xfrm flipV="1">
              <a:off x="1684338" y="3654425"/>
              <a:ext cx="758825" cy="27305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77" name="Straight Connector 524">
              <a:extLst>
                <a:ext uri="{FF2B5EF4-FFF2-40B4-BE49-F238E27FC236}">
                  <a16:creationId xmlns:a16="http://schemas.microsoft.com/office/drawing/2014/main" id="{54823C0A-DE8A-3A46-9135-EC29ADC3944E}"/>
                </a:ext>
              </a:extLst>
            </p:cNvPr>
            <p:cNvCxnSpPr>
              <a:cxnSpLocks noChangeShapeType="1"/>
              <a:endCxn id="212438" idx="1"/>
            </p:cNvCxnSpPr>
            <p:nvPr/>
          </p:nvCxnSpPr>
          <p:spPr bwMode="auto">
            <a:xfrm>
              <a:off x="1685925" y="4111625"/>
              <a:ext cx="466725" cy="269875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11973" name="Group 418">
            <a:extLst>
              <a:ext uri="{FF2B5EF4-FFF2-40B4-BE49-F238E27FC236}">
                <a16:creationId xmlns:a16="http://schemas.microsoft.com/office/drawing/2014/main" id="{64878C9C-88A7-1B45-89D7-909D79798F1A}"/>
              </a:ext>
            </a:extLst>
          </p:cNvPr>
          <p:cNvGrpSpPr>
            <a:grpSpLocks/>
          </p:cNvGrpSpPr>
          <p:nvPr/>
        </p:nvGrpSpPr>
        <p:grpSpPr bwMode="auto">
          <a:xfrm>
            <a:off x="1963738" y="4827588"/>
            <a:ext cx="874712" cy="506412"/>
            <a:chOff x="2889" y="1631"/>
            <a:chExt cx="980" cy="743"/>
          </a:xfrm>
        </p:grpSpPr>
        <p:sp>
          <p:nvSpPr>
            <p:cNvPr id="212304" name="Rectangle 419">
              <a:extLst>
                <a:ext uri="{FF2B5EF4-FFF2-40B4-BE49-F238E27FC236}">
                  <a16:creationId xmlns:a16="http://schemas.microsoft.com/office/drawing/2014/main" id="{33B94C50-17C9-004C-8B35-6F999C043F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5249" name="AutoShape 420">
              <a:extLst>
                <a:ext uri="{FF2B5EF4-FFF2-40B4-BE49-F238E27FC236}">
                  <a16:creationId xmlns:a16="http://schemas.microsoft.com/office/drawing/2014/main" id="{2546187A-576B-DE46-A64B-440FC48569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4"/>
            </a:xfrm>
            <a:prstGeom prst="triangle">
              <a:avLst>
                <a:gd name="adj" fmla="val 50000"/>
              </a:avLst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CCFF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211974" name="Line 424">
            <a:extLst>
              <a:ext uri="{FF2B5EF4-FFF2-40B4-BE49-F238E27FC236}">
                <a16:creationId xmlns:a16="http://schemas.microsoft.com/office/drawing/2014/main" id="{2ADD125E-0DE3-4D46-882E-73961DE4315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686051" y="5280026"/>
            <a:ext cx="144463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673" name="Title 1">
            <a:extLst>
              <a:ext uri="{FF2B5EF4-FFF2-40B4-BE49-F238E27FC236}">
                <a16:creationId xmlns:a16="http://schemas.microsoft.com/office/drawing/2014/main" id="{21721E23-9F57-904C-BFCA-C4CD4A1EA58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09441" y="180762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Example: Netflix (1)</a:t>
            </a:r>
            <a:endParaRPr lang="en-US" altLang="en-US" sz="4400" dirty="0">
              <a:ea typeface="ＭＳ Ｐゴシック" panose="020B0600070205080204" pitchFamily="34" charset="-128"/>
            </a:endParaRPr>
          </a:p>
        </p:txBody>
      </p:sp>
      <p:grpSp>
        <p:nvGrpSpPr>
          <p:cNvPr id="793" name="Group 792">
            <a:extLst>
              <a:ext uri="{FF2B5EF4-FFF2-40B4-BE49-F238E27FC236}">
                <a16:creationId xmlns:a16="http://schemas.microsoft.com/office/drawing/2014/main" id="{0F460B63-6ED8-F347-BBCA-6234C05E84AA}"/>
              </a:ext>
            </a:extLst>
          </p:cNvPr>
          <p:cNvGrpSpPr>
            <a:grpSpLocks/>
          </p:cNvGrpSpPr>
          <p:nvPr/>
        </p:nvGrpSpPr>
        <p:grpSpPr bwMode="auto">
          <a:xfrm>
            <a:off x="4745038" y="5776913"/>
            <a:ext cx="349250" cy="679450"/>
            <a:chOff x="7923189" y="2486664"/>
            <a:chExt cx="360377" cy="884585"/>
          </a:xfrm>
        </p:grpSpPr>
        <p:pic>
          <p:nvPicPr>
            <p:cNvPr id="212270" name="Picture 3">
              <a:extLst>
                <a:ext uri="{FF2B5EF4-FFF2-40B4-BE49-F238E27FC236}">
                  <a16:creationId xmlns:a16="http://schemas.microsoft.com/office/drawing/2014/main" id="{C6D635F6-BB30-AA4D-BE52-460EABB84F1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271" name="Group 950">
              <a:extLst>
                <a:ext uri="{FF2B5EF4-FFF2-40B4-BE49-F238E27FC236}">
                  <a16:creationId xmlns:a16="http://schemas.microsoft.com/office/drawing/2014/main" id="{59A02A58-675C-9B46-A67F-C1008EA98B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272" name="Freeform 951">
                <a:extLst>
                  <a:ext uri="{FF2B5EF4-FFF2-40B4-BE49-F238E27FC236}">
                    <a16:creationId xmlns:a16="http://schemas.microsoft.com/office/drawing/2014/main" id="{DB6BE476-FB59-564D-A7CD-F63CB4F03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73" name="Rectangle 952">
                <a:extLst>
                  <a:ext uri="{FF2B5EF4-FFF2-40B4-BE49-F238E27FC236}">
                    <a16:creationId xmlns:a16="http://schemas.microsoft.com/office/drawing/2014/main" id="{97AAE496-AF52-7646-BE1B-C5175383BB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74" name="Freeform 953">
                <a:extLst>
                  <a:ext uri="{FF2B5EF4-FFF2-40B4-BE49-F238E27FC236}">
                    <a16:creationId xmlns:a16="http://schemas.microsoft.com/office/drawing/2014/main" id="{78FEEF1E-CBB8-154D-9E0A-4C30741DF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75" name="Freeform 954">
                <a:extLst>
                  <a:ext uri="{FF2B5EF4-FFF2-40B4-BE49-F238E27FC236}">
                    <a16:creationId xmlns:a16="http://schemas.microsoft.com/office/drawing/2014/main" id="{064546A9-BF2A-C14D-B11A-3FF7F8D60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76" name="Rectangle 955">
                <a:extLst>
                  <a:ext uri="{FF2B5EF4-FFF2-40B4-BE49-F238E27FC236}">
                    <a16:creationId xmlns:a16="http://schemas.microsoft.com/office/drawing/2014/main" id="{A14329CB-23B1-7B4E-8E21-1EBE2CA83D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77" name="Group 956">
                <a:extLst>
                  <a:ext uri="{FF2B5EF4-FFF2-40B4-BE49-F238E27FC236}">
                    <a16:creationId xmlns:a16="http://schemas.microsoft.com/office/drawing/2014/main" id="{ABBB6008-BA37-504A-BF1C-773E127FD12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302" name="AutoShape 957">
                  <a:extLst>
                    <a:ext uri="{FF2B5EF4-FFF2-40B4-BE49-F238E27FC236}">
                      <a16:creationId xmlns:a16="http://schemas.microsoft.com/office/drawing/2014/main" id="{BBAE6B6F-A278-9C4B-9012-71D473E8439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303" name="AutoShape 958">
                  <a:extLst>
                    <a:ext uri="{FF2B5EF4-FFF2-40B4-BE49-F238E27FC236}">
                      <a16:creationId xmlns:a16="http://schemas.microsoft.com/office/drawing/2014/main" id="{D5A328A7-1DE3-2945-A17E-0EFC3C10CE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78" name="Rectangle 959">
                <a:extLst>
                  <a:ext uri="{FF2B5EF4-FFF2-40B4-BE49-F238E27FC236}">
                    <a16:creationId xmlns:a16="http://schemas.microsoft.com/office/drawing/2014/main" id="{E94A5BB5-420E-DC4D-9F7A-0609BE927C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79" name="Group 960">
                <a:extLst>
                  <a:ext uri="{FF2B5EF4-FFF2-40B4-BE49-F238E27FC236}">
                    <a16:creationId xmlns:a16="http://schemas.microsoft.com/office/drawing/2014/main" id="{3D4E0B35-7745-E646-B62C-A5C8F87D534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300" name="AutoShape 961">
                  <a:extLst>
                    <a:ext uri="{FF2B5EF4-FFF2-40B4-BE49-F238E27FC236}">
                      <a16:creationId xmlns:a16="http://schemas.microsoft.com/office/drawing/2014/main" id="{8FC74A8B-A6FF-B244-8B1B-563D2AB45C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301" name="AutoShape 962">
                  <a:extLst>
                    <a:ext uri="{FF2B5EF4-FFF2-40B4-BE49-F238E27FC236}">
                      <a16:creationId xmlns:a16="http://schemas.microsoft.com/office/drawing/2014/main" id="{C7F8F30F-76CD-9F4D-89A1-5C6AA373A5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80" name="Rectangle 963">
                <a:extLst>
                  <a:ext uri="{FF2B5EF4-FFF2-40B4-BE49-F238E27FC236}">
                    <a16:creationId xmlns:a16="http://schemas.microsoft.com/office/drawing/2014/main" id="{54329010-4880-A040-AD13-FB0ED91202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81" name="Rectangle 964">
                <a:extLst>
                  <a:ext uri="{FF2B5EF4-FFF2-40B4-BE49-F238E27FC236}">
                    <a16:creationId xmlns:a16="http://schemas.microsoft.com/office/drawing/2014/main" id="{F146D8E2-272F-AD4F-9647-0F00A3C6CA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82" name="Group 965">
                <a:extLst>
                  <a:ext uri="{FF2B5EF4-FFF2-40B4-BE49-F238E27FC236}">
                    <a16:creationId xmlns:a16="http://schemas.microsoft.com/office/drawing/2014/main" id="{49F50C06-AA65-234D-A544-F6D40F37DAA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298" name="AutoShape 966">
                  <a:extLst>
                    <a:ext uri="{FF2B5EF4-FFF2-40B4-BE49-F238E27FC236}">
                      <a16:creationId xmlns:a16="http://schemas.microsoft.com/office/drawing/2014/main" id="{34251BE9-6C6E-D04E-82DB-F51792556F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99" name="AutoShape 967">
                  <a:extLst>
                    <a:ext uri="{FF2B5EF4-FFF2-40B4-BE49-F238E27FC236}">
                      <a16:creationId xmlns:a16="http://schemas.microsoft.com/office/drawing/2014/main" id="{9D9A0088-82D8-4746-A7D1-565EE50033B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83" name="Freeform 968">
                <a:extLst>
                  <a:ext uri="{FF2B5EF4-FFF2-40B4-BE49-F238E27FC236}">
                    <a16:creationId xmlns:a16="http://schemas.microsoft.com/office/drawing/2014/main" id="{03A5D088-1D4E-204F-A05A-E1A04117E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84" name="Group 969">
                <a:extLst>
                  <a:ext uri="{FF2B5EF4-FFF2-40B4-BE49-F238E27FC236}">
                    <a16:creationId xmlns:a16="http://schemas.microsoft.com/office/drawing/2014/main" id="{45751AFB-3CB8-E54E-A420-3ACBD2CD82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296" name="AutoShape 970">
                  <a:extLst>
                    <a:ext uri="{FF2B5EF4-FFF2-40B4-BE49-F238E27FC236}">
                      <a16:creationId xmlns:a16="http://schemas.microsoft.com/office/drawing/2014/main" id="{4879D096-1F5A-AB4B-8699-DC85555DF6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97" name="AutoShape 971">
                  <a:extLst>
                    <a:ext uri="{FF2B5EF4-FFF2-40B4-BE49-F238E27FC236}">
                      <a16:creationId xmlns:a16="http://schemas.microsoft.com/office/drawing/2014/main" id="{2020F25C-85BE-E041-A122-B889A1FC75B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85" name="Rectangle 972">
                <a:extLst>
                  <a:ext uri="{FF2B5EF4-FFF2-40B4-BE49-F238E27FC236}">
                    <a16:creationId xmlns:a16="http://schemas.microsoft.com/office/drawing/2014/main" id="{51EEB386-9A5D-8143-9E96-9E2A9E93CC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86" name="Freeform 973">
                <a:extLst>
                  <a:ext uri="{FF2B5EF4-FFF2-40B4-BE49-F238E27FC236}">
                    <a16:creationId xmlns:a16="http://schemas.microsoft.com/office/drawing/2014/main" id="{0B1578A9-2AA4-BD43-968E-863FA89B7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87" name="Freeform 974">
                <a:extLst>
                  <a:ext uri="{FF2B5EF4-FFF2-40B4-BE49-F238E27FC236}">
                    <a16:creationId xmlns:a16="http://schemas.microsoft.com/office/drawing/2014/main" id="{0D66B690-4369-6843-AC31-6837F93D4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88" name="Oval 975">
                <a:extLst>
                  <a:ext uri="{FF2B5EF4-FFF2-40B4-BE49-F238E27FC236}">
                    <a16:creationId xmlns:a16="http://schemas.microsoft.com/office/drawing/2014/main" id="{EA324AF1-34AF-944A-B93E-B7199E644A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89" name="Freeform 976">
                <a:extLst>
                  <a:ext uri="{FF2B5EF4-FFF2-40B4-BE49-F238E27FC236}">
                    <a16:creationId xmlns:a16="http://schemas.microsoft.com/office/drawing/2014/main" id="{10570BA8-EB42-3F43-AEF6-B1A43EC38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90" name="AutoShape 977">
                <a:extLst>
                  <a:ext uri="{FF2B5EF4-FFF2-40B4-BE49-F238E27FC236}">
                    <a16:creationId xmlns:a16="http://schemas.microsoft.com/office/drawing/2014/main" id="{A02D527D-524E-5148-9599-FEFBEDBBA4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91" name="AutoShape 978">
                <a:extLst>
                  <a:ext uri="{FF2B5EF4-FFF2-40B4-BE49-F238E27FC236}">
                    <a16:creationId xmlns:a16="http://schemas.microsoft.com/office/drawing/2014/main" id="{62A7C374-701B-C84E-8D0A-330805A218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92" name="Oval 979">
                <a:extLst>
                  <a:ext uri="{FF2B5EF4-FFF2-40B4-BE49-F238E27FC236}">
                    <a16:creationId xmlns:a16="http://schemas.microsoft.com/office/drawing/2014/main" id="{641B2959-5FF9-8242-8CA2-86E1B7EF1D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93" name="Oval 980">
                <a:extLst>
                  <a:ext uri="{FF2B5EF4-FFF2-40B4-BE49-F238E27FC236}">
                    <a16:creationId xmlns:a16="http://schemas.microsoft.com/office/drawing/2014/main" id="{DF26E7E9-F21E-5042-88DE-2D51E4D2AE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94" name="Oval 981">
                <a:extLst>
                  <a:ext uri="{FF2B5EF4-FFF2-40B4-BE49-F238E27FC236}">
                    <a16:creationId xmlns:a16="http://schemas.microsoft.com/office/drawing/2014/main" id="{E0268560-5AEC-064D-8B59-F87E954E8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95" name="Rectangle 982">
                <a:extLst>
                  <a:ext uri="{FF2B5EF4-FFF2-40B4-BE49-F238E27FC236}">
                    <a16:creationId xmlns:a16="http://schemas.microsoft.com/office/drawing/2014/main" id="{902ABD3D-7CF5-C146-88D3-3E605B61B0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828" name="Group 827">
            <a:extLst>
              <a:ext uri="{FF2B5EF4-FFF2-40B4-BE49-F238E27FC236}">
                <a16:creationId xmlns:a16="http://schemas.microsoft.com/office/drawing/2014/main" id="{FD173FB9-420D-9E49-8542-9E15A51B5B09}"/>
              </a:ext>
            </a:extLst>
          </p:cNvPr>
          <p:cNvGrpSpPr>
            <a:grpSpLocks/>
          </p:cNvGrpSpPr>
          <p:nvPr/>
        </p:nvGrpSpPr>
        <p:grpSpPr bwMode="auto">
          <a:xfrm>
            <a:off x="5911851" y="3556000"/>
            <a:ext cx="347663" cy="679450"/>
            <a:chOff x="7923189" y="2486664"/>
            <a:chExt cx="360377" cy="884585"/>
          </a:xfrm>
        </p:grpSpPr>
        <p:pic>
          <p:nvPicPr>
            <p:cNvPr id="212236" name="Picture 3">
              <a:extLst>
                <a:ext uri="{FF2B5EF4-FFF2-40B4-BE49-F238E27FC236}">
                  <a16:creationId xmlns:a16="http://schemas.microsoft.com/office/drawing/2014/main" id="{90425795-A848-3A47-92DB-4B71A439E4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237" name="Group 950">
              <a:extLst>
                <a:ext uri="{FF2B5EF4-FFF2-40B4-BE49-F238E27FC236}">
                  <a16:creationId xmlns:a16="http://schemas.microsoft.com/office/drawing/2014/main" id="{7B27B3BB-E951-9C4A-930D-20B82F34151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238" name="Freeform 951">
                <a:extLst>
                  <a:ext uri="{FF2B5EF4-FFF2-40B4-BE49-F238E27FC236}">
                    <a16:creationId xmlns:a16="http://schemas.microsoft.com/office/drawing/2014/main" id="{5033C289-EBE7-F848-A6AE-24C3C3AB1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39" name="Rectangle 952">
                <a:extLst>
                  <a:ext uri="{FF2B5EF4-FFF2-40B4-BE49-F238E27FC236}">
                    <a16:creationId xmlns:a16="http://schemas.microsoft.com/office/drawing/2014/main" id="{77C6B579-50BF-3B4F-A9D7-6554742C24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40" name="Freeform 953">
                <a:extLst>
                  <a:ext uri="{FF2B5EF4-FFF2-40B4-BE49-F238E27FC236}">
                    <a16:creationId xmlns:a16="http://schemas.microsoft.com/office/drawing/2014/main" id="{FF2FDFD9-CD89-314D-B9A1-9F93F6EF0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41" name="Freeform 954">
                <a:extLst>
                  <a:ext uri="{FF2B5EF4-FFF2-40B4-BE49-F238E27FC236}">
                    <a16:creationId xmlns:a16="http://schemas.microsoft.com/office/drawing/2014/main" id="{2A85F77C-9CD7-1340-B6C7-E191256EF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42" name="Rectangle 955">
                <a:extLst>
                  <a:ext uri="{FF2B5EF4-FFF2-40B4-BE49-F238E27FC236}">
                    <a16:creationId xmlns:a16="http://schemas.microsoft.com/office/drawing/2014/main" id="{B001DC54-DB13-4B42-8FE5-F8CB8979B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43" name="Group 956">
                <a:extLst>
                  <a:ext uri="{FF2B5EF4-FFF2-40B4-BE49-F238E27FC236}">
                    <a16:creationId xmlns:a16="http://schemas.microsoft.com/office/drawing/2014/main" id="{F307D979-FCCD-E64A-947D-6475D5D5319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268" name="AutoShape 957">
                  <a:extLst>
                    <a:ext uri="{FF2B5EF4-FFF2-40B4-BE49-F238E27FC236}">
                      <a16:creationId xmlns:a16="http://schemas.microsoft.com/office/drawing/2014/main" id="{283264BF-AD70-D540-9407-216C36471C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69" name="AutoShape 958">
                  <a:extLst>
                    <a:ext uri="{FF2B5EF4-FFF2-40B4-BE49-F238E27FC236}">
                      <a16:creationId xmlns:a16="http://schemas.microsoft.com/office/drawing/2014/main" id="{DCC2AABB-6D70-B348-A2EA-B6234E7A9F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44" name="Rectangle 959">
                <a:extLst>
                  <a:ext uri="{FF2B5EF4-FFF2-40B4-BE49-F238E27FC236}">
                    <a16:creationId xmlns:a16="http://schemas.microsoft.com/office/drawing/2014/main" id="{07023E65-53C3-0540-B684-1268D0C089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45" name="Group 960">
                <a:extLst>
                  <a:ext uri="{FF2B5EF4-FFF2-40B4-BE49-F238E27FC236}">
                    <a16:creationId xmlns:a16="http://schemas.microsoft.com/office/drawing/2014/main" id="{0122A50B-D2CA-7D4E-A10A-A1D62BC5F6D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266" name="AutoShape 961">
                  <a:extLst>
                    <a:ext uri="{FF2B5EF4-FFF2-40B4-BE49-F238E27FC236}">
                      <a16:creationId xmlns:a16="http://schemas.microsoft.com/office/drawing/2014/main" id="{B6781CF3-69CF-0F44-A5BE-A0BAE8C18F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67" name="AutoShape 962">
                  <a:extLst>
                    <a:ext uri="{FF2B5EF4-FFF2-40B4-BE49-F238E27FC236}">
                      <a16:creationId xmlns:a16="http://schemas.microsoft.com/office/drawing/2014/main" id="{969E0336-AAFA-7A4F-BA7F-D3F8604DEA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46" name="Rectangle 963">
                <a:extLst>
                  <a:ext uri="{FF2B5EF4-FFF2-40B4-BE49-F238E27FC236}">
                    <a16:creationId xmlns:a16="http://schemas.microsoft.com/office/drawing/2014/main" id="{4D89ED35-E659-664A-B10E-59BABA71A2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47" name="Rectangle 964">
                <a:extLst>
                  <a:ext uri="{FF2B5EF4-FFF2-40B4-BE49-F238E27FC236}">
                    <a16:creationId xmlns:a16="http://schemas.microsoft.com/office/drawing/2014/main" id="{5EF7E283-572F-1F46-9FE8-78C8353E0D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48" name="Group 965">
                <a:extLst>
                  <a:ext uri="{FF2B5EF4-FFF2-40B4-BE49-F238E27FC236}">
                    <a16:creationId xmlns:a16="http://schemas.microsoft.com/office/drawing/2014/main" id="{E00FE29F-6519-8D48-A0C8-DD298702AE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264" name="AutoShape 966">
                  <a:extLst>
                    <a:ext uri="{FF2B5EF4-FFF2-40B4-BE49-F238E27FC236}">
                      <a16:creationId xmlns:a16="http://schemas.microsoft.com/office/drawing/2014/main" id="{EA079B44-83A2-FA4D-9076-317C7FFEDEF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65" name="AutoShape 967">
                  <a:extLst>
                    <a:ext uri="{FF2B5EF4-FFF2-40B4-BE49-F238E27FC236}">
                      <a16:creationId xmlns:a16="http://schemas.microsoft.com/office/drawing/2014/main" id="{8C117DA6-5F38-3041-B5DB-50F0F1014C4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49" name="Freeform 968">
                <a:extLst>
                  <a:ext uri="{FF2B5EF4-FFF2-40B4-BE49-F238E27FC236}">
                    <a16:creationId xmlns:a16="http://schemas.microsoft.com/office/drawing/2014/main" id="{0CC5EDB9-BF34-0249-A545-5721A8460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50" name="Group 969">
                <a:extLst>
                  <a:ext uri="{FF2B5EF4-FFF2-40B4-BE49-F238E27FC236}">
                    <a16:creationId xmlns:a16="http://schemas.microsoft.com/office/drawing/2014/main" id="{6E1330CB-ECAA-1B49-ACA9-C508640CD4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262" name="AutoShape 970">
                  <a:extLst>
                    <a:ext uri="{FF2B5EF4-FFF2-40B4-BE49-F238E27FC236}">
                      <a16:creationId xmlns:a16="http://schemas.microsoft.com/office/drawing/2014/main" id="{C6558777-A4A1-C646-8E74-917A3274C4B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63" name="AutoShape 971">
                  <a:extLst>
                    <a:ext uri="{FF2B5EF4-FFF2-40B4-BE49-F238E27FC236}">
                      <a16:creationId xmlns:a16="http://schemas.microsoft.com/office/drawing/2014/main" id="{6DCCB63F-4676-FA47-B3AD-6CC1AEA10E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51" name="Rectangle 972">
                <a:extLst>
                  <a:ext uri="{FF2B5EF4-FFF2-40B4-BE49-F238E27FC236}">
                    <a16:creationId xmlns:a16="http://schemas.microsoft.com/office/drawing/2014/main" id="{8C0E6A33-5A00-3140-A409-5527D44144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52" name="Freeform 973">
                <a:extLst>
                  <a:ext uri="{FF2B5EF4-FFF2-40B4-BE49-F238E27FC236}">
                    <a16:creationId xmlns:a16="http://schemas.microsoft.com/office/drawing/2014/main" id="{55371F00-39A2-7C47-81C6-A2FE626C9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53" name="Freeform 974">
                <a:extLst>
                  <a:ext uri="{FF2B5EF4-FFF2-40B4-BE49-F238E27FC236}">
                    <a16:creationId xmlns:a16="http://schemas.microsoft.com/office/drawing/2014/main" id="{B7196671-27D9-0047-BDD1-2B6410E40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54" name="Oval 975">
                <a:extLst>
                  <a:ext uri="{FF2B5EF4-FFF2-40B4-BE49-F238E27FC236}">
                    <a16:creationId xmlns:a16="http://schemas.microsoft.com/office/drawing/2014/main" id="{EFC22A25-5441-8F4F-BDA4-0DE691080F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55" name="Freeform 976">
                <a:extLst>
                  <a:ext uri="{FF2B5EF4-FFF2-40B4-BE49-F238E27FC236}">
                    <a16:creationId xmlns:a16="http://schemas.microsoft.com/office/drawing/2014/main" id="{4826D924-9056-EA4B-A7A3-D23BC1DEB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56" name="AutoShape 977">
                <a:extLst>
                  <a:ext uri="{FF2B5EF4-FFF2-40B4-BE49-F238E27FC236}">
                    <a16:creationId xmlns:a16="http://schemas.microsoft.com/office/drawing/2014/main" id="{520B3BCF-295E-094B-8D59-AFBB8842AD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57" name="AutoShape 978">
                <a:extLst>
                  <a:ext uri="{FF2B5EF4-FFF2-40B4-BE49-F238E27FC236}">
                    <a16:creationId xmlns:a16="http://schemas.microsoft.com/office/drawing/2014/main" id="{6D12D94D-F27B-0E4A-9F7C-D6E95D960E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58" name="Oval 979">
                <a:extLst>
                  <a:ext uri="{FF2B5EF4-FFF2-40B4-BE49-F238E27FC236}">
                    <a16:creationId xmlns:a16="http://schemas.microsoft.com/office/drawing/2014/main" id="{807B1B62-B16D-8D4B-8BD9-5DF1512A89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59" name="Oval 980">
                <a:extLst>
                  <a:ext uri="{FF2B5EF4-FFF2-40B4-BE49-F238E27FC236}">
                    <a16:creationId xmlns:a16="http://schemas.microsoft.com/office/drawing/2014/main" id="{ADE21467-D624-904E-838D-70813E94C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60" name="Oval 981">
                <a:extLst>
                  <a:ext uri="{FF2B5EF4-FFF2-40B4-BE49-F238E27FC236}">
                    <a16:creationId xmlns:a16="http://schemas.microsoft.com/office/drawing/2014/main" id="{BCA56903-72E4-7C4E-9D04-96A1C7CA79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61" name="Rectangle 982">
                <a:extLst>
                  <a:ext uri="{FF2B5EF4-FFF2-40B4-BE49-F238E27FC236}">
                    <a16:creationId xmlns:a16="http://schemas.microsoft.com/office/drawing/2014/main" id="{BC789B8C-4E82-B640-9321-FB2652EB29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id="{B67E4C73-2DDE-0644-8B08-03343E467221}"/>
              </a:ext>
            </a:extLst>
          </p:cNvPr>
          <p:cNvGrpSpPr>
            <a:grpSpLocks/>
          </p:cNvGrpSpPr>
          <p:nvPr/>
        </p:nvGrpSpPr>
        <p:grpSpPr bwMode="auto">
          <a:xfrm>
            <a:off x="6608763" y="5611814"/>
            <a:ext cx="347662" cy="681037"/>
            <a:chOff x="7923189" y="2486664"/>
            <a:chExt cx="360377" cy="884585"/>
          </a:xfrm>
        </p:grpSpPr>
        <p:pic>
          <p:nvPicPr>
            <p:cNvPr id="212202" name="Picture 3">
              <a:extLst>
                <a:ext uri="{FF2B5EF4-FFF2-40B4-BE49-F238E27FC236}">
                  <a16:creationId xmlns:a16="http://schemas.microsoft.com/office/drawing/2014/main" id="{6BE77C42-6E06-D245-9F37-1EF256CCBB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203" name="Group 950">
              <a:extLst>
                <a:ext uri="{FF2B5EF4-FFF2-40B4-BE49-F238E27FC236}">
                  <a16:creationId xmlns:a16="http://schemas.microsoft.com/office/drawing/2014/main" id="{2D8EE99D-8E17-8845-94FD-64E4F97576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204" name="Freeform 951">
                <a:extLst>
                  <a:ext uri="{FF2B5EF4-FFF2-40B4-BE49-F238E27FC236}">
                    <a16:creationId xmlns:a16="http://schemas.microsoft.com/office/drawing/2014/main" id="{6F3FE0D4-A2DA-D34C-A4AD-632E7C043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05" name="Rectangle 952">
                <a:extLst>
                  <a:ext uri="{FF2B5EF4-FFF2-40B4-BE49-F238E27FC236}">
                    <a16:creationId xmlns:a16="http://schemas.microsoft.com/office/drawing/2014/main" id="{9B968662-8399-C947-A725-3C2079D169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06" name="Freeform 953">
                <a:extLst>
                  <a:ext uri="{FF2B5EF4-FFF2-40B4-BE49-F238E27FC236}">
                    <a16:creationId xmlns:a16="http://schemas.microsoft.com/office/drawing/2014/main" id="{6FF771FD-7D10-FE46-814D-5741EB171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07" name="Freeform 954">
                <a:extLst>
                  <a:ext uri="{FF2B5EF4-FFF2-40B4-BE49-F238E27FC236}">
                    <a16:creationId xmlns:a16="http://schemas.microsoft.com/office/drawing/2014/main" id="{47B7976F-E40D-504C-9923-5650F7F50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08" name="Rectangle 955">
                <a:extLst>
                  <a:ext uri="{FF2B5EF4-FFF2-40B4-BE49-F238E27FC236}">
                    <a16:creationId xmlns:a16="http://schemas.microsoft.com/office/drawing/2014/main" id="{D61E8183-E04F-F349-944A-852A5E0985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09" name="Group 956">
                <a:extLst>
                  <a:ext uri="{FF2B5EF4-FFF2-40B4-BE49-F238E27FC236}">
                    <a16:creationId xmlns:a16="http://schemas.microsoft.com/office/drawing/2014/main" id="{05AC9BA8-A48D-914F-8353-9911B2724B9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234" name="AutoShape 957">
                  <a:extLst>
                    <a:ext uri="{FF2B5EF4-FFF2-40B4-BE49-F238E27FC236}">
                      <a16:creationId xmlns:a16="http://schemas.microsoft.com/office/drawing/2014/main" id="{3F913976-31DA-6747-B323-80805A82D86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35" name="AutoShape 958">
                  <a:extLst>
                    <a:ext uri="{FF2B5EF4-FFF2-40B4-BE49-F238E27FC236}">
                      <a16:creationId xmlns:a16="http://schemas.microsoft.com/office/drawing/2014/main" id="{268B330D-5EC4-4F41-A9C9-73694EE3B9B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10" name="Rectangle 959">
                <a:extLst>
                  <a:ext uri="{FF2B5EF4-FFF2-40B4-BE49-F238E27FC236}">
                    <a16:creationId xmlns:a16="http://schemas.microsoft.com/office/drawing/2014/main" id="{F126082E-80A4-F148-B67A-5F8B0C9C9E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11" name="Group 960">
                <a:extLst>
                  <a:ext uri="{FF2B5EF4-FFF2-40B4-BE49-F238E27FC236}">
                    <a16:creationId xmlns:a16="http://schemas.microsoft.com/office/drawing/2014/main" id="{F4E60FF0-40E9-0743-8AB9-132F35646F4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232" name="AutoShape 961">
                  <a:extLst>
                    <a:ext uri="{FF2B5EF4-FFF2-40B4-BE49-F238E27FC236}">
                      <a16:creationId xmlns:a16="http://schemas.microsoft.com/office/drawing/2014/main" id="{5D38D0E1-95B8-7644-916C-223FF4B01D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33" name="AutoShape 962">
                  <a:extLst>
                    <a:ext uri="{FF2B5EF4-FFF2-40B4-BE49-F238E27FC236}">
                      <a16:creationId xmlns:a16="http://schemas.microsoft.com/office/drawing/2014/main" id="{228AF174-642C-DA45-8700-9B23D5A60F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12" name="Rectangle 963">
                <a:extLst>
                  <a:ext uri="{FF2B5EF4-FFF2-40B4-BE49-F238E27FC236}">
                    <a16:creationId xmlns:a16="http://schemas.microsoft.com/office/drawing/2014/main" id="{CF598B88-9E11-634B-8D65-DC6DF3DBC4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13" name="Rectangle 964">
                <a:extLst>
                  <a:ext uri="{FF2B5EF4-FFF2-40B4-BE49-F238E27FC236}">
                    <a16:creationId xmlns:a16="http://schemas.microsoft.com/office/drawing/2014/main" id="{3DAF1C69-3CE3-2C41-BA83-14BA520523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14" name="Group 965">
                <a:extLst>
                  <a:ext uri="{FF2B5EF4-FFF2-40B4-BE49-F238E27FC236}">
                    <a16:creationId xmlns:a16="http://schemas.microsoft.com/office/drawing/2014/main" id="{7B9A1861-AEA3-F045-AD80-7CE3F47B2E7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230" name="AutoShape 966">
                  <a:extLst>
                    <a:ext uri="{FF2B5EF4-FFF2-40B4-BE49-F238E27FC236}">
                      <a16:creationId xmlns:a16="http://schemas.microsoft.com/office/drawing/2014/main" id="{B5264E03-832D-0442-AA60-A277EBB2562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31" name="AutoShape 967">
                  <a:extLst>
                    <a:ext uri="{FF2B5EF4-FFF2-40B4-BE49-F238E27FC236}">
                      <a16:creationId xmlns:a16="http://schemas.microsoft.com/office/drawing/2014/main" id="{BC5DFBD9-986C-9546-8DFA-938688D9C6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15" name="Freeform 968">
                <a:extLst>
                  <a:ext uri="{FF2B5EF4-FFF2-40B4-BE49-F238E27FC236}">
                    <a16:creationId xmlns:a16="http://schemas.microsoft.com/office/drawing/2014/main" id="{17C79002-8148-4349-81F7-D0445F6C5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16" name="Group 969">
                <a:extLst>
                  <a:ext uri="{FF2B5EF4-FFF2-40B4-BE49-F238E27FC236}">
                    <a16:creationId xmlns:a16="http://schemas.microsoft.com/office/drawing/2014/main" id="{BCA5C138-F65F-2545-ABFC-EC5A6979BCE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228" name="AutoShape 970">
                  <a:extLst>
                    <a:ext uri="{FF2B5EF4-FFF2-40B4-BE49-F238E27FC236}">
                      <a16:creationId xmlns:a16="http://schemas.microsoft.com/office/drawing/2014/main" id="{A4C75F99-C790-654E-A3EF-2597B53BC6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29" name="AutoShape 971">
                  <a:extLst>
                    <a:ext uri="{FF2B5EF4-FFF2-40B4-BE49-F238E27FC236}">
                      <a16:creationId xmlns:a16="http://schemas.microsoft.com/office/drawing/2014/main" id="{DC4E3392-CF09-9F4D-8083-86B7B49CE45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17" name="Rectangle 972">
                <a:extLst>
                  <a:ext uri="{FF2B5EF4-FFF2-40B4-BE49-F238E27FC236}">
                    <a16:creationId xmlns:a16="http://schemas.microsoft.com/office/drawing/2014/main" id="{8AEF6CD3-3A6F-724B-ADAB-C671D48924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18" name="Freeform 973">
                <a:extLst>
                  <a:ext uri="{FF2B5EF4-FFF2-40B4-BE49-F238E27FC236}">
                    <a16:creationId xmlns:a16="http://schemas.microsoft.com/office/drawing/2014/main" id="{9BBA2597-DB7B-AE46-A90F-87B6493FC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19" name="Freeform 974">
                <a:extLst>
                  <a:ext uri="{FF2B5EF4-FFF2-40B4-BE49-F238E27FC236}">
                    <a16:creationId xmlns:a16="http://schemas.microsoft.com/office/drawing/2014/main" id="{25FCD4A9-4884-DD44-A180-0BFA16E16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20" name="Oval 975">
                <a:extLst>
                  <a:ext uri="{FF2B5EF4-FFF2-40B4-BE49-F238E27FC236}">
                    <a16:creationId xmlns:a16="http://schemas.microsoft.com/office/drawing/2014/main" id="{E681610F-842C-3E44-8DBD-486A7E47DA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21" name="Freeform 976">
                <a:extLst>
                  <a:ext uri="{FF2B5EF4-FFF2-40B4-BE49-F238E27FC236}">
                    <a16:creationId xmlns:a16="http://schemas.microsoft.com/office/drawing/2014/main" id="{9EEC1478-561A-DE4F-ADD8-E95A681EB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22" name="AutoShape 977">
                <a:extLst>
                  <a:ext uri="{FF2B5EF4-FFF2-40B4-BE49-F238E27FC236}">
                    <a16:creationId xmlns:a16="http://schemas.microsoft.com/office/drawing/2014/main" id="{D655FF6C-082E-CF4D-B0BC-6AE679FE0B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23" name="AutoShape 978">
                <a:extLst>
                  <a:ext uri="{FF2B5EF4-FFF2-40B4-BE49-F238E27FC236}">
                    <a16:creationId xmlns:a16="http://schemas.microsoft.com/office/drawing/2014/main" id="{23BC460A-708D-1748-BBB0-A8F3360ED5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24" name="Oval 979">
                <a:extLst>
                  <a:ext uri="{FF2B5EF4-FFF2-40B4-BE49-F238E27FC236}">
                    <a16:creationId xmlns:a16="http://schemas.microsoft.com/office/drawing/2014/main" id="{56D8CE25-AF6D-274E-83E8-370B8A28AB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25" name="Oval 980">
                <a:extLst>
                  <a:ext uri="{FF2B5EF4-FFF2-40B4-BE49-F238E27FC236}">
                    <a16:creationId xmlns:a16="http://schemas.microsoft.com/office/drawing/2014/main" id="{A5B49612-4308-FD40-8B73-6D4D3A7C50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26" name="Oval 981">
                <a:extLst>
                  <a:ext uri="{FF2B5EF4-FFF2-40B4-BE49-F238E27FC236}">
                    <a16:creationId xmlns:a16="http://schemas.microsoft.com/office/drawing/2014/main" id="{BE2B8944-FFDF-6545-A30D-61506BE12D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27" name="Rectangle 982">
                <a:extLst>
                  <a:ext uri="{FF2B5EF4-FFF2-40B4-BE49-F238E27FC236}">
                    <a16:creationId xmlns:a16="http://schemas.microsoft.com/office/drawing/2014/main" id="{7320C232-24CD-644E-AA66-E1EC4338BB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898" name="Group 897">
            <a:extLst>
              <a:ext uri="{FF2B5EF4-FFF2-40B4-BE49-F238E27FC236}">
                <a16:creationId xmlns:a16="http://schemas.microsoft.com/office/drawing/2014/main" id="{598C6C67-F8C4-A042-A92C-2B94B91C364A}"/>
              </a:ext>
            </a:extLst>
          </p:cNvPr>
          <p:cNvGrpSpPr>
            <a:grpSpLocks/>
          </p:cNvGrpSpPr>
          <p:nvPr/>
        </p:nvGrpSpPr>
        <p:grpSpPr bwMode="auto">
          <a:xfrm>
            <a:off x="7591426" y="3829050"/>
            <a:ext cx="347663" cy="681038"/>
            <a:chOff x="7923189" y="2486664"/>
            <a:chExt cx="360377" cy="884585"/>
          </a:xfrm>
        </p:grpSpPr>
        <p:pic>
          <p:nvPicPr>
            <p:cNvPr id="212168" name="Picture 3">
              <a:extLst>
                <a:ext uri="{FF2B5EF4-FFF2-40B4-BE49-F238E27FC236}">
                  <a16:creationId xmlns:a16="http://schemas.microsoft.com/office/drawing/2014/main" id="{4811B01E-BE38-934F-86FF-4F6DAF8B71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169" name="Group 950">
              <a:extLst>
                <a:ext uri="{FF2B5EF4-FFF2-40B4-BE49-F238E27FC236}">
                  <a16:creationId xmlns:a16="http://schemas.microsoft.com/office/drawing/2014/main" id="{0AFCE7C2-7232-154A-8E71-844BC22B89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170" name="Freeform 951">
                <a:extLst>
                  <a:ext uri="{FF2B5EF4-FFF2-40B4-BE49-F238E27FC236}">
                    <a16:creationId xmlns:a16="http://schemas.microsoft.com/office/drawing/2014/main" id="{39714E75-C662-9640-8E8B-EF48CF2CD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71" name="Rectangle 952">
                <a:extLst>
                  <a:ext uri="{FF2B5EF4-FFF2-40B4-BE49-F238E27FC236}">
                    <a16:creationId xmlns:a16="http://schemas.microsoft.com/office/drawing/2014/main" id="{C10B9719-3E0A-294C-8D8E-31A4E02C0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72" name="Freeform 953">
                <a:extLst>
                  <a:ext uri="{FF2B5EF4-FFF2-40B4-BE49-F238E27FC236}">
                    <a16:creationId xmlns:a16="http://schemas.microsoft.com/office/drawing/2014/main" id="{EA1D806A-F3BB-AD4C-A7EA-E1F699CCB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73" name="Freeform 954">
                <a:extLst>
                  <a:ext uri="{FF2B5EF4-FFF2-40B4-BE49-F238E27FC236}">
                    <a16:creationId xmlns:a16="http://schemas.microsoft.com/office/drawing/2014/main" id="{209C3040-DFFE-2641-B3F6-A6040A3E9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74" name="Rectangle 955">
                <a:extLst>
                  <a:ext uri="{FF2B5EF4-FFF2-40B4-BE49-F238E27FC236}">
                    <a16:creationId xmlns:a16="http://schemas.microsoft.com/office/drawing/2014/main" id="{258645F2-B091-BE46-A175-3842985816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75" name="Group 956">
                <a:extLst>
                  <a:ext uri="{FF2B5EF4-FFF2-40B4-BE49-F238E27FC236}">
                    <a16:creationId xmlns:a16="http://schemas.microsoft.com/office/drawing/2014/main" id="{500CBD05-0E32-7148-AC0F-508B79C363F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200" name="AutoShape 957">
                  <a:extLst>
                    <a:ext uri="{FF2B5EF4-FFF2-40B4-BE49-F238E27FC236}">
                      <a16:creationId xmlns:a16="http://schemas.microsoft.com/office/drawing/2014/main" id="{D6E1CE8A-CD27-864E-BD7C-9FA86CA6CA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01" name="AutoShape 958">
                  <a:extLst>
                    <a:ext uri="{FF2B5EF4-FFF2-40B4-BE49-F238E27FC236}">
                      <a16:creationId xmlns:a16="http://schemas.microsoft.com/office/drawing/2014/main" id="{631EEAAD-9EF2-1648-AD2A-A84D22BC5C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176" name="Rectangle 959">
                <a:extLst>
                  <a:ext uri="{FF2B5EF4-FFF2-40B4-BE49-F238E27FC236}">
                    <a16:creationId xmlns:a16="http://schemas.microsoft.com/office/drawing/2014/main" id="{FED5732B-4C99-5E4F-99DA-07D855FE92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77" name="Group 960">
                <a:extLst>
                  <a:ext uri="{FF2B5EF4-FFF2-40B4-BE49-F238E27FC236}">
                    <a16:creationId xmlns:a16="http://schemas.microsoft.com/office/drawing/2014/main" id="{34868CC0-C56E-CF45-A807-8A35936DF8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198" name="AutoShape 961">
                  <a:extLst>
                    <a:ext uri="{FF2B5EF4-FFF2-40B4-BE49-F238E27FC236}">
                      <a16:creationId xmlns:a16="http://schemas.microsoft.com/office/drawing/2014/main" id="{8D2DB165-0043-0C4D-8CED-139DE529EA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199" name="AutoShape 962">
                  <a:extLst>
                    <a:ext uri="{FF2B5EF4-FFF2-40B4-BE49-F238E27FC236}">
                      <a16:creationId xmlns:a16="http://schemas.microsoft.com/office/drawing/2014/main" id="{18927EE1-4ED6-C545-92EA-69A661ED62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178" name="Rectangle 963">
                <a:extLst>
                  <a:ext uri="{FF2B5EF4-FFF2-40B4-BE49-F238E27FC236}">
                    <a16:creationId xmlns:a16="http://schemas.microsoft.com/office/drawing/2014/main" id="{288D5BE5-BAD9-8C4A-A0D2-74549D6389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79" name="Rectangle 964">
                <a:extLst>
                  <a:ext uri="{FF2B5EF4-FFF2-40B4-BE49-F238E27FC236}">
                    <a16:creationId xmlns:a16="http://schemas.microsoft.com/office/drawing/2014/main" id="{3664781E-2307-BA41-B3D4-74745B587C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80" name="Group 965">
                <a:extLst>
                  <a:ext uri="{FF2B5EF4-FFF2-40B4-BE49-F238E27FC236}">
                    <a16:creationId xmlns:a16="http://schemas.microsoft.com/office/drawing/2014/main" id="{368937B0-7AA4-1F4A-99AF-EE23A1E3BEF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196" name="AutoShape 966">
                  <a:extLst>
                    <a:ext uri="{FF2B5EF4-FFF2-40B4-BE49-F238E27FC236}">
                      <a16:creationId xmlns:a16="http://schemas.microsoft.com/office/drawing/2014/main" id="{9A01E07B-F452-0042-8749-AA6F9BF6C8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197" name="AutoShape 967">
                  <a:extLst>
                    <a:ext uri="{FF2B5EF4-FFF2-40B4-BE49-F238E27FC236}">
                      <a16:creationId xmlns:a16="http://schemas.microsoft.com/office/drawing/2014/main" id="{86F022B9-0E4F-5E4D-BC55-48B091D246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181" name="Freeform 968">
                <a:extLst>
                  <a:ext uri="{FF2B5EF4-FFF2-40B4-BE49-F238E27FC236}">
                    <a16:creationId xmlns:a16="http://schemas.microsoft.com/office/drawing/2014/main" id="{B11B2A5F-302B-5541-A5DE-AD5D7B7C4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82" name="Group 969">
                <a:extLst>
                  <a:ext uri="{FF2B5EF4-FFF2-40B4-BE49-F238E27FC236}">
                    <a16:creationId xmlns:a16="http://schemas.microsoft.com/office/drawing/2014/main" id="{7FE8D8CA-4E8D-5142-84B2-6764BB3088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194" name="AutoShape 970">
                  <a:extLst>
                    <a:ext uri="{FF2B5EF4-FFF2-40B4-BE49-F238E27FC236}">
                      <a16:creationId xmlns:a16="http://schemas.microsoft.com/office/drawing/2014/main" id="{A178714F-4081-7A47-88BA-AA5CE7D94DB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195" name="AutoShape 971">
                  <a:extLst>
                    <a:ext uri="{FF2B5EF4-FFF2-40B4-BE49-F238E27FC236}">
                      <a16:creationId xmlns:a16="http://schemas.microsoft.com/office/drawing/2014/main" id="{A2F330D8-AB17-ED4F-ABCD-791AB236A7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183" name="Rectangle 972">
                <a:extLst>
                  <a:ext uri="{FF2B5EF4-FFF2-40B4-BE49-F238E27FC236}">
                    <a16:creationId xmlns:a16="http://schemas.microsoft.com/office/drawing/2014/main" id="{CC1F60B5-CA5E-BD4F-9AF8-DEEC0D112C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84" name="Freeform 973">
                <a:extLst>
                  <a:ext uri="{FF2B5EF4-FFF2-40B4-BE49-F238E27FC236}">
                    <a16:creationId xmlns:a16="http://schemas.microsoft.com/office/drawing/2014/main" id="{D876F67F-BA0F-2D43-88EA-D11665D31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85" name="Freeform 974">
                <a:extLst>
                  <a:ext uri="{FF2B5EF4-FFF2-40B4-BE49-F238E27FC236}">
                    <a16:creationId xmlns:a16="http://schemas.microsoft.com/office/drawing/2014/main" id="{8EB4073B-CBA0-F147-819E-7A79A09AD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86" name="Oval 975">
                <a:extLst>
                  <a:ext uri="{FF2B5EF4-FFF2-40B4-BE49-F238E27FC236}">
                    <a16:creationId xmlns:a16="http://schemas.microsoft.com/office/drawing/2014/main" id="{E2F102C3-9141-D841-8851-BF47814C0C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87" name="Freeform 976">
                <a:extLst>
                  <a:ext uri="{FF2B5EF4-FFF2-40B4-BE49-F238E27FC236}">
                    <a16:creationId xmlns:a16="http://schemas.microsoft.com/office/drawing/2014/main" id="{0104F114-0BF8-2D43-BD35-9FA4B0D49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88" name="AutoShape 977">
                <a:extLst>
                  <a:ext uri="{FF2B5EF4-FFF2-40B4-BE49-F238E27FC236}">
                    <a16:creationId xmlns:a16="http://schemas.microsoft.com/office/drawing/2014/main" id="{D6BD11DA-56DB-E643-953D-CBDA9EDD42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89" name="AutoShape 978">
                <a:extLst>
                  <a:ext uri="{FF2B5EF4-FFF2-40B4-BE49-F238E27FC236}">
                    <a16:creationId xmlns:a16="http://schemas.microsoft.com/office/drawing/2014/main" id="{33F250C2-C7BC-6149-AF22-2F888BE5C7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90" name="Oval 979">
                <a:extLst>
                  <a:ext uri="{FF2B5EF4-FFF2-40B4-BE49-F238E27FC236}">
                    <a16:creationId xmlns:a16="http://schemas.microsoft.com/office/drawing/2014/main" id="{60C7C83F-7932-2E43-A5E5-D8F782F5E5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91" name="Oval 980">
                <a:extLst>
                  <a:ext uri="{FF2B5EF4-FFF2-40B4-BE49-F238E27FC236}">
                    <a16:creationId xmlns:a16="http://schemas.microsoft.com/office/drawing/2014/main" id="{1E249C40-73FE-0443-BB83-42FB4430A8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92" name="Oval 981">
                <a:extLst>
                  <a:ext uri="{FF2B5EF4-FFF2-40B4-BE49-F238E27FC236}">
                    <a16:creationId xmlns:a16="http://schemas.microsoft.com/office/drawing/2014/main" id="{5EE279AB-829B-3348-9C50-79468AA66E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93" name="Rectangle 982">
                <a:extLst>
                  <a:ext uri="{FF2B5EF4-FFF2-40B4-BE49-F238E27FC236}">
                    <a16:creationId xmlns:a16="http://schemas.microsoft.com/office/drawing/2014/main" id="{63496167-DD4B-4A45-89C4-CD008FB15C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933" name="Group 932">
            <a:extLst>
              <a:ext uri="{FF2B5EF4-FFF2-40B4-BE49-F238E27FC236}">
                <a16:creationId xmlns:a16="http://schemas.microsoft.com/office/drawing/2014/main" id="{26671DE5-CC5E-9346-9241-9C4B9744E98A}"/>
              </a:ext>
            </a:extLst>
          </p:cNvPr>
          <p:cNvGrpSpPr>
            <a:grpSpLocks/>
          </p:cNvGrpSpPr>
          <p:nvPr/>
        </p:nvGrpSpPr>
        <p:grpSpPr bwMode="auto">
          <a:xfrm>
            <a:off x="3646488" y="5629275"/>
            <a:ext cx="347662" cy="681038"/>
            <a:chOff x="7923189" y="2486664"/>
            <a:chExt cx="360377" cy="884585"/>
          </a:xfrm>
        </p:grpSpPr>
        <p:pic>
          <p:nvPicPr>
            <p:cNvPr id="212134" name="Picture 3">
              <a:extLst>
                <a:ext uri="{FF2B5EF4-FFF2-40B4-BE49-F238E27FC236}">
                  <a16:creationId xmlns:a16="http://schemas.microsoft.com/office/drawing/2014/main" id="{F6C700AB-F01A-1347-84B4-44C9C003CD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135" name="Group 950">
              <a:extLst>
                <a:ext uri="{FF2B5EF4-FFF2-40B4-BE49-F238E27FC236}">
                  <a16:creationId xmlns:a16="http://schemas.microsoft.com/office/drawing/2014/main" id="{32504C01-C290-2247-ADAA-2B64BFCC324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136" name="Freeform 951">
                <a:extLst>
                  <a:ext uri="{FF2B5EF4-FFF2-40B4-BE49-F238E27FC236}">
                    <a16:creationId xmlns:a16="http://schemas.microsoft.com/office/drawing/2014/main" id="{A3F65C23-57BF-4346-A71B-85EF12EA4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37" name="Rectangle 952">
                <a:extLst>
                  <a:ext uri="{FF2B5EF4-FFF2-40B4-BE49-F238E27FC236}">
                    <a16:creationId xmlns:a16="http://schemas.microsoft.com/office/drawing/2014/main" id="{AFA7DEA9-FBEC-8E4B-B053-097F8A2BCF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38" name="Freeform 953">
                <a:extLst>
                  <a:ext uri="{FF2B5EF4-FFF2-40B4-BE49-F238E27FC236}">
                    <a16:creationId xmlns:a16="http://schemas.microsoft.com/office/drawing/2014/main" id="{CE2B5BAF-9ECC-8B4C-903A-3EB261281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39" name="Freeform 954">
                <a:extLst>
                  <a:ext uri="{FF2B5EF4-FFF2-40B4-BE49-F238E27FC236}">
                    <a16:creationId xmlns:a16="http://schemas.microsoft.com/office/drawing/2014/main" id="{B5AE0A6A-DBAA-BA47-96F5-185131C31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40" name="Rectangle 955">
                <a:extLst>
                  <a:ext uri="{FF2B5EF4-FFF2-40B4-BE49-F238E27FC236}">
                    <a16:creationId xmlns:a16="http://schemas.microsoft.com/office/drawing/2014/main" id="{C80FC0E7-6E02-9E44-B34F-8DA670B4D1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41" name="Group 956">
                <a:extLst>
                  <a:ext uri="{FF2B5EF4-FFF2-40B4-BE49-F238E27FC236}">
                    <a16:creationId xmlns:a16="http://schemas.microsoft.com/office/drawing/2014/main" id="{F3FFBBB1-E716-F246-87A6-21C20BE85E5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166" name="AutoShape 957">
                  <a:extLst>
                    <a:ext uri="{FF2B5EF4-FFF2-40B4-BE49-F238E27FC236}">
                      <a16:creationId xmlns:a16="http://schemas.microsoft.com/office/drawing/2014/main" id="{BAA4262B-8BD5-704A-8117-BB630AEDEDE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167" name="AutoShape 958">
                  <a:extLst>
                    <a:ext uri="{FF2B5EF4-FFF2-40B4-BE49-F238E27FC236}">
                      <a16:creationId xmlns:a16="http://schemas.microsoft.com/office/drawing/2014/main" id="{B8FD5B39-D818-294D-8B5A-FF9FD6FA9A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142" name="Rectangle 959">
                <a:extLst>
                  <a:ext uri="{FF2B5EF4-FFF2-40B4-BE49-F238E27FC236}">
                    <a16:creationId xmlns:a16="http://schemas.microsoft.com/office/drawing/2014/main" id="{99B8C3DB-28D5-F243-AA1A-7520585C85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43" name="Group 960">
                <a:extLst>
                  <a:ext uri="{FF2B5EF4-FFF2-40B4-BE49-F238E27FC236}">
                    <a16:creationId xmlns:a16="http://schemas.microsoft.com/office/drawing/2014/main" id="{2EFE68E7-EF42-4A41-83D7-7FF8796B6B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164" name="AutoShape 961">
                  <a:extLst>
                    <a:ext uri="{FF2B5EF4-FFF2-40B4-BE49-F238E27FC236}">
                      <a16:creationId xmlns:a16="http://schemas.microsoft.com/office/drawing/2014/main" id="{D7F94DC5-0471-184D-AF96-A9F0657DBE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165" name="AutoShape 962">
                  <a:extLst>
                    <a:ext uri="{FF2B5EF4-FFF2-40B4-BE49-F238E27FC236}">
                      <a16:creationId xmlns:a16="http://schemas.microsoft.com/office/drawing/2014/main" id="{388CA56D-4F65-824D-9B87-B3BF08D74F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144" name="Rectangle 963">
                <a:extLst>
                  <a:ext uri="{FF2B5EF4-FFF2-40B4-BE49-F238E27FC236}">
                    <a16:creationId xmlns:a16="http://schemas.microsoft.com/office/drawing/2014/main" id="{1B5C1CAA-DAAD-334E-9523-BF2607F878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45" name="Rectangle 964">
                <a:extLst>
                  <a:ext uri="{FF2B5EF4-FFF2-40B4-BE49-F238E27FC236}">
                    <a16:creationId xmlns:a16="http://schemas.microsoft.com/office/drawing/2014/main" id="{28765756-7F30-3441-9655-066D5CF890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46" name="Group 965">
                <a:extLst>
                  <a:ext uri="{FF2B5EF4-FFF2-40B4-BE49-F238E27FC236}">
                    <a16:creationId xmlns:a16="http://schemas.microsoft.com/office/drawing/2014/main" id="{55E7875B-A50E-ED4A-8FAF-CF245117B1C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162" name="AutoShape 966">
                  <a:extLst>
                    <a:ext uri="{FF2B5EF4-FFF2-40B4-BE49-F238E27FC236}">
                      <a16:creationId xmlns:a16="http://schemas.microsoft.com/office/drawing/2014/main" id="{C761D5B6-6EA5-844D-AB83-C03BD6A532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163" name="AutoShape 967">
                  <a:extLst>
                    <a:ext uri="{FF2B5EF4-FFF2-40B4-BE49-F238E27FC236}">
                      <a16:creationId xmlns:a16="http://schemas.microsoft.com/office/drawing/2014/main" id="{B74D090B-9CD9-FC46-A626-7015CF7979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147" name="Freeform 968">
                <a:extLst>
                  <a:ext uri="{FF2B5EF4-FFF2-40B4-BE49-F238E27FC236}">
                    <a16:creationId xmlns:a16="http://schemas.microsoft.com/office/drawing/2014/main" id="{4089A926-43BB-464C-A49C-15A16876F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48" name="Group 969">
                <a:extLst>
                  <a:ext uri="{FF2B5EF4-FFF2-40B4-BE49-F238E27FC236}">
                    <a16:creationId xmlns:a16="http://schemas.microsoft.com/office/drawing/2014/main" id="{AC193393-9A29-4849-8F04-4BD4E2C15F0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160" name="AutoShape 970">
                  <a:extLst>
                    <a:ext uri="{FF2B5EF4-FFF2-40B4-BE49-F238E27FC236}">
                      <a16:creationId xmlns:a16="http://schemas.microsoft.com/office/drawing/2014/main" id="{74196E03-85F3-A048-8080-DE4576B21D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161" name="AutoShape 971">
                  <a:extLst>
                    <a:ext uri="{FF2B5EF4-FFF2-40B4-BE49-F238E27FC236}">
                      <a16:creationId xmlns:a16="http://schemas.microsoft.com/office/drawing/2014/main" id="{64EA9132-B3BD-9743-92C8-D9855B70B4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149" name="Rectangle 972">
                <a:extLst>
                  <a:ext uri="{FF2B5EF4-FFF2-40B4-BE49-F238E27FC236}">
                    <a16:creationId xmlns:a16="http://schemas.microsoft.com/office/drawing/2014/main" id="{739522D9-F086-524F-A7A8-F771DEEB4F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0" name="Freeform 973">
                <a:extLst>
                  <a:ext uri="{FF2B5EF4-FFF2-40B4-BE49-F238E27FC236}">
                    <a16:creationId xmlns:a16="http://schemas.microsoft.com/office/drawing/2014/main" id="{C331812E-5700-4848-B297-E38F2A89C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1" name="Freeform 974">
                <a:extLst>
                  <a:ext uri="{FF2B5EF4-FFF2-40B4-BE49-F238E27FC236}">
                    <a16:creationId xmlns:a16="http://schemas.microsoft.com/office/drawing/2014/main" id="{3AC61ABC-ADB4-B643-A136-E766F6160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2" name="Oval 975">
                <a:extLst>
                  <a:ext uri="{FF2B5EF4-FFF2-40B4-BE49-F238E27FC236}">
                    <a16:creationId xmlns:a16="http://schemas.microsoft.com/office/drawing/2014/main" id="{9DDFFEF5-B6AB-0548-AD01-6520F0568D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3" name="Freeform 976">
                <a:extLst>
                  <a:ext uri="{FF2B5EF4-FFF2-40B4-BE49-F238E27FC236}">
                    <a16:creationId xmlns:a16="http://schemas.microsoft.com/office/drawing/2014/main" id="{49F8424A-C2C9-1B47-8658-BB2195297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4" name="AutoShape 977">
                <a:extLst>
                  <a:ext uri="{FF2B5EF4-FFF2-40B4-BE49-F238E27FC236}">
                    <a16:creationId xmlns:a16="http://schemas.microsoft.com/office/drawing/2014/main" id="{420D232B-869E-6249-961C-01A12E9523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5" name="AutoShape 978">
                <a:extLst>
                  <a:ext uri="{FF2B5EF4-FFF2-40B4-BE49-F238E27FC236}">
                    <a16:creationId xmlns:a16="http://schemas.microsoft.com/office/drawing/2014/main" id="{010A3C00-5438-3042-9454-AAC01B2DB5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6" name="Oval 979">
                <a:extLst>
                  <a:ext uri="{FF2B5EF4-FFF2-40B4-BE49-F238E27FC236}">
                    <a16:creationId xmlns:a16="http://schemas.microsoft.com/office/drawing/2014/main" id="{7D0F0111-3F7C-684D-A0A6-09260ABBD4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7" name="Oval 980">
                <a:extLst>
                  <a:ext uri="{FF2B5EF4-FFF2-40B4-BE49-F238E27FC236}">
                    <a16:creationId xmlns:a16="http://schemas.microsoft.com/office/drawing/2014/main" id="{28FE3FF0-2975-284F-AEEF-32347D4FF1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8" name="Oval 981">
                <a:extLst>
                  <a:ext uri="{FF2B5EF4-FFF2-40B4-BE49-F238E27FC236}">
                    <a16:creationId xmlns:a16="http://schemas.microsoft.com/office/drawing/2014/main" id="{228744DD-C103-F449-A6A9-99E3785C87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9" name="Rectangle 982">
                <a:extLst>
                  <a:ext uri="{FF2B5EF4-FFF2-40B4-BE49-F238E27FC236}">
                    <a16:creationId xmlns:a16="http://schemas.microsoft.com/office/drawing/2014/main" id="{C5E078A0-718D-474B-9E4C-EB46718FEB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211981" name="Group 15">
            <a:extLst>
              <a:ext uri="{FF2B5EF4-FFF2-40B4-BE49-F238E27FC236}">
                <a16:creationId xmlns:a16="http://schemas.microsoft.com/office/drawing/2014/main" id="{246C61B4-2DD0-DC41-8DDB-58BD5215DB8E}"/>
              </a:ext>
            </a:extLst>
          </p:cNvPr>
          <p:cNvGrpSpPr>
            <a:grpSpLocks/>
          </p:cNvGrpSpPr>
          <p:nvPr/>
        </p:nvGrpSpPr>
        <p:grpSpPr bwMode="auto">
          <a:xfrm>
            <a:off x="9231313" y="4368800"/>
            <a:ext cx="990600" cy="731838"/>
            <a:chOff x="7707615" y="4368892"/>
            <a:chExt cx="990551" cy="731635"/>
          </a:xfrm>
        </p:grpSpPr>
        <p:pic>
          <p:nvPicPr>
            <p:cNvPr id="212034" name="Picture 14">
              <a:extLst>
                <a:ext uri="{FF2B5EF4-FFF2-40B4-BE49-F238E27FC236}">
                  <a16:creationId xmlns:a16="http://schemas.microsoft.com/office/drawing/2014/main" id="{8B49AFDD-88BF-0644-9165-905D6328861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771833" y="4640202"/>
              <a:ext cx="822008" cy="460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12035" name="Group 249">
              <a:extLst>
                <a:ext uri="{FF2B5EF4-FFF2-40B4-BE49-F238E27FC236}">
                  <a16:creationId xmlns:a16="http://schemas.microsoft.com/office/drawing/2014/main" id="{9428D587-7D5E-A643-B7C2-33D002F2E1E9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707615" y="4368892"/>
              <a:ext cx="225953" cy="395900"/>
              <a:chOff x="4140" y="429"/>
              <a:chExt cx="1425" cy="2396"/>
            </a:xfrm>
          </p:grpSpPr>
          <p:sp>
            <p:nvSpPr>
              <p:cNvPr id="212102" name="Freeform 250">
                <a:extLst>
                  <a:ext uri="{FF2B5EF4-FFF2-40B4-BE49-F238E27FC236}">
                    <a16:creationId xmlns:a16="http://schemas.microsoft.com/office/drawing/2014/main" id="{AE3FB9AE-64F1-CE4C-93BD-CBDB1EDA6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9 w 354"/>
                  <a:gd name="T1" fmla="*/ 0 h 2742"/>
                  <a:gd name="T2" fmla="*/ 47 w 354"/>
                  <a:gd name="T3" fmla="*/ 66 h 2742"/>
                  <a:gd name="T4" fmla="*/ 46 w 354"/>
                  <a:gd name="T5" fmla="*/ 510 h 2742"/>
                  <a:gd name="T6" fmla="*/ 0 w 354"/>
                  <a:gd name="T7" fmla="*/ 534 h 2742"/>
                  <a:gd name="T8" fmla="*/ 9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971" name="Rectangle 251">
                <a:extLst>
                  <a:ext uri="{FF2B5EF4-FFF2-40B4-BE49-F238E27FC236}">
                    <a16:creationId xmlns:a16="http://schemas.microsoft.com/office/drawing/2014/main" id="{69BF4E0E-3E93-6C45-A153-F5956ABB68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429"/>
                <a:ext cx="1051" cy="2276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104" name="Freeform 252">
                <a:extLst>
                  <a:ext uri="{FF2B5EF4-FFF2-40B4-BE49-F238E27FC236}">
                    <a16:creationId xmlns:a16="http://schemas.microsoft.com/office/drawing/2014/main" id="{E8FDBF27-0875-B54D-A203-35B111948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9 w 211"/>
                  <a:gd name="T3" fmla="*/ 43 h 2537"/>
                  <a:gd name="T4" fmla="*/ 2 w 211"/>
                  <a:gd name="T5" fmla="*/ 48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05" name="Freeform 253">
                <a:extLst>
                  <a:ext uri="{FF2B5EF4-FFF2-40B4-BE49-F238E27FC236}">
                    <a16:creationId xmlns:a16="http://schemas.microsoft.com/office/drawing/2014/main" id="{04B3FED4-C9E5-084B-BFDE-FBC238885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5 h 226"/>
                  <a:gd name="T4" fmla="*/ 45 w 328"/>
                  <a:gd name="T5" fmla="*/ 45 h 226"/>
                  <a:gd name="T6" fmla="*/ 0 w 328"/>
                  <a:gd name="T7" fmla="*/ 19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974" name="Rectangle 254">
                <a:extLst>
                  <a:ext uri="{FF2B5EF4-FFF2-40B4-BE49-F238E27FC236}">
                    <a16:creationId xmlns:a16="http://schemas.microsoft.com/office/drawing/2014/main" id="{C103B347-0D35-E648-8B92-D51438E05E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3" y="688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107" name="Group 255">
                <a:extLst>
                  <a:ext uri="{FF2B5EF4-FFF2-40B4-BE49-F238E27FC236}">
                    <a16:creationId xmlns:a16="http://schemas.microsoft.com/office/drawing/2014/main" id="{6BA830CF-5591-9E42-87E4-7706ACB3FC5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000" name="AutoShape 256">
                  <a:extLst>
                    <a:ext uri="{FF2B5EF4-FFF2-40B4-BE49-F238E27FC236}">
                      <a16:creationId xmlns:a16="http://schemas.microsoft.com/office/drawing/2014/main" id="{44C87939-08C0-D24F-8B6B-28CC0BEDA57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0" y="2569"/>
                  <a:ext cx="725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01" name="AutoShape 257">
                  <a:extLst>
                    <a:ext uri="{FF2B5EF4-FFF2-40B4-BE49-F238E27FC236}">
                      <a16:creationId xmlns:a16="http://schemas.microsoft.com/office/drawing/2014/main" id="{B98D89D4-9360-984B-B2E0-C8BE02A0928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45" y="2587"/>
                  <a:ext cx="700" cy="10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976" name="Rectangle 258">
                <a:extLst>
                  <a:ext uri="{FF2B5EF4-FFF2-40B4-BE49-F238E27FC236}">
                    <a16:creationId xmlns:a16="http://schemas.microsoft.com/office/drawing/2014/main" id="{9C47E505-2EEC-3F48-91A3-F88B03ED83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5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109" name="Group 259">
                <a:extLst>
                  <a:ext uri="{FF2B5EF4-FFF2-40B4-BE49-F238E27FC236}">
                    <a16:creationId xmlns:a16="http://schemas.microsoft.com/office/drawing/2014/main" id="{B778C37F-D08E-114D-963F-D52DE658784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998" name="AutoShape 260">
                  <a:extLst>
                    <a:ext uri="{FF2B5EF4-FFF2-40B4-BE49-F238E27FC236}">
                      <a16:creationId xmlns:a16="http://schemas.microsoft.com/office/drawing/2014/main" id="{9550A1B1-82EE-7841-9D81-E42FD693753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0" y="2570"/>
                  <a:ext cx="725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999" name="AutoShape 261">
                  <a:extLst>
                    <a:ext uri="{FF2B5EF4-FFF2-40B4-BE49-F238E27FC236}">
                      <a16:creationId xmlns:a16="http://schemas.microsoft.com/office/drawing/2014/main" id="{2BDF4C6F-6870-1143-B70C-D158AFE7C5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3" y="2590"/>
                  <a:ext cx="687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978" name="Rectangle 262">
                <a:extLst>
                  <a:ext uri="{FF2B5EF4-FFF2-40B4-BE49-F238E27FC236}">
                    <a16:creationId xmlns:a16="http://schemas.microsoft.com/office/drawing/2014/main" id="{58CCE7C7-9C37-DB41-806E-3AB5784563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361"/>
                <a:ext cx="591" cy="3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79" name="Rectangle 263">
                <a:extLst>
                  <a:ext uri="{FF2B5EF4-FFF2-40B4-BE49-F238E27FC236}">
                    <a16:creationId xmlns:a16="http://schemas.microsoft.com/office/drawing/2014/main" id="{DBF18367-F728-D847-BD54-067CD14D00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4" y="1649"/>
                <a:ext cx="59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112" name="Group 264">
                <a:extLst>
                  <a:ext uri="{FF2B5EF4-FFF2-40B4-BE49-F238E27FC236}">
                    <a16:creationId xmlns:a16="http://schemas.microsoft.com/office/drawing/2014/main" id="{22E148B0-0037-E54C-9F98-077BC4E1BC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996" name="AutoShape 265">
                  <a:extLst>
                    <a:ext uri="{FF2B5EF4-FFF2-40B4-BE49-F238E27FC236}">
                      <a16:creationId xmlns:a16="http://schemas.microsoft.com/office/drawing/2014/main" id="{758460B7-51F1-D94D-B6F3-4A98A312D3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0"/>
                  <a:ext cx="711" cy="13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997" name="AutoShape 266">
                  <a:extLst>
                    <a:ext uri="{FF2B5EF4-FFF2-40B4-BE49-F238E27FC236}">
                      <a16:creationId xmlns:a16="http://schemas.microsoft.com/office/drawing/2014/main" id="{B1FE75B0-8411-8E43-BF34-3814B0D1EF9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8"/>
                  <a:ext cx="673" cy="9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212113" name="Freeform 267">
                <a:extLst>
                  <a:ext uri="{FF2B5EF4-FFF2-40B4-BE49-F238E27FC236}">
                    <a16:creationId xmlns:a16="http://schemas.microsoft.com/office/drawing/2014/main" id="{34C14115-826E-C047-A5AC-61450FA59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4 h 226"/>
                  <a:gd name="T4" fmla="*/ 45 w 328"/>
                  <a:gd name="T5" fmla="*/ 43 h 226"/>
                  <a:gd name="T6" fmla="*/ 0 w 328"/>
                  <a:gd name="T7" fmla="*/ 1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14" name="Group 268">
                <a:extLst>
                  <a:ext uri="{FF2B5EF4-FFF2-40B4-BE49-F238E27FC236}">
                    <a16:creationId xmlns:a16="http://schemas.microsoft.com/office/drawing/2014/main" id="{475038A4-EE1A-674A-B169-D29EBCE6A86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994" name="AutoShape 269">
                  <a:extLst>
                    <a:ext uri="{FF2B5EF4-FFF2-40B4-BE49-F238E27FC236}">
                      <a16:creationId xmlns:a16="http://schemas.microsoft.com/office/drawing/2014/main" id="{3EA6A658-1C4E-C347-92D9-308B53694B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0" y="2544"/>
                  <a:ext cx="723" cy="16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995" name="AutoShape 270">
                  <a:extLst>
                    <a:ext uri="{FF2B5EF4-FFF2-40B4-BE49-F238E27FC236}">
                      <a16:creationId xmlns:a16="http://schemas.microsoft.com/office/drawing/2014/main" id="{303A1AB4-A521-4C46-929C-FE93FAEA70E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45" y="2582"/>
                  <a:ext cx="673" cy="11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983" name="Rectangle 271">
                <a:extLst>
                  <a:ext uri="{FF2B5EF4-FFF2-40B4-BE49-F238E27FC236}">
                    <a16:creationId xmlns:a16="http://schemas.microsoft.com/office/drawing/2014/main" id="{F20799A2-C0C0-BC41-B794-662788F2C6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5" y="429"/>
                <a:ext cx="60" cy="2286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116" name="Freeform 272">
                <a:extLst>
                  <a:ext uri="{FF2B5EF4-FFF2-40B4-BE49-F238E27FC236}">
                    <a16:creationId xmlns:a16="http://schemas.microsoft.com/office/drawing/2014/main" id="{D8EB6300-A48F-4842-8305-F21FD306D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40 w 296"/>
                  <a:gd name="T3" fmla="*/ 27 h 256"/>
                  <a:gd name="T4" fmla="*/ 40 w 296"/>
                  <a:gd name="T5" fmla="*/ 49 h 256"/>
                  <a:gd name="T6" fmla="*/ 0 w 296"/>
                  <a:gd name="T7" fmla="*/ 18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17" name="Freeform 273">
                <a:extLst>
                  <a:ext uri="{FF2B5EF4-FFF2-40B4-BE49-F238E27FC236}">
                    <a16:creationId xmlns:a16="http://schemas.microsoft.com/office/drawing/2014/main" id="{5069FF5B-6D12-3E48-8698-D0E32C787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42 w 304"/>
                  <a:gd name="T3" fmla="*/ 32 h 288"/>
                  <a:gd name="T4" fmla="*/ 39 w 304"/>
                  <a:gd name="T5" fmla="*/ 57 h 288"/>
                  <a:gd name="T6" fmla="*/ 2 w 304"/>
                  <a:gd name="T7" fmla="*/ 24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986" name="Oval 274">
                <a:extLst>
                  <a:ext uri="{FF2B5EF4-FFF2-40B4-BE49-F238E27FC236}">
                    <a16:creationId xmlns:a16="http://schemas.microsoft.com/office/drawing/2014/main" id="{AFEF1B60-D4F2-134C-8C57-6057953539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09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119" name="Freeform 275">
                <a:extLst>
                  <a:ext uri="{FF2B5EF4-FFF2-40B4-BE49-F238E27FC236}">
                    <a16:creationId xmlns:a16="http://schemas.microsoft.com/office/drawing/2014/main" id="{0200803D-62FF-4441-B044-371B60B47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21 h 240"/>
                  <a:gd name="T2" fmla="*/ 2 w 306"/>
                  <a:gd name="T3" fmla="*/ 48 h 240"/>
                  <a:gd name="T4" fmla="*/ 42 w 306"/>
                  <a:gd name="T5" fmla="*/ 22 h 240"/>
                  <a:gd name="T6" fmla="*/ 40 w 306"/>
                  <a:gd name="T7" fmla="*/ 0 h 240"/>
                  <a:gd name="T8" fmla="*/ 0 w 306"/>
                  <a:gd name="T9" fmla="*/ 21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988" name="AutoShape 276">
                <a:extLst>
                  <a:ext uri="{FF2B5EF4-FFF2-40B4-BE49-F238E27FC236}">
                    <a16:creationId xmlns:a16="http://schemas.microsoft.com/office/drawing/2014/main" id="{6C7C58BA-3FAC-F540-8627-EF780D6225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3" y="2677"/>
                <a:ext cx="1201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89" name="AutoShape 277">
                <a:extLst>
                  <a:ext uri="{FF2B5EF4-FFF2-40B4-BE49-F238E27FC236}">
                    <a16:creationId xmlns:a16="http://schemas.microsoft.com/office/drawing/2014/main" id="{84DCA700-1BB9-6F4F-9BFB-8C71C31C08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2705"/>
                <a:ext cx="1071" cy="7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90" name="Oval 278">
                <a:extLst>
                  <a:ext uri="{FF2B5EF4-FFF2-40B4-BE49-F238E27FC236}">
                    <a16:creationId xmlns:a16="http://schemas.microsoft.com/office/drawing/2014/main" id="{4DB7668B-A53B-204F-B691-E9B86D6438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4" y="2379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91" name="Oval 279">
                <a:extLst>
                  <a:ext uri="{FF2B5EF4-FFF2-40B4-BE49-F238E27FC236}">
                    <a16:creationId xmlns:a16="http://schemas.microsoft.com/office/drawing/2014/main" id="{734493BB-E4C9-364B-BE72-1ED56D27A6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4" y="2379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92" name="Oval 280">
                <a:extLst>
                  <a:ext uri="{FF2B5EF4-FFF2-40B4-BE49-F238E27FC236}">
                    <a16:creationId xmlns:a16="http://schemas.microsoft.com/office/drawing/2014/main" id="{4FFB10A2-7D14-FB42-81F1-AC7500333C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2379"/>
                <a:ext cx="160" cy="13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93" name="Rectangle 281">
                <a:extLst>
                  <a:ext uri="{FF2B5EF4-FFF2-40B4-BE49-F238E27FC236}">
                    <a16:creationId xmlns:a16="http://schemas.microsoft.com/office/drawing/2014/main" id="{0C4D4532-5385-5144-B156-410652EF6C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1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212036" name="Group 249">
              <a:extLst>
                <a:ext uri="{FF2B5EF4-FFF2-40B4-BE49-F238E27FC236}">
                  <a16:creationId xmlns:a16="http://schemas.microsoft.com/office/drawing/2014/main" id="{4E9454F6-8C78-1B44-A45E-659D47F71046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39866" y="4369199"/>
              <a:ext cx="225953" cy="395900"/>
              <a:chOff x="4140" y="429"/>
              <a:chExt cx="1425" cy="2396"/>
            </a:xfrm>
          </p:grpSpPr>
          <p:sp>
            <p:nvSpPr>
              <p:cNvPr id="212070" name="Freeform 250">
                <a:extLst>
                  <a:ext uri="{FF2B5EF4-FFF2-40B4-BE49-F238E27FC236}">
                    <a16:creationId xmlns:a16="http://schemas.microsoft.com/office/drawing/2014/main" id="{A03C8245-84E8-1547-98F3-D419F0F33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9 w 354"/>
                  <a:gd name="T1" fmla="*/ 0 h 2742"/>
                  <a:gd name="T2" fmla="*/ 47 w 354"/>
                  <a:gd name="T3" fmla="*/ 66 h 2742"/>
                  <a:gd name="T4" fmla="*/ 46 w 354"/>
                  <a:gd name="T5" fmla="*/ 510 h 2742"/>
                  <a:gd name="T6" fmla="*/ 0 w 354"/>
                  <a:gd name="T7" fmla="*/ 534 h 2742"/>
                  <a:gd name="T8" fmla="*/ 9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04" name="Rectangle 251">
                <a:extLst>
                  <a:ext uri="{FF2B5EF4-FFF2-40B4-BE49-F238E27FC236}">
                    <a16:creationId xmlns:a16="http://schemas.microsoft.com/office/drawing/2014/main" id="{D4658AF0-46BC-3C41-9BE0-B3058E157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7" y="427"/>
                <a:ext cx="1051" cy="2286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072" name="Freeform 252">
                <a:extLst>
                  <a:ext uri="{FF2B5EF4-FFF2-40B4-BE49-F238E27FC236}">
                    <a16:creationId xmlns:a16="http://schemas.microsoft.com/office/drawing/2014/main" id="{C051241D-9938-2247-81A7-005E60E6A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9 w 211"/>
                  <a:gd name="T3" fmla="*/ 43 h 2537"/>
                  <a:gd name="T4" fmla="*/ 2 w 211"/>
                  <a:gd name="T5" fmla="*/ 48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73" name="Freeform 253">
                <a:extLst>
                  <a:ext uri="{FF2B5EF4-FFF2-40B4-BE49-F238E27FC236}">
                    <a16:creationId xmlns:a16="http://schemas.microsoft.com/office/drawing/2014/main" id="{D1D41A11-05E7-684B-A0AE-EC2C9DD52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5 h 226"/>
                  <a:gd name="T4" fmla="*/ 45 w 328"/>
                  <a:gd name="T5" fmla="*/ 45 h 226"/>
                  <a:gd name="T6" fmla="*/ 0 w 328"/>
                  <a:gd name="T7" fmla="*/ 19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07" name="Rectangle 254">
                <a:extLst>
                  <a:ext uri="{FF2B5EF4-FFF2-40B4-BE49-F238E27FC236}">
                    <a16:creationId xmlns:a16="http://schemas.microsoft.com/office/drawing/2014/main" id="{CDB6110C-F2A9-2A42-A814-225C606AF3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7" y="696"/>
                <a:ext cx="601" cy="3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075" name="Group 255">
                <a:extLst>
                  <a:ext uri="{FF2B5EF4-FFF2-40B4-BE49-F238E27FC236}">
                    <a16:creationId xmlns:a16="http://schemas.microsoft.com/office/drawing/2014/main" id="{4AA01198-881E-674B-8D85-89B4A423F01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033" name="AutoShape 256">
                  <a:extLst>
                    <a:ext uri="{FF2B5EF4-FFF2-40B4-BE49-F238E27FC236}">
                      <a16:creationId xmlns:a16="http://schemas.microsoft.com/office/drawing/2014/main" id="{68DC4A52-F420-DE43-A08E-43238B4C5A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67"/>
                  <a:ext cx="725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34" name="AutoShape 257">
                  <a:extLst>
                    <a:ext uri="{FF2B5EF4-FFF2-40B4-BE49-F238E27FC236}">
                      <a16:creationId xmlns:a16="http://schemas.microsoft.com/office/drawing/2014/main" id="{1F90C38E-6529-6D43-AF3F-FCF2C27269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4" y="2586"/>
                  <a:ext cx="700" cy="10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1009" name="Rectangle 258">
                <a:extLst>
                  <a:ext uri="{FF2B5EF4-FFF2-40B4-BE49-F238E27FC236}">
                    <a16:creationId xmlns:a16="http://schemas.microsoft.com/office/drawing/2014/main" id="{A6C50548-B5A8-DD41-960F-934AB506C6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023"/>
                <a:ext cx="591" cy="3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077" name="Group 259">
                <a:extLst>
                  <a:ext uri="{FF2B5EF4-FFF2-40B4-BE49-F238E27FC236}">
                    <a16:creationId xmlns:a16="http://schemas.microsoft.com/office/drawing/2014/main" id="{B50052D3-6E51-A24F-8DA6-1A1FB1E76A4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031" name="AutoShape 260">
                  <a:extLst>
                    <a:ext uri="{FF2B5EF4-FFF2-40B4-BE49-F238E27FC236}">
                      <a16:creationId xmlns:a16="http://schemas.microsoft.com/office/drawing/2014/main" id="{F197C4B6-E0DE-F849-B48E-BCEE5E7A92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68"/>
                  <a:ext cx="725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32" name="AutoShape 261">
                  <a:extLst>
                    <a:ext uri="{FF2B5EF4-FFF2-40B4-BE49-F238E27FC236}">
                      <a16:creationId xmlns:a16="http://schemas.microsoft.com/office/drawing/2014/main" id="{93DD5F29-0A86-D349-B160-42359A1BEF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8"/>
                  <a:ext cx="687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1011" name="Rectangle 262">
                <a:extLst>
                  <a:ext uri="{FF2B5EF4-FFF2-40B4-BE49-F238E27FC236}">
                    <a16:creationId xmlns:a16="http://schemas.microsoft.com/office/drawing/2014/main" id="{2CEEAE7B-F0C2-3741-812C-E68B25F427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9"/>
                <a:ext cx="59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12" name="Rectangle 263">
                <a:extLst>
                  <a:ext uri="{FF2B5EF4-FFF2-40B4-BE49-F238E27FC236}">
                    <a16:creationId xmlns:a16="http://schemas.microsoft.com/office/drawing/2014/main" id="{D214CDE3-D2A8-274C-8077-E1A2A229E8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657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080" name="Group 264">
                <a:extLst>
                  <a:ext uri="{FF2B5EF4-FFF2-40B4-BE49-F238E27FC236}">
                    <a16:creationId xmlns:a16="http://schemas.microsoft.com/office/drawing/2014/main" id="{6E439FEA-F5FC-3B4E-9319-CE3BAECB554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029" name="AutoShape 265">
                  <a:extLst>
                    <a:ext uri="{FF2B5EF4-FFF2-40B4-BE49-F238E27FC236}">
                      <a16:creationId xmlns:a16="http://schemas.microsoft.com/office/drawing/2014/main" id="{C9355DB6-C6B8-FF44-B122-7F1B0154AD4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9"/>
                  <a:ext cx="711" cy="141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30" name="AutoShape 266">
                  <a:extLst>
                    <a:ext uri="{FF2B5EF4-FFF2-40B4-BE49-F238E27FC236}">
                      <a16:creationId xmlns:a16="http://schemas.microsoft.com/office/drawing/2014/main" id="{49670351-9F5F-4D49-B71A-D4248C3860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6"/>
                  <a:ext cx="673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212081" name="Freeform 267">
                <a:extLst>
                  <a:ext uri="{FF2B5EF4-FFF2-40B4-BE49-F238E27FC236}">
                    <a16:creationId xmlns:a16="http://schemas.microsoft.com/office/drawing/2014/main" id="{8C813492-9EA7-3A44-9D0E-5EE281C2F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4 h 226"/>
                  <a:gd name="T4" fmla="*/ 45 w 328"/>
                  <a:gd name="T5" fmla="*/ 43 h 226"/>
                  <a:gd name="T6" fmla="*/ 0 w 328"/>
                  <a:gd name="T7" fmla="*/ 1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082" name="Group 268">
                <a:extLst>
                  <a:ext uri="{FF2B5EF4-FFF2-40B4-BE49-F238E27FC236}">
                    <a16:creationId xmlns:a16="http://schemas.microsoft.com/office/drawing/2014/main" id="{401906C0-A649-EA4C-AD29-60A7328EFA7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027" name="AutoShape 269">
                  <a:extLst>
                    <a:ext uri="{FF2B5EF4-FFF2-40B4-BE49-F238E27FC236}">
                      <a16:creationId xmlns:a16="http://schemas.microsoft.com/office/drawing/2014/main" id="{6D630F50-E03D-D54B-AD8B-C27CDE09FD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71"/>
                  <a:ext cx="761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28" name="AutoShape 270">
                  <a:extLst>
                    <a:ext uri="{FF2B5EF4-FFF2-40B4-BE49-F238E27FC236}">
                      <a16:creationId xmlns:a16="http://schemas.microsoft.com/office/drawing/2014/main" id="{3017E51C-7609-2E48-8538-5848C41247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4" y="2590"/>
                  <a:ext cx="723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1016" name="Rectangle 271">
                <a:extLst>
                  <a:ext uri="{FF2B5EF4-FFF2-40B4-BE49-F238E27FC236}">
                    <a16:creationId xmlns:a16="http://schemas.microsoft.com/office/drawing/2014/main" id="{651B996A-729D-A14F-9266-27B9137CBA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8" y="427"/>
                <a:ext cx="70" cy="2296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084" name="Freeform 272">
                <a:extLst>
                  <a:ext uri="{FF2B5EF4-FFF2-40B4-BE49-F238E27FC236}">
                    <a16:creationId xmlns:a16="http://schemas.microsoft.com/office/drawing/2014/main" id="{6B82CA0B-96B1-5C4F-BD88-422C7BF99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40 w 296"/>
                  <a:gd name="T3" fmla="*/ 27 h 256"/>
                  <a:gd name="T4" fmla="*/ 40 w 296"/>
                  <a:gd name="T5" fmla="*/ 49 h 256"/>
                  <a:gd name="T6" fmla="*/ 0 w 296"/>
                  <a:gd name="T7" fmla="*/ 18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85" name="Freeform 273">
                <a:extLst>
                  <a:ext uri="{FF2B5EF4-FFF2-40B4-BE49-F238E27FC236}">
                    <a16:creationId xmlns:a16="http://schemas.microsoft.com/office/drawing/2014/main" id="{45542DB4-486A-8545-8B5E-F0F0A3148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42 w 304"/>
                  <a:gd name="T3" fmla="*/ 32 h 288"/>
                  <a:gd name="T4" fmla="*/ 39 w 304"/>
                  <a:gd name="T5" fmla="*/ 57 h 288"/>
                  <a:gd name="T6" fmla="*/ 2 w 304"/>
                  <a:gd name="T7" fmla="*/ 24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19" name="Oval 274">
                <a:extLst>
                  <a:ext uri="{FF2B5EF4-FFF2-40B4-BE49-F238E27FC236}">
                    <a16:creationId xmlns:a16="http://schemas.microsoft.com/office/drawing/2014/main" id="{435B7EFD-D157-2C4F-8DF0-32699F988F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8" y="2617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087" name="Freeform 275">
                <a:extLst>
                  <a:ext uri="{FF2B5EF4-FFF2-40B4-BE49-F238E27FC236}">
                    <a16:creationId xmlns:a16="http://schemas.microsoft.com/office/drawing/2014/main" id="{91EEEC1B-222B-2041-8B74-71DB51088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21 h 240"/>
                  <a:gd name="T2" fmla="*/ 2 w 306"/>
                  <a:gd name="T3" fmla="*/ 48 h 240"/>
                  <a:gd name="T4" fmla="*/ 42 w 306"/>
                  <a:gd name="T5" fmla="*/ 22 h 240"/>
                  <a:gd name="T6" fmla="*/ 40 w 306"/>
                  <a:gd name="T7" fmla="*/ 0 h 240"/>
                  <a:gd name="T8" fmla="*/ 0 w 306"/>
                  <a:gd name="T9" fmla="*/ 21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21" name="AutoShape 276">
                <a:extLst>
                  <a:ext uri="{FF2B5EF4-FFF2-40B4-BE49-F238E27FC236}">
                    <a16:creationId xmlns:a16="http://schemas.microsoft.com/office/drawing/2014/main" id="{2E4D5386-12FD-904A-A597-3248471B18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6" y="2684"/>
                <a:ext cx="1201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22" name="AutoShape 277">
                <a:extLst>
                  <a:ext uri="{FF2B5EF4-FFF2-40B4-BE49-F238E27FC236}">
                    <a16:creationId xmlns:a16="http://schemas.microsoft.com/office/drawing/2014/main" id="{405DC85D-D545-9549-815B-7EF5CE6A7E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7" y="2713"/>
                <a:ext cx="1071" cy="8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23" name="Oval 278">
                <a:extLst>
                  <a:ext uri="{FF2B5EF4-FFF2-40B4-BE49-F238E27FC236}">
                    <a16:creationId xmlns:a16="http://schemas.microsoft.com/office/drawing/2014/main" id="{E7D84189-0B0B-2344-A5F0-0C10C7C109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7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24" name="Oval 279">
                <a:extLst>
                  <a:ext uri="{FF2B5EF4-FFF2-40B4-BE49-F238E27FC236}">
                    <a16:creationId xmlns:a16="http://schemas.microsoft.com/office/drawing/2014/main" id="{5EAF772E-478C-8E4A-93CB-26B379E18F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7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25" name="Oval 280">
                <a:extLst>
                  <a:ext uri="{FF2B5EF4-FFF2-40B4-BE49-F238E27FC236}">
                    <a16:creationId xmlns:a16="http://schemas.microsoft.com/office/drawing/2014/main" id="{27AE0AC9-B7B9-4E40-B5F3-DEC4F7D4DE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7" y="2387"/>
                <a:ext cx="160" cy="13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26" name="Rectangle 281">
                <a:extLst>
                  <a:ext uri="{FF2B5EF4-FFF2-40B4-BE49-F238E27FC236}">
                    <a16:creationId xmlns:a16="http://schemas.microsoft.com/office/drawing/2014/main" id="{FBC56F80-E750-304F-95F3-C043C627AF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8" y="1839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212037" name="Group 249">
              <a:extLst>
                <a:ext uri="{FF2B5EF4-FFF2-40B4-BE49-F238E27FC236}">
                  <a16:creationId xmlns:a16="http://schemas.microsoft.com/office/drawing/2014/main" id="{063CADA8-4BAC-AB4C-87C1-F68FF3A8BFF2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8472213" y="4384408"/>
              <a:ext cx="225953" cy="395900"/>
              <a:chOff x="4140" y="429"/>
              <a:chExt cx="1425" cy="2396"/>
            </a:xfrm>
          </p:grpSpPr>
          <p:sp>
            <p:nvSpPr>
              <p:cNvPr id="212038" name="Freeform 250">
                <a:extLst>
                  <a:ext uri="{FF2B5EF4-FFF2-40B4-BE49-F238E27FC236}">
                    <a16:creationId xmlns:a16="http://schemas.microsoft.com/office/drawing/2014/main" id="{83609DD9-788C-B34B-A84D-5AF80A7E8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9 w 354"/>
                  <a:gd name="T1" fmla="*/ 0 h 2742"/>
                  <a:gd name="T2" fmla="*/ 47 w 354"/>
                  <a:gd name="T3" fmla="*/ 66 h 2742"/>
                  <a:gd name="T4" fmla="*/ 46 w 354"/>
                  <a:gd name="T5" fmla="*/ 510 h 2742"/>
                  <a:gd name="T6" fmla="*/ 0 w 354"/>
                  <a:gd name="T7" fmla="*/ 534 h 2742"/>
                  <a:gd name="T8" fmla="*/ 9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37" name="Rectangle 251">
                <a:extLst>
                  <a:ext uri="{FF2B5EF4-FFF2-40B4-BE49-F238E27FC236}">
                    <a16:creationId xmlns:a16="http://schemas.microsoft.com/office/drawing/2014/main" id="{9A83466C-E4FD-704C-B5A3-73372A72E7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0" y="431"/>
                <a:ext cx="1051" cy="2276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040" name="Freeform 252">
                <a:extLst>
                  <a:ext uri="{FF2B5EF4-FFF2-40B4-BE49-F238E27FC236}">
                    <a16:creationId xmlns:a16="http://schemas.microsoft.com/office/drawing/2014/main" id="{6B912C6A-CA11-6241-B86E-7D90B7966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9 w 211"/>
                  <a:gd name="T3" fmla="*/ 43 h 2537"/>
                  <a:gd name="T4" fmla="*/ 2 w 211"/>
                  <a:gd name="T5" fmla="*/ 48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41" name="Freeform 253">
                <a:extLst>
                  <a:ext uri="{FF2B5EF4-FFF2-40B4-BE49-F238E27FC236}">
                    <a16:creationId xmlns:a16="http://schemas.microsoft.com/office/drawing/2014/main" id="{4EF65B28-986F-2941-82BF-82235F3C0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5 h 226"/>
                  <a:gd name="T4" fmla="*/ 45 w 328"/>
                  <a:gd name="T5" fmla="*/ 45 h 226"/>
                  <a:gd name="T6" fmla="*/ 0 w 328"/>
                  <a:gd name="T7" fmla="*/ 19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40" name="Rectangle 254">
                <a:extLst>
                  <a:ext uri="{FF2B5EF4-FFF2-40B4-BE49-F238E27FC236}">
                    <a16:creationId xmlns:a16="http://schemas.microsoft.com/office/drawing/2014/main" id="{2E0706E9-4632-5147-9763-45281A5F50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043" name="Group 255">
                <a:extLst>
                  <a:ext uri="{FF2B5EF4-FFF2-40B4-BE49-F238E27FC236}">
                    <a16:creationId xmlns:a16="http://schemas.microsoft.com/office/drawing/2014/main" id="{AFDA2183-F275-5945-8D00-53B62203DF2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066" name="AutoShape 256">
                  <a:extLst>
                    <a:ext uri="{FF2B5EF4-FFF2-40B4-BE49-F238E27FC236}">
                      <a16:creationId xmlns:a16="http://schemas.microsoft.com/office/drawing/2014/main" id="{6771E5BD-9EAE-334D-A62A-489F0A6F3B9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71"/>
                  <a:ext cx="725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67" name="AutoShape 257">
                  <a:extLst>
                    <a:ext uri="{FF2B5EF4-FFF2-40B4-BE49-F238E27FC236}">
                      <a16:creationId xmlns:a16="http://schemas.microsoft.com/office/drawing/2014/main" id="{EDB32EF2-BB3C-FA43-98D2-E17A7C0B294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90"/>
                  <a:ext cx="700" cy="10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1042" name="Rectangle 258">
                <a:extLst>
                  <a:ext uri="{FF2B5EF4-FFF2-40B4-BE49-F238E27FC236}">
                    <a16:creationId xmlns:a16="http://schemas.microsoft.com/office/drawing/2014/main" id="{BC61EC3E-F484-3D44-8AB5-E7A307F177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17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045" name="Group 259">
                <a:extLst>
                  <a:ext uri="{FF2B5EF4-FFF2-40B4-BE49-F238E27FC236}">
                    <a16:creationId xmlns:a16="http://schemas.microsoft.com/office/drawing/2014/main" id="{59D9A9D5-9943-2D41-B20D-6F38276B0D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064" name="AutoShape 260">
                  <a:extLst>
                    <a:ext uri="{FF2B5EF4-FFF2-40B4-BE49-F238E27FC236}">
                      <a16:creationId xmlns:a16="http://schemas.microsoft.com/office/drawing/2014/main" id="{8D06F510-A5A6-DE4C-9A08-7E75EB9E60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81" y="2572"/>
                  <a:ext cx="725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65" name="AutoShape 261">
                  <a:extLst>
                    <a:ext uri="{FF2B5EF4-FFF2-40B4-BE49-F238E27FC236}">
                      <a16:creationId xmlns:a16="http://schemas.microsoft.com/office/drawing/2014/main" id="{8FF0110B-B100-9542-B3BF-7AA2C9E42D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94" y="2592"/>
                  <a:ext cx="687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1044" name="Rectangle 262">
                <a:extLst>
                  <a:ext uri="{FF2B5EF4-FFF2-40B4-BE49-F238E27FC236}">
                    <a16:creationId xmlns:a16="http://schemas.microsoft.com/office/drawing/2014/main" id="{3DC50D41-35CD-1341-A6D5-D950C8EDB1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63"/>
                <a:ext cx="591" cy="3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45" name="Rectangle 263">
                <a:extLst>
                  <a:ext uri="{FF2B5EF4-FFF2-40B4-BE49-F238E27FC236}">
                    <a16:creationId xmlns:a16="http://schemas.microsoft.com/office/drawing/2014/main" id="{7337A979-AD5D-9D44-B53F-15B5627517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1"/>
                <a:ext cx="59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048" name="Group 264">
                <a:extLst>
                  <a:ext uri="{FF2B5EF4-FFF2-40B4-BE49-F238E27FC236}">
                    <a16:creationId xmlns:a16="http://schemas.microsoft.com/office/drawing/2014/main" id="{941F8FDA-8D7F-2346-A6C2-6EA10A4250C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062" name="AutoShape 265">
                  <a:extLst>
                    <a:ext uri="{FF2B5EF4-FFF2-40B4-BE49-F238E27FC236}">
                      <a16:creationId xmlns:a16="http://schemas.microsoft.com/office/drawing/2014/main" id="{EECF23DE-461B-6144-AED7-04E1E12852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09" y="2572"/>
                  <a:ext cx="686" cy="13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63" name="AutoShape 266">
                  <a:extLst>
                    <a:ext uri="{FF2B5EF4-FFF2-40B4-BE49-F238E27FC236}">
                      <a16:creationId xmlns:a16="http://schemas.microsoft.com/office/drawing/2014/main" id="{0A68C799-922E-B342-9C3E-D7370E6F62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1" y="2590"/>
                  <a:ext cx="648" cy="9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212049" name="Freeform 267">
                <a:extLst>
                  <a:ext uri="{FF2B5EF4-FFF2-40B4-BE49-F238E27FC236}">
                    <a16:creationId xmlns:a16="http://schemas.microsoft.com/office/drawing/2014/main" id="{936DB453-D72B-EF48-B4DE-1F4AA2CB6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4 h 226"/>
                  <a:gd name="T4" fmla="*/ 45 w 328"/>
                  <a:gd name="T5" fmla="*/ 43 h 226"/>
                  <a:gd name="T6" fmla="*/ 0 w 328"/>
                  <a:gd name="T7" fmla="*/ 1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050" name="Group 268">
                <a:extLst>
                  <a:ext uri="{FF2B5EF4-FFF2-40B4-BE49-F238E27FC236}">
                    <a16:creationId xmlns:a16="http://schemas.microsoft.com/office/drawing/2014/main" id="{C294DBB1-7698-5440-AE7E-BC967A34408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060" name="AutoShape 269">
                  <a:extLst>
                    <a:ext uri="{FF2B5EF4-FFF2-40B4-BE49-F238E27FC236}">
                      <a16:creationId xmlns:a16="http://schemas.microsoft.com/office/drawing/2014/main" id="{1C28E9A7-7F8C-7448-8072-16825BD7A1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5"/>
                  <a:ext cx="723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61" name="AutoShape 270">
                  <a:extLst>
                    <a:ext uri="{FF2B5EF4-FFF2-40B4-BE49-F238E27FC236}">
                      <a16:creationId xmlns:a16="http://schemas.microsoft.com/office/drawing/2014/main" id="{F487AB71-1F45-EB49-A690-2C22A7507D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5"/>
                  <a:ext cx="686" cy="11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1049" name="Rectangle 271">
                <a:extLst>
                  <a:ext uri="{FF2B5EF4-FFF2-40B4-BE49-F238E27FC236}">
                    <a16:creationId xmlns:a16="http://schemas.microsoft.com/office/drawing/2014/main" id="{72F89151-6238-B74D-867E-21A9ECE3B5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1" y="431"/>
                <a:ext cx="60" cy="2286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052" name="Freeform 272">
                <a:extLst>
                  <a:ext uri="{FF2B5EF4-FFF2-40B4-BE49-F238E27FC236}">
                    <a16:creationId xmlns:a16="http://schemas.microsoft.com/office/drawing/2014/main" id="{2D301E59-F089-F146-9D78-8606C4C6E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40 w 296"/>
                  <a:gd name="T3" fmla="*/ 27 h 256"/>
                  <a:gd name="T4" fmla="*/ 40 w 296"/>
                  <a:gd name="T5" fmla="*/ 49 h 256"/>
                  <a:gd name="T6" fmla="*/ 0 w 296"/>
                  <a:gd name="T7" fmla="*/ 18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53" name="Freeform 273">
                <a:extLst>
                  <a:ext uri="{FF2B5EF4-FFF2-40B4-BE49-F238E27FC236}">
                    <a16:creationId xmlns:a16="http://schemas.microsoft.com/office/drawing/2014/main" id="{58EE3F91-4AF5-C142-BEAE-95FF763AA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42 w 304"/>
                  <a:gd name="T3" fmla="*/ 32 h 288"/>
                  <a:gd name="T4" fmla="*/ 39 w 304"/>
                  <a:gd name="T5" fmla="*/ 57 h 288"/>
                  <a:gd name="T6" fmla="*/ 2 w 304"/>
                  <a:gd name="T7" fmla="*/ 24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2" name="Oval 274">
                <a:extLst>
                  <a:ext uri="{FF2B5EF4-FFF2-40B4-BE49-F238E27FC236}">
                    <a16:creationId xmlns:a16="http://schemas.microsoft.com/office/drawing/2014/main" id="{1DBFAAB7-01C0-0142-B148-67BAAC23F2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2" y="2611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055" name="Freeform 275">
                <a:extLst>
                  <a:ext uri="{FF2B5EF4-FFF2-40B4-BE49-F238E27FC236}">
                    <a16:creationId xmlns:a16="http://schemas.microsoft.com/office/drawing/2014/main" id="{6A788E83-B9AD-684D-9098-48CAC937A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21 h 240"/>
                  <a:gd name="T2" fmla="*/ 2 w 306"/>
                  <a:gd name="T3" fmla="*/ 48 h 240"/>
                  <a:gd name="T4" fmla="*/ 42 w 306"/>
                  <a:gd name="T5" fmla="*/ 22 h 240"/>
                  <a:gd name="T6" fmla="*/ 40 w 306"/>
                  <a:gd name="T7" fmla="*/ 0 h 240"/>
                  <a:gd name="T8" fmla="*/ 0 w 306"/>
                  <a:gd name="T9" fmla="*/ 21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" name="AutoShape 276">
                <a:extLst>
                  <a:ext uri="{FF2B5EF4-FFF2-40B4-BE49-F238E27FC236}">
                    <a16:creationId xmlns:a16="http://schemas.microsoft.com/office/drawing/2014/main" id="{3B10DC55-A939-5F48-BD8F-218473E0B9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9"/>
                <a:ext cx="1201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55" name="AutoShape 277">
                <a:extLst>
                  <a:ext uri="{FF2B5EF4-FFF2-40B4-BE49-F238E27FC236}">
                    <a16:creationId xmlns:a16="http://schemas.microsoft.com/office/drawing/2014/main" id="{21263D7D-4294-5148-B3A9-27122535AF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0" y="2708"/>
                <a:ext cx="1071" cy="8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56" name="Oval 278">
                <a:extLst>
                  <a:ext uri="{FF2B5EF4-FFF2-40B4-BE49-F238E27FC236}">
                    <a16:creationId xmlns:a16="http://schemas.microsoft.com/office/drawing/2014/main" id="{43CCDDD0-BFF9-884C-91C4-A05681D8CC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81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57" name="Oval 279">
                <a:extLst>
                  <a:ext uri="{FF2B5EF4-FFF2-40B4-BE49-F238E27FC236}">
                    <a16:creationId xmlns:a16="http://schemas.microsoft.com/office/drawing/2014/main" id="{797CAFF6-2540-2A43-A7EB-6DC214987B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0" y="2381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58" name="Oval 280">
                <a:extLst>
                  <a:ext uri="{FF2B5EF4-FFF2-40B4-BE49-F238E27FC236}">
                    <a16:creationId xmlns:a16="http://schemas.microsoft.com/office/drawing/2014/main" id="{4BB328AC-52B7-0E49-B39E-D6076BDE88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381"/>
                <a:ext cx="160" cy="13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59" name="Rectangle 281">
                <a:extLst>
                  <a:ext uri="{FF2B5EF4-FFF2-40B4-BE49-F238E27FC236}">
                    <a16:creationId xmlns:a16="http://schemas.microsoft.com/office/drawing/2014/main" id="{E9E2B2D4-67FA-DD44-B88A-D47E4481C1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1" y="1833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</p:grpSp>
      <p:grpSp>
        <p:nvGrpSpPr>
          <p:cNvPr id="1069" name="Group 1068">
            <a:extLst>
              <a:ext uri="{FF2B5EF4-FFF2-40B4-BE49-F238E27FC236}">
                <a16:creationId xmlns:a16="http://schemas.microsoft.com/office/drawing/2014/main" id="{ECF8F42F-4B0B-EE47-8918-77C7BC282FB3}"/>
              </a:ext>
            </a:extLst>
          </p:cNvPr>
          <p:cNvGrpSpPr>
            <a:grpSpLocks/>
          </p:cNvGrpSpPr>
          <p:nvPr/>
        </p:nvGrpSpPr>
        <p:grpSpPr bwMode="auto">
          <a:xfrm>
            <a:off x="8710613" y="5734050"/>
            <a:ext cx="347662" cy="681038"/>
            <a:chOff x="7923189" y="2486664"/>
            <a:chExt cx="360377" cy="884585"/>
          </a:xfrm>
        </p:grpSpPr>
        <p:pic>
          <p:nvPicPr>
            <p:cNvPr id="212000" name="Picture 3">
              <a:extLst>
                <a:ext uri="{FF2B5EF4-FFF2-40B4-BE49-F238E27FC236}">
                  <a16:creationId xmlns:a16="http://schemas.microsoft.com/office/drawing/2014/main" id="{1C58FD28-176F-A34A-9878-C60238838E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001" name="Group 950">
              <a:extLst>
                <a:ext uri="{FF2B5EF4-FFF2-40B4-BE49-F238E27FC236}">
                  <a16:creationId xmlns:a16="http://schemas.microsoft.com/office/drawing/2014/main" id="{38988D6D-0BB2-0846-9D57-DEE7A2D049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002" name="Freeform 951">
                <a:extLst>
                  <a:ext uri="{FF2B5EF4-FFF2-40B4-BE49-F238E27FC236}">
                    <a16:creationId xmlns:a16="http://schemas.microsoft.com/office/drawing/2014/main" id="{B75B1ABA-52FC-B043-9608-0D224DBCA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03" name="Rectangle 952">
                <a:extLst>
                  <a:ext uri="{FF2B5EF4-FFF2-40B4-BE49-F238E27FC236}">
                    <a16:creationId xmlns:a16="http://schemas.microsoft.com/office/drawing/2014/main" id="{FD560CD9-2687-F741-8045-AFDB9C46BB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04" name="Freeform 953">
                <a:extLst>
                  <a:ext uri="{FF2B5EF4-FFF2-40B4-BE49-F238E27FC236}">
                    <a16:creationId xmlns:a16="http://schemas.microsoft.com/office/drawing/2014/main" id="{F60A9E66-2B31-274F-A9F4-7AE7CEBC4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05" name="Freeform 954">
                <a:extLst>
                  <a:ext uri="{FF2B5EF4-FFF2-40B4-BE49-F238E27FC236}">
                    <a16:creationId xmlns:a16="http://schemas.microsoft.com/office/drawing/2014/main" id="{0ECC682E-80A9-664A-B2F9-3809C6B66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06" name="Rectangle 955">
                <a:extLst>
                  <a:ext uri="{FF2B5EF4-FFF2-40B4-BE49-F238E27FC236}">
                    <a16:creationId xmlns:a16="http://schemas.microsoft.com/office/drawing/2014/main" id="{F6363B5D-801C-0745-A1DF-15E7CB71E5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007" name="Group 956">
                <a:extLst>
                  <a:ext uri="{FF2B5EF4-FFF2-40B4-BE49-F238E27FC236}">
                    <a16:creationId xmlns:a16="http://schemas.microsoft.com/office/drawing/2014/main" id="{AFFFB009-5079-FF4D-A514-D86A36D905D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032" name="AutoShape 957">
                  <a:extLst>
                    <a:ext uri="{FF2B5EF4-FFF2-40B4-BE49-F238E27FC236}">
                      <a16:creationId xmlns:a16="http://schemas.microsoft.com/office/drawing/2014/main" id="{392483AB-DC02-2A41-962B-95AC6D66FB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033" name="AutoShape 958">
                  <a:extLst>
                    <a:ext uri="{FF2B5EF4-FFF2-40B4-BE49-F238E27FC236}">
                      <a16:creationId xmlns:a16="http://schemas.microsoft.com/office/drawing/2014/main" id="{4D194528-5F6A-564B-8E3C-7F849D4B12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008" name="Rectangle 959">
                <a:extLst>
                  <a:ext uri="{FF2B5EF4-FFF2-40B4-BE49-F238E27FC236}">
                    <a16:creationId xmlns:a16="http://schemas.microsoft.com/office/drawing/2014/main" id="{EFB28CCD-CE52-2849-8E9F-099A7003AF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009" name="Group 960">
                <a:extLst>
                  <a:ext uri="{FF2B5EF4-FFF2-40B4-BE49-F238E27FC236}">
                    <a16:creationId xmlns:a16="http://schemas.microsoft.com/office/drawing/2014/main" id="{0318F76E-4991-6A48-BA2E-BA8E46990C5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030" name="AutoShape 961">
                  <a:extLst>
                    <a:ext uri="{FF2B5EF4-FFF2-40B4-BE49-F238E27FC236}">
                      <a16:creationId xmlns:a16="http://schemas.microsoft.com/office/drawing/2014/main" id="{A2B7EE78-B743-F742-8B2F-EC7FBB16DFD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031" name="AutoShape 962">
                  <a:extLst>
                    <a:ext uri="{FF2B5EF4-FFF2-40B4-BE49-F238E27FC236}">
                      <a16:creationId xmlns:a16="http://schemas.microsoft.com/office/drawing/2014/main" id="{2A79FF57-2C38-304A-B360-02B7836D6F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010" name="Rectangle 963">
                <a:extLst>
                  <a:ext uri="{FF2B5EF4-FFF2-40B4-BE49-F238E27FC236}">
                    <a16:creationId xmlns:a16="http://schemas.microsoft.com/office/drawing/2014/main" id="{6592F3BD-D910-6142-A498-11CB54CD4A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11" name="Rectangle 964">
                <a:extLst>
                  <a:ext uri="{FF2B5EF4-FFF2-40B4-BE49-F238E27FC236}">
                    <a16:creationId xmlns:a16="http://schemas.microsoft.com/office/drawing/2014/main" id="{563B9000-6C65-DB4B-9E12-6CCE3EF8DF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012" name="Group 965">
                <a:extLst>
                  <a:ext uri="{FF2B5EF4-FFF2-40B4-BE49-F238E27FC236}">
                    <a16:creationId xmlns:a16="http://schemas.microsoft.com/office/drawing/2014/main" id="{53621790-3635-2346-B3E7-A68A9275BA5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028" name="AutoShape 966">
                  <a:extLst>
                    <a:ext uri="{FF2B5EF4-FFF2-40B4-BE49-F238E27FC236}">
                      <a16:creationId xmlns:a16="http://schemas.microsoft.com/office/drawing/2014/main" id="{8A245C7D-4DEA-A346-BF1B-C7C292B106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029" name="AutoShape 967">
                  <a:extLst>
                    <a:ext uri="{FF2B5EF4-FFF2-40B4-BE49-F238E27FC236}">
                      <a16:creationId xmlns:a16="http://schemas.microsoft.com/office/drawing/2014/main" id="{94A055E6-A46A-4249-BCFD-3019F44F37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013" name="Freeform 968">
                <a:extLst>
                  <a:ext uri="{FF2B5EF4-FFF2-40B4-BE49-F238E27FC236}">
                    <a16:creationId xmlns:a16="http://schemas.microsoft.com/office/drawing/2014/main" id="{D6373BFE-9A2A-9E4F-ADE9-1D8ACBE45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014" name="Group 969">
                <a:extLst>
                  <a:ext uri="{FF2B5EF4-FFF2-40B4-BE49-F238E27FC236}">
                    <a16:creationId xmlns:a16="http://schemas.microsoft.com/office/drawing/2014/main" id="{DE9BEAC1-7B89-2944-A44D-E7DB0D76148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026" name="AutoShape 970">
                  <a:extLst>
                    <a:ext uri="{FF2B5EF4-FFF2-40B4-BE49-F238E27FC236}">
                      <a16:creationId xmlns:a16="http://schemas.microsoft.com/office/drawing/2014/main" id="{CF59CCD8-E595-4E42-855D-D91D9BCB34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027" name="AutoShape 971">
                  <a:extLst>
                    <a:ext uri="{FF2B5EF4-FFF2-40B4-BE49-F238E27FC236}">
                      <a16:creationId xmlns:a16="http://schemas.microsoft.com/office/drawing/2014/main" id="{463C2AF6-3EE5-B94F-A53F-DA988F695A4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015" name="Rectangle 972">
                <a:extLst>
                  <a:ext uri="{FF2B5EF4-FFF2-40B4-BE49-F238E27FC236}">
                    <a16:creationId xmlns:a16="http://schemas.microsoft.com/office/drawing/2014/main" id="{E264C2EF-580A-0B47-9963-02E194A522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16" name="Freeform 973">
                <a:extLst>
                  <a:ext uri="{FF2B5EF4-FFF2-40B4-BE49-F238E27FC236}">
                    <a16:creationId xmlns:a16="http://schemas.microsoft.com/office/drawing/2014/main" id="{811E20A3-FF5B-F547-9AA2-28EE1671E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17" name="Freeform 974">
                <a:extLst>
                  <a:ext uri="{FF2B5EF4-FFF2-40B4-BE49-F238E27FC236}">
                    <a16:creationId xmlns:a16="http://schemas.microsoft.com/office/drawing/2014/main" id="{78C55B6D-9FAA-3A49-A027-B2EC6C0DD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18" name="Oval 975">
                <a:extLst>
                  <a:ext uri="{FF2B5EF4-FFF2-40B4-BE49-F238E27FC236}">
                    <a16:creationId xmlns:a16="http://schemas.microsoft.com/office/drawing/2014/main" id="{B3CCC850-2704-704A-96F9-42E78A493B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19" name="Freeform 976">
                <a:extLst>
                  <a:ext uri="{FF2B5EF4-FFF2-40B4-BE49-F238E27FC236}">
                    <a16:creationId xmlns:a16="http://schemas.microsoft.com/office/drawing/2014/main" id="{29EAE530-0285-8147-B69A-8802B8463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20" name="AutoShape 977">
                <a:extLst>
                  <a:ext uri="{FF2B5EF4-FFF2-40B4-BE49-F238E27FC236}">
                    <a16:creationId xmlns:a16="http://schemas.microsoft.com/office/drawing/2014/main" id="{86022980-C111-C14C-BC74-15BE5A0F9F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21" name="AutoShape 978">
                <a:extLst>
                  <a:ext uri="{FF2B5EF4-FFF2-40B4-BE49-F238E27FC236}">
                    <a16:creationId xmlns:a16="http://schemas.microsoft.com/office/drawing/2014/main" id="{2A511823-DED3-2747-9713-71D6036B7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22" name="Oval 979">
                <a:extLst>
                  <a:ext uri="{FF2B5EF4-FFF2-40B4-BE49-F238E27FC236}">
                    <a16:creationId xmlns:a16="http://schemas.microsoft.com/office/drawing/2014/main" id="{782FCD42-797F-EF44-881F-939D4B8421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23" name="Oval 980">
                <a:extLst>
                  <a:ext uri="{FF2B5EF4-FFF2-40B4-BE49-F238E27FC236}">
                    <a16:creationId xmlns:a16="http://schemas.microsoft.com/office/drawing/2014/main" id="{15EB52E1-99F3-F949-8E2B-4AF186BD87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24" name="Oval 981">
                <a:extLst>
                  <a:ext uri="{FF2B5EF4-FFF2-40B4-BE49-F238E27FC236}">
                    <a16:creationId xmlns:a16="http://schemas.microsoft.com/office/drawing/2014/main" id="{7D0BA5EC-A7D4-AB40-A9F6-0CF2C1F2A6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25" name="Rectangle 982">
                <a:extLst>
                  <a:ext uri="{FF2B5EF4-FFF2-40B4-BE49-F238E27FC236}">
                    <a16:creationId xmlns:a16="http://schemas.microsoft.com/office/drawing/2014/main" id="{7EEC4949-56B9-1446-9711-9818D166C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sp>
        <p:nvSpPr>
          <p:cNvPr id="211984" name="Content Placeholder 12">
            <a:extLst>
              <a:ext uri="{FF2B5EF4-FFF2-40B4-BE49-F238E27FC236}">
                <a16:creationId xmlns:a16="http://schemas.microsoft.com/office/drawing/2014/main" id="{FBA2E74E-4CA0-634D-BA39-6FA14422C4A8}"/>
              </a:ext>
            </a:extLst>
          </p:cNvPr>
          <p:cNvSpPr txBox="1">
            <a:spLocks/>
          </p:cNvSpPr>
          <p:nvPr/>
        </p:nvSpPr>
        <p:spPr bwMode="auto">
          <a:xfrm>
            <a:off x="1109771" y="1064063"/>
            <a:ext cx="9901388" cy="9265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87338" indent="-28733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681038" indent="-22383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287338" marR="0" lvl="0" indent="-287338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Netflix: stores copies of content (e.g., MADMEN) at its (worldwide)  OpenConnect CDN  nodes </a:t>
            </a:r>
          </a:p>
        </p:txBody>
      </p:sp>
    </p:spTree>
    <p:extLst>
      <p:ext uri="{BB962C8B-B14F-4D97-AF65-F5344CB8AC3E}">
        <p14:creationId xmlns:p14="http://schemas.microsoft.com/office/powerpoint/2010/main" val="1734255042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89C0601-3B70-FA61-5969-7A4F51E91B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 13">
            <a:extLst>
              <a:ext uri="{FF2B5EF4-FFF2-40B4-BE49-F238E27FC236}">
                <a16:creationId xmlns:a16="http://schemas.microsoft.com/office/drawing/2014/main" id="{F05C9D80-850C-FA86-E168-09903397B0B5}"/>
              </a:ext>
            </a:extLst>
          </p:cNvPr>
          <p:cNvGrpSpPr>
            <a:grpSpLocks/>
          </p:cNvGrpSpPr>
          <p:nvPr/>
        </p:nvGrpSpPr>
        <p:grpSpPr bwMode="auto">
          <a:xfrm>
            <a:off x="3201988" y="3854450"/>
            <a:ext cx="347662" cy="681038"/>
            <a:chOff x="7923189" y="2486664"/>
            <a:chExt cx="360377" cy="884585"/>
          </a:xfrm>
        </p:grpSpPr>
        <p:pic>
          <p:nvPicPr>
            <p:cNvPr id="212606" name="Picture 3">
              <a:extLst>
                <a:ext uri="{FF2B5EF4-FFF2-40B4-BE49-F238E27FC236}">
                  <a16:creationId xmlns:a16="http://schemas.microsoft.com/office/drawing/2014/main" id="{A3FB8EF5-D2BC-9BDD-98A4-DEB98A7FEC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607" name="Group 950">
              <a:extLst>
                <a:ext uri="{FF2B5EF4-FFF2-40B4-BE49-F238E27FC236}">
                  <a16:creationId xmlns:a16="http://schemas.microsoft.com/office/drawing/2014/main" id="{CF7CC949-790A-0567-322E-93F3C3F559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608" name="Freeform 951">
                <a:extLst>
                  <a:ext uri="{FF2B5EF4-FFF2-40B4-BE49-F238E27FC236}">
                    <a16:creationId xmlns:a16="http://schemas.microsoft.com/office/drawing/2014/main" id="{E6F907A6-24C9-2AF0-19D3-08410B21F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09" name="Rectangle 952">
                <a:extLst>
                  <a:ext uri="{FF2B5EF4-FFF2-40B4-BE49-F238E27FC236}">
                    <a16:creationId xmlns:a16="http://schemas.microsoft.com/office/drawing/2014/main" id="{B41BD588-424A-9302-11EE-2773A2198A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10" name="Freeform 953">
                <a:extLst>
                  <a:ext uri="{FF2B5EF4-FFF2-40B4-BE49-F238E27FC236}">
                    <a16:creationId xmlns:a16="http://schemas.microsoft.com/office/drawing/2014/main" id="{F96A9C2C-B4CF-23BC-5275-48423020C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11" name="Freeform 954">
                <a:extLst>
                  <a:ext uri="{FF2B5EF4-FFF2-40B4-BE49-F238E27FC236}">
                    <a16:creationId xmlns:a16="http://schemas.microsoft.com/office/drawing/2014/main" id="{B1FA0DFB-64A8-4076-30AF-313B23778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12" name="Rectangle 955">
                <a:extLst>
                  <a:ext uri="{FF2B5EF4-FFF2-40B4-BE49-F238E27FC236}">
                    <a16:creationId xmlns:a16="http://schemas.microsoft.com/office/drawing/2014/main" id="{EA7B6361-7983-E90C-6838-E0D6EC7832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613" name="Group 956">
                <a:extLst>
                  <a:ext uri="{FF2B5EF4-FFF2-40B4-BE49-F238E27FC236}">
                    <a16:creationId xmlns:a16="http://schemas.microsoft.com/office/drawing/2014/main" id="{E6347AF3-77A9-99D2-20D7-26B134F3E49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638" name="AutoShape 957">
                  <a:extLst>
                    <a:ext uri="{FF2B5EF4-FFF2-40B4-BE49-F238E27FC236}">
                      <a16:creationId xmlns:a16="http://schemas.microsoft.com/office/drawing/2014/main" id="{C712180F-6ED0-8C85-5969-50685C4AA7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639" name="AutoShape 958">
                  <a:extLst>
                    <a:ext uri="{FF2B5EF4-FFF2-40B4-BE49-F238E27FC236}">
                      <a16:creationId xmlns:a16="http://schemas.microsoft.com/office/drawing/2014/main" id="{DEB949CA-4B28-064B-28E2-52D7441F5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614" name="Rectangle 959">
                <a:extLst>
                  <a:ext uri="{FF2B5EF4-FFF2-40B4-BE49-F238E27FC236}">
                    <a16:creationId xmlns:a16="http://schemas.microsoft.com/office/drawing/2014/main" id="{18078E40-F3D9-104D-75D3-71C2A6759D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615" name="Group 960">
                <a:extLst>
                  <a:ext uri="{FF2B5EF4-FFF2-40B4-BE49-F238E27FC236}">
                    <a16:creationId xmlns:a16="http://schemas.microsoft.com/office/drawing/2014/main" id="{9799D5E4-46CD-C16B-AD58-434D16F89A7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636" name="AutoShape 961">
                  <a:extLst>
                    <a:ext uri="{FF2B5EF4-FFF2-40B4-BE49-F238E27FC236}">
                      <a16:creationId xmlns:a16="http://schemas.microsoft.com/office/drawing/2014/main" id="{8002656E-4A46-A0FE-CA9F-DFDA581E8D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637" name="AutoShape 962">
                  <a:extLst>
                    <a:ext uri="{FF2B5EF4-FFF2-40B4-BE49-F238E27FC236}">
                      <a16:creationId xmlns:a16="http://schemas.microsoft.com/office/drawing/2014/main" id="{B9D31013-56AF-42F9-9DD0-68C6E77A49D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616" name="Rectangle 963">
                <a:extLst>
                  <a:ext uri="{FF2B5EF4-FFF2-40B4-BE49-F238E27FC236}">
                    <a16:creationId xmlns:a16="http://schemas.microsoft.com/office/drawing/2014/main" id="{8FCBA5D9-6279-57C2-A8EF-41C9411AEE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17" name="Rectangle 964">
                <a:extLst>
                  <a:ext uri="{FF2B5EF4-FFF2-40B4-BE49-F238E27FC236}">
                    <a16:creationId xmlns:a16="http://schemas.microsoft.com/office/drawing/2014/main" id="{AED1FB5D-3DF4-442B-2281-134EA2E693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618" name="Group 965">
                <a:extLst>
                  <a:ext uri="{FF2B5EF4-FFF2-40B4-BE49-F238E27FC236}">
                    <a16:creationId xmlns:a16="http://schemas.microsoft.com/office/drawing/2014/main" id="{C71BA7EC-67C9-6AA9-DCDC-95224B239F1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634" name="AutoShape 966">
                  <a:extLst>
                    <a:ext uri="{FF2B5EF4-FFF2-40B4-BE49-F238E27FC236}">
                      <a16:creationId xmlns:a16="http://schemas.microsoft.com/office/drawing/2014/main" id="{340B3F4E-FA20-8B31-16A8-90AECAADE3F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635" name="AutoShape 967">
                  <a:extLst>
                    <a:ext uri="{FF2B5EF4-FFF2-40B4-BE49-F238E27FC236}">
                      <a16:creationId xmlns:a16="http://schemas.microsoft.com/office/drawing/2014/main" id="{478618DD-BECF-0DC9-9271-0F8A3392248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619" name="Freeform 968">
                <a:extLst>
                  <a:ext uri="{FF2B5EF4-FFF2-40B4-BE49-F238E27FC236}">
                    <a16:creationId xmlns:a16="http://schemas.microsoft.com/office/drawing/2014/main" id="{8599E5ED-B6FD-3CFD-E14A-DE2DE050B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620" name="Group 969">
                <a:extLst>
                  <a:ext uri="{FF2B5EF4-FFF2-40B4-BE49-F238E27FC236}">
                    <a16:creationId xmlns:a16="http://schemas.microsoft.com/office/drawing/2014/main" id="{83877123-821A-AC4E-A14B-F845DDFBDE3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632" name="AutoShape 970">
                  <a:extLst>
                    <a:ext uri="{FF2B5EF4-FFF2-40B4-BE49-F238E27FC236}">
                      <a16:creationId xmlns:a16="http://schemas.microsoft.com/office/drawing/2014/main" id="{3A61BE5B-41B8-26DA-4783-877BA360B6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633" name="AutoShape 971">
                  <a:extLst>
                    <a:ext uri="{FF2B5EF4-FFF2-40B4-BE49-F238E27FC236}">
                      <a16:creationId xmlns:a16="http://schemas.microsoft.com/office/drawing/2014/main" id="{C6DB2A3F-D7EA-5944-04B9-5E669C6E4F4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621" name="Rectangle 972">
                <a:extLst>
                  <a:ext uri="{FF2B5EF4-FFF2-40B4-BE49-F238E27FC236}">
                    <a16:creationId xmlns:a16="http://schemas.microsoft.com/office/drawing/2014/main" id="{9EACF098-6B90-0330-D54D-732A3416D8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22" name="Freeform 973">
                <a:extLst>
                  <a:ext uri="{FF2B5EF4-FFF2-40B4-BE49-F238E27FC236}">
                    <a16:creationId xmlns:a16="http://schemas.microsoft.com/office/drawing/2014/main" id="{4F4C10E8-76F8-E002-3EA3-9B371FEBF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23" name="Freeform 974">
                <a:extLst>
                  <a:ext uri="{FF2B5EF4-FFF2-40B4-BE49-F238E27FC236}">
                    <a16:creationId xmlns:a16="http://schemas.microsoft.com/office/drawing/2014/main" id="{95D627F3-C813-05C5-2CC7-5DE62DCC6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24" name="Oval 975">
                <a:extLst>
                  <a:ext uri="{FF2B5EF4-FFF2-40B4-BE49-F238E27FC236}">
                    <a16:creationId xmlns:a16="http://schemas.microsoft.com/office/drawing/2014/main" id="{9A229ACE-BBF9-7856-3167-2A6CD4B48C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25" name="Freeform 976">
                <a:extLst>
                  <a:ext uri="{FF2B5EF4-FFF2-40B4-BE49-F238E27FC236}">
                    <a16:creationId xmlns:a16="http://schemas.microsoft.com/office/drawing/2014/main" id="{63F30BEC-5B69-590F-E345-7AB41045F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26" name="AutoShape 977">
                <a:extLst>
                  <a:ext uri="{FF2B5EF4-FFF2-40B4-BE49-F238E27FC236}">
                    <a16:creationId xmlns:a16="http://schemas.microsoft.com/office/drawing/2014/main" id="{0C093C7F-CE31-2D10-8A76-699480F6B7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27" name="AutoShape 978">
                <a:extLst>
                  <a:ext uri="{FF2B5EF4-FFF2-40B4-BE49-F238E27FC236}">
                    <a16:creationId xmlns:a16="http://schemas.microsoft.com/office/drawing/2014/main" id="{A8F5AEF1-F9B2-CE5C-E3D0-89696477B7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28" name="Oval 979">
                <a:extLst>
                  <a:ext uri="{FF2B5EF4-FFF2-40B4-BE49-F238E27FC236}">
                    <a16:creationId xmlns:a16="http://schemas.microsoft.com/office/drawing/2014/main" id="{A01073E5-B141-5F0E-6B07-F3200D2007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29" name="Oval 980">
                <a:extLst>
                  <a:ext uri="{FF2B5EF4-FFF2-40B4-BE49-F238E27FC236}">
                    <a16:creationId xmlns:a16="http://schemas.microsoft.com/office/drawing/2014/main" id="{1056ED1A-516C-06A5-D28C-5486436C14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30" name="Oval 981">
                <a:extLst>
                  <a:ext uri="{FF2B5EF4-FFF2-40B4-BE49-F238E27FC236}">
                    <a16:creationId xmlns:a16="http://schemas.microsoft.com/office/drawing/2014/main" id="{7BEF7CF9-C574-983E-15F1-CC896792EC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31" name="Rectangle 982">
                <a:extLst>
                  <a:ext uri="{FF2B5EF4-FFF2-40B4-BE49-F238E27FC236}">
                    <a16:creationId xmlns:a16="http://schemas.microsoft.com/office/drawing/2014/main" id="{D492CA33-7B47-8D43-B7A9-471A06A94D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211972" name="Group 485">
            <a:extLst>
              <a:ext uri="{FF2B5EF4-FFF2-40B4-BE49-F238E27FC236}">
                <a16:creationId xmlns:a16="http://schemas.microsoft.com/office/drawing/2014/main" id="{4FDFE199-2EDC-F030-2954-33BC01AC152A}"/>
              </a:ext>
            </a:extLst>
          </p:cNvPr>
          <p:cNvGrpSpPr>
            <a:grpSpLocks/>
          </p:cNvGrpSpPr>
          <p:nvPr/>
        </p:nvGrpSpPr>
        <p:grpSpPr bwMode="auto">
          <a:xfrm>
            <a:off x="2644455" y="3773226"/>
            <a:ext cx="7044059" cy="2764362"/>
            <a:chOff x="399121" y="1433583"/>
            <a:chExt cx="8437850" cy="5258268"/>
          </a:xfrm>
        </p:grpSpPr>
        <p:sp>
          <p:nvSpPr>
            <p:cNvPr id="212306" name="Freeform 84">
              <a:extLst>
                <a:ext uri="{FF2B5EF4-FFF2-40B4-BE49-F238E27FC236}">
                  <a16:creationId xmlns:a16="http://schemas.microsoft.com/office/drawing/2014/main" id="{BC39DE96-E495-7C27-FCCB-1108F657D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539" y="2241382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07" name="Freeform 84">
              <a:extLst>
                <a:ext uri="{FF2B5EF4-FFF2-40B4-BE49-F238E27FC236}">
                  <a16:creationId xmlns:a16="http://schemas.microsoft.com/office/drawing/2014/main" id="{9053B00A-FE1A-0F9C-E73A-025BA5393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683" y="3041420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08" name="Freeform 84">
              <a:extLst>
                <a:ext uri="{FF2B5EF4-FFF2-40B4-BE49-F238E27FC236}">
                  <a16:creationId xmlns:a16="http://schemas.microsoft.com/office/drawing/2014/main" id="{9F3AAD47-C9BB-A445-C434-9DF578301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4646" y="2495362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09" name="Freeform 84">
              <a:extLst>
                <a:ext uri="{FF2B5EF4-FFF2-40B4-BE49-F238E27FC236}">
                  <a16:creationId xmlns:a16="http://schemas.microsoft.com/office/drawing/2014/main" id="{CC11AA20-1620-6740-93EC-25FDBDE82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260" y="5352642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0" name="Freeform 84">
              <a:extLst>
                <a:ext uri="{FF2B5EF4-FFF2-40B4-BE49-F238E27FC236}">
                  <a16:creationId xmlns:a16="http://schemas.microsoft.com/office/drawing/2014/main" id="{A9F60AC8-013E-0C6B-8E78-A27BF72F7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104" y="4730390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1" name="Freeform 84">
              <a:extLst>
                <a:ext uri="{FF2B5EF4-FFF2-40B4-BE49-F238E27FC236}">
                  <a16:creationId xmlns:a16="http://schemas.microsoft.com/office/drawing/2014/main" id="{ACD1FE3E-9CF1-4721-8CD2-800AEB740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473" y="4070041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2" name="Freeform 84">
              <a:extLst>
                <a:ext uri="{FF2B5EF4-FFF2-40B4-BE49-F238E27FC236}">
                  <a16:creationId xmlns:a16="http://schemas.microsoft.com/office/drawing/2014/main" id="{BF8DCD78-EC40-D1AF-7566-9EF617154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4047" y="2927129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3" name="Freeform 84">
              <a:extLst>
                <a:ext uri="{FF2B5EF4-FFF2-40B4-BE49-F238E27FC236}">
                  <a16:creationId xmlns:a16="http://schemas.microsoft.com/office/drawing/2014/main" id="{8B27257E-9AD7-4A60-C2F8-30C256E3B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955" y="2000100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4" name="Freeform 84">
              <a:extLst>
                <a:ext uri="{FF2B5EF4-FFF2-40B4-BE49-F238E27FC236}">
                  <a16:creationId xmlns:a16="http://schemas.microsoft.com/office/drawing/2014/main" id="{F59E3347-96EA-1ADA-AB32-A331F4651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735" y="2647751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5" name="Freeform 84">
              <a:extLst>
                <a:ext uri="{FF2B5EF4-FFF2-40B4-BE49-F238E27FC236}">
                  <a16:creationId xmlns:a16="http://schemas.microsoft.com/office/drawing/2014/main" id="{E5952A75-C29C-A7C4-7343-7C21DE73B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0478" y="1974702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6" name="Freeform 84">
              <a:extLst>
                <a:ext uri="{FF2B5EF4-FFF2-40B4-BE49-F238E27FC236}">
                  <a16:creationId xmlns:a16="http://schemas.microsoft.com/office/drawing/2014/main" id="{72EA57A4-B292-6A64-1403-6D3CB41DF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1590" y="5606623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7" name="Freeform 84">
              <a:extLst>
                <a:ext uri="{FF2B5EF4-FFF2-40B4-BE49-F238E27FC236}">
                  <a16:creationId xmlns:a16="http://schemas.microsoft.com/office/drawing/2014/main" id="{82464D78-571A-7C25-4042-CBF25395A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9903" y="4958973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8" name="Freeform 84">
              <a:extLst>
                <a:ext uri="{FF2B5EF4-FFF2-40B4-BE49-F238E27FC236}">
                  <a16:creationId xmlns:a16="http://schemas.microsoft.com/office/drawing/2014/main" id="{EAF19315-E553-6379-0201-B969AB6D9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272" y="4044643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9" name="Freeform 84">
              <a:extLst>
                <a:ext uri="{FF2B5EF4-FFF2-40B4-BE49-F238E27FC236}">
                  <a16:creationId xmlns:a16="http://schemas.microsoft.com/office/drawing/2014/main" id="{D143BD22-E476-EC46-B42D-054DD1061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6089" y="5847904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20" name="Freeform 84">
              <a:extLst>
                <a:ext uri="{FF2B5EF4-FFF2-40B4-BE49-F238E27FC236}">
                  <a16:creationId xmlns:a16="http://schemas.microsoft.com/office/drawing/2014/main" id="{6767BDFD-5D68-49D4-FA83-63AF7226F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566" y="5987593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21" name="Freeform 84">
              <a:extLst>
                <a:ext uri="{FF2B5EF4-FFF2-40B4-BE49-F238E27FC236}">
                  <a16:creationId xmlns:a16="http://schemas.microsoft.com/office/drawing/2014/main" id="{58059F04-1794-A9AA-2F2E-E546F1D03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202" y="5835205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22" name="TextBox 4">
              <a:extLst>
                <a:ext uri="{FF2B5EF4-FFF2-40B4-BE49-F238E27FC236}">
                  <a16:creationId xmlns:a16="http://schemas.microsoft.com/office/drawing/2014/main" id="{BF3594F7-1C78-91CA-5E92-B5A9B10CF1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307360">
              <a:off x="5241475" y="1433583"/>
              <a:ext cx="651327" cy="995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…</a:t>
              </a:r>
            </a:p>
          </p:txBody>
        </p:sp>
        <p:sp>
          <p:nvSpPr>
            <p:cNvPr id="212323" name="TextBox 179">
              <a:extLst>
                <a:ext uri="{FF2B5EF4-FFF2-40B4-BE49-F238E27FC236}">
                  <a16:creationId xmlns:a16="http://schemas.microsoft.com/office/drawing/2014/main" id="{5A7575B8-BCA3-4456-03E5-A31BAEFC48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390643" y="3033433"/>
              <a:ext cx="1034280" cy="6267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…</a:t>
              </a:r>
            </a:p>
          </p:txBody>
        </p:sp>
        <p:sp>
          <p:nvSpPr>
            <p:cNvPr id="212324" name="TextBox 180">
              <a:extLst>
                <a:ext uri="{FF2B5EF4-FFF2-40B4-BE49-F238E27FC236}">
                  <a16:creationId xmlns:a16="http://schemas.microsoft.com/office/drawing/2014/main" id="{683EE190-F66F-65FF-D6D9-CDC062A444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341242" y="5649524"/>
              <a:ext cx="651327" cy="995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…</a:t>
              </a:r>
            </a:p>
          </p:txBody>
        </p:sp>
        <p:sp>
          <p:nvSpPr>
            <p:cNvPr id="212325" name="TextBox 181">
              <a:extLst>
                <a:ext uri="{FF2B5EF4-FFF2-40B4-BE49-F238E27FC236}">
                  <a16:creationId xmlns:a16="http://schemas.microsoft.com/office/drawing/2014/main" id="{D5CE2F8C-C362-198F-9E8A-F70828259F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1651262">
              <a:off x="2063761" y="5696601"/>
              <a:ext cx="651327" cy="995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…</a:t>
              </a:r>
            </a:p>
          </p:txBody>
        </p:sp>
        <p:sp>
          <p:nvSpPr>
            <p:cNvPr id="212326" name="TextBox 182">
              <a:extLst>
                <a:ext uri="{FF2B5EF4-FFF2-40B4-BE49-F238E27FC236}">
                  <a16:creationId xmlns:a16="http://schemas.microsoft.com/office/drawing/2014/main" id="{9378F764-669C-66E1-A374-E7F8E212B9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607303">
              <a:off x="195355" y="3660810"/>
              <a:ext cx="1034280" cy="6267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…</a:t>
              </a:r>
            </a:p>
          </p:txBody>
        </p:sp>
        <p:sp>
          <p:nvSpPr>
            <p:cNvPr id="212327" name="TextBox 183">
              <a:extLst>
                <a:ext uri="{FF2B5EF4-FFF2-40B4-BE49-F238E27FC236}">
                  <a16:creationId xmlns:a16="http://schemas.microsoft.com/office/drawing/2014/main" id="{A3AA8FCC-5E21-FEDB-6E2C-853923BFD6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1079349">
              <a:off x="2482309" y="1498435"/>
              <a:ext cx="651327" cy="995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…</a:t>
              </a:r>
            </a:p>
          </p:txBody>
        </p:sp>
        <p:grpSp>
          <p:nvGrpSpPr>
            <p:cNvPr id="212328" name="Group 8">
              <a:extLst>
                <a:ext uri="{FF2B5EF4-FFF2-40B4-BE49-F238E27FC236}">
                  <a16:creationId xmlns:a16="http://schemas.microsoft.com/office/drawing/2014/main" id="{C1A3D6AA-70AB-1891-ED3A-06E35F2DFC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46600" y="3746500"/>
              <a:ext cx="3225800" cy="1117600"/>
              <a:chOff x="7848600" y="2044700"/>
              <a:chExt cx="3200399" cy="1371600"/>
            </a:xfrm>
          </p:grpSpPr>
          <p:sp>
            <p:nvSpPr>
              <p:cNvPr id="212524" name="Oval 3">
                <a:extLst>
                  <a:ext uri="{FF2B5EF4-FFF2-40B4-BE49-F238E27FC236}">
                    <a16:creationId xmlns:a16="http://schemas.microsoft.com/office/drawing/2014/main" id="{A06793C2-17E5-6857-A51F-019844510D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48600" y="2044700"/>
                <a:ext cx="3200399" cy="1371600"/>
              </a:xfrm>
              <a:prstGeom prst="ellipse">
                <a:avLst/>
              </a:prstGeom>
              <a:solidFill>
                <a:srgbClr val="3C6C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525" name="Group 133">
                <a:extLst>
                  <a:ext uri="{FF2B5EF4-FFF2-40B4-BE49-F238E27FC236}">
                    <a16:creationId xmlns:a16="http://schemas.microsoft.com/office/drawing/2014/main" id="{45E8B15F-0646-4EAB-C7B1-FD4523F5B21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526482" y="2160804"/>
                <a:ext cx="532759" cy="184809"/>
                <a:chOff x="2356" y="1300"/>
                <a:chExt cx="555" cy="194"/>
              </a:xfrm>
            </p:grpSpPr>
            <p:sp>
              <p:nvSpPr>
                <p:cNvPr id="212598" name="Oval 407">
                  <a:extLst>
                    <a:ext uri="{FF2B5EF4-FFF2-40B4-BE49-F238E27FC236}">
                      <a16:creationId xmlns:a16="http://schemas.microsoft.com/office/drawing/2014/main" id="{410FBAAF-D4E1-5592-006E-88310CCBF0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99" name="Rectangle 410">
                  <a:extLst>
                    <a:ext uri="{FF2B5EF4-FFF2-40B4-BE49-F238E27FC236}">
                      <a16:creationId xmlns:a16="http://schemas.microsoft.com/office/drawing/2014/main" id="{2BC4848F-586B-E6E4-F471-0087007D15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600" name="Oval 411">
                  <a:extLst>
                    <a:ext uri="{FF2B5EF4-FFF2-40B4-BE49-F238E27FC236}">
                      <a16:creationId xmlns:a16="http://schemas.microsoft.com/office/drawing/2014/main" id="{03CB7723-6047-6067-2CB5-ED79BD24607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601" name="Group 137">
                  <a:extLst>
                    <a:ext uri="{FF2B5EF4-FFF2-40B4-BE49-F238E27FC236}">
                      <a16:creationId xmlns:a16="http://schemas.microsoft.com/office/drawing/2014/main" id="{5E6774D5-3E8C-3EBB-CBE1-4F922AFDF84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604" name="Freeform 138">
                    <a:extLst>
                      <a:ext uri="{FF2B5EF4-FFF2-40B4-BE49-F238E27FC236}">
                        <a16:creationId xmlns:a16="http://schemas.microsoft.com/office/drawing/2014/main" id="{0A37CF63-47AF-8818-A4C0-0EB764903C1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605" name="Freeform 139">
                    <a:extLst>
                      <a:ext uri="{FF2B5EF4-FFF2-40B4-BE49-F238E27FC236}">
                        <a16:creationId xmlns:a16="http://schemas.microsoft.com/office/drawing/2014/main" id="{19190189-6EE8-98D3-DC67-4C9CFE29E4C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602" name="Line 140">
                  <a:extLst>
                    <a:ext uri="{FF2B5EF4-FFF2-40B4-BE49-F238E27FC236}">
                      <a16:creationId xmlns:a16="http://schemas.microsoft.com/office/drawing/2014/main" id="{2924C1FC-457F-994D-9595-18DDFF2B86A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603" name="Line 141">
                  <a:extLst>
                    <a:ext uri="{FF2B5EF4-FFF2-40B4-BE49-F238E27FC236}">
                      <a16:creationId xmlns:a16="http://schemas.microsoft.com/office/drawing/2014/main" id="{47321E4E-FAFD-F165-FA48-9C6C6D7815B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cxnSp>
            <p:nvCxnSpPr>
              <p:cNvPr id="212526" name="Straight Connector 10">
                <a:extLst>
                  <a:ext uri="{FF2B5EF4-FFF2-40B4-BE49-F238E27FC236}">
                    <a16:creationId xmlns:a16="http://schemas.microsoft.com/office/drawing/2014/main" id="{8218F413-074A-31B4-A53B-BE786126BA60}"/>
                  </a:ext>
                </a:extLst>
              </p:cNvPr>
              <p:cNvCxnSpPr>
                <a:cxnSpLocks noChangeShapeType="1"/>
                <a:stCxn id="212603" idx="0"/>
              </p:cNvCxnSpPr>
              <p:nvPr/>
            </p:nvCxnSpPr>
            <p:spPr bwMode="auto">
              <a:xfrm>
                <a:off x="9055401" y="2220819"/>
                <a:ext cx="975377" cy="13653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27" name="Straight Connector 297">
                <a:extLst>
                  <a:ext uri="{FF2B5EF4-FFF2-40B4-BE49-F238E27FC236}">
                    <a16:creationId xmlns:a16="http://schemas.microsoft.com/office/drawing/2014/main" id="{A8020E97-9352-0070-8CCE-925D19CE76B2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9522191" y="2583188"/>
                <a:ext cx="120745" cy="8339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28" name="Straight Connector 298">
                <a:extLst>
                  <a:ext uri="{FF2B5EF4-FFF2-40B4-BE49-F238E27FC236}">
                    <a16:creationId xmlns:a16="http://schemas.microsoft.com/office/drawing/2014/main" id="{D57EA4A6-C242-FADC-2B2B-7567840A7862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323081" y="2786992"/>
                <a:ext cx="243358" cy="4562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29" name="Straight Connector 299">
                <a:extLst>
                  <a:ext uri="{FF2B5EF4-FFF2-40B4-BE49-F238E27FC236}">
                    <a16:creationId xmlns:a16="http://schemas.microsoft.com/office/drawing/2014/main" id="{75CAA7D3-4D7E-B9BB-24F7-B96ACE419A54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028147" y="2611644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30" name="Straight Connector 300">
                <a:extLst>
                  <a:ext uri="{FF2B5EF4-FFF2-40B4-BE49-F238E27FC236}">
                    <a16:creationId xmlns:a16="http://schemas.microsoft.com/office/drawing/2014/main" id="{DA7F60E7-0143-9B15-A9DB-5696A084DAC7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8729859" y="2909476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31" name="Straight Connector 301">
                <a:extLst>
                  <a:ext uri="{FF2B5EF4-FFF2-40B4-BE49-F238E27FC236}">
                    <a16:creationId xmlns:a16="http://schemas.microsoft.com/office/drawing/2014/main" id="{BB3B38FA-E7F3-C575-5CC8-86B3E5E8FBD0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537887" y="2836224"/>
                <a:ext cx="252969" cy="25294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32" name="Straight Connector 302">
                <a:extLst>
                  <a:ext uri="{FF2B5EF4-FFF2-40B4-BE49-F238E27FC236}">
                    <a16:creationId xmlns:a16="http://schemas.microsoft.com/office/drawing/2014/main" id="{BFB4B02E-198A-84DB-F34D-A3AA55370EF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10029359" y="2822067"/>
                <a:ext cx="354959" cy="12439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33" name="Straight Connector 303">
                <a:extLst>
                  <a:ext uri="{FF2B5EF4-FFF2-40B4-BE49-F238E27FC236}">
                    <a16:creationId xmlns:a16="http://schemas.microsoft.com/office/drawing/2014/main" id="{04B0F117-5F2C-F889-6CBD-51052613C3B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10015190" y="2475242"/>
                <a:ext cx="283363" cy="19566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34" name="Straight Connector 304">
                <a:extLst>
                  <a:ext uri="{FF2B5EF4-FFF2-40B4-BE49-F238E27FC236}">
                    <a16:creationId xmlns:a16="http://schemas.microsoft.com/office/drawing/2014/main" id="{99D7D009-0F07-5143-C4BE-EC51805F9633}"/>
                  </a:ext>
                </a:extLst>
              </p:cNvPr>
              <p:cNvCxnSpPr>
                <a:cxnSpLocks noChangeShapeType="1"/>
                <a:endCxn id="212598" idx="4"/>
              </p:cNvCxnSpPr>
              <p:nvPr/>
            </p:nvCxnSpPr>
            <p:spPr bwMode="auto">
              <a:xfrm flipH="1" flipV="1">
                <a:off x="8791902" y="2345614"/>
                <a:ext cx="410984" cy="871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grpSp>
            <p:nvGrpSpPr>
              <p:cNvPr id="212535" name="Group 133">
                <a:extLst>
                  <a:ext uri="{FF2B5EF4-FFF2-40B4-BE49-F238E27FC236}">
                    <a16:creationId xmlns:a16="http://schemas.microsoft.com/office/drawing/2014/main" id="{5710442A-B34E-B90D-7C23-9852404C546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555206" y="2650627"/>
                <a:ext cx="532759" cy="184809"/>
                <a:chOff x="2356" y="1300"/>
                <a:chExt cx="555" cy="194"/>
              </a:xfrm>
            </p:grpSpPr>
            <p:sp>
              <p:nvSpPr>
                <p:cNvPr id="212590" name="Oval 407">
                  <a:extLst>
                    <a:ext uri="{FF2B5EF4-FFF2-40B4-BE49-F238E27FC236}">
                      <a16:creationId xmlns:a16="http://schemas.microsoft.com/office/drawing/2014/main" id="{E49575E7-F2A3-42B1-F5D6-F9DE3393596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91" name="Rectangle 410">
                  <a:extLst>
                    <a:ext uri="{FF2B5EF4-FFF2-40B4-BE49-F238E27FC236}">
                      <a16:creationId xmlns:a16="http://schemas.microsoft.com/office/drawing/2014/main" id="{FC13AE3A-813F-9F0A-3140-BE350E3C0E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92" name="Oval 411">
                  <a:extLst>
                    <a:ext uri="{FF2B5EF4-FFF2-40B4-BE49-F238E27FC236}">
                      <a16:creationId xmlns:a16="http://schemas.microsoft.com/office/drawing/2014/main" id="{0ABF2D72-4455-3458-EFCA-9CCDF510F8F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93" name="Group 137">
                  <a:extLst>
                    <a:ext uri="{FF2B5EF4-FFF2-40B4-BE49-F238E27FC236}">
                      <a16:creationId xmlns:a16="http://schemas.microsoft.com/office/drawing/2014/main" id="{347DF14A-BF0B-F0AA-129D-67D7FC5D3E7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96" name="Freeform 138">
                    <a:extLst>
                      <a:ext uri="{FF2B5EF4-FFF2-40B4-BE49-F238E27FC236}">
                        <a16:creationId xmlns:a16="http://schemas.microsoft.com/office/drawing/2014/main" id="{4EFDDC1E-C225-C6A1-D184-738EB68B03B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97" name="Freeform 139">
                    <a:extLst>
                      <a:ext uri="{FF2B5EF4-FFF2-40B4-BE49-F238E27FC236}">
                        <a16:creationId xmlns:a16="http://schemas.microsoft.com/office/drawing/2014/main" id="{5BC0A3D9-B750-DABC-268E-D031A108967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94" name="Line 140">
                  <a:extLst>
                    <a:ext uri="{FF2B5EF4-FFF2-40B4-BE49-F238E27FC236}">
                      <a16:creationId xmlns:a16="http://schemas.microsoft.com/office/drawing/2014/main" id="{8373640F-98DF-B836-53AD-B57871BF8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95" name="Line 141">
                  <a:extLst>
                    <a:ext uri="{FF2B5EF4-FFF2-40B4-BE49-F238E27FC236}">
                      <a16:creationId xmlns:a16="http://schemas.microsoft.com/office/drawing/2014/main" id="{EB335D03-FAEC-4009-6E14-EC177F4F558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536" name="Group 133">
                <a:extLst>
                  <a:ext uri="{FF2B5EF4-FFF2-40B4-BE49-F238E27FC236}">
                    <a16:creationId xmlns:a16="http://schemas.microsoft.com/office/drawing/2014/main" id="{5E824C24-1283-60D7-1B27-208405938BE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772607" y="2725609"/>
                <a:ext cx="532759" cy="184809"/>
                <a:chOff x="2356" y="1300"/>
                <a:chExt cx="555" cy="194"/>
              </a:xfrm>
            </p:grpSpPr>
            <p:sp>
              <p:nvSpPr>
                <p:cNvPr id="212582" name="Oval 407">
                  <a:extLst>
                    <a:ext uri="{FF2B5EF4-FFF2-40B4-BE49-F238E27FC236}">
                      <a16:creationId xmlns:a16="http://schemas.microsoft.com/office/drawing/2014/main" id="{AA6660A3-1C59-E461-896F-B0F5F878A2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83" name="Rectangle 410">
                  <a:extLst>
                    <a:ext uri="{FF2B5EF4-FFF2-40B4-BE49-F238E27FC236}">
                      <a16:creationId xmlns:a16="http://schemas.microsoft.com/office/drawing/2014/main" id="{E84A738F-D560-BC81-169C-088869F571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84" name="Oval 411">
                  <a:extLst>
                    <a:ext uri="{FF2B5EF4-FFF2-40B4-BE49-F238E27FC236}">
                      <a16:creationId xmlns:a16="http://schemas.microsoft.com/office/drawing/2014/main" id="{39ED01A9-BADD-C35F-3712-FE5EC519DF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85" name="Group 137">
                  <a:extLst>
                    <a:ext uri="{FF2B5EF4-FFF2-40B4-BE49-F238E27FC236}">
                      <a16:creationId xmlns:a16="http://schemas.microsoft.com/office/drawing/2014/main" id="{C8DAB77C-280F-02DE-47D5-4B0131E2650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88" name="Freeform 138">
                    <a:extLst>
                      <a:ext uri="{FF2B5EF4-FFF2-40B4-BE49-F238E27FC236}">
                        <a16:creationId xmlns:a16="http://schemas.microsoft.com/office/drawing/2014/main" id="{4D9E34B9-4C51-A79D-EC1D-F03FACBF842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89" name="Freeform 139">
                    <a:extLst>
                      <a:ext uri="{FF2B5EF4-FFF2-40B4-BE49-F238E27FC236}">
                        <a16:creationId xmlns:a16="http://schemas.microsoft.com/office/drawing/2014/main" id="{587CC4FF-4470-04CF-1001-C7726409912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86" name="Line 140">
                  <a:extLst>
                    <a:ext uri="{FF2B5EF4-FFF2-40B4-BE49-F238E27FC236}">
                      <a16:creationId xmlns:a16="http://schemas.microsoft.com/office/drawing/2014/main" id="{7CD01604-0B1D-4E1B-5934-1A01AB2C14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56"/>
                  <a:ext cx="0" cy="88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87" name="Line 141">
                  <a:extLst>
                    <a:ext uri="{FF2B5EF4-FFF2-40B4-BE49-F238E27FC236}">
                      <a16:creationId xmlns:a16="http://schemas.microsoft.com/office/drawing/2014/main" id="{2C542868-D3B8-D317-A08E-48F19F2CDC0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58"/>
                  <a:ext cx="0" cy="86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537" name="Group 133">
                <a:extLst>
                  <a:ext uri="{FF2B5EF4-FFF2-40B4-BE49-F238E27FC236}">
                    <a16:creationId xmlns:a16="http://schemas.microsoft.com/office/drawing/2014/main" id="{5D55A8B8-AE4F-80A5-4584-79E38FB491E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060908" y="2428111"/>
                <a:ext cx="532759" cy="184809"/>
                <a:chOff x="2356" y="1300"/>
                <a:chExt cx="555" cy="194"/>
              </a:xfrm>
            </p:grpSpPr>
            <p:sp>
              <p:nvSpPr>
                <p:cNvPr id="212574" name="Oval 407">
                  <a:extLst>
                    <a:ext uri="{FF2B5EF4-FFF2-40B4-BE49-F238E27FC236}">
                      <a16:creationId xmlns:a16="http://schemas.microsoft.com/office/drawing/2014/main" id="{91B46DFD-8309-E972-F43E-3A1E2CA5BFE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75" name="Rectangle 410">
                  <a:extLst>
                    <a:ext uri="{FF2B5EF4-FFF2-40B4-BE49-F238E27FC236}">
                      <a16:creationId xmlns:a16="http://schemas.microsoft.com/office/drawing/2014/main" id="{C677BB91-69FD-03AC-99FB-12DBFF392DD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76" name="Oval 411">
                  <a:extLst>
                    <a:ext uri="{FF2B5EF4-FFF2-40B4-BE49-F238E27FC236}">
                      <a16:creationId xmlns:a16="http://schemas.microsoft.com/office/drawing/2014/main" id="{5F9F18C1-52AC-F0CC-155E-5F7445CDC6D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77" name="Group 137">
                  <a:extLst>
                    <a:ext uri="{FF2B5EF4-FFF2-40B4-BE49-F238E27FC236}">
                      <a16:creationId xmlns:a16="http://schemas.microsoft.com/office/drawing/2014/main" id="{973055F4-BCB0-C084-B5BF-8DC66A0F12B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80" name="Freeform 138">
                    <a:extLst>
                      <a:ext uri="{FF2B5EF4-FFF2-40B4-BE49-F238E27FC236}">
                        <a16:creationId xmlns:a16="http://schemas.microsoft.com/office/drawing/2014/main" id="{98900E13-9779-5CF1-7FAB-7A4078C397B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81" name="Freeform 139">
                    <a:extLst>
                      <a:ext uri="{FF2B5EF4-FFF2-40B4-BE49-F238E27FC236}">
                        <a16:creationId xmlns:a16="http://schemas.microsoft.com/office/drawing/2014/main" id="{29E04626-85C9-1168-1A93-F8BFA9F6A0F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78" name="Line 140">
                  <a:extLst>
                    <a:ext uri="{FF2B5EF4-FFF2-40B4-BE49-F238E27FC236}">
                      <a16:creationId xmlns:a16="http://schemas.microsoft.com/office/drawing/2014/main" id="{DF762A90-0F40-2258-7A66-C92DB40A1C4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79" name="Line 141">
                  <a:extLst>
                    <a:ext uri="{FF2B5EF4-FFF2-40B4-BE49-F238E27FC236}">
                      <a16:creationId xmlns:a16="http://schemas.microsoft.com/office/drawing/2014/main" id="{49604197-E52C-ECE6-3DF8-4A48F44FDC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538" name="Group 133">
                <a:extLst>
                  <a:ext uri="{FF2B5EF4-FFF2-40B4-BE49-F238E27FC236}">
                    <a16:creationId xmlns:a16="http://schemas.microsoft.com/office/drawing/2014/main" id="{B56CC588-28BF-1904-51E2-8C332EA85A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05281" y="2289952"/>
                <a:ext cx="532759" cy="184809"/>
                <a:chOff x="2356" y="1300"/>
                <a:chExt cx="555" cy="194"/>
              </a:xfrm>
            </p:grpSpPr>
            <p:sp>
              <p:nvSpPr>
                <p:cNvPr id="212566" name="Oval 407">
                  <a:extLst>
                    <a:ext uri="{FF2B5EF4-FFF2-40B4-BE49-F238E27FC236}">
                      <a16:creationId xmlns:a16="http://schemas.microsoft.com/office/drawing/2014/main" id="{3B2C5494-E469-56F9-C181-DB84DBDC882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67" name="Rectangle 410">
                  <a:extLst>
                    <a:ext uri="{FF2B5EF4-FFF2-40B4-BE49-F238E27FC236}">
                      <a16:creationId xmlns:a16="http://schemas.microsoft.com/office/drawing/2014/main" id="{1EFF9B93-C17A-97B8-DF3E-69F040787B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68" name="Oval 411">
                  <a:extLst>
                    <a:ext uri="{FF2B5EF4-FFF2-40B4-BE49-F238E27FC236}">
                      <a16:creationId xmlns:a16="http://schemas.microsoft.com/office/drawing/2014/main" id="{4DF4C266-3AAC-6437-326A-608FEE46C8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69" name="Group 137">
                  <a:extLst>
                    <a:ext uri="{FF2B5EF4-FFF2-40B4-BE49-F238E27FC236}">
                      <a16:creationId xmlns:a16="http://schemas.microsoft.com/office/drawing/2014/main" id="{EB94C362-5920-D483-7274-C0BE9D167EE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72" name="Freeform 138">
                    <a:extLst>
                      <a:ext uri="{FF2B5EF4-FFF2-40B4-BE49-F238E27FC236}">
                        <a16:creationId xmlns:a16="http://schemas.microsoft.com/office/drawing/2014/main" id="{FBB7EB6C-619D-2999-B8CB-C650B7F306C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73" name="Freeform 139">
                    <a:extLst>
                      <a:ext uri="{FF2B5EF4-FFF2-40B4-BE49-F238E27FC236}">
                        <a16:creationId xmlns:a16="http://schemas.microsoft.com/office/drawing/2014/main" id="{015C9805-FC17-FAD5-B764-509DF2BD6D9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70" name="Line 140">
                  <a:extLst>
                    <a:ext uri="{FF2B5EF4-FFF2-40B4-BE49-F238E27FC236}">
                      <a16:creationId xmlns:a16="http://schemas.microsoft.com/office/drawing/2014/main" id="{88D373E5-3F94-7C72-6290-83A62495230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71" name="Line 141">
                  <a:extLst>
                    <a:ext uri="{FF2B5EF4-FFF2-40B4-BE49-F238E27FC236}">
                      <a16:creationId xmlns:a16="http://schemas.microsoft.com/office/drawing/2014/main" id="{1C0209B0-3AE4-325E-711B-6EA29D63E95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539" name="Group 133">
                <a:extLst>
                  <a:ext uri="{FF2B5EF4-FFF2-40B4-BE49-F238E27FC236}">
                    <a16:creationId xmlns:a16="http://schemas.microsoft.com/office/drawing/2014/main" id="{1674294F-832A-42D1-76F0-8DF4BB802A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32661" y="2882876"/>
                <a:ext cx="532759" cy="184809"/>
                <a:chOff x="2356" y="1300"/>
                <a:chExt cx="555" cy="194"/>
              </a:xfrm>
            </p:grpSpPr>
            <p:sp>
              <p:nvSpPr>
                <p:cNvPr id="212558" name="Oval 407">
                  <a:extLst>
                    <a:ext uri="{FF2B5EF4-FFF2-40B4-BE49-F238E27FC236}">
                      <a16:creationId xmlns:a16="http://schemas.microsoft.com/office/drawing/2014/main" id="{A91A1EBF-F6A0-ED0F-0655-1DB15A8C72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59" name="Rectangle 410">
                  <a:extLst>
                    <a:ext uri="{FF2B5EF4-FFF2-40B4-BE49-F238E27FC236}">
                      <a16:creationId xmlns:a16="http://schemas.microsoft.com/office/drawing/2014/main" id="{3886A3A6-CCE3-6341-B43F-5825CFB6DA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60" name="Oval 411">
                  <a:extLst>
                    <a:ext uri="{FF2B5EF4-FFF2-40B4-BE49-F238E27FC236}">
                      <a16:creationId xmlns:a16="http://schemas.microsoft.com/office/drawing/2014/main" id="{D36CB991-253E-0A3B-F52F-F7A5E66DE08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61" name="Group 137">
                  <a:extLst>
                    <a:ext uri="{FF2B5EF4-FFF2-40B4-BE49-F238E27FC236}">
                      <a16:creationId xmlns:a16="http://schemas.microsoft.com/office/drawing/2014/main" id="{BDDE0B1E-402E-A04F-9B4B-0766DEF04B0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64" name="Freeform 138">
                    <a:extLst>
                      <a:ext uri="{FF2B5EF4-FFF2-40B4-BE49-F238E27FC236}">
                        <a16:creationId xmlns:a16="http://schemas.microsoft.com/office/drawing/2014/main" id="{FB5299A3-52AC-6E7A-9E61-CD618C855CF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65" name="Freeform 139">
                    <a:extLst>
                      <a:ext uri="{FF2B5EF4-FFF2-40B4-BE49-F238E27FC236}">
                        <a16:creationId xmlns:a16="http://schemas.microsoft.com/office/drawing/2014/main" id="{F1E1ADD0-748D-0715-A027-3AB1BBA945F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62" name="Line 140">
                  <a:extLst>
                    <a:ext uri="{FF2B5EF4-FFF2-40B4-BE49-F238E27FC236}">
                      <a16:creationId xmlns:a16="http://schemas.microsoft.com/office/drawing/2014/main" id="{42AA102E-7AD1-E885-0607-5383BB0721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63" name="Line 141">
                  <a:extLst>
                    <a:ext uri="{FF2B5EF4-FFF2-40B4-BE49-F238E27FC236}">
                      <a16:creationId xmlns:a16="http://schemas.microsoft.com/office/drawing/2014/main" id="{66179D5A-F55D-CA1D-0693-A90F2428544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540" name="Group 133">
                <a:extLst>
                  <a:ext uri="{FF2B5EF4-FFF2-40B4-BE49-F238E27FC236}">
                    <a16:creationId xmlns:a16="http://schemas.microsoft.com/office/drawing/2014/main" id="{377208DC-4999-3E90-4BAA-B4C34ECFB44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30660" y="3072767"/>
                <a:ext cx="532759" cy="184809"/>
                <a:chOff x="2356" y="1300"/>
                <a:chExt cx="555" cy="194"/>
              </a:xfrm>
            </p:grpSpPr>
            <p:sp>
              <p:nvSpPr>
                <p:cNvPr id="212550" name="Oval 407">
                  <a:extLst>
                    <a:ext uri="{FF2B5EF4-FFF2-40B4-BE49-F238E27FC236}">
                      <a16:creationId xmlns:a16="http://schemas.microsoft.com/office/drawing/2014/main" id="{7B58A2F6-6BF7-54B8-4BC5-95A9EFAABC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51" name="Rectangle 410">
                  <a:extLst>
                    <a:ext uri="{FF2B5EF4-FFF2-40B4-BE49-F238E27FC236}">
                      <a16:creationId xmlns:a16="http://schemas.microsoft.com/office/drawing/2014/main" id="{2342FDA9-46CF-60FA-08BC-AE59EB46DB7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52" name="Oval 411">
                  <a:extLst>
                    <a:ext uri="{FF2B5EF4-FFF2-40B4-BE49-F238E27FC236}">
                      <a16:creationId xmlns:a16="http://schemas.microsoft.com/office/drawing/2014/main" id="{B68F35B1-1C96-9B76-4ED1-E35A0B1E706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53" name="Group 137">
                  <a:extLst>
                    <a:ext uri="{FF2B5EF4-FFF2-40B4-BE49-F238E27FC236}">
                      <a16:creationId xmlns:a16="http://schemas.microsoft.com/office/drawing/2014/main" id="{A104265A-0287-0645-C660-82E64F7692A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56" name="Freeform 138">
                    <a:extLst>
                      <a:ext uri="{FF2B5EF4-FFF2-40B4-BE49-F238E27FC236}">
                        <a16:creationId xmlns:a16="http://schemas.microsoft.com/office/drawing/2014/main" id="{38AF6A36-3DD9-2224-9165-211421F9450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57" name="Freeform 139">
                    <a:extLst>
                      <a:ext uri="{FF2B5EF4-FFF2-40B4-BE49-F238E27FC236}">
                        <a16:creationId xmlns:a16="http://schemas.microsoft.com/office/drawing/2014/main" id="{05DCD5F1-149B-4E28-BE2A-A190C7DF0B3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54" name="Line 140">
                  <a:extLst>
                    <a:ext uri="{FF2B5EF4-FFF2-40B4-BE49-F238E27FC236}">
                      <a16:creationId xmlns:a16="http://schemas.microsoft.com/office/drawing/2014/main" id="{57E850AC-82FF-902F-BCF5-BBE3B595A04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55" name="Line 141">
                  <a:extLst>
                    <a:ext uri="{FF2B5EF4-FFF2-40B4-BE49-F238E27FC236}">
                      <a16:creationId xmlns:a16="http://schemas.microsoft.com/office/drawing/2014/main" id="{53EE0601-3838-8454-BCA3-9BAA4866D9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541" name="Group 133">
                <a:extLst>
                  <a:ext uri="{FF2B5EF4-FFF2-40B4-BE49-F238E27FC236}">
                    <a16:creationId xmlns:a16="http://schemas.microsoft.com/office/drawing/2014/main" id="{17B49CA7-FBF0-CD09-527B-7CCDC050A71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438032" y="3018963"/>
                <a:ext cx="532759" cy="184809"/>
                <a:chOff x="2356" y="1300"/>
                <a:chExt cx="555" cy="194"/>
              </a:xfrm>
            </p:grpSpPr>
            <p:sp>
              <p:nvSpPr>
                <p:cNvPr id="212542" name="Oval 407">
                  <a:extLst>
                    <a:ext uri="{FF2B5EF4-FFF2-40B4-BE49-F238E27FC236}">
                      <a16:creationId xmlns:a16="http://schemas.microsoft.com/office/drawing/2014/main" id="{9CF3495E-9A54-88FD-6AFF-A804A17F9A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43" name="Rectangle 410">
                  <a:extLst>
                    <a:ext uri="{FF2B5EF4-FFF2-40B4-BE49-F238E27FC236}">
                      <a16:creationId xmlns:a16="http://schemas.microsoft.com/office/drawing/2014/main" id="{AB70ECD6-4915-BA02-2C97-A358F490916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44" name="Oval 411">
                  <a:extLst>
                    <a:ext uri="{FF2B5EF4-FFF2-40B4-BE49-F238E27FC236}">
                      <a16:creationId xmlns:a16="http://schemas.microsoft.com/office/drawing/2014/main" id="{B95E93A4-F41A-9EAC-E2EE-9CDBCDE7CEA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45" name="Group 137">
                  <a:extLst>
                    <a:ext uri="{FF2B5EF4-FFF2-40B4-BE49-F238E27FC236}">
                      <a16:creationId xmlns:a16="http://schemas.microsoft.com/office/drawing/2014/main" id="{A577FCEE-B83B-8396-BAF1-47270A4F603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48" name="Freeform 138">
                    <a:extLst>
                      <a:ext uri="{FF2B5EF4-FFF2-40B4-BE49-F238E27FC236}">
                        <a16:creationId xmlns:a16="http://schemas.microsoft.com/office/drawing/2014/main" id="{3BB33459-68FD-B36F-F801-698F21D52BA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49" name="Freeform 139">
                    <a:extLst>
                      <a:ext uri="{FF2B5EF4-FFF2-40B4-BE49-F238E27FC236}">
                        <a16:creationId xmlns:a16="http://schemas.microsoft.com/office/drawing/2014/main" id="{B51A6F96-9CC6-534A-8D38-D91669DC2C6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46" name="Line 140">
                  <a:extLst>
                    <a:ext uri="{FF2B5EF4-FFF2-40B4-BE49-F238E27FC236}">
                      <a16:creationId xmlns:a16="http://schemas.microsoft.com/office/drawing/2014/main" id="{DBC9357C-8980-1240-9D4D-31A6590274C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47" name="Line 141">
                  <a:extLst>
                    <a:ext uri="{FF2B5EF4-FFF2-40B4-BE49-F238E27FC236}">
                      <a16:creationId xmlns:a16="http://schemas.microsoft.com/office/drawing/2014/main" id="{195C7EA5-EB8A-4AFD-ED2F-E6BA24FBA24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10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</p:grpSp>
        <p:grpSp>
          <p:nvGrpSpPr>
            <p:cNvPr id="212329" name="Group 331">
              <a:extLst>
                <a:ext uri="{FF2B5EF4-FFF2-40B4-BE49-F238E27FC236}">
                  <a16:creationId xmlns:a16="http://schemas.microsoft.com/office/drawing/2014/main" id="{45D3639F-063A-F069-E02C-A25A466982C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03400" y="2755900"/>
              <a:ext cx="3467100" cy="1193800"/>
              <a:chOff x="7848600" y="2044700"/>
              <a:chExt cx="3200399" cy="1371600"/>
            </a:xfrm>
          </p:grpSpPr>
          <p:sp>
            <p:nvSpPr>
              <p:cNvPr id="212442" name="Oval 332">
                <a:extLst>
                  <a:ext uri="{FF2B5EF4-FFF2-40B4-BE49-F238E27FC236}">
                    <a16:creationId xmlns:a16="http://schemas.microsoft.com/office/drawing/2014/main" id="{CEC17A76-7359-DA8D-6984-60C746BF1E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48600" y="2044700"/>
                <a:ext cx="3200399" cy="1371600"/>
              </a:xfrm>
              <a:prstGeom prst="ellipse">
                <a:avLst/>
              </a:prstGeom>
              <a:solidFill>
                <a:srgbClr val="3C6C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443" name="Group 133">
                <a:extLst>
                  <a:ext uri="{FF2B5EF4-FFF2-40B4-BE49-F238E27FC236}">
                    <a16:creationId xmlns:a16="http://schemas.microsoft.com/office/drawing/2014/main" id="{F013F747-5D2B-C77B-65AE-98858EB4C11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526482" y="2160804"/>
                <a:ext cx="532759" cy="184809"/>
                <a:chOff x="2356" y="1300"/>
                <a:chExt cx="555" cy="194"/>
              </a:xfrm>
            </p:grpSpPr>
            <p:sp>
              <p:nvSpPr>
                <p:cNvPr id="212516" name="Oval 407">
                  <a:extLst>
                    <a:ext uri="{FF2B5EF4-FFF2-40B4-BE49-F238E27FC236}">
                      <a16:creationId xmlns:a16="http://schemas.microsoft.com/office/drawing/2014/main" id="{BD57CB84-85EC-4F39-A48C-6430849C210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17" name="Rectangle 410">
                  <a:extLst>
                    <a:ext uri="{FF2B5EF4-FFF2-40B4-BE49-F238E27FC236}">
                      <a16:creationId xmlns:a16="http://schemas.microsoft.com/office/drawing/2014/main" id="{26907834-AD13-CE41-554E-E96AF3F1E6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18" name="Oval 411">
                  <a:extLst>
                    <a:ext uri="{FF2B5EF4-FFF2-40B4-BE49-F238E27FC236}">
                      <a16:creationId xmlns:a16="http://schemas.microsoft.com/office/drawing/2014/main" id="{8B0A4879-9E20-FF7C-3E37-6CE085863E4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19" name="Group 137">
                  <a:extLst>
                    <a:ext uri="{FF2B5EF4-FFF2-40B4-BE49-F238E27FC236}">
                      <a16:creationId xmlns:a16="http://schemas.microsoft.com/office/drawing/2014/main" id="{38612552-C344-C3CE-0582-BFC0BFCADA8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22" name="Freeform 138">
                    <a:extLst>
                      <a:ext uri="{FF2B5EF4-FFF2-40B4-BE49-F238E27FC236}">
                        <a16:creationId xmlns:a16="http://schemas.microsoft.com/office/drawing/2014/main" id="{0A0134E1-2DD2-360B-7EEB-D6F07BE6E60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23" name="Freeform 139">
                    <a:extLst>
                      <a:ext uri="{FF2B5EF4-FFF2-40B4-BE49-F238E27FC236}">
                        <a16:creationId xmlns:a16="http://schemas.microsoft.com/office/drawing/2014/main" id="{866325D9-EDAD-A775-6FD9-48F8D6F5ACD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20" name="Line 140">
                  <a:extLst>
                    <a:ext uri="{FF2B5EF4-FFF2-40B4-BE49-F238E27FC236}">
                      <a16:creationId xmlns:a16="http://schemas.microsoft.com/office/drawing/2014/main" id="{7722FE2C-CCCE-A6AF-29EC-9AE4944396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21" name="Line 141">
                  <a:extLst>
                    <a:ext uri="{FF2B5EF4-FFF2-40B4-BE49-F238E27FC236}">
                      <a16:creationId xmlns:a16="http://schemas.microsoft.com/office/drawing/2014/main" id="{35CDDE68-7600-9F9C-BF98-81C441DA689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cxnSp>
            <p:nvCxnSpPr>
              <p:cNvPr id="212444" name="Straight Connector 334">
                <a:extLst>
                  <a:ext uri="{FF2B5EF4-FFF2-40B4-BE49-F238E27FC236}">
                    <a16:creationId xmlns:a16="http://schemas.microsoft.com/office/drawing/2014/main" id="{696A65BD-8394-B2B7-90C6-1370D8DE5A10}"/>
                  </a:ext>
                </a:extLst>
              </p:cNvPr>
              <p:cNvCxnSpPr>
                <a:cxnSpLocks noChangeShapeType="1"/>
                <a:stCxn id="212521" idx="0"/>
              </p:cNvCxnSpPr>
              <p:nvPr/>
            </p:nvCxnSpPr>
            <p:spPr bwMode="auto">
              <a:xfrm>
                <a:off x="9055401" y="2220819"/>
                <a:ext cx="975377" cy="13653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45" name="Straight Connector 335">
                <a:extLst>
                  <a:ext uri="{FF2B5EF4-FFF2-40B4-BE49-F238E27FC236}">
                    <a16:creationId xmlns:a16="http://schemas.microsoft.com/office/drawing/2014/main" id="{AFD64F91-461B-AC78-3D3D-2B02149F685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9522191" y="2583188"/>
                <a:ext cx="120745" cy="8339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46" name="Straight Connector 336">
                <a:extLst>
                  <a:ext uri="{FF2B5EF4-FFF2-40B4-BE49-F238E27FC236}">
                    <a16:creationId xmlns:a16="http://schemas.microsoft.com/office/drawing/2014/main" id="{12D492AE-D0CD-3E18-737F-1C9B617E8D3B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323081" y="2786992"/>
                <a:ext cx="243358" cy="4562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47" name="Straight Connector 337">
                <a:extLst>
                  <a:ext uri="{FF2B5EF4-FFF2-40B4-BE49-F238E27FC236}">
                    <a16:creationId xmlns:a16="http://schemas.microsoft.com/office/drawing/2014/main" id="{E763B6B4-DA01-8BFE-AB60-4A09C7D72B4F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028147" y="2611644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48" name="Straight Connector 338">
                <a:extLst>
                  <a:ext uri="{FF2B5EF4-FFF2-40B4-BE49-F238E27FC236}">
                    <a16:creationId xmlns:a16="http://schemas.microsoft.com/office/drawing/2014/main" id="{4953BF7A-A9AE-86C7-3AAC-7AAF89B07062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8729859" y="2909476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49" name="Straight Connector 339">
                <a:extLst>
                  <a:ext uri="{FF2B5EF4-FFF2-40B4-BE49-F238E27FC236}">
                    <a16:creationId xmlns:a16="http://schemas.microsoft.com/office/drawing/2014/main" id="{FA13A9E4-59B5-2582-9AFF-847B028B75F5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537887" y="2836224"/>
                <a:ext cx="252969" cy="25294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50" name="Straight Connector 340">
                <a:extLst>
                  <a:ext uri="{FF2B5EF4-FFF2-40B4-BE49-F238E27FC236}">
                    <a16:creationId xmlns:a16="http://schemas.microsoft.com/office/drawing/2014/main" id="{610DC34F-2203-E07F-CEDC-47EB063CCE00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10029359" y="2822067"/>
                <a:ext cx="354959" cy="12439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51" name="Straight Connector 341">
                <a:extLst>
                  <a:ext uri="{FF2B5EF4-FFF2-40B4-BE49-F238E27FC236}">
                    <a16:creationId xmlns:a16="http://schemas.microsoft.com/office/drawing/2014/main" id="{769A7549-399B-3776-5B99-0B2D09A8E40A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10015190" y="2475242"/>
                <a:ext cx="283363" cy="19566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52" name="Straight Connector 342">
                <a:extLst>
                  <a:ext uri="{FF2B5EF4-FFF2-40B4-BE49-F238E27FC236}">
                    <a16:creationId xmlns:a16="http://schemas.microsoft.com/office/drawing/2014/main" id="{6CABDBE8-018F-FD11-1031-9BE5640FFE27}"/>
                  </a:ext>
                </a:extLst>
              </p:cNvPr>
              <p:cNvCxnSpPr>
                <a:cxnSpLocks noChangeShapeType="1"/>
                <a:endCxn id="212516" idx="4"/>
              </p:cNvCxnSpPr>
              <p:nvPr/>
            </p:nvCxnSpPr>
            <p:spPr bwMode="auto">
              <a:xfrm flipH="1" flipV="1">
                <a:off x="8791902" y="2345614"/>
                <a:ext cx="410984" cy="871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grpSp>
            <p:nvGrpSpPr>
              <p:cNvPr id="212453" name="Group 133">
                <a:extLst>
                  <a:ext uri="{FF2B5EF4-FFF2-40B4-BE49-F238E27FC236}">
                    <a16:creationId xmlns:a16="http://schemas.microsoft.com/office/drawing/2014/main" id="{9BBB346A-A2B0-48A4-DBB2-24A605FE8C0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555206" y="2650627"/>
                <a:ext cx="532759" cy="184809"/>
                <a:chOff x="2356" y="1300"/>
                <a:chExt cx="555" cy="194"/>
              </a:xfrm>
            </p:grpSpPr>
            <p:sp>
              <p:nvSpPr>
                <p:cNvPr id="212508" name="Oval 407">
                  <a:extLst>
                    <a:ext uri="{FF2B5EF4-FFF2-40B4-BE49-F238E27FC236}">
                      <a16:creationId xmlns:a16="http://schemas.microsoft.com/office/drawing/2014/main" id="{64FCF73E-D359-53A6-BC9D-C93BF0F86A2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09" name="Rectangle 410">
                  <a:extLst>
                    <a:ext uri="{FF2B5EF4-FFF2-40B4-BE49-F238E27FC236}">
                      <a16:creationId xmlns:a16="http://schemas.microsoft.com/office/drawing/2014/main" id="{2F0DC7E2-CBF9-2BB8-DD26-83A37F4824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10" name="Oval 411">
                  <a:extLst>
                    <a:ext uri="{FF2B5EF4-FFF2-40B4-BE49-F238E27FC236}">
                      <a16:creationId xmlns:a16="http://schemas.microsoft.com/office/drawing/2014/main" id="{D23D8473-D75C-8104-C9A0-187DFE09618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11" name="Group 137">
                  <a:extLst>
                    <a:ext uri="{FF2B5EF4-FFF2-40B4-BE49-F238E27FC236}">
                      <a16:creationId xmlns:a16="http://schemas.microsoft.com/office/drawing/2014/main" id="{3088E660-CA5D-D793-A08E-5E5C3A3307D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14" name="Freeform 138">
                    <a:extLst>
                      <a:ext uri="{FF2B5EF4-FFF2-40B4-BE49-F238E27FC236}">
                        <a16:creationId xmlns:a16="http://schemas.microsoft.com/office/drawing/2014/main" id="{BDAB7EA8-8F9E-57D9-74E4-509F0F5CB99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15" name="Freeform 139">
                    <a:extLst>
                      <a:ext uri="{FF2B5EF4-FFF2-40B4-BE49-F238E27FC236}">
                        <a16:creationId xmlns:a16="http://schemas.microsoft.com/office/drawing/2014/main" id="{7CE988DF-5A08-6DB9-EDE9-7C4CC9B15B9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12" name="Line 140">
                  <a:extLst>
                    <a:ext uri="{FF2B5EF4-FFF2-40B4-BE49-F238E27FC236}">
                      <a16:creationId xmlns:a16="http://schemas.microsoft.com/office/drawing/2014/main" id="{1B52D0C4-C6E7-899E-25D1-CF29C32EC5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13" name="Line 141">
                  <a:extLst>
                    <a:ext uri="{FF2B5EF4-FFF2-40B4-BE49-F238E27FC236}">
                      <a16:creationId xmlns:a16="http://schemas.microsoft.com/office/drawing/2014/main" id="{0A0E8A9A-9504-FCD0-4C3B-98784583729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454" name="Group 133">
                <a:extLst>
                  <a:ext uri="{FF2B5EF4-FFF2-40B4-BE49-F238E27FC236}">
                    <a16:creationId xmlns:a16="http://schemas.microsoft.com/office/drawing/2014/main" id="{DD115E4F-3184-BFB0-A1C8-5CC643B8F6B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772607" y="2725609"/>
                <a:ext cx="532759" cy="184809"/>
                <a:chOff x="2356" y="1300"/>
                <a:chExt cx="555" cy="194"/>
              </a:xfrm>
            </p:grpSpPr>
            <p:sp>
              <p:nvSpPr>
                <p:cNvPr id="212500" name="Oval 407">
                  <a:extLst>
                    <a:ext uri="{FF2B5EF4-FFF2-40B4-BE49-F238E27FC236}">
                      <a16:creationId xmlns:a16="http://schemas.microsoft.com/office/drawing/2014/main" id="{E281FC40-7A65-5BC9-02A8-427BFF3552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01" name="Rectangle 410">
                  <a:extLst>
                    <a:ext uri="{FF2B5EF4-FFF2-40B4-BE49-F238E27FC236}">
                      <a16:creationId xmlns:a16="http://schemas.microsoft.com/office/drawing/2014/main" id="{CD429803-7C17-FB82-22D8-C36290CFCE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02" name="Oval 411">
                  <a:extLst>
                    <a:ext uri="{FF2B5EF4-FFF2-40B4-BE49-F238E27FC236}">
                      <a16:creationId xmlns:a16="http://schemas.microsoft.com/office/drawing/2014/main" id="{57551474-FB41-5AF7-6984-693E396D00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03" name="Group 137">
                  <a:extLst>
                    <a:ext uri="{FF2B5EF4-FFF2-40B4-BE49-F238E27FC236}">
                      <a16:creationId xmlns:a16="http://schemas.microsoft.com/office/drawing/2014/main" id="{BDEC4468-045B-2EF2-34E1-A9C11D36FD6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06" name="Freeform 138">
                    <a:extLst>
                      <a:ext uri="{FF2B5EF4-FFF2-40B4-BE49-F238E27FC236}">
                        <a16:creationId xmlns:a16="http://schemas.microsoft.com/office/drawing/2014/main" id="{83568CD2-4514-4C56-A30C-5101423403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07" name="Freeform 139">
                    <a:extLst>
                      <a:ext uri="{FF2B5EF4-FFF2-40B4-BE49-F238E27FC236}">
                        <a16:creationId xmlns:a16="http://schemas.microsoft.com/office/drawing/2014/main" id="{5ABC2437-EEFF-3859-08F0-0D94B4D816C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04" name="Line 140">
                  <a:extLst>
                    <a:ext uri="{FF2B5EF4-FFF2-40B4-BE49-F238E27FC236}">
                      <a16:creationId xmlns:a16="http://schemas.microsoft.com/office/drawing/2014/main" id="{98164DB9-9494-1C3F-3781-5E0407CAC53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05" name="Line 141">
                  <a:extLst>
                    <a:ext uri="{FF2B5EF4-FFF2-40B4-BE49-F238E27FC236}">
                      <a16:creationId xmlns:a16="http://schemas.microsoft.com/office/drawing/2014/main" id="{7048AB13-CCBF-6B6F-DF16-C7C68F54CE1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455" name="Group 133">
                <a:extLst>
                  <a:ext uri="{FF2B5EF4-FFF2-40B4-BE49-F238E27FC236}">
                    <a16:creationId xmlns:a16="http://schemas.microsoft.com/office/drawing/2014/main" id="{89727D1C-7F6B-1F87-4704-A737AE9FA7A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060908" y="2428111"/>
                <a:ext cx="532759" cy="184809"/>
                <a:chOff x="2356" y="1300"/>
                <a:chExt cx="555" cy="194"/>
              </a:xfrm>
            </p:grpSpPr>
            <p:sp>
              <p:nvSpPr>
                <p:cNvPr id="212492" name="Oval 407">
                  <a:extLst>
                    <a:ext uri="{FF2B5EF4-FFF2-40B4-BE49-F238E27FC236}">
                      <a16:creationId xmlns:a16="http://schemas.microsoft.com/office/drawing/2014/main" id="{4C1458EB-A75D-ED8B-BFFD-FE2FA6587E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93" name="Rectangle 410">
                  <a:extLst>
                    <a:ext uri="{FF2B5EF4-FFF2-40B4-BE49-F238E27FC236}">
                      <a16:creationId xmlns:a16="http://schemas.microsoft.com/office/drawing/2014/main" id="{88E53DED-6DF5-5154-DACA-FE5F6E296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94" name="Oval 411">
                  <a:extLst>
                    <a:ext uri="{FF2B5EF4-FFF2-40B4-BE49-F238E27FC236}">
                      <a16:creationId xmlns:a16="http://schemas.microsoft.com/office/drawing/2014/main" id="{C9C78169-7108-CF43-EDC7-D1746A48ED9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495" name="Group 137">
                  <a:extLst>
                    <a:ext uri="{FF2B5EF4-FFF2-40B4-BE49-F238E27FC236}">
                      <a16:creationId xmlns:a16="http://schemas.microsoft.com/office/drawing/2014/main" id="{29FB4D13-52BE-2F4B-E70A-97A1D1CD788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498" name="Freeform 138">
                    <a:extLst>
                      <a:ext uri="{FF2B5EF4-FFF2-40B4-BE49-F238E27FC236}">
                        <a16:creationId xmlns:a16="http://schemas.microsoft.com/office/drawing/2014/main" id="{8687E656-753F-2055-646D-8E9DAE35174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499" name="Freeform 139">
                    <a:extLst>
                      <a:ext uri="{FF2B5EF4-FFF2-40B4-BE49-F238E27FC236}">
                        <a16:creationId xmlns:a16="http://schemas.microsoft.com/office/drawing/2014/main" id="{42147B12-9783-9318-79EB-257C9061C70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496" name="Line 140">
                  <a:extLst>
                    <a:ext uri="{FF2B5EF4-FFF2-40B4-BE49-F238E27FC236}">
                      <a16:creationId xmlns:a16="http://schemas.microsoft.com/office/drawing/2014/main" id="{6C680894-D9A4-F010-6A81-2EFC2334160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97" name="Line 141">
                  <a:extLst>
                    <a:ext uri="{FF2B5EF4-FFF2-40B4-BE49-F238E27FC236}">
                      <a16:creationId xmlns:a16="http://schemas.microsoft.com/office/drawing/2014/main" id="{64017FC4-3576-90F3-9BF6-F4F917A65C4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456" name="Group 133">
                <a:extLst>
                  <a:ext uri="{FF2B5EF4-FFF2-40B4-BE49-F238E27FC236}">
                    <a16:creationId xmlns:a16="http://schemas.microsoft.com/office/drawing/2014/main" id="{0B51856D-D960-AACF-3A9F-DE389D14A26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05281" y="2289952"/>
                <a:ext cx="532759" cy="184809"/>
                <a:chOff x="2356" y="1300"/>
                <a:chExt cx="555" cy="194"/>
              </a:xfrm>
            </p:grpSpPr>
            <p:sp>
              <p:nvSpPr>
                <p:cNvPr id="212484" name="Oval 407">
                  <a:extLst>
                    <a:ext uri="{FF2B5EF4-FFF2-40B4-BE49-F238E27FC236}">
                      <a16:creationId xmlns:a16="http://schemas.microsoft.com/office/drawing/2014/main" id="{D9A140AB-9013-6E60-05A2-B5B8B2051E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85" name="Rectangle 410">
                  <a:extLst>
                    <a:ext uri="{FF2B5EF4-FFF2-40B4-BE49-F238E27FC236}">
                      <a16:creationId xmlns:a16="http://schemas.microsoft.com/office/drawing/2014/main" id="{3CB6D532-AACF-DD52-3182-E3408FDB696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86" name="Oval 411">
                  <a:extLst>
                    <a:ext uri="{FF2B5EF4-FFF2-40B4-BE49-F238E27FC236}">
                      <a16:creationId xmlns:a16="http://schemas.microsoft.com/office/drawing/2014/main" id="{326E651C-D2EE-FF32-9295-9FCEDBDCCF0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487" name="Group 137">
                  <a:extLst>
                    <a:ext uri="{FF2B5EF4-FFF2-40B4-BE49-F238E27FC236}">
                      <a16:creationId xmlns:a16="http://schemas.microsoft.com/office/drawing/2014/main" id="{F6C78446-32B4-077B-EC94-D1074BA6F81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490" name="Freeform 138">
                    <a:extLst>
                      <a:ext uri="{FF2B5EF4-FFF2-40B4-BE49-F238E27FC236}">
                        <a16:creationId xmlns:a16="http://schemas.microsoft.com/office/drawing/2014/main" id="{75047DE7-7266-BA2F-5F4F-5F4941B0BC3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491" name="Freeform 139">
                    <a:extLst>
                      <a:ext uri="{FF2B5EF4-FFF2-40B4-BE49-F238E27FC236}">
                        <a16:creationId xmlns:a16="http://schemas.microsoft.com/office/drawing/2014/main" id="{DAA2D8DF-FE01-2EF4-8FC5-138C9C2163F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488" name="Line 140">
                  <a:extLst>
                    <a:ext uri="{FF2B5EF4-FFF2-40B4-BE49-F238E27FC236}">
                      <a16:creationId xmlns:a16="http://schemas.microsoft.com/office/drawing/2014/main" id="{36FAE0DD-1298-6E34-2341-820D155CFE7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0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89" name="Line 141">
                  <a:extLst>
                    <a:ext uri="{FF2B5EF4-FFF2-40B4-BE49-F238E27FC236}">
                      <a16:creationId xmlns:a16="http://schemas.microsoft.com/office/drawing/2014/main" id="{58FDBD32-CC95-BD1B-E7AE-A9B880EF9CC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457" name="Group 133">
                <a:extLst>
                  <a:ext uri="{FF2B5EF4-FFF2-40B4-BE49-F238E27FC236}">
                    <a16:creationId xmlns:a16="http://schemas.microsoft.com/office/drawing/2014/main" id="{F9669FF2-D545-3095-6DA8-AE87C82CC83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32661" y="2882876"/>
                <a:ext cx="532759" cy="184809"/>
                <a:chOff x="2356" y="1300"/>
                <a:chExt cx="555" cy="194"/>
              </a:xfrm>
            </p:grpSpPr>
            <p:sp>
              <p:nvSpPr>
                <p:cNvPr id="212476" name="Oval 407">
                  <a:extLst>
                    <a:ext uri="{FF2B5EF4-FFF2-40B4-BE49-F238E27FC236}">
                      <a16:creationId xmlns:a16="http://schemas.microsoft.com/office/drawing/2014/main" id="{117BD513-96AF-F7A5-4BA1-270AC218F9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77" name="Rectangle 410">
                  <a:extLst>
                    <a:ext uri="{FF2B5EF4-FFF2-40B4-BE49-F238E27FC236}">
                      <a16:creationId xmlns:a16="http://schemas.microsoft.com/office/drawing/2014/main" id="{90D13A14-C44F-7D0D-AF2E-FE15C180E73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78" name="Oval 411">
                  <a:extLst>
                    <a:ext uri="{FF2B5EF4-FFF2-40B4-BE49-F238E27FC236}">
                      <a16:creationId xmlns:a16="http://schemas.microsoft.com/office/drawing/2014/main" id="{C14652B4-3638-E9F0-75D2-B0988857EE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479" name="Group 137">
                  <a:extLst>
                    <a:ext uri="{FF2B5EF4-FFF2-40B4-BE49-F238E27FC236}">
                      <a16:creationId xmlns:a16="http://schemas.microsoft.com/office/drawing/2014/main" id="{0E2C164C-BF60-0712-02AB-95997BA271C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482" name="Freeform 138">
                    <a:extLst>
                      <a:ext uri="{FF2B5EF4-FFF2-40B4-BE49-F238E27FC236}">
                        <a16:creationId xmlns:a16="http://schemas.microsoft.com/office/drawing/2014/main" id="{BA2782F7-6634-FA07-F2BB-E7C8C0F9D3D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483" name="Freeform 139">
                    <a:extLst>
                      <a:ext uri="{FF2B5EF4-FFF2-40B4-BE49-F238E27FC236}">
                        <a16:creationId xmlns:a16="http://schemas.microsoft.com/office/drawing/2014/main" id="{E947B588-4A16-994B-2F9C-BCB00628BE5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480" name="Line 140">
                  <a:extLst>
                    <a:ext uri="{FF2B5EF4-FFF2-40B4-BE49-F238E27FC236}">
                      <a16:creationId xmlns:a16="http://schemas.microsoft.com/office/drawing/2014/main" id="{497606B6-B38A-9DC7-38EF-D8D741C6003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81" name="Line 141">
                  <a:extLst>
                    <a:ext uri="{FF2B5EF4-FFF2-40B4-BE49-F238E27FC236}">
                      <a16:creationId xmlns:a16="http://schemas.microsoft.com/office/drawing/2014/main" id="{B6F752D5-81E5-1BC8-5AC1-4D5AF046A15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458" name="Group 133">
                <a:extLst>
                  <a:ext uri="{FF2B5EF4-FFF2-40B4-BE49-F238E27FC236}">
                    <a16:creationId xmlns:a16="http://schemas.microsoft.com/office/drawing/2014/main" id="{F645B249-4213-F320-9E93-F3709F90B3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30660" y="3072767"/>
                <a:ext cx="532759" cy="184809"/>
                <a:chOff x="2356" y="1300"/>
                <a:chExt cx="555" cy="194"/>
              </a:xfrm>
            </p:grpSpPr>
            <p:sp>
              <p:nvSpPr>
                <p:cNvPr id="212468" name="Oval 407">
                  <a:extLst>
                    <a:ext uri="{FF2B5EF4-FFF2-40B4-BE49-F238E27FC236}">
                      <a16:creationId xmlns:a16="http://schemas.microsoft.com/office/drawing/2014/main" id="{6AC39EE4-EDF3-2D37-3A54-D4B868082F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69" name="Rectangle 410">
                  <a:extLst>
                    <a:ext uri="{FF2B5EF4-FFF2-40B4-BE49-F238E27FC236}">
                      <a16:creationId xmlns:a16="http://schemas.microsoft.com/office/drawing/2014/main" id="{6ADE64EE-ADD5-FBAB-D7DA-824D6142C01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70" name="Oval 411">
                  <a:extLst>
                    <a:ext uri="{FF2B5EF4-FFF2-40B4-BE49-F238E27FC236}">
                      <a16:creationId xmlns:a16="http://schemas.microsoft.com/office/drawing/2014/main" id="{23F735F9-0AE0-9469-3BEA-AAC29E31CF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471" name="Group 137">
                  <a:extLst>
                    <a:ext uri="{FF2B5EF4-FFF2-40B4-BE49-F238E27FC236}">
                      <a16:creationId xmlns:a16="http://schemas.microsoft.com/office/drawing/2014/main" id="{244D47CD-3E77-F779-B9FF-447569F76D9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474" name="Freeform 138">
                    <a:extLst>
                      <a:ext uri="{FF2B5EF4-FFF2-40B4-BE49-F238E27FC236}">
                        <a16:creationId xmlns:a16="http://schemas.microsoft.com/office/drawing/2014/main" id="{92169495-4C74-853F-89CA-86DE42956A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475" name="Freeform 139">
                    <a:extLst>
                      <a:ext uri="{FF2B5EF4-FFF2-40B4-BE49-F238E27FC236}">
                        <a16:creationId xmlns:a16="http://schemas.microsoft.com/office/drawing/2014/main" id="{9F3755A1-546D-5066-D102-12D3F23C977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472" name="Line 140">
                  <a:extLst>
                    <a:ext uri="{FF2B5EF4-FFF2-40B4-BE49-F238E27FC236}">
                      <a16:creationId xmlns:a16="http://schemas.microsoft.com/office/drawing/2014/main" id="{AD0B62C7-3E5B-8DD4-2F42-FDCC7CA3C8A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73" name="Line 141">
                  <a:extLst>
                    <a:ext uri="{FF2B5EF4-FFF2-40B4-BE49-F238E27FC236}">
                      <a16:creationId xmlns:a16="http://schemas.microsoft.com/office/drawing/2014/main" id="{8C5759C9-51FA-604F-5244-11D9B3498C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459" name="Group 133">
                <a:extLst>
                  <a:ext uri="{FF2B5EF4-FFF2-40B4-BE49-F238E27FC236}">
                    <a16:creationId xmlns:a16="http://schemas.microsoft.com/office/drawing/2014/main" id="{6A5786BD-004A-DD42-F52C-9D53A234F6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438032" y="3018963"/>
                <a:ext cx="532759" cy="184809"/>
                <a:chOff x="2356" y="1300"/>
                <a:chExt cx="555" cy="194"/>
              </a:xfrm>
            </p:grpSpPr>
            <p:sp>
              <p:nvSpPr>
                <p:cNvPr id="212460" name="Oval 407">
                  <a:extLst>
                    <a:ext uri="{FF2B5EF4-FFF2-40B4-BE49-F238E27FC236}">
                      <a16:creationId xmlns:a16="http://schemas.microsoft.com/office/drawing/2014/main" id="{8AC15951-CFC9-7C45-41F0-D6A800EC66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61" name="Rectangle 410">
                  <a:extLst>
                    <a:ext uri="{FF2B5EF4-FFF2-40B4-BE49-F238E27FC236}">
                      <a16:creationId xmlns:a16="http://schemas.microsoft.com/office/drawing/2014/main" id="{EFD3254D-30E6-1BBD-8128-923E98EB686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62" name="Oval 411">
                  <a:extLst>
                    <a:ext uri="{FF2B5EF4-FFF2-40B4-BE49-F238E27FC236}">
                      <a16:creationId xmlns:a16="http://schemas.microsoft.com/office/drawing/2014/main" id="{E1540997-EA8A-5E93-D09B-4D5992F6E57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463" name="Group 137">
                  <a:extLst>
                    <a:ext uri="{FF2B5EF4-FFF2-40B4-BE49-F238E27FC236}">
                      <a16:creationId xmlns:a16="http://schemas.microsoft.com/office/drawing/2014/main" id="{7DCF13A1-1C26-95A0-F3A1-B3EE7C89149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466" name="Freeform 138">
                    <a:extLst>
                      <a:ext uri="{FF2B5EF4-FFF2-40B4-BE49-F238E27FC236}">
                        <a16:creationId xmlns:a16="http://schemas.microsoft.com/office/drawing/2014/main" id="{8445E2E8-4C63-9A32-140D-165CCF284F8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467" name="Freeform 139">
                    <a:extLst>
                      <a:ext uri="{FF2B5EF4-FFF2-40B4-BE49-F238E27FC236}">
                        <a16:creationId xmlns:a16="http://schemas.microsoft.com/office/drawing/2014/main" id="{F13C4323-5FB2-5FED-AD68-05A419B4BB6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464" name="Line 140">
                  <a:extLst>
                    <a:ext uri="{FF2B5EF4-FFF2-40B4-BE49-F238E27FC236}">
                      <a16:creationId xmlns:a16="http://schemas.microsoft.com/office/drawing/2014/main" id="{C1300738-44AA-DC34-4FCA-B670340AE57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79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65" name="Line 141">
                  <a:extLst>
                    <a:ext uri="{FF2B5EF4-FFF2-40B4-BE49-F238E27FC236}">
                      <a16:creationId xmlns:a16="http://schemas.microsoft.com/office/drawing/2014/main" id="{5A14F7B5-16C2-A531-280B-6E3752B1CE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</p:grpSp>
        <p:sp>
          <p:nvSpPr>
            <p:cNvPr id="212330" name="Oval 417">
              <a:extLst>
                <a:ext uri="{FF2B5EF4-FFF2-40B4-BE49-F238E27FC236}">
                  <a16:creationId xmlns:a16="http://schemas.microsoft.com/office/drawing/2014/main" id="{B68143D9-1C3D-E4BC-9ADC-7812CD5EFA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8600" y="4165600"/>
              <a:ext cx="3086100" cy="1168400"/>
            </a:xfrm>
            <a:prstGeom prst="ellipse">
              <a:avLst/>
            </a:prstGeom>
            <a:solidFill>
              <a:srgbClr val="3C6C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12331" name="Group 133">
              <a:extLst>
                <a:ext uri="{FF2B5EF4-FFF2-40B4-BE49-F238E27FC236}">
                  <a16:creationId xmlns:a16="http://schemas.microsoft.com/office/drawing/2014/main" id="{9BCF17B7-ABCC-4EF3-B58F-2662CD025D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52272" y="4264503"/>
              <a:ext cx="513732" cy="157430"/>
              <a:chOff x="2356" y="1300"/>
              <a:chExt cx="555" cy="194"/>
            </a:xfrm>
          </p:grpSpPr>
          <p:sp>
            <p:nvSpPr>
              <p:cNvPr id="212434" name="Oval 492">
                <a:extLst>
                  <a:ext uri="{FF2B5EF4-FFF2-40B4-BE49-F238E27FC236}">
                    <a16:creationId xmlns:a16="http://schemas.microsoft.com/office/drawing/2014/main" id="{E72235E3-75AC-B623-19D4-CB5A0010D3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35" name="Rectangle 410">
                <a:extLst>
                  <a:ext uri="{FF2B5EF4-FFF2-40B4-BE49-F238E27FC236}">
                    <a16:creationId xmlns:a16="http://schemas.microsoft.com/office/drawing/2014/main" id="{991735DF-2C39-97D7-05CD-60D253B221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36" name="Oval 411">
                <a:extLst>
                  <a:ext uri="{FF2B5EF4-FFF2-40B4-BE49-F238E27FC236}">
                    <a16:creationId xmlns:a16="http://schemas.microsoft.com/office/drawing/2014/main" id="{4874637B-0535-B1A5-3973-5AD6F0AB8C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437" name="Group 137">
                <a:extLst>
                  <a:ext uri="{FF2B5EF4-FFF2-40B4-BE49-F238E27FC236}">
                    <a16:creationId xmlns:a16="http://schemas.microsoft.com/office/drawing/2014/main" id="{3101ADC6-196E-3BC4-B418-4A1B9AEFA42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40" name="Freeform 138">
                  <a:extLst>
                    <a:ext uri="{FF2B5EF4-FFF2-40B4-BE49-F238E27FC236}">
                      <a16:creationId xmlns:a16="http://schemas.microsoft.com/office/drawing/2014/main" id="{EE726CD6-1CCD-F53D-E1CD-BBA88E29D1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41" name="Freeform 139">
                  <a:extLst>
                    <a:ext uri="{FF2B5EF4-FFF2-40B4-BE49-F238E27FC236}">
                      <a16:creationId xmlns:a16="http://schemas.microsoft.com/office/drawing/2014/main" id="{D131AD04-DB8E-9741-F7D0-335C317863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438" name="Line 140">
                <a:extLst>
                  <a:ext uri="{FF2B5EF4-FFF2-40B4-BE49-F238E27FC236}">
                    <a16:creationId xmlns:a16="http://schemas.microsoft.com/office/drawing/2014/main" id="{38257AF3-CA48-DB21-086E-E740C4F8B4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0"/>
                <a:ext cx="0" cy="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39" name="Line 141">
                <a:extLst>
                  <a:ext uri="{FF2B5EF4-FFF2-40B4-BE49-F238E27FC236}">
                    <a16:creationId xmlns:a16="http://schemas.microsoft.com/office/drawing/2014/main" id="{22EDDB2C-3265-9EE9-CAAD-863F2ABB58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2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cxnSp>
          <p:nvCxnSpPr>
            <p:cNvPr id="212332" name="Straight Connector 419">
              <a:extLst>
                <a:ext uri="{FF2B5EF4-FFF2-40B4-BE49-F238E27FC236}">
                  <a16:creationId xmlns:a16="http://schemas.microsoft.com/office/drawing/2014/main" id="{7CBB85DD-3C54-86E7-1ECC-D1452763CFBF}"/>
                </a:ext>
              </a:extLst>
            </p:cNvPr>
            <p:cNvCxnSpPr>
              <a:cxnSpLocks noChangeShapeType="1"/>
              <a:stCxn id="212439" idx="0"/>
            </p:cNvCxnSpPr>
            <p:nvPr/>
          </p:nvCxnSpPr>
          <p:spPr bwMode="auto">
            <a:xfrm>
              <a:off x="2662301" y="4315627"/>
              <a:ext cx="940542" cy="11630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3" name="Straight Connector 420">
              <a:extLst>
                <a:ext uri="{FF2B5EF4-FFF2-40B4-BE49-F238E27FC236}">
                  <a16:creationId xmlns:a16="http://schemas.microsoft.com/office/drawing/2014/main" id="{6568889D-C14C-99EE-0D1F-36A5215B1A4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112420" y="4624312"/>
              <a:ext cx="116433" cy="710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4" name="Straight Connector 421">
              <a:extLst>
                <a:ext uri="{FF2B5EF4-FFF2-40B4-BE49-F238E27FC236}">
                  <a16:creationId xmlns:a16="http://schemas.microsoft.com/office/drawing/2014/main" id="{3A99FD38-551D-14A7-B169-7C23B5E5A6D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920421" y="4797923"/>
              <a:ext cx="234667" cy="38865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5" name="Straight Connector 422">
              <a:extLst>
                <a:ext uri="{FF2B5EF4-FFF2-40B4-BE49-F238E27FC236}">
                  <a16:creationId xmlns:a16="http://schemas.microsoft.com/office/drawing/2014/main" id="{4563B408-D0D9-5A6F-5CA3-DC77C7E45B0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636021" y="4648552"/>
              <a:ext cx="185893" cy="9334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6" name="Straight Connector 423">
              <a:extLst>
                <a:ext uri="{FF2B5EF4-FFF2-40B4-BE49-F238E27FC236}">
                  <a16:creationId xmlns:a16="http://schemas.microsoft.com/office/drawing/2014/main" id="{98725FAB-561D-3B10-9D2E-167E1F0F726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348386" y="4902261"/>
              <a:ext cx="185893" cy="9334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7" name="Straight Connector 424">
              <a:extLst>
                <a:ext uri="{FF2B5EF4-FFF2-40B4-BE49-F238E27FC236}">
                  <a16:creationId xmlns:a16="http://schemas.microsoft.com/office/drawing/2014/main" id="{9A6BC0BE-90F7-CC52-18DF-3E4F4A7055C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127556" y="4839861"/>
              <a:ext cx="243934" cy="21546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8" name="Straight Connector 425">
              <a:extLst>
                <a:ext uri="{FF2B5EF4-FFF2-40B4-BE49-F238E27FC236}">
                  <a16:creationId xmlns:a16="http://schemas.microsoft.com/office/drawing/2014/main" id="{55C0B644-F3A0-9966-7F7D-D47517E0E73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3601475" y="4827802"/>
              <a:ext cx="342282" cy="1059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9" name="Straight Connector 426">
              <a:extLst>
                <a:ext uri="{FF2B5EF4-FFF2-40B4-BE49-F238E27FC236}">
                  <a16:creationId xmlns:a16="http://schemas.microsoft.com/office/drawing/2014/main" id="{8B9B23F1-9217-BB0D-FD20-EBE916718D9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587812" y="4532358"/>
              <a:ext cx="273243" cy="16667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40" name="Straight Connector 427">
              <a:extLst>
                <a:ext uri="{FF2B5EF4-FFF2-40B4-BE49-F238E27FC236}">
                  <a16:creationId xmlns:a16="http://schemas.microsoft.com/office/drawing/2014/main" id="{2B135FFF-5865-F3CD-EF98-3D44F192AE9D}"/>
                </a:ext>
              </a:extLst>
            </p:cNvPr>
            <p:cNvCxnSpPr>
              <a:cxnSpLocks noChangeShapeType="1"/>
              <a:endCxn id="212434" idx="4"/>
            </p:cNvCxnSpPr>
            <p:nvPr/>
          </p:nvCxnSpPr>
          <p:spPr bwMode="auto">
            <a:xfrm flipH="1" flipV="1">
              <a:off x="2408213" y="4421934"/>
              <a:ext cx="396306" cy="74264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212341" name="Group 133">
              <a:extLst>
                <a:ext uri="{FF2B5EF4-FFF2-40B4-BE49-F238E27FC236}">
                  <a16:creationId xmlns:a16="http://schemas.microsoft.com/office/drawing/2014/main" id="{7AAD0855-2192-53F2-F1B8-81A360DF046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44256" y="4681760"/>
              <a:ext cx="513732" cy="157430"/>
              <a:chOff x="2356" y="1300"/>
              <a:chExt cx="555" cy="194"/>
            </a:xfrm>
          </p:grpSpPr>
          <p:sp>
            <p:nvSpPr>
              <p:cNvPr id="212426" name="Oval 407">
                <a:extLst>
                  <a:ext uri="{FF2B5EF4-FFF2-40B4-BE49-F238E27FC236}">
                    <a16:creationId xmlns:a16="http://schemas.microsoft.com/office/drawing/2014/main" id="{60DBD6B8-2728-7028-5475-2139E96150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27" name="Rectangle 410">
                <a:extLst>
                  <a:ext uri="{FF2B5EF4-FFF2-40B4-BE49-F238E27FC236}">
                    <a16:creationId xmlns:a16="http://schemas.microsoft.com/office/drawing/2014/main" id="{36E69642-7430-5C7F-8E62-7393F9064B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28" name="Oval 411">
                <a:extLst>
                  <a:ext uri="{FF2B5EF4-FFF2-40B4-BE49-F238E27FC236}">
                    <a16:creationId xmlns:a16="http://schemas.microsoft.com/office/drawing/2014/main" id="{8EE0B2A4-E0E3-98E5-7AA3-329579D016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429" name="Group 137">
                <a:extLst>
                  <a:ext uri="{FF2B5EF4-FFF2-40B4-BE49-F238E27FC236}">
                    <a16:creationId xmlns:a16="http://schemas.microsoft.com/office/drawing/2014/main" id="{05E67EE4-AC16-5A28-7B3B-32ECF9FADDA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32" name="Freeform 138">
                  <a:extLst>
                    <a:ext uri="{FF2B5EF4-FFF2-40B4-BE49-F238E27FC236}">
                      <a16:creationId xmlns:a16="http://schemas.microsoft.com/office/drawing/2014/main" id="{8512657D-2B97-1556-BC70-FFE7E7B2B1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33" name="Freeform 139">
                  <a:extLst>
                    <a:ext uri="{FF2B5EF4-FFF2-40B4-BE49-F238E27FC236}">
                      <a16:creationId xmlns:a16="http://schemas.microsoft.com/office/drawing/2014/main" id="{AEB87A70-7461-0735-ECF3-B8A8D02EDB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430" name="Line 140">
                <a:extLst>
                  <a:ext uri="{FF2B5EF4-FFF2-40B4-BE49-F238E27FC236}">
                    <a16:creationId xmlns:a16="http://schemas.microsoft.com/office/drawing/2014/main" id="{77CB14B7-A66F-AB34-8943-D2A69017B9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0"/>
                <a:ext cx="0" cy="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31" name="Line 141">
                <a:extLst>
                  <a:ext uri="{FF2B5EF4-FFF2-40B4-BE49-F238E27FC236}">
                    <a16:creationId xmlns:a16="http://schemas.microsoft.com/office/drawing/2014/main" id="{BE28AA67-5A55-875D-4787-ECAE0ABD42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2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212342" name="Group 133">
              <a:extLst>
                <a:ext uri="{FF2B5EF4-FFF2-40B4-BE49-F238E27FC236}">
                  <a16:creationId xmlns:a16="http://schemas.microsoft.com/office/drawing/2014/main" id="{7B329D8B-5C66-A3D6-A01E-6720F5AF2E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89607" y="4745634"/>
              <a:ext cx="513732" cy="157430"/>
              <a:chOff x="2356" y="1300"/>
              <a:chExt cx="555" cy="194"/>
            </a:xfrm>
          </p:grpSpPr>
          <p:sp>
            <p:nvSpPr>
              <p:cNvPr id="212418" name="Oval 407">
                <a:extLst>
                  <a:ext uri="{FF2B5EF4-FFF2-40B4-BE49-F238E27FC236}">
                    <a16:creationId xmlns:a16="http://schemas.microsoft.com/office/drawing/2014/main" id="{1A5A5338-C233-4C10-8901-3F4494BB91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19" name="Rectangle 410">
                <a:extLst>
                  <a:ext uri="{FF2B5EF4-FFF2-40B4-BE49-F238E27FC236}">
                    <a16:creationId xmlns:a16="http://schemas.microsoft.com/office/drawing/2014/main" id="{3B68102D-C647-C3C4-4D02-866B07ECDE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20" name="Oval 411">
                <a:extLst>
                  <a:ext uri="{FF2B5EF4-FFF2-40B4-BE49-F238E27FC236}">
                    <a16:creationId xmlns:a16="http://schemas.microsoft.com/office/drawing/2014/main" id="{8B28634C-9070-16D8-2B8C-AAF1DD6940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421" name="Group 137">
                <a:extLst>
                  <a:ext uri="{FF2B5EF4-FFF2-40B4-BE49-F238E27FC236}">
                    <a16:creationId xmlns:a16="http://schemas.microsoft.com/office/drawing/2014/main" id="{5389E50F-7C00-8955-2AC0-5141EBE6E4C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24" name="Freeform 138">
                  <a:extLst>
                    <a:ext uri="{FF2B5EF4-FFF2-40B4-BE49-F238E27FC236}">
                      <a16:creationId xmlns:a16="http://schemas.microsoft.com/office/drawing/2014/main" id="{105F0D49-455D-0ABA-F555-D2A03DD5B4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25" name="Freeform 139">
                  <a:extLst>
                    <a:ext uri="{FF2B5EF4-FFF2-40B4-BE49-F238E27FC236}">
                      <a16:creationId xmlns:a16="http://schemas.microsoft.com/office/drawing/2014/main" id="{039C42E6-8E1E-58AC-2202-A43CC4442A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422" name="Line 140">
                <a:extLst>
                  <a:ext uri="{FF2B5EF4-FFF2-40B4-BE49-F238E27FC236}">
                    <a16:creationId xmlns:a16="http://schemas.microsoft.com/office/drawing/2014/main" id="{1B49AA6A-A8CC-A1B5-F48F-F644727CC8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0"/>
                <a:ext cx="0" cy="86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23" name="Line 141">
                <a:extLst>
                  <a:ext uri="{FF2B5EF4-FFF2-40B4-BE49-F238E27FC236}">
                    <a16:creationId xmlns:a16="http://schemas.microsoft.com/office/drawing/2014/main" id="{F74DF6FB-824C-338B-F6AF-E421822179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2"/>
                <a:ext cx="0" cy="86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212343" name="Group 133">
              <a:extLst>
                <a:ext uri="{FF2B5EF4-FFF2-40B4-BE49-F238E27FC236}">
                  <a16:creationId xmlns:a16="http://schemas.microsoft.com/office/drawing/2014/main" id="{1C3CC13A-F611-40CB-A87A-EDAF3A2065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67612" y="4492209"/>
              <a:ext cx="513732" cy="157430"/>
              <a:chOff x="2356" y="1300"/>
              <a:chExt cx="555" cy="194"/>
            </a:xfrm>
          </p:grpSpPr>
          <p:sp>
            <p:nvSpPr>
              <p:cNvPr id="212410" name="Oval 407">
                <a:extLst>
                  <a:ext uri="{FF2B5EF4-FFF2-40B4-BE49-F238E27FC236}">
                    <a16:creationId xmlns:a16="http://schemas.microsoft.com/office/drawing/2014/main" id="{6C911FC2-3D40-FB1B-5416-69A1790417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11" name="Rectangle 410">
                <a:extLst>
                  <a:ext uri="{FF2B5EF4-FFF2-40B4-BE49-F238E27FC236}">
                    <a16:creationId xmlns:a16="http://schemas.microsoft.com/office/drawing/2014/main" id="{A294735B-2E54-80B1-8B08-E0640F3B06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12" name="Oval 411">
                <a:extLst>
                  <a:ext uri="{FF2B5EF4-FFF2-40B4-BE49-F238E27FC236}">
                    <a16:creationId xmlns:a16="http://schemas.microsoft.com/office/drawing/2014/main" id="{310E9B77-ED43-EC95-DFA4-B752C4C0C4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413" name="Group 137">
                <a:extLst>
                  <a:ext uri="{FF2B5EF4-FFF2-40B4-BE49-F238E27FC236}">
                    <a16:creationId xmlns:a16="http://schemas.microsoft.com/office/drawing/2014/main" id="{ECED7E7B-2548-AE8E-8830-2C10CC025B3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16" name="Freeform 138">
                  <a:extLst>
                    <a:ext uri="{FF2B5EF4-FFF2-40B4-BE49-F238E27FC236}">
                      <a16:creationId xmlns:a16="http://schemas.microsoft.com/office/drawing/2014/main" id="{07F12DD4-E7D2-11DA-37F7-776855690A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17" name="Freeform 139">
                  <a:extLst>
                    <a:ext uri="{FF2B5EF4-FFF2-40B4-BE49-F238E27FC236}">
                      <a16:creationId xmlns:a16="http://schemas.microsoft.com/office/drawing/2014/main" id="{7EDD68B8-EF7A-7A51-EEA8-4089FAEA56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414" name="Line 140">
                <a:extLst>
                  <a:ext uri="{FF2B5EF4-FFF2-40B4-BE49-F238E27FC236}">
                    <a16:creationId xmlns:a16="http://schemas.microsoft.com/office/drawing/2014/main" id="{72A55D04-B0BC-4A65-1E68-C35054FA76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15" name="Line 141">
                <a:extLst>
                  <a:ext uri="{FF2B5EF4-FFF2-40B4-BE49-F238E27FC236}">
                    <a16:creationId xmlns:a16="http://schemas.microsoft.com/office/drawing/2014/main" id="{29623AF1-2A80-8D9D-427C-C5382188A9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212344" name="Group 133">
              <a:extLst>
                <a:ext uri="{FF2B5EF4-FFF2-40B4-BE49-F238E27FC236}">
                  <a16:creationId xmlns:a16="http://schemas.microsoft.com/office/drawing/2014/main" id="{268061FD-5985-9A56-00B8-70EA47FAA4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78257" y="4374518"/>
              <a:ext cx="513732" cy="157430"/>
              <a:chOff x="2356" y="1300"/>
              <a:chExt cx="555" cy="194"/>
            </a:xfrm>
          </p:grpSpPr>
          <p:sp>
            <p:nvSpPr>
              <p:cNvPr id="212402" name="Oval 407">
                <a:extLst>
                  <a:ext uri="{FF2B5EF4-FFF2-40B4-BE49-F238E27FC236}">
                    <a16:creationId xmlns:a16="http://schemas.microsoft.com/office/drawing/2014/main" id="{82B13C37-FF9F-C430-2DD3-4D8FBC7072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03" name="Rectangle 410">
                <a:extLst>
                  <a:ext uri="{FF2B5EF4-FFF2-40B4-BE49-F238E27FC236}">
                    <a16:creationId xmlns:a16="http://schemas.microsoft.com/office/drawing/2014/main" id="{EA3021EE-C3D4-19A1-593D-999135CAD4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04" name="Oval 411">
                <a:extLst>
                  <a:ext uri="{FF2B5EF4-FFF2-40B4-BE49-F238E27FC236}">
                    <a16:creationId xmlns:a16="http://schemas.microsoft.com/office/drawing/2014/main" id="{E2C1FE81-F421-5B1A-015F-0E115F50EA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405" name="Group 137">
                <a:extLst>
                  <a:ext uri="{FF2B5EF4-FFF2-40B4-BE49-F238E27FC236}">
                    <a16:creationId xmlns:a16="http://schemas.microsoft.com/office/drawing/2014/main" id="{A9785399-D59A-7355-C59B-DC62996E976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08" name="Freeform 138">
                  <a:extLst>
                    <a:ext uri="{FF2B5EF4-FFF2-40B4-BE49-F238E27FC236}">
                      <a16:creationId xmlns:a16="http://schemas.microsoft.com/office/drawing/2014/main" id="{FC674D6E-2DC8-FA92-1BE9-05DF5E8C0D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09" name="Freeform 139">
                  <a:extLst>
                    <a:ext uri="{FF2B5EF4-FFF2-40B4-BE49-F238E27FC236}">
                      <a16:creationId xmlns:a16="http://schemas.microsoft.com/office/drawing/2014/main" id="{197F8406-3E74-8C72-EDDE-757BE059FC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406" name="Line 140">
                <a:extLst>
                  <a:ext uri="{FF2B5EF4-FFF2-40B4-BE49-F238E27FC236}">
                    <a16:creationId xmlns:a16="http://schemas.microsoft.com/office/drawing/2014/main" id="{3326ECB8-5294-DF89-4942-0671DFFD5A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07" name="Line 141">
                <a:extLst>
                  <a:ext uri="{FF2B5EF4-FFF2-40B4-BE49-F238E27FC236}">
                    <a16:creationId xmlns:a16="http://schemas.microsoft.com/office/drawing/2014/main" id="{7230681E-1C64-9259-5A60-911237886B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212345" name="Group 133">
              <a:extLst>
                <a:ext uri="{FF2B5EF4-FFF2-40B4-BE49-F238E27FC236}">
                  <a16:creationId xmlns:a16="http://schemas.microsoft.com/office/drawing/2014/main" id="{F793DE0A-CACA-CCFD-CB57-B47089C1A6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97517" y="4879602"/>
              <a:ext cx="513732" cy="157430"/>
              <a:chOff x="2356" y="1300"/>
              <a:chExt cx="555" cy="194"/>
            </a:xfrm>
          </p:grpSpPr>
          <p:sp>
            <p:nvSpPr>
              <p:cNvPr id="212394" name="Oval 407">
                <a:extLst>
                  <a:ext uri="{FF2B5EF4-FFF2-40B4-BE49-F238E27FC236}">
                    <a16:creationId xmlns:a16="http://schemas.microsoft.com/office/drawing/2014/main" id="{B7D844E3-E5E0-26CD-290A-B274E0AF03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95" name="Rectangle 410">
                <a:extLst>
                  <a:ext uri="{FF2B5EF4-FFF2-40B4-BE49-F238E27FC236}">
                    <a16:creationId xmlns:a16="http://schemas.microsoft.com/office/drawing/2014/main" id="{E6B8A98F-B0C5-B850-0C54-0D5A610E32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96" name="Oval 411">
                <a:extLst>
                  <a:ext uri="{FF2B5EF4-FFF2-40B4-BE49-F238E27FC236}">
                    <a16:creationId xmlns:a16="http://schemas.microsoft.com/office/drawing/2014/main" id="{3B807E6F-9A9E-8D39-5FD2-78C47CF355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397" name="Group 137">
                <a:extLst>
                  <a:ext uri="{FF2B5EF4-FFF2-40B4-BE49-F238E27FC236}">
                    <a16:creationId xmlns:a16="http://schemas.microsoft.com/office/drawing/2014/main" id="{7E41A21C-ADA4-B289-661A-CFEBA23880E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00" name="Freeform 138">
                  <a:extLst>
                    <a:ext uri="{FF2B5EF4-FFF2-40B4-BE49-F238E27FC236}">
                      <a16:creationId xmlns:a16="http://schemas.microsoft.com/office/drawing/2014/main" id="{55BF2EDF-9C92-663B-CA90-9AF5152E44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01" name="Freeform 139">
                  <a:extLst>
                    <a:ext uri="{FF2B5EF4-FFF2-40B4-BE49-F238E27FC236}">
                      <a16:creationId xmlns:a16="http://schemas.microsoft.com/office/drawing/2014/main" id="{7373D83C-102E-8E4C-7CA3-DDE2D4D210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398" name="Line 140">
                <a:extLst>
                  <a:ext uri="{FF2B5EF4-FFF2-40B4-BE49-F238E27FC236}">
                    <a16:creationId xmlns:a16="http://schemas.microsoft.com/office/drawing/2014/main" id="{5E282010-EAFE-1BB3-015A-9822777A63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99" name="Line 141">
                <a:extLst>
                  <a:ext uri="{FF2B5EF4-FFF2-40B4-BE49-F238E27FC236}">
                    <a16:creationId xmlns:a16="http://schemas.microsoft.com/office/drawing/2014/main" id="{0DEBCBE9-F57D-7C76-EB96-936B644F55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212346" name="Group 133">
              <a:extLst>
                <a:ext uri="{FF2B5EF4-FFF2-40B4-BE49-F238E27FC236}">
                  <a16:creationId xmlns:a16="http://schemas.microsoft.com/office/drawing/2014/main" id="{4825E8E4-E538-7028-39AF-8774B0052F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27730" y="5041361"/>
              <a:ext cx="513732" cy="157430"/>
              <a:chOff x="2356" y="1300"/>
              <a:chExt cx="555" cy="194"/>
            </a:xfrm>
          </p:grpSpPr>
          <p:sp>
            <p:nvSpPr>
              <p:cNvPr id="212386" name="Oval 407">
                <a:extLst>
                  <a:ext uri="{FF2B5EF4-FFF2-40B4-BE49-F238E27FC236}">
                    <a16:creationId xmlns:a16="http://schemas.microsoft.com/office/drawing/2014/main" id="{C64F8D3E-6F27-96C3-F741-77E4F93962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87" name="Rectangle 410">
                <a:extLst>
                  <a:ext uri="{FF2B5EF4-FFF2-40B4-BE49-F238E27FC236}">
                    <a16:creationId xmlns:a16="http://schemas.microsoft.com/office/drawing/2014/main" id="{06D1E379-B7CD-077F-5649-FE0FEB1103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88" name="Oval 411">
                <a:extLst>
                  <a:ext uri="{FF2B5EF4-FFF2-40B4-BE49-F238E27FC236}">
                    <a16:creationId xmlns:a16="http://schemas.microsoft.com/office/drawing/2014/main" id="{625BCA29-FB93-4651-83A1-4FCB6F0ED1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389" name="Group 137">
                <a:extLst>
                  <a:ext uri="{FF2B5EF4-FFF2-40B4-BE49-F238E27FC236}">
                    <a16:creationId xmlns:a16="http://schemas.microsoft.com/office/drawing/2014/main" id="{890E44EE-0D52-4335-962F-D31D7244CCC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392" name="Freeform 138">
                  <a:extLst>
                    <a:ext uri="{FF2B5EF4-FFF2-40B4-BE49-F238E27FC236}">
                      <a16:creationId xmlns:a16="http://schemas.microsoft.com/office/drawing/2014/main" id="{5F631AA8-4B6D-F839-4D85-0AD9C4D4D8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393" name="Freeform 139">
                  <a:extLst>
                    <a:ext uri="{FF2B5EF4-FFF2-40B4-BE49-F238E27FC236}">
                      <a16:creationId xmlns:a16="http://schemas.microsoft.com/office/drawing/2014/main" id="{7ABC77EC-258C-1D17-47B7-4053718913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390" name="Line 140">
                <a:extLst>
                  <a:ext uri="{FF2B5EF4-FFF2-40B4-BE49-F238E27FC236}">
                    <a16:creationId xmlns:a16="http://schemas.microsoft.com/office/drawing/2014/main" id="{C31CB438-6199-CAD9-2B0F-9268BD3C9F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91" name="Line 141">
                <a:extLst>
                  <a:ext uri="{FF2B5EF4-FFF2-40B4-BE49-F238E27FC236}">
                    <a16:creationId xmlns:a16="http://schemas.microsoft.com/office/drawing/2014/main" id="{AD8672B8-54B8-EE00-CEC9-D1840FEE3E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212347" name="Group 133">
              <a:extLst>
                <a:ext uri="{FF2B5EF4-FFF2-40B4-BE49-F238E27FC236}">
                  <a16:creationId xmlns:a16="http://schemas.microsoft.com/office/drawing/2014/main" id="{E8A57532-BC76-5C34-0C04-226640DCB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66981" y="4995528"/>
              <a:ext cx="513732" cy="157430"/>
              <a:chOff x="2356" y="1300"/>
              <a:chExt cx="555" cy="194"/>
            </a:xfrm>
          </p:grpSpPr>
          <p:sp>
            <p:nvSpPr>
              <p:cNvPr id="212378" name="Oval 407">
                <a:extLst>
                  <a:ext uri="{FF2B5EF4-FFF2-40B4-BE49-F238E27FC236}">
                    <a16:creationId xmlns:a16="http://schemas.microsoft.com/office/drawing/2014/main" id="{3290A464-84D0-247E-5C75-0587063496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79" name="Rectangle 410">
                <a:extLst>
                  <a:ext uri="{FF2B5EF4-FFF2-40B4-BE49-F238E27FC236}">
                    <a16:creationId xmlns:a16="http://schemas.microsoft.com/office/drawing/2014/main" id="{8D421451-91E6-DE79-D8BC-200F0BF81D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80" name="Oval 411">
                <a:extLst>
                  <a:ext uri="{FF2B5EF4-FFF2-40B4-BE49-F238E27FC236}">
                    <a16:creationId xmlns:a16="http://schemas.microsoft.com/office/drawing/2014/main" id="{4EC1CE84-17AC-5B26-A0F9-D4D3122BF6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381" name="Group 137">
                <a:extLst>
                  <a:ext uri="{FF2B5EF4-FFF2-40B4-BE49-F238E27FC236}">
                    <a16:creationId xmlns:a16="http://schemas.microsoft.com/office/drawing/2014/main" id="{08FFC5C3-0907-864F-A1A3-6C1433561BE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384" name="Freeform 138">
                  <a:extLst>
                    <a:ext uri="{FF2B5EF4-FFF2-40B4-BE49-F238E27FC236}">
                      <a16:creationId xmlns:a16="http://schemas.microsoft.com/office/drawing/2014/main" id="{737019E8-100F-176E-EB29-3800AF4761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385" name="Freeform 139">
                  <a:extLst>
                    <a:ext uri="{FF2B5EF4-FFF2-40B4-BE49-F238E27FC236}">
                      <a16:creationId xmlns:a16="http://schemas.microsoft.com/office/drawing/2014/main" id="{C66469BA-17BC-6506-E223-D63D2A8249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382" name="Line 140">
                <a:extLst>
                  <a:ext uri="{FF2B5EF4-FFF2-40B4-BE49-F238E27FC236}">
                    <a16:creationId xmlns:a16="http://schemas.microsoft.com/office/drawing/2014/main" id="{8F4B450A-F212-E620-525A-0F0CA4E720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83" name="Line 141">
                <a:extLst>
                  <a:ext uri="{FF2B5EF4-FFF2-40B4-BE49-F238E27FC236}">
                    <a16:creationId xmlns:a16="http://schemas.microsoft.com/office/drawing/2014/main" id="{E873AEE1-433B-16D0-EBF2-0EF84E4D8E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cxnSp>
          <p:nvCxnSpPr>
            <p:cNvPr id="212348" name="Straight Connector 12">
              <a:extLst>
                <a:ext uri="{FF2B5EF4-FFF2-40B4-BE49-F238E27FC236}">
                  <a16:creationId xmlns:a16="http://schemas.microsoft.com/office/drawing/2014/main" id="{1B767876-AD4B-0BAC-C34A-D9B4847CB936}"/>
                </a:ext>
              </a:extLst>
            </p:cNvPr>
            <p:cNvCxnSpPr>
              <a:cxnSpLocks noChangeShapeType="1"/>
              <a:endCxn id="212518" idx="1"/>
            </p:cNvCxnSpPr>
            <p:nvPr/>
          </p:nvCxnSpPr>
          <p:spPr bwMode="auto">
            <a:xfrm>
              <a:off x="2382838" y="2609850"/>
              <a:ext cx="238125" cy="2619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49" name="Straight Connector 500">
              <a:extLst>
                <a:ext uri="{FF2B5EF4-FFF2-40B4-BE49-F238E27FC236}">
                  <a16:creationId xmlns:a16="http://schemas.microsoft.com/office/drawing/2014/main" id="{672FBDA1-195A-BC15-FE9F-09F65779A410}"/>
                </a:ext>
              </a:extLst>
            </p:cNvPr>
            <p:cNvCxnSpPr>
              <a:cxnSpLocks noChangeShapeType="1"/>
              <a:stCxn id="212314" idx="8"/>
              <a:endCxn id="212375" idx="2"/>
            </p:cNvCxnSpPr>
            <p:nvPr/>
          </p:nvCxnSpPr>
          <p:spPr bwMode="auto">
            <a:xfrm>
              <a:off x="1455738" y="2990850"/>
              <a:ext cx="38100" cy="309563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0" name="Straight Connector 501">
              <a:extLst>
                <a:ext uri="{FF2B5EF4-FFF2-40B4-BE49-F238E27FC236}">
                  <a16:creationId xmlns:a16="http://schemas.microsoft.com/office/drawing/2014/main" id="{51F90E51-4769-D9DF-5C59-A9920A742D0E}"/>
                </a:ext>
              </a:extLst>
            </p:cNvPr>
            <p:cNvCxnSpPr>
              <a:cxnSpLocks noChangeShapeType="1"/>
              <a:endCxn id="212375" idx="3"/>
            </p:cNvCxnSpPr>
            <p:nvPr/>
          </p:nvCxnSpPr>
          <p:spPr bwMode="auto">
            <a:xfrm>
              <a:off x="1235075" y="3271838"/>
              <a:ext cx="123825" cy="212725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1" name="Straight Connector 502">
              <a:extLst>
                <a:ext uri="{FF2B5EF4-FFF2-40B4-BE49-F238E27FC236}">
                  <a16:creationId xmlns:a16="http://schemas.microsoft.com/office/drawing/2014/main" id="{69DE4CAB-9C27-3402-44DD-D065351D3278}"/>
                </a:ext>
              </a:extLst>
            </p:cNvPr>
            <p:cNvCxnSpPr>
              <a:cxnSpLocks noChangeShapeType="1"/>
              <a:endCxn id="212486" idx="1"/>
            </p:cNvCxnSpPr>
            <p:nvPr/>
          </p:nvCxnSpPr>
          <p:spPr bwMode="auto">
            <a:xfrm>
              <a:off x="3916363" y="2411413"/>
              <a:ext cx="307975" cy="57308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2" name="Straight Connector 503">
              <a:extLst>
                <a:ext uri="{FF2B5EF4-FFF2-40B4-BE49-F238E27FC236}">
                  <a16:creationId xmlns:a16="http://schemas.microsoft.com/office/drawing/2014/main" id="{D46E45D0-F16E-B167-0534-905A15B8C5DE}"/>
                </a:ext>
              </a:extLst>
            </p:cNvPr>
            <p:cNvCxnSpPr>
              <a:cxnSpLocks noChangeShapeType="1"/>
              <a:endCxn id="212486" idx="0"/>
            </p:cNvCxnSpPr>
            <p:nvPr/>
          </p:nvCxnSpPr>
          <p:spPr bwMode="auto">
            <a:xfrm flipH="1">
              <a:off x="4425950" y="2389188"/>
              <a:ext cx="384175" cy="57943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3" name="Straight Connector 504">
              <a:extLst>
                <a:ext uri="{FF2B5EF4-FFF2-40B4-BE49-F238E27FC236}">
                  <a16:creationId xmlns:a16="http://schemas.microsoft.com/office/drawing/2014/main" id="{104828F2-6471-F6E3-E702-E8C1EF8C6F68}"/>
                </a:ext>
              </a:extLst>
            </p:cNvPr>
            <p:cNvCxnSpPr>
              <a:cxnSpLocks noChangeShapeType="1"/>
              <a:endCxn id="212568" idx="0"/>
            </p:cNvCxnSpPr>
            <p:nvPr/>
          </p:nvCxnSpPr>
          <p:spPr bwMode="auto">
            <a:xfrm>
              <a:off x="6770688" y="2900363"/>
              <a:ext cx="215900" cy="10461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4" name="Straight Connector 505">
              <a:extLst>
                <a:ext uri="{FF2B5EF4-FFF2-40B4-BE49-F238E27FC236}">
                  <a16:creationId xmlns:a16="http://schemas.microsoft.com/office/drawing/2014/main" id="{4254A644-449B-57F9-AB1C-9F535B2569B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7137400" y="3251200"/>
              <a:ext cx="241300" cy="69215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5" name="Straight Connector 506">
              <a:extLst>
                <a:ext uri="{FF2B5EF4-FFF2-40B4-BE49-F238E27FC236}">
                  <a16:creationId xmlns:a16="http://schemas.microsoft.com/office/drawing/2014/main" id="{44E6B8CF-C5BA-6A02-E274-F1471E8984FE}"/>
                </a:ext>
              </a:extLst>
            </p:cNvPr>
            <p:cNvCxnSpPr>
              <a:cxnSpLocks noChangeShapeType="1"/>
              <a:stCxn id="212318" idx="4"/>
              <a:endCxn id="212563" idx="0"/>
            </p:cNvCxnSpPr>
            <p:nvPr/>
          </p:nvCxnSpPr>
          <p:spPr bwMode="auto">
            <a:xfrm flipH="1">
              <a:off x="7483475" y="4229100"/>
              <a:ext cx="541338" cy="2492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6" name="Straight Connector 507">
              <a:extLst>
                <a:ext uri="{FF2B5EF4-FFF2-40B4-BE49-F238E27FC236}">
                  <a16:creationId xmlns:a16="http://schemas.microsoft.com/office/drawing/2014/main" id="{C078A1FA-41D5-3824-616D-CC5DF294DD7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7454900" y="4573588"/>
              <a:ext cx="796925" cy="6143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7" name="Straight Connector 508">
              <a:extLst>
                <a:ext uri="{FF2B5EF4-FFF2-40B4-BE49-F238E27FC236}">
                  <a16:creationId xmlns:a16="http://schemas.microsoft.com/office/drawing/2014/main" id="{2573B0A1-0F62-414C-8AFA-39B37AFB81EC}"/>
                </a:ext>
              </a:extLst>
            </p:cNvPr>
            <p:cNvCxnSpPr>
              <a:cxnSpLocks noChangeShapeType="1"/>
              <a:endCxn id="212550" idx="5"/>
            </p:cNvCxnSpPr>
            <p:nvPr/>
          </p:nvCxnSpPr>
          <p:spPr bwMode="auto">
            <a:xfrm flipH="1" flipV="1">
              <a:off x="6496050" y="4722813"/>
              <a:ext cx="1047750" cy="96678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8" name="Straight Connector 509">
              <a:extLst>
                <a:ext uri="{FF2B5EF4-FFF2-40B4-BE49-F238E27FC236}">
                  <a16:creationId xmlns:a16="http://schemas.microsoft.com/office/drawing/2014/main" id="{4FC603C9-2252-008A-17A6-0F9DF2542F0A}"/>
                </a:ext>
              </a:extLst>
            </p:cNvPr>
            <p:cNvCxnSpPr>
              <a:cxnSpLocks noChangeShapeType="1"/>
              <a:stCxn id="212319" idx="0"/>
              <a:endCxn id="212374" idx="5"/>
            </p:cNvCxnSpPr>
            <p:nvPr/>
          </p:nvCxnSpPr>
          <p:spPr bwMode="auto">
            <a:xfrm flipH="1" flipV="1">
              <a:off x="5084763" y="5684838"/>
              <a:ext cx="520700" cy="1698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9" name="Straight Connector 510">
              <a:extLst>
                <a:ext uri="{FF2B5EF4-FFF2-40B4-BE49-F238E27FC236}">
                  <a16:creationId xmlns:a16="http://schemas.microsoft.com/office/drawing/2014/main" id="{F6316F89-8061-F3A7-ED27-F643CE8ACF4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4068763" y="5045075"/>
              <a:ext cx="371475" cy="9731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0" name="Straight Connector 511">
              <a:extLst>
                <a:ext uri="{FF2B5EF4-FFF2-40B4-BE49-F238E27FC236}">
                  <a16:creationId xmlns:a16="http://schemas.microsoft.com/office/drawing/2014/main" id="{37221EC4-5C0F-05F6-066C-B73771A59B7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389313" y="5689600"/>
              <a:ext cx="306387" cy="16510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1" name="Straight Connector 512">
              <a:extLst>
                <a:ext uri="{FF2B5EF4-FFF2-40B4-BE49-F238E27FC236}">
                  <a16:creationId xmlns:a16="http://schemas.microsoft.com/office/drawing/2014/main" id="{4735724B-BFE6-A1E3-675D-61A0039729E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790700" y="5160963"/>
              <a:ext cx="401638" cy="20955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2" name="Straight Connector 513">
              <a:extLst>
                <a:ext uri="{FF2B5EF4-FFF2-40B4-BE49-F238E27FC236}">
                  <a16:creationId xmlns:a16="http://schemas.microsoft.com/office/drawing/2014/main" id="{35B9A670-06AA-A4B4-A7D5-4723EB7DB66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179513" y="4467225"/>
              <a:ext cx="227012" cy="282575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3" name="Straight Connector 514">
              <a:extLst>
                <a:ext uri="{FF2B5EF4-FFF2-40B4-BE49-F238E27FC236}">
                  <a16:creationId xmlns:a16="http://schemas.microsoft.com/office/drawing/2014/main" id="{6EA38A4B-D6EA-C6BD-FE7C-ECE891AAF104}"/>
                </a:ext>
              </a:extLst>
            </p:cNvPr>
            <p:cNvCxnSpPr>
              <a:cxnSpLocks noChangeShapeType="1"/>
              <a:endCxn id="212375" idx="5"/>
            </p:cNvCxnSpPr>
            <p:nvPr/>
          </p:nvCxnSpPr>
          <p:spPr bwMode="auto">
            <a:xfrm flipV="1">
              <a:off x="1155700" y="4368800"/>
              <a:ext cx="203200" cy="79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2364" name="Oval 14">
              <a:extLst>
                <a:ext uri="{FF2B5EF4-FFF2-40B4-BE49-F238E27FC236}">
                  <a16:creationId xmlns:a16="http://schemas.microsoft.com/office/drawing/2014/main" id="{2BC25939-0C4C-15B9-1AED-7DD27C738D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77595" y="2896842"/>
              <a:ext cx="528046" cy="304770"/>
            </a:xfrm>
            <a:prstGeom prst="ellipse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212365" name="Straight Connector 18">
              <a:extLst>
                <a:ext uri="{FF2B5EF4-FFF2-40B4-BE49-F238E27FC236}">
                  <a16:creationId xmlns:a16="http://schemas.microsoft.com/office/drawing/2014/main" id="{FB2B8433-A0C6-4275-9461-BDD63FDFF02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713288" y="3051291"/>
              <a:ext cx="964307" cy="26892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6" name="Straight Connector 516">
              <a:extLst>
                <a:ext uri="{FF2B5EF4-FFF2-40B4-BE49-F238E27FC236}">
                  <a16:creationId xmlns:a16="http://schemas.microsoft.com/office/drawing/2014/main" id="{F1BD0671-B61E-8AB3-71B2-A2031786288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39457" y="3169615"/>
              <a:ext cx="691556" cy="784846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7" name="Straight Connector 515">
              <a:extLst>
                <a:ext uri="{FF2B5EF4-FFF2-40B4-BE49-F238E27FC236}">
                  <a16:creationId xmlns:a16="http://schemas.microsoft.com/office/drawing/2014/main" id="{B74F148B-CBA9-6D8D-B85B-E0866000294F}"/>
                </a:ext>
              </a:extLst>
            </p:cNvPr>
            <p:cNvCxnSpPr>
              <a:cxnSpLocks noChangeShapeType="1"/>
              <a:stCxn id="212404" idx="0"/>
            </p:cNvCxnSpPr>
            <p:nvPr/>
          </p:nvCxnSpPr>
          <p:spPr bwMode="auto">
            <a:xfrm flipV="1">
              <a:off x="3832888" y="4233720"/>
              <a:ext cx="190494" cy="14143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2368" name="Oval 521">
              <a:extLst>
                <a:ext uri="{FF2B5EF4-FFF2-40B4-BE49-F238E27FC236}">
                  <a16:creationId xmlns:a16="http://schemas.microsoft.com/office/drawing/2014/main" id="{CC8EB2CA-7D98-6662-3085-D11A55C82D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2543" y="3959560"/>
              <a:ext cx="528230" cy="305050"/>
            </a:xfrm>
            <a:prstGeom prst="ellipse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   </a:t>
              </a:r>
            </a:p>
          </p:txBody>
        </p:sp>
        <p:cxnSp>
          <p:nvCxnSpPr>
            <p:cNvPr id="212369" name="Straight Connector 519">
              <a:extLst>
                <a:ext uri="{FF2B5EF4-FFF2-40B4-BE49-F238E27FC236}">
                  <a16:creationId xmlns:a16="http://schemas.microsoft.com/office/drawing/2014/main" id="{571726EE-2D41-EE0E-1E94-FB87E1D8A7EA}"/>
                </a:ext>
              </a:extLst>
            </p:cNvPr>
            <p:cNvCxnSpPr>
              <a:cxnSpLocks noChangeShapeType="1"/>
              <a:stCxn id="212368" idx="6"/>
              <a:endCxn id="212602" idx="1"/>
            </p:cNvCxnSpPr>
            <p:nvPr/>
          </p:nvCxnSpPr>
          <p:spPr bwMode="auto">
            <a:xfrm flipV="1">
              <a:off x="4460773" y="3953940"/>
              <a:ext cx="770040" cy="158145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70" name="Straight Connector 520">
              <a:extLst>
                <a:ext uri="{FF2B5EF4-FFF2-40B4-BE49-F238E27FC236}">
                  <a16:creationId xmlns:a16="http://schemas.microsoft.com/office/drawing/2014/main" id="{855F194D-976B-BDC4-5232-64491093931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692525" y="3789363"/>
              <a:ext cx="342828" cy="205015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71" name="Straight Connector 7">
              <a:extLst>
                <a:ext uri="{FF2B5EF4-FFF2-40B4-BE49-F238E27FC236}">
                  <a16:creationId xmlns:a16="http://schemas.microsoft.com/office/drawing/2014/main" id="{8A2CD455-153B-1323-025F-C41DDCDD2EEC}"/>
                </a:ext>
              </a:extLst>
            </p:cNvPr>
            <p:cNvCxnSpPr>
              <a:cxnSpLocks noChangeShapeType="1"/>
              <a:stCxn id="212476" idx="5"/>
              <a:endCxn id="212600" idx="1"/>
            </p:cNvCxnSpPr>
            <p:nvPr/>
          </p:nvCxnSpPr>
          <p:spPr bwMode="auto">
            <a:xfrm>
              <a:off x="4876727" y="3633788"/>
              <a:ext cx="431873" cy="22237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72" name="Straight Connector 415">
              <a:extLst>
                <a:ext uri="{FF2B5EF4-FFF2-40B4-BE49-F238E27FC236}">
                  <a16:creationId xmlns:a16="http://schemas.microsoft.com/office/drawing/2014/main" id="{7AE35921-E5AF-CCD2-4E64-A672EEC0B9F3}"/>
                </a:ext>
              </a:extLst>
            </p:cNvPr>
            <p:cNvCxnSpPr>
              <a:cxnSpLocks noChangeShapeType="1"/>
              <a:endCxn id="212436" idx="0"/>
            </p:cNvCxnSpPr>
            <p:nvPr/>
          </p:nvCxnSpPr>
          <p:spPr bwMode="auto">
            <a:xfrm flipH="1">
              <a:off x="2406650" y="3753813"/>
              <a:ext cx="282556" cy="511097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73" name="Straight Connector 523">
              <a:extLst>
                <a:ext uri="{FF2B5EF4-FFF2-40B4-BE49-F238E27FC236}">
                  <a16:creationId xmlns:a16="http://schemas.microsoft.com/office/drawing/2014/main" id="{D328D817-E8D0-C0C0-05C4-B0126104712F}"/>
                </a:ext>
              </a:extLst>
            </p:cNvPr>
            <p:cNvCxnSpPr>
              <a:cxnSpLocks noChangeShapeType="1"/>
              <a:stCxn id="212399" idx="0"/>
            </p:cNvCxnSpPr>
            <p:nvPr/>
          </p:nvCxnSpPr>
          <p:spPr bwMode="auto">
            <a:xfrm flipV="1">
              <a:off x="4307761" y="4626483"/>
              <a:ext cx="844015" cy="304292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2374" name="Oval 6">
              <a:extLst>
                <a:ext uri="{FF2B5EF4-FFF2-40B4-BE49-F238E27FC236}">
                  <a16:creationId xmlns:a16="http://schemas.microsoft.com/office/drawing/2014/main" id="{1F558CD6-B83E-5608-7D81-A04EB55EC4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0100" y="5359400"/>
              <a:ext cx="2044700" cy="381000"/>
            </a:xfrm>
            <a:prstGeom prst="ellipse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75" name="Oval 517">
              <a:extLst>
                <a:ext uri="{FF2B5EF4-FFF2-40B4-BE49-F238E27FC236}">
                  <a16:creationId xmlns:a16="http://schemas.microsoft.com/office/drawing/2014/main" id="{10ED97FC-8202-905A-0BCB-73CD769D7F6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67569" y="3736182"/>
              <a:ext cx="1252537" cy="381000"/>
            </a:xfrm>
            <a:prstGeom prst="ellipse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212376" name="Straight Connector 39941">
              <a:extLst>
                <a:ext uri="{FF2B5EF4-FFF2-40B4-BE49-F238E27FC236}">
                  <a16:creationId xmlns:a16="http://schemas.microsoft.com/office/drawing/2014/main" id="{F5C17852-4243-DAE5-3D67-F8E42050FAC1}"/>
                </a:ext>
              </a:extLst>
            </p:cNvPr>
            <p:cNvCxnSpPr>
              <a:cxnSpLocks noChangeShapeType="1"/>
              <a:stCxn id="212375" idx="0"/>
              <a:endCxn id="212464" idx="0"/>
            </p:cNvCxnSpPr>
            <p:nvPr/>
          </p:nvCxnSpPr>
          <p:spPr bwMode="auto">
            <a:xfrm flipV="1">
              <a:off x="1684338" y="3654425"/>
              <a:ext cx="758825" cy="27305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77" name="Straight Connector 524">
              <a:extLst>
                <a:ext uri="{FF2B5EF4-FFF2-40B4-BE49-F238E27FC236}">
                  <a16:creationId xmlns:a16="http://schemas.microsoft.com/office/drawing/2014/main" id="{49356FAD-DAE1-2A99-CF1B-F701924D4B7E}"/>
                </a:ext>
              </a:extLst>
            </p:cNvPr>
            <p:cNvCxnSpPr>
              <a:cxnSpLocks noChangeShapeType="1"/>
              <a:endCxn id="212438" idx="1"/>
            </p:cNvCxnSpPr>
            <p:nvPr/>
          </p:nvCxnSpPr>
          <p:spPr bwMode="auto">
            <a:xfrm>
              <a:off x="1685925" y="4111625"/>
              <a:ext cx="466725" cy="269875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11973" name="Group 418">
            <a:extLst>
              <a:ext uri="{FF2B5EF4-FFF2-40B4-BE49-F238E27FC236}">
                <a16:creationId xmlns:a16="http://schemas.microsoft.com/office/drawing/2014/main" id="{91BF9555-8D23-1EFE-2628-932ABB0973A6}"/>
              </a:ext>
            </a:extLst>
          </p:cNvPr>
          <p:cNvGrpSpPr>
            <a:grpSpLocks/>
          </p:cNvGrpSpPr>
          <p:nvPr/>
        </p:nvGrpSpPr>
        <p:grpSpPr bwMode="auto">
          <a:xfrm>
            <a:off x="1963738" y="4827588"/>
            <a:ext cx="874712" cy="506412"/>
            <a:chOff x="2889" y="1631"/>
            <a:chExt cx="980" cy="743"/>
          </a:xfrm>
        </p:grpSpPr>
        <p:sp>
          <p:nvSpPr>
            <p:cNvPr id="212304" name="Rectangle 419">
              <a:extLst>
                <a:ext uri="{FF2B5EF4-FFF2-40B4-BE49-F238E27FC236}">
                  <a16:creationId xmlns:a16="http://schemas.microsoft.com/office/drawing/2014/main" id="{F2A379DB-AAAB-356F-964A-BAC8D3B2C1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5249" name="AutoShape 420">
              <a:extLst>
                <a:ext uri="{FF2B5EF4-FFF2-40B4-BE49-F238E27FC236}">
                  <a16:creationId xmlns:a16="http://schemas.microsoft.com/office/drawing/2014/main" id="{73701AC1-79F1-C5A9-6020-7887043EA5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4"/>
            </a:xfrm>
            <a:prstGeom prst="triangle">
              <a:avLst>
                <a:gd name="adj" fmla="val 50000"/>
              </a:avLst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CCFF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211974" name="Line 424">
            <a:extLst>
              <a:ext uri="{FF2B5EF4-FFF2-40B4-BE49-F238E27FC236}">
                <a16:creationId xmlns:a16="http://schemas.microsoft.com/office/drawing/2014/main" id="{BC5BC240-E1EB-0388-498C-DFC9D4A46D1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686051" y="5280026"/>
            <a:ext cx="144463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3" name="Content Placeholder 12">
            <a:extLst>
              <a:ext uri="{FF2B5EF4-FFF2-40B4-BE49-F238E27FC236}">
                <a16:creationId xmlns:a16="http://schemas.microsoft.com/office/drawing/2014/main" id="{20DC611C-E179-740F-8F0F-C662F652C74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33824" y="1131913"/>
            <a:ext cx="10535957" cy="1306512"/>
          </a:xfrm>
        </p:spPr>
        <p:txBody>
          <a:bodyPr/>
          <a:lstStyle/>
          <a:p>
            <a:pPr>
              <a:buSzPct val="100000"/>
              <a:buFont typeface="Wingdings" pitchFamily="2" charset="2"/>
              <a:buChar char="§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Subscriber requests content, service provider returns manifest</a:t>
            </a:r>
          </a:p>
        </p:txBody>
      </p:sp>
      <p:sp>
        <p:nvSpPr>
          <p:cNvPr id="673" name="Title 1">
            <a:extLst>
              <a:ext uri="{FF2B5EF4-FFF2-40B4-BE49-F238E27FC236}">
                <a16:creationId xmlns:a16="http://schemas.microsoft.com/office/drawing/2014/main" id="{C45F8DD3-7C9E-EBA3-E52B-39350013E2E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09441" y="180762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Example: Netflix (2)</a:t>
            </a:r>
            <a:endParaRPr lang="en-US" altLang="en-US" sz="4400" dirty="0">
              <a:ea typeface="ＭＳ Ｐゴシック" panose="020B0600070205080204" pitchFamily="34" charset="-128"/>
            </a:endParaRPr>
          </a:p>
        </p:txBody>
      </p:sp>
      <p:grpSp>
        <p:nvGrpSpPr>
          <p:cNvPr id="793" name="Group 792">
            <a:extLst>
              <a:ext uri="{FF2B5EF4-FFF2-40B4-BE49-F238E27FC236}">
                <a16:creationId xmlns:a16="http://schemas.microsoft.com/office/drawing/2014/main" id="{00615AEC-D103-FD61-D336-5FB0C1B1892A}"/>
              </a:ext>
            </a:extLst>
          </p:cNvPr>
          <p:cNvGrpSpPr>
            <a:grpSpLocks/>
          </p:cNvGrpSpPr>
          <p:nvPr/>
        </p:nvGrpSpPr>
        <p:grpSpPr bwMode="auto">
          <a:xfrm>
            <a:off x="4745038" y="5776913"/>
            <a:ext cx="349250" cy="679450"/>
            <a:chOff x="7923189" y="2486664"/>
            <a:chExt cx="360377" cy="884585"/>
          </a:xfrm>
        </p:grpSpPr>
        <p:pic>
          <p:nvPicPr>
            <p:cNvPr id="212270" name="Picture 3">
              <a:extLst>
                <a:ext uri="{FF2B5EF4-FFF2-40B4-BE49-F238E27FC236}">
                  <a16:creationId xmlns:a16="http://schemas.microsoft.com/office/drawing/2014/main" id="{ACB15C74-BDA8-3385-5E96-09915C88FF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271" name="Group 950">
              <a:extLst>
                <a:ext uri="{FF2B5EF4-FFF2-40B4-BE49-F238E27FC236}">
                  <a16:creationId xmlns:a16="http://schemas.microsoft.com/office/drawing/2014/main" id="{F33B63C2-92F2-7C6D-16A8-5731446D526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272" name="Freeform 951">
                <a:extLst>
                  <a:ext uri="{FF2B5EF4-FFF2-40B4-BE49-F238E27FC236}">
                    <a16:creationId xmlns:a16="http://schemas.microsoft.com/office/drawing/2014/main" id="{123634F6-850E-F531-36FE-FFDB97FD7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73" name="Rectangle 952">
                <a:extLst>
                  <a:ext uri="{FF2B5EF4-FFF2-40B4-BE49-F238E27FC236}">
                    <a16:creationId xmlns:a16="http://schemas.microsoft.com/office/drawing/2014/main" id="{1DAEE431-2035-54A4-F9F7-94132DF92F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74" name="Freeform 953">
                <a:extLst>
                  <a:ext uri="{FF2B5EF4-FFF2-40B4-BE49-F238E27FC236}">
                    <a16:creationId xmlns:a16="http://schemas.microsoft.com/office/drawing/2014/main" id="{A2F253F1-1D25-73AE-6E34-48179751B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75" name="Freeform 954">
                <a:extLst>
                  <a:ext uri="{FF2B5EF4-FFF2-40B4-BE49-F238E27FC236}">
                    <a16:creationId xmlns:a16="http://schemas.microsoft.com/office/drawing/2014/main" id="{2942BD76-78B8-778E-4115-7B262B6C7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76" name="Rectangle 955">
                <a:extLst>
                  <a:ext uri="{FF2B5EF4-FFF2-40B4-BE49-F238E27FC236}">
                    <a16:creationId xmlns:a16="http://schemas.microsoft.com/office/drawing/2014/main" id="{2C33733A-70CE-B04E-DE8C-AE66B1772E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77" name="Group 956">
                <a:extLst>
                  <a:ext uri="{FF2B5EF4-FFF2-40B4-BE49-F238E27FC236}">
                    <a16:creationId xmlns:a16="http://schemas.microsoft.com/office/drawing/2014/main" id="{2CA8EFA7-0A19-20FC-08A8-1045BB50D52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302" name="AutoShape 957">
                  <a:extLst>
                    <a:ext uri="{FF2B5EF4-FFF2-40B4-BE49-F238E27FC236}">
                      <a16:creationId xmlns:a16="http://schemas.microsoft.com/office/drawing/2014/main" id="{4225F1EE-0A5D-5D0D-CE6A-83A0B7B8C6A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303" name="AutoShape 958">
                  <a:extLst>
                    <a:ext uri="{FF2B5EF4-FFF2-40B4-BE49-F238E27FC236}">
                      <a16:creationId xmlns:a16="http://schemas.microsoft.com/office/drawing/2014/main" id="{F42F0781-18FD-1CA8-0535-49C674B7F9B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78" name="Rectangle 959">
                <a:extLst>
                  <a:ext uri="{FF2B5EF4-FFF2-40B4-BE49-F238E27FC236}">
                    <a16:creationId xmlns:a16="http://schemas.microsoft.com/office/drawing/2014/main" id="{5BC5322C-C1D0-C15F-0B80-010ADE2E51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79" name="Group 960">
                <a:extLst>
                  <a:ext uri="{FF2B5EF4-FFF2-40B4-BE49-F238E27FC236}">
                    <a16:creationId xmlns:a16="http://schemas.microsoft.com/office/drawing/2014/main" id="{0DBA02BC-FE31-C5B2-7600-AD747FB879C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300" name="AutoShape 961">
                  <a:extLst>
                    <a:ext uri="{FF2B5EF4-FFF2-40B4-BE49-F238E27FC236}">
                      <a16:creationId xmlns:a16="http://schemas.microsoft.com/office/drawing/2014/main" id="{1C7EF1FB-529D-191E-166E-7A40D919E2B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301" name="AutoShape 962">
                  <a:extLst>
                    <a:ext uri="{FF2B5EF4-FFF2-40B4-BE49-F238E27FC236}">
                      <a16:creationId xmlns:a16="http://schemas.microsoft.com/office/drawing/2014/main" id="{D49C1526-BA4E-4546-5D26-39C8E366EA6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80" name="Rectangle 963">
                <a:extLst>
                  <a:ext uri="{FF2B5EF4-FFF2-40B4-BE49-F238E27FC236}">
                    <a16:creationId xmlns:a16="http://schemas.microsoft.com/office/drawing/2014/main" id="{FF62EBAC-F9A5-0DFA-D77F-C232847AD2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81" name="Rectangle 964">
                <a:extLst>
                  <a:ext uri="{FF2B5EF4-FFF2-40B4-BE49-F238E27FC236}">
                    <a16:creationId xmlns:a16="http://schemas.microsoft.com/office/drawing/2014/main" id="{DFE43615-A893-FAE5-F949-9A9402399D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82" name="Group 965">
                <a:extLst>
                  <a:ext uri="{FF2B5EF4-FFF2-40B4-BE49-F238E27FC236}">
                    <a16:creationId xmlns:a16="http://schemas.microsoft.com/office/drawing/2014/main" id="{903156DF-A8FA-1BA5-0445-A7030930B2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298" name="AutoShape 966">
                  <a:extLst>
                    <a:ext uri="{FF2B5EF4-FFF2-40B4-BE49-F238E27FC236}">
                      <a16:creationId xmlns:a16="http://schemas.microsoft.com/office/drawing/2014/main" id="{8CD4EDD4-8FE8-B4C4-D1EF-6D8143D10D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99" name="AutoShape 967">
                  <a:extLst>
                    <a:ext uri="{FF2B5EF4-FFF2-40B4-BE49-F238E27FC236}">
                      <a16:creationId xmlns:a16="http://schemas.microsoft.com/office/drawing/2014/main" id="{E9C886A6-2236-3A85-21FD-831EECC0603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83" name="Freeform 968">
                <a:extLst>
                  <a:ext uri="{FF2B5EF4-FFF2-40B4-BE49-F238E27FC236}">
                    <a16:creationId xmlns:a16="http://schemas.microsoft.com/office/drawing/2014/main" id="{019D477E-A073-428A-47BB-C1364F058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84" name="Group 969">
                <a:extLst>
                  <a:ext uri="{FF2B5EF4-FFF2-40B4-BE49-F238E27FC236}">
                    <a16:creationId xmlns:a16="http://schemas.microsoft.com/office/drawing/2014/main" id="{D2212723-371E-D839-0D2F-4516A887E04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296" name="AutoShape 970">
                  <a:extLst>
                    <a:ext uri="{FF2B5EF4-FFF2-40B4-BE49-F238E27FC236}">
                      <a16:creationId xmlns:a16="http://schemas.microsoft.com/office/drawing/2014/main" id="{A1D21CF8-34B2-17E9-9330-27B6D37681F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97" name="AutoShape 971">
                  <a:extLst>
                    <a:ext uri="{FF2B5EF4-FFF2-40B4-BE49-F238E27FC236}">
                      <a16:creationId xmlns:a16="http://schemas.microsoft.com/office/drawing/2014/main" id="{A1517BF2-FB07-1B65-D320-0AC2E430B60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85" name="Rectangle 972">
                <a:extLst>
                  <a:ext uri="{FF2B5EF4-FFF2-40B4-BE49-F238E27FC236}">
                    <a16:creationId xmlns:a16="http://schemas.microsoft.com/office/drawing/2014/main" id="{FCB9EFCE-1153-7864-EA39-420548B8EA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86" name="Freeform 973">
                <a:extLst>
                  <a:ext uri="{FF2B5EF4-FFF2-40B4-BE49-F238E27FC236}">
                    <a16:creationId xmlns:a16="http://schemas.microsoft.com/office/drawing/2014/main" id="{2D1FF70D-33E4-D0EA-F8E0-85251EE24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87" name="Freeform 974">
                <a:extLst>
                  <a:ext uri="{FF2B5EF4-FFF2-40B4-BE49-F238E27FC236}">
                    <a16:creationId xmlns:a16="http://schemas.microsoft.com/office/drawing/2014/main" id="{0B029954-E17B-C115-E74B-C5AF3DEF2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88" name="Oval 975">
                <a:extLst>
                  <a:ext uri="{FF2B5EF4-FFF2-40B4-BE49-F238E27FC236}">
                    <a16:creationId xmlns:a16="http://schemas.microsoft.com/office/drawing/2014/main" id="{877E259C-4370-1B03-6A0D-C7E60F1BA7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89" name="Freeform 976">
                <a:extLst>
                  <a:ext uri="{FF2B5EF4-FFF2-40B4-BE49-F238E27FC236}">
                    <a16:creationId xmlns:a16="http://schemas.microsoft.com/office/drawing/2014/main" id="{85395172-794F-8F48-AB93-1FAC2B2D6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90" name="AutoShape 977">
                <a:extLst>
                  <a:ext uri="{FF2B5EF4-FFF2-40B4-BE49-F238E27FC236}">
                    <a16:creationId xmlns:a16="http://schemas.microsoft.com/office/drawing/2014/main" id="{D3C7309C-8647-AFD6-2732-730027E1DD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91" name="AutoShape 978">
                <a:extLst>
                  <a:ext uri="{FF2B5EF4-FFF2-40B4-BE49-F238E27FC236}">
                    <a16:creationId xmlns:a16="http://schemas.microsoft.com/office/drawing/2014/main" id="{622350CE-C0E1-ABE2-73E6-A28DF7ABF8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92" name="Oval 979">
                <a:extLst>
                  <a:ext uri="{FF2B5EF4-FFF2-40B4-BE49-F238E27FC236}">
                    <a16:creationId xmlns:a16="http://schemas.microsoft.com/office/drawing/2014/main" id="{7D6B6A33-0AB7-64B5-D703-056F7D522E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93" name="Oval 980">
                <a:extLst>
                  <a:ext uri="{FF2B5EF4-FFF2-40B4-BE49-F238E27FC236}">
                    <a16:creationId xmlns:a16="http://schemas.microsoft.com/office/drawing/2014/main" id="{8A038E0E-B9AD-CC4F-67E4-5C01FF7FD4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94" name="Oval 981">
                <a:extLst>
                  <a:ext uri="{FF2B5EF4-FFF2-40B4-BE49-F238E27FC236}">
                    <a16:creationId xmlns:a16="http://schemas.microsoft.com/office/drawing/2014/main" id="{6AF653A9-7971-64E4-DEBE-B992446E70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95" name="Rectangle 982">
                <a:extLst>
                  <a:ext uri="{FF2B5EF4-FFF2-40B4-BE49-F238E27FC236}">
                    <a16:creationId xmlns:a16="http://schemas.microsoft.com/office/drawing/2014/main" id="{36F6197A-5EFB-3F36-8563-0FEFDFB470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828" name="Group 827">
            <a:extLst>
              <a:ext uri="{FF2B5EF4-FFF2-40B4-BE49-F238E27FC236}">
                <a16:creationId xmlns:a16="http://schemas.microsoft.com/office/drawing/2014/main" id="{F64276B8-C26D-2BBA-9C62-9C3A7DBD3EFC}"/>
              </a:ext>
            </a:extLst>
          </p:cNvPr>
          <p:cNvGrpSpPr>
            <a:grpSpLocks/>
          </p:cNvGrpSpPr>
          <p:nvPr/>
        </p:nvGrpSpPr>
        <p:grpSpPr bwMode="auto">
          <a:xfrm>
            <a:off x="5911851" y="3556000"/>
            <a:ext cx="347663" cy="679450"/>
            <a:chOff x="7923189" y="2486664"/>
            <a:chExt cx="360377" cy="884585"/>
          </a:xfrm>
        </p:grpSpPr>
        <p:pic>
          <p:nvPicPr>
            <p:cNvPr id="212236" name="Picture 3">
              <a:extLst>
                <a:ext uri="{FF2B5EF4-FFF2-40B4-BE49-F238E27FC236}">
                  <a16:creationId xmlns:a16="http://schemas.microsoft.com/office/drawing/2014/main" id="{E3E51995-5D37-AAFE-E01E-8283464424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237" name="Group 950">
              <a:extLst>
                <a:ext uri="{FF2B5EF4-FFF2-40B4-BE49-F238E27FC236}">
                  <a16:creationId xmlns:a16="http://schemas.microsoft.com/office/drawing/2014/main" id="{C4E0E9DB-18CC-ABEA-842F-7AEDE9439E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238" name="Freeform 951">
                <a:extLst>
                  <a:ext uri="{FF2B5EF4-FFF2-40B4-BE49-F238E27FC236}">
                    <a16:creationId xmlns:a16="http://schemas.microsoft.com/office/drawing/2014/main" id="{1D4C52A4-CE17-D814-6BA9-9293982B8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39" name="Rectangle 952">
                <a:extLst>
                  <a:ext uri="{FF2B5EF4-FFF2-40B4-BE49-F238E27FC236}">
                    <a16:creationId xmlns:a16="http://schemas.microsoft.com/office/drawing/2014/main" id="{965A05D0-425A-8E0A-A658-EAB6F04DB6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40" name="Freeform 953">
                <a:extLst>
                  <a:ext uri="{FF2B5EF4-FFF2-40B4-BE49-F238E27FC236}">
                    <a16:creationId xmlns:a16="http://schemas.microsoft.com/office/drawing/2014/main" id="{CE94E31C-62DF-1CE3-607F-7BA75CCAE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41" name="Freeform 954">
                <a:extLst>
                  <a:ext uri="{FF2B5EF4-FFF2-40B4-BE49-F238E27FC236}">
                    <a16:creationId xmlns:a16="http://schemas.microsoft.com/office/drawing/2014/main" id="{89E33648-C6D1-194C-10B4-5E177B5E4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42" name="Rectangle 955">
                <a:extLst>
                  <a:ext uri="{FF2B5EF4-FFF2-40B4-BE49-F238E27FC236}">
                    <a16:creationId xmlns:a16="http://schemas.microsoft.com/office/drawing/2014/main" id="{3CD9D5C9-E395-CBAA-E92F-71A6FAC384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43" name="Group 956">
                <a:extLst>
                  <a:ext uri="{FF2B5EF4-FFF2-40B4-BE49-F238E27FC236}">
                    <a16:creationId xmlns:a16="http://schemas.microsoft.com/office/drawing/2014/main" id="{616BC3C8-DDD0-2F36-46F5-E9D94D0FE66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268" name="AutoShape 957">
                  <a:extLst>
                    <a:ext uri="{FF2B5EF4-FFF2-40B4-BE49-F238E27FC236}">
                      <a16:creationId xmlns:a16="http://schemas.microsoft.com/office/drawing/2014/main" id="{2BE34D38-0408-92DB-97CF-8C5DD9C977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69" name="AutoShape 958">
                  <a:extLst>
                    <a:ext uri="{FF2B5EF4-FFF2-40B4-BE49-F238E27FC236}">
                      <a16:creationId xmlns:a16="http://schemas.microsoft.com/office/drawing/2014/main" id="{D3F4FEF7-D08E-FF3D-B4DB-F85B076996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44" name="Rectangle 959">
                <a:extLst>
                  <a:ext uri="{FF2B5EF4-FFF2-40B4-BE49-F238E27FC236}">
                    <a16:creationId xmlns:a16="http://schemas.microsoft.com/office/drawing/2014/main" id="{6D0639EA-47BC-5AFA-4FCE-997467A6E9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45" name="Group 960">
                <a:extLst>
                  <a:ext uri="{FF2B5EF4-FFF2-40B4-BE49-F238E27FC236}">
                    <a16:creationId xmlns:a16="http://schemas.microsoft.com/office/drawing/2014/main" id="{5ACC1D45-14CD-3989-03A0-D432EC3FA73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266" name="AutoShape 961">
                  <a:extLst>
                    <a:ext uri="{FF2B5EF4-FFF2-40B4-BE49-F238E27FC236}">
                      <a16:creationId xmlns:a16="http://schemas.microsoft.com/office/drawing/2014/main" id="{33468C7C-2BB2-DE79-5D72-93034D30F3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67" name="AutoShape 962">
                  <a:extLst>
                    <a:ext uri="{FF2B5EF4-FFF2-40B4-BE49-F238E27FC236}">
                      <a16:creationId xmlns:a16="http://schemas.microsoft.com/office/drawing/2014/main" id="{A62E878A-94E2-778B-1ED7-A6CB5E9C76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46" name="Rectangle 963">
                <a:extLst>
                  <a:ext uri="{FF2B5EF4-FFF2-40B4-BE49-F238E27FC236}">
                    <a16:creationId xmlns:a16="http://schemas.microsoft.com/office/drawing/2014/main" id="{CD6AB946-AFD3-B755-C15B-51BD00A05B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47" name="Rectangle 964">
                <a:extLst>
                  <a:ext uri="{FF2B5EF4-FFF2-40B4-BE49-F238E27FC236}">
                    <a16:creationId xmlns:a16="http://schemas.microsoft.com/office/drawing/2014/main" id="{320047B6-AE61-7BFD-2BD0-A0C035CF00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48" name="Group 965">
                <a:extLst>
                  <a:ext uri="{FF2B5EF4-FFF2-40B4-BE49-F238E27FC236}">
                    <a16:creationId xmlns:a16="http://schemas.microsoft.com/office/drawing/2014/main" id="{2313AA77-D381-171F-3412-EA3329B9843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264" name="AutoShape 966">
                  <a:extLst>
                    <a:ext uri="{FF2B5EF4-FFF2-40B4-BE49-F238E27FC236}">
                      <a16:creationId xmlns:a16="http://schemas.microsoft.com/office/drawing/2014/main" id="{7823C2A4-5FD7-1931-D502-A1FD6406CEC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65" name="AutoShape 967">
                  <a:extLst>
                    <a:ext uri="{FF2B5EF4-FFF2-40B4-BE49-F238E27FC236}">
                      <a16:creationId xmlns:a16="http://schemas.microsoft.com/office/drawing/2014/main" id="{89CC7867-DC85-77D3-8676-3F1516F0BFE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49" name="Freeform 968">
                <a:extLst>
                  <a:ext uri="{FF2B5EF4-FFF2-40B4-BE49-F238E27FC236}">
                    <a16:creationId xmlns:a16="http://schemas.microsoft.com/office/drawing/2014/main" id="{472DC625-CD34-DAFE-9B81-0588EE2B8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50" name="Group 969">
                <a:extLst>
                  <a:ext uri="{FF2B5EF4-FFF2-40B4-BE49-F238E27FC236}">
                    <a16:creationId xmlns:a16="http://schemas.microsoft.com/office/drawing/2014/main" id="{CEC26315-9F9B-5D71-CC95-43494A5E9F8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262" name="AutoShape 970">
                  <a:extLst>
                    <a:ext uri="{FF2B5EF4-FFF2-40B4-BE49-F238E27FC236}">
                      <a16:creationId xmlns:a16="http://schemas.microsoft.com/office/drawing/2014/main" id="{BBBCE527-2E9C-6B3B-0CF2-D60C17AE6DB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63" name="AutoShape 971">
                  <a:extLst>
                    <a:ext uri="{FF2B5EF4-FFF2-40B4-BE49-F238E27FC236}">
                      <a16:creationId xmlns:a16="http://schemas.microsoft.com/office/drawing/2014/main" id="{2D5CE163-306C-FC07-DB33-0F7C0131F1C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51" name="Rectangle 972">
                <a:extLst>
                  <a:ext uri="{FF2B5EF4-FFF2-40B4-BE49-F238E27FC236}">
                    <a16:creationId xmlns:a16="http://schemas.microsoft.com/office/drawing/2014/main" id="{9584C739-D78C-73E3-C730-6500EDA5AA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52" name="Freeform 973">
                <a:extLst>
                  <a:ext uri="{FF2B5EF4-FFF2-40B4-BE49-F238E27FC236}">
                    <a16:creationId xmlns:a16="http://schemas.microsoft.com/office/drawing/2014/main" id="{8152D079-2802-5AC1-CDAA-190320663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53" name="Freeform 974">
                <a:extLst>
                  <a:ext uri="{FF2B5EF4-FFF2-40B4-BE49-F238E27FC236}">
                    <a16:creationId xmlns:a16="http://schemas.microsoft.com/office/drawing/2014/main" id="{30B091A0-D81C-C305-94DF-F147D710F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54" name="Oval 975">
                <a:extLst>
                  <a:ext uri="{FF2B5EF4-FFF2-40B4-BE49-F238E27FC236}">
                    <a16:creationId xmlns:a16="http://schemas.microsoft.com/office/drawing/2014/main" id="{805CA008-4230-49B0-918A-4CBCE0AE5F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55" name="Freeform 976">
                <a:extLst>
                  <a:ext uri="{FF2B5EF4-FFF2-40B4-BE49-F238E27FC236}">
                    <a16:creationId xmlns:a16="http://schemas.microsoft.com/office/drawing/2014/main" id="{655DA9DA-55F5-53F3-FB54-BA105622C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56" name="AutoShape 977">
                <a:extLst>
                  <a:ext uri="{FF2B5EF4-FFF2-40B4-BE49-F238E27FC236}">
                    <a16:creationId xmlns:a16="http://schemas.microsoft.com/office/drawing/2014/main" id="{86B62D08-77DE-5CA0-4193-3459FC0A6C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57" name="AutoShape 978">
                <a:extLst>
                  <a:ext uri="{FF2B5EF4-FFF2-40B4-BE49-F238E27FC236}">
                    <a16:creationId xmlns:a16="http://schemas.microsoft.com/office/drawing/2014/main" id="{03F57139-4365-014B-99CA-94A12963F6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58" name="Oval 979">
                <a:extLst>
                  <a:ext uri="{FF2B5EF4-FFF2-40B4-BE49-F238E27FC236}">
                    <a16:creationId xmlns:a16="http://schemas.microsoft.com/office/drawing/2014/main" id="{C03F7F74-0ADB-3727-4182-6B849963B9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59" name="Oval 980">
                <a:extLst>
                  <a:ext uri="{FF2B5EF4-FFF2-40B4-BE49-F238E27FC236}">
                    <a16:creationId xmlns:a16="http://schemas.microsoft.com/office/drawing/2014/main" id="{B75F8D9C-9E89-82E9-7A46-2C379A9D07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60" name="Oval 981">
                <a:extLst>
                  <a:ext uri="{FF2B5EF4-FFF2-40B4-BE49-F238E27FC236}">
                    <a16:creationId xmlns:a16="http://schemas.microsoft.com/office/drawing/2014/main" id="{7C09F4CB-E8B5-70BB-459D-421FF82C1D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61" name="Rectangle 982">
                <a:extLst>
                  <a:ext uri="{FF2B5EF4-FFF2-40B4-BE49-F238E27FC236}">
                    <a16:creationId xmlns:a16="http://schemas.microsoft.com/office/drawing/2014/main" id="{07DC9C28-FFDB-8AB9-8BCB-37AA0E36E4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id="{BA5DCE58-6C06-F601-ACCF-195EFCDDA39C}"/>
              </a:ext>
            </a:extLst>
          </p:cNvPr>
          <p:cNvGrpSpPr>
            <a:grpSpLocks/>
          </p:cNvGrpSpPr>
          <p:nvPr/>
        </p:nvGrpSpPr>
        <p:grpSpPr bwMode="auto">
          <a:xfrm>
            <a:off x="6608763" y="5611814"/>
            <a:ext cx="347662" cy="681037"/>
            <a:chOff x="7923189" y="2486664"/>
            <a:chExt cx="360377" cy="884585"/>
          </a:xfrm>
        </p:grpSpPr>
        <p:pic>
          <p:nvPicPr>
            <p:cNvPr id="212202" name="Picture 3">
              <a:extLst>
                <a:ext uri="{FF2B5EF4-FFF2-40B4-BE49-F238E27FC236}">
                  <a16:creationId xmlns:a16="http://schemas.microsoft.com/office/drawing/2014/main" id="{71170E44-0EB9-ABBA-06CC-90A6E9F8417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203" name="Group 950">
              <a:extLst>
                <a:ext uri="{FF2B5EF4-FFF2-40B4-BE49-F238E27FC236}">
                  <a16:creationId xmlns:a16="http://schemas.microsoft.com/office/drawing/2014/main" id="{1DBEED6D-1E97-6B7A-92E9-8DBDFD306D9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204" name="Freeform 951">
                <a:extLst>
                  <a:ext uri="{FF2B5EF4-FFF2-40B4-BE49-F238E27FC236}">
                    <a16:creationId xmlns:a16="http://schemas.microsoft.com/office/drawing/2014/main" id="{4F39EB7B-3D44-15F4-3F5B-6974D7145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05" name="Rectangle 952">
                <a:extLst>
                  <a:ext uri="{FF2B5EF4-FFF2-40B4-BE49-F238E27FC236}">
                    <a16:creationId xmlns:a16="http://schemas.microsoft.com/office/drawing/2014/main" id="{828E50C9-BD4C-FB01-EC01-B9E7ABD223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06" name="Freeform 953">
                <a:extLst>
                  <a:ext uri="{FF2B5EF4-FFF2-40B4-BE49-F238E27FC236}">
                    <a16:creationId xmlns:a16="http://schemas.microsoft.com/office/drawing/2014/main" id="{66C5C8AB-F245-EDD6-C513-A368C4D66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07" name="Freeform 954">
                <a:extLst>
                  <a:ext uri="{FF2B5EF4-FFF2-40B4-BE49-F238E27FC236}">
                    <a16:creationId xmlns:a16="http://schemas.microsoft.com/office/drawing/2014/main" id="{C5323850-7974-3DC4-94F0-C550A1C26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08" name="Rectangle 955">
                <a:extLst>
                  <a:ext uri="{FF2B5EF4-FFF2-40B4-BE49-F238E27FC236}">
                    <a16:creationId xmlns:a16="http://schemas.microsoft.com/office/drawing/2014/main" id="{DCA5E870-564E-F465-C1DC-EEEBE34288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09" name="Group 956">
                <a:extLst>
                  <a:ext uri="{FF2B5EF4-FFF2-40B4-BE49-F238E27FC236}">
                    <a16:creationId xmlns:a16="http://schemas.microsoft.com/office/drawing/2014/main" id="{8574EB22-AD32-21A1-721E-54E43D5B161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234" name="AutoShape 957">
                  <a:extLst>
                    <a:ext uri="{FF2B5EF4-FFF2-40B4-BE49-F238E27FC236}">
                      <a16:creationId xmlns:a16="http://schemas.microsoft.com/office/drawing/2014/main" id="{43009298-FFBC-A7B1-6134-1D59A96A648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35" name="AutoShape 958">
                  <a:extLst>
                    <a:ext uri="{FF2B5EF4-FFF2-40B4-BE49-F238E27FC236}">
                      <a16:creationId xmlns:a16="http://schemas.microsoft.com/office/drawing/2014/main" id="{70B8EED2-D514-9B38-9960-AE17632E23A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10" name="Rectangle 959">
                <a:extLst>
                  <a:ext uri="{FF2B5EF4-FFF2-40B4-BE49-F238E27FC236}">
                    <a16:creationId xmlns:a16="http://schemas.microsoft.com/office/drawing/2014/main" id="{E5394215-F9BD-F5AC-7143-C8E90BF4EC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11" name="Group 960">
                <a:extLst>
                  <a:ext uri="{FF2B5EF4-FFF2-40B4-BE49-F238E27FC236}">
                    <a16:creationId xmlns:a16="http://schemas.microsoft.com/office/drawing/2014/main" id="{F05E7377-813E-C113-28DE-6027EFCA4A2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232" name="AutoShape 961">
                  <a:extLst>
                    <a:ext uri="{FF2B5EF4-FFF2-40B4-BE49-F238E27FC236}">
                      <a16:creationId xmlns:a16="http://schemas.microsoft.com/office/drawing/2014/main" id="{83173CD7-B31E-1778-8382-5E52BF0520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33" name="AutoShape 962">
                  <a:extLst>
                    <a:ext uri="{FF2B5EF4-FFF2-40B4-BE49-F238E27FC236}">
                      <a16:creationId xmlns:a16="http://schemas.microsoft.com/office/drawing/2014/main" id="{E509E432-C23A-B0DE-0EFD-E810C4F8D1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12" name="Rectangle 963">
                <a:extLst>
                  <a:ext uri="{FF2B5EF4-FFF2-40B4-BE49-F238E27FC236}">
                    <a16:creationId xmlns:a16="http://schemas.microsoft.com/office/drawing/2014/main" id="{C40982FC-6557-2E93-60DF-6051555614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13" name="Rectangle 964">
                <a:extLst>
                  <a:ext uri="{FF2B5EF4-FFF2-40B4-BE49-F238E27FC236}">
                    <a16:creationId xmlns:a16="http://schemas.microsoft.com/office/drawing/2014/main" id="{65F49A55-8E21-1D54-A23D-1E9EE7C69D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14" name="Group 965">
                <a:extLst>
                  <a:ext uri="{FF2B5EF4-FFF2-40B4-BE49-F238E27FC236}">
                    <a16:creationId xmlns:a16="http://schemas.microsoft.com/office/drawing/2014/main" id="{7FB21AD7-30CD-B14C-C88E-A370413C13A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230" name="AutoShape 966">
                  <a:extLst>
                    <a:ext uri="{FF2B5EF4-FFF2-40B4-BE49-F238E27FC236}">
                      <a16:creationId xmlns:a16="http://schemas.microsoft.com/office/drawing/2014/main" id="{6596D46B-CCBD-EE83-692C-147232E843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31" name="AutoShape 967">
                  <a:extLst>
                    <a:ext uri="{FF2B5EF4-FFF2-40B4-BE49-F238E27FC236}">
                      <a16:creationId xmlns:a16="http://schemas.microsoft.com/office/drawing/2014/main" id="{10C8B6F2-5D38-3962-C76B-5DE2362E12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15" name="Freeform 968">
                <a:extLst>
                  <a:ext uri="{FF2B5EF4-FFF2-40B4-BE49-F238E27FC236}">
                    <a16:creationId xmlns:a16="http://schemas.microsoft.com/office/drawing/2014/main" id="{E7A97A0B-6146-F865-AA70-65D838173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16" name="Group 969">
                <a:extLst>
                  <a:ext uri="{FF2B5EF4-FFF2-40B4-BE49-F238E27FC236}">
                    <a16:creationId xmlns:a16="http://schemas.microsoft.com/office/drawing/2014/main" id="{F72BFC5D-C3DD-FED1-34A9-7E9D4319E88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228" name="AutoShape 970">
                  <a:extLst>
                    <a:ext uri="{FF2B5EF4-FFF2-40B4-BE49-F238E27FC236}">
                      <a16:creationId xmlns:a16="http://schemas.microsoft.com/office/drawing/2014/main" id="{DEE3ED19-CB53-A133-5236-D4B5F4753F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29" name="AutoShape 971">
                  <a:extLst>
                    <a:ext uri="{FF2B5EF4-FFF2-40B4-BE49-F238E27FC236}">
                      <a16:creationId xmlns:a16="http://schemas.microsoft.com/office/drawing/2014/main" id="{D2F7420B-4108-4092-3C46-3B32D37594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17" name="Rectangle 972">
                <a:extLst>
                  <a:ext uri="{FF2B5EF4-FFF2-40B4-BE49-F238E27FC236}">
                    <a16:creationId xmlns:a16="http://schemas.microsoft.com/office/drawing/2014/main" id="{F0AEAFC5-9BD0-A785-7E55-7C1E8B4323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18" name="Freeform 973">
                <a:extLst>
                  <a:ext uri="{FF2B5EF4-FFF2-40B4-BE49-F238E27FC236}">
                    <a16:creationId xmlns:a16="http://schemas.microsoft.com/office/drawing/2014/main" id="{3779209D-2AEA-4FE4-7435-2B9AB0355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19" name="Freeform 974">
                <a:extLst>
                  <a:ext uri="{FF2B5EF4-FFF2-40B4-BE49-F238E27FC236}">
                    <a16:creationId xmlns:a16="http://schemas.microsoft.com/office/drawing/2014/main" id="{AE97AB16-1832-3CC8-D858-A37CB8703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20" name="Oval 975">
                <a:extLst>
                  <a:ext uri="{FF2B5EF4-FFF2-40B4-BE49-F238E27FC236}">
                    <a16:creationId xmlns:a16="http://schemas.microsoft.com/office/drawing/2014/main" id="{BCF2DB15-1709-47C2-B676-A266FCF9EC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21" name="Freeform 976">
                <a:extLst>
                  <a:ext uri="{FF2B5EF4-FFF2-40B4-BE49-F238E27FC236}">
                    <a16:creationId xmlns:a16="http://schemas.microsoft.com/office/drawing/2014/main" id="{5C8A19B1-8609-3EA9-D2D0-7606088AB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22" name="AutoShape 977">
                <a:extLst>
                  <a:ext uri="{FF2B5EF4-FFF2-40B4-BE49-F238E27FC236}">
                    <a16:creationId xmlns:a16="http://schemas.microsoft.com/office/drawing/2014/main" id="{82964927-542A-AEDD-0731-D79A19C37F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23" name="AutoShape 978">
                <a:extLst>
                  <a:ext uri="{FF2B5EF4-FFF2-40B4-BE49-F238E27FC236}">
                    <a16:creationId xmlns:a16="http://schemas.microsoft.com/office/drawing/2014/main" id="{7435C305-2114-FF62-4214-76FF088390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24" name="Oval 979">
                <a:extLst>
                  <a:ext uri="{FF2B5EF4-FFF2-40B4-BE49-F238E27FC236}">
                    <a16:creationId xmlns:a16="http://schemas.microsoft.com/office/drawing/2014/main" id="{AD9AE55C-310B-EAB7-66C5-396C68F3E5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25" name="Oval 980">
                <a:extLst>
                  <a:ext uri="{FF2B5EF4-FFF2-40B4-BE49-F238E27FC236}">
                    <a16:creationId xmlns:a16="http://schemas.microsoft.com/office/drawing/2014/main" id="{D42BF68C-10C1-EA49-4006-B5D0624AA9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26" name="Oval 981">
                <a:extLst>
                  <a:ext uri="{FF2B5EF4-FFF2-40B4-BE49-F238E27FC236}">
                    <a16:creationId xmlns:a16="http://schemas.microsoft.com/office/drawing/2014/main" id="{216EB00E-25E7-1C87-18C9-E6F00BEDC4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27" name="Rectangle 982">
                <a:extLst>
                  <a:ext uri="{FF2B5EF4-FFF2-40B4-BE49-F238E27FC236}">
                    <a16:creationId xmlns:a16="http://schemas.microsoft.com/office/drawing/2014/main" id="{ED137F32-EF8F-987F-7254-6068E204CA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898" name="Group 897">
            <a:extLst>
              <a:ext uri="{FF2B5EF4-FFF2-40B4-BE49-F238E27FC236}">
                <a16:creationId xmlns:a16="http://schemas.microsoft.com/office/drawing/2014/main" id="{CFB4E6D8-5D5F-E745-C747-6A5E37BADB67}"/>
              </a:ext>
            </a:extLst>
          </p:cNvPr>
          <p:cNvGrpSpPr>
            <a:grpSpLocks/>
          </p:cNvGrpSpPr>
          <p:nvPr/>
        </p:nvGrpSpPr>
        <p:grpSpPr bwMode="auto">
          <a:xfrm>
            <a:off x="7591426" y="3829050"/>
            <a:ext cx="347663" cy="681038"/>
            <a:chOff x="7923189" y="2486664"/>
            <a:chExt cx="360377" cy="884585"/>
          </a:xfrm>
        </p:grpSpPr>
        <p:pic>
          <p:nvPicPr>
            <p:cNvPr id="212168" name="Picture 3">
              <a:extLst>
                <a:ext uri="{FF2B5EF4-FFF2-40B4-BE49-F238E27FC236}">
                  <a16:creationId xmlns:a16="http://schemas.microsoft.com/office/drawing/2014/main" id="{8597514B-9117-49D4-8247-8892B53C975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169" name="Group 950">
              <a:extLst>
                <a:ext uri="{FF2B5EF4-FFF2-40B4-BE49-F238E27FC236}">
                  <a16:creationId xmlns:a16="http://schemas.microsoft.com/office/drawing/2014/main" id="{C5504A32-172D-2579-BC26-E8DBFC4593B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170" name="Freeform 951">
                <a:extLst>
                  <a:ext uri="{FF2B5EF4-FFF2-40B4-BE49-F238E27FC236}">
                    <a16:creationId xmlns:a16="http://schemas.microsoft.com/office/drawing/2014/main" id="{F6FCE6F5-CBD7-0A2F-582C-3EC6A31CF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71" name="Rectangle 952">
                <a:extLst>
                  <a:ext uri="{FF2B5EF4-FFF2-40B4-BE49-F238E27FC236}">
                    <a16:creationId xmlns:a16="http://schemas.microsoft.com/office/drawing/2014/main" id="{E6207E5E-C89E-2183-4385-13CCF6BD20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72" name="Freeform 953">
                <a:extLst>
                  <a:ext uri="{FF2B5EF4-FFF2-40B4-BE49-F238E27FC236}">
                    <a16:creationId xmlns:a16="http://schemas.microsoft.com/office/drawing/2014/main" id="{86A7D735-9E80-0A3A-B557-A6BC4EF79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73" name="Freeform 954">
                <a:extLst>
                  <a:ext uri="{FF2B5EF4-FFF2-40B4-BE49-F238E27FC236}">
                    <a16:creationId xmlns:a16="http://schemas.microsoft.com/office/drawing/2014/main" id="{4867BDF0-E900-464E-FF3B-CEB12C5CF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74" name="Rectangle 955">
                <a:extLst>
                  <a:ext uri="{FF2B5EF4-FFF2-40B4-BE49-F238E27FC236}">
                    <a16:creationId xmlns:a16="http://schemas.microsoft.com/office/drawing/2014/main" id="{5333EAAA-985A-3032-74D8-58A0B2005A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75" name="Group 956">
                <a:extLst>
                  <a:ext uri="{FF2B5EF4-FFF2-40B4-BE49-F238E27FC236}">
                    <a16:creationId xmlns:a16="http://schemas.microsoft.com/office/drawing/2014/main" id="{B998C968-F26F-9533-9E15-2B5803FF4C5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200" name="AutoShape 957">
                  <a:extLst>
                    <a:ext uri="{FF2B5EF4-FFF2-40B4-BE49-F238E27FC236}">
                      <a16:creationId xmlns:a16="http://schemas.microsoft.com/office/drawing/2014/main" id="{1DE400B9-2155-3D9E-E8B7-520261C6E5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01" name="AutoShape 958">
                  <a:extLst>
                    <a:ext uri="{FF2B5EF4-FFF2-40B4-BE49-F238E27FC236}">
                      <a16:creationId xmlns:a16="http://schemas.microsoft.com/office/drawing/2014/main" id="{3796980B-0914-F968-4CA6-1CF9317EB0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176" name="Rectangle 959">
                <a:extLst>
                  <a:ext uri="{FF2B5EF4-FFF2-40B4-BE49-F238E27FC236}">
                    <a16:creationId xmlns:a16="http://schemas.microsoft.com/office/drawing/2014/main" id="{4C8F404C-B762-0C0D-9441-1A76967FFF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77" name="Group 960">
                <a:extLst>
                  <a:ext uri="{FF2B5EF4-FFF2-40B4-BE49-F238E27FC236}">
                    <a16:creationId xmlns:a16="http://schemas.microsoft.com/office/drawing/2014/main" id="{AC26AFAF-B03F-4AB0-C4FC-A955AFBA715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198" name="AutoShape 961">
                  <a:extLst>
                    <a:ext uri="{FF2B5EF4-FFF2-40B4-BE49-F238E27FC236}">
                      <a16:creationId xmlns:a16="http://schemas.microsoft.com/office/drawing/2014/main" id="{0FB4B858-A7E7-E6AD-C4C3-9302DDAAE95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199" name="AutoShape 962">
                  <a:extLst>
                    <a:ext uri="{FF2B5EF4-FFF2-40B4-BE49-F238E27FC236}">
                      <a16:creationId xmlns:a16="http://schemas.microsoft.com/office/drawing/2014/main" id="{55A094E1-49F0-594E-87B0-8B8C5731C9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178" name="Rectangle 963">
                <a:extLst>
                  <a:ext uri="{FF2B5EF4-FFF2-40B4-BE49-F238E27FC236}">
                    <a16:creationId xmlns:a16="http://schemas.microsoft.com/office/drawing/2014/main" id="{78076401-C722-EFAE-C3A0-81F9215F4C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79" name="Rectangle 964">
                <a:extLst>
                  <a:ext uri="{FF2B5EF4-FFF2-40B4-BE49-F238E27FC236}">
                    <a16:creationId xmlns:a16="http://schemas.microsoft.com/office/drawing/2014/main" id="{5E636222-89F9-C259-A68B-33D001D5C0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80" name="Group 965">
                <a:extLst>
                  <a:ext uri="{FF2B5EF4-FFF2-40B4-BE49-F238E27FC236}">
                    <a16:creationId xmlns:a16="http://schemas.microsoft.com/office/drawing/2014/main" id="{1886E061-52B7-2C51-D405-768A94DC184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196" name="AutoShape 966">
                  <a:extLst>
                    <a:ext uri="{FF2B5EF4-FFF2-40B4-BE49-F238E27FC236}">
                      <a16:creationId xmlns:a16="http://schemas.microsoft.com/office/drawing/2014/main" id="{1112EE05-CF2C-779C-D972-10F33DD2A85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197" name="AutoShape 967">
                  <a:extLst>
                    <a:ext uri="{FF2B5EF4-FFF2-40B4-BE49-F238E27FC236}">
                      <a16:creationId xmlns:a16="http://schemas.microsoft.com/office/drawing/2014/main" id="{A994E132-4986-2889-96A5-922EC334644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181" name="Freeform 968">
                <a:extLst>
                  <a:ext uri="{FF2B5EF4-FFF2-40B4-BE49-F238E27FC236}">
                    <a16:creationId xmlns:a16="http://schemas.microsoft.com/office/drawing/2014/main" id="{8ECC7A5B-6BD2-5395-4DD6-CF312D25E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82" name="Group 969">
                <a:extLst>
                  <a:ext uri="{FF2B5EF4-FFF2-40B4-BE49-F238E27FC236}">
                    <a16:creationId xmlns:a16="http://schemas.microsoft.com/office/drawing/2014/main" id="{038CC7EA-5AA0-85AB-E47F-5B16C599B79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194" name="AutoShape 970">
                  <a:extLst>
                    <a:ext uri="{FF2B5EF4-FFF2-40B4-BE49-F238E27FC236}">
                      <a16:creationId xmlns:a16="http://schemas.microsoft.com/office/drawing/2014/main" id="{99E62BCE-92D6-86D0-6F09-9C85B20551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195" name="AutoShape 971">
                  <a:extLst>
                    <a:ext uri="{FF2B5EF4-FFF2-40B4-BE49-F238E27FC236}">
                      <a16:creationId xmlns:a16="http://schemas.microsoft.com/office/drawing/2014/main" id="{5A1FEFBA-AE1B-C5B2-177F-AF3FAC65B6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183" name="Rectangle 972">
                <a:extLst>
                  <a:ext uri="{FF2B5EF4-FFF2-40B4-BE49-F238E27FC236}">
                    <a16:creationId xmlns:a16="http://schemas.microsoft.com/office/drawing/2014/main" id="{795077AF-0D48-849D-CFE1-C045F13B8C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84" name="Freeform 973">
                <a:extLst>
                  <a:ext uri="{FF2B5EF4-FFF2-40B4-BE49-F238E27FC236}">
                    <a16:creationId xmlns:a16="http://schemas.microsoft.com/office/drawing/2014/main" id="{FF319A0F-1D28-C48D-7C63-6C07F9759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85" name="Freeform 974">
                <a:extLst>
                  <a:ext uri="{FF2B5EF4-FFF2-40B4-BE49-F238E27FC236}">
                    <a16:creationId xmlns:a16="http://schemas.microsoft.com/office/drawing/2014/main" id="{2813A550-A92C-1E33-03F2-DBF289D87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86" name="Oval 975">
                <a:extLst>
                  <a:ext uri="{FF2B5EF4-FFF2-40B4-BE49-F238E27FC236}">
                    <a16:creationId xmlns:a16="http://schemas.microsoft.com/office/drawing/2014/main" id="{3DF58560-EE0D-77DB-AFD9-F73E290BBD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87" name="Freeform 976">
                <a:extLst>
                  <a:ext uri="{FF2B5EF4-FFF2-40B4-BE49-F238E27FC236}">
                    <a16:creationId xmlns:a16="http://schemas.microsoft.com/office/drawing/2014/main" id="{5AF5BC4C-74B3-A6C0-005D-73C3A2649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88" name="AutoShape 977">
                <a:extLst>
                  <a:ext uri="{FF2B5EF4-FFF2-40B4-BE49-F238E27FC236}">
                    <a16:creationId xmlns:a16="http://schemas.microsoft.com/office/drawing/2014/main" id="{CFFA1219-1A68-D315-A620-E5E998B7F7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89" name="AutoShape 978">
                <a:extLst>
                  <a:ext uri="{FF2B5EF4-FFF2-40B4-BE49-F238E27FC236}">
                    <a16:creationId xmlns:a16="http://schemas.microsoft.com/office/drawing/2014/main" id="{4B0DD15E-368D-9C6B-809E-E27A40E075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90" name="Oval 979">
                <a:extLst>
                  <a:ext uri="{FF2B5EF4-FFF2-40B4-BE49-F238E27FC236}">
                    <a16:creationId xmlns:a16="http://schemas.microsoft.com/office/drawing/2014/main" id="{CEED9989-FB07-2032-5571-4961E1A3F2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91" name="Oval 980">
                <a:extLst>
                  <a:ext uri="{FF2B5EF4-FFF2-40B4-BE49-F238E27FC236}">
                    <a16:creationId xmlns:a16="http://schemas.microsoft.com/office/drawing/2014/main" id="{497FBCDC-3DD0-C9F4-335D-E4EB2A1B91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92" name="Oval 981">
                <a:extLst>
                  <a:ext uri="{FF2B5EF4-FFF2-40B4-BE49-F238E27FC236}">
                    <a16:creationId xmlns:a16="http://schemas.microsoft.com/office/drawing/2014/main" id="{C9BD3C5C-7A1C-531D-CBE8-FDA2484FCE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93" name="Rectangle 982">
                <a:extLst>
                  <a:ext uri="{FF2B5EF4-FFF2-40B4-BE49-F238E27FC236}">
                    <a16:creationId xmlns:a16="http://schemas.microsoft.com/office/drawing/2014/main" id="{C1513653-8D0D-0A47-C6EA-ADF34FBDF7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933" name="Group 932">
            <a:extLst>
              <a:ext uri="{FF2B5EF4-FFF2-40B4-BE49-F238E27FC236}">
                <a16:creationId xmlns:a16="http://schemas.microsoft.com/office/drawing/2014/main" id="{4BFD1093-9B57-7C3D-B4EA-B57A31861D68}"/>
              </a:ext>
            </a:extLst>
          </p:cNvPr>
          <p:cNvGrpSpPr>
            <a:grpSpLocks/>
          </p:cNvGrpSpPr>
          <p:nvPr/>
        </p:nvGrpSpPr>
        <p:grpSpPr bwMode="auto">
          <a:xfrm>
            <a:off x="3646488" y="5629275"/>
            <a:ext cx="347662" cy="681038"/>
            <a:chOff x="7923189" y="2486664"/>
            <a:chExt cx="360377" cy="884585"/>
          </a:xfrm>
        </p:grpSpPr>
        <p:pic>
          <p:nvPicPr>
            <p:cNvPr id="212134" name="Picture 3">
              <a:extLst>
                <a:ext uri="{FF2B5EF4-FFF2-40B4-BE49-F238E27FC236}">
                  <a16:creationId xmlns:a16="http://schemas.microsoft.com/office/drawing/2014/main" id="{84E98003-4367-8245-13AA-5BC5AAA2CA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135" name="Group 950">
              <a:extLst>
                <a:ext uri="{FF2B5EF4-FFF2-40B4-BE49-F238E27FC236}">
                  <a16:creationId xmlns:a16="http://schemas.microsoft.com/office/drawing/2014/main" id="{01F90B34-15C2-92AC-1670-6AB222AF70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136" name="Freeform 951">
                <a:extLst>
                  <a:ext uri="{FF2B5EF4-FFF2-40B4-BE49-F238E27FC236}">
                    <a16:creationId xmlns:a16="http://schemas.microsoft.com/office/drawing/2014/main" id="{6A1CF300-7419-3059-3F9B-C13FA5200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37" name="Rectangle 952">
                <a:extLst>
                  <a:ext uri="{FF2B5EF4-FFF2-40B4-BE49-F238E27FC236}">
                    <a16:creationId xmlns:a16="http://schemas.microsoft.com/office/drawing/2014/main" id="{491720E5-9ECA-6B4B-EC92-C48C641460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38" name="Freeform 953">
                <a:extLst>
                  <a:ext uri="{FF2B5EF4-FFF2-40B4-BE49-F238E27FC236}">
                    <a16:creationId xmlns:a16="http://schemas.microsoft.com/office/drawing/2014/main" id="{CA7997F9-5E2B-7888-944F-8640BFE28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39" name="Freeform 954">
                <a:extLst>
                  <a:ext uri="{FF2B5EF4-FFF2-40B4-BE49-F238E27FC236}">
                    <a16:creationId xmlns:a16="http://schemas.microsoft.com/office/drawing/2014/main" id="{536301AA-022F-BE31-322E-98D5A8244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40" name="Rectangle 955">
                <a:extLst>
                  <a:ext uri="{FF2B5EF4-FFF2-40B4-BE49-F238E27FC236}">
                    <a16:creationId xmlns:a16="http://schemas.microsoft.com/office/drawing/2014/main" id="{5ED11A58-5588-FB58-59BA-AAA753F453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41" name="Group 956">
                <a:extLst>
                  <a:ext uri="{FF2B5EF4-FFF2-40B4-BE49-F238E27FC236}">
                    <a16:creationId xmlns:a16="http://schemas.microsoft.com/office/drawing/2014/main" id="{80CDF49C-694D-3716-639F-0F150ECEC5C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166" name="AutoShape 957">
                  <a:extLst>
                    <a:ext uri="{FF2B5EF4-FFF2-40B4-BE49-F238E27FC236}">
                      <a16:creationId xmlns:a16="http://schemas.microsoft.com/office/drawing/2014/main" id="{1087B240-1B76-79EF-B065-45A6CA2F410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167" name="AutoShape 958">
                  <a:extLst>
                    <a:ext uri="{FF2B5EF4-FFF2-40B4-BE49-F238E27FC236}">
                      <a16:creationId xmlns:a16="http://schemas.microsoft.com/office/drawing/2014/main" id="{5470C6A7-B29F-519F-25E0-66178C744C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142" name="Rectangle 959">
                <a:extLst>
                  <a:ext uri="{FF2B5EF4-FFF2-40B4-BE49-F238E27FC236}">
                    <a16:creationId xmlns:a16="http://schemas.microsoft.com/office/drawing/2014/main" id="{595E065C-DF25-061A-9BBC-0CE7D8D0A9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43" name="Group 960">
                <a:extLst>
                  <a:ext uri="{FF2B5EF4-FFF2-40B4-BE49-F238E27FC236}">
                    <a16:creationId xmlns:a16="http://schemas.microsoft.com/office/drawing/2014/main" id="{81E5C042-7D90-499C-466B-FF68EFA91E1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164" name="AutoShape 961">
                  <a:extLst>
                    <a:ext uri="{FF2B5EF4-FFF2-40B4-BE49-F238E27FC236}">
                      <a16:creationId xmlns:a16="http://schemas.microsoft.com/office/drawing/2014/main" id="{D924ABF0-7274-F75C-530B-A12A1132D3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165" name="AutoShape 962">
                  <a:extLst>
                    <a:ext uri="{FF2B5EF4-FFF2-40B4-BE49-F238E27FC236}">
                      <a16:creationId xmlns:a16="http://schemas.microsoft.com/office/drawing/2014/main" id="{F93430D5-20CD-053B-343E-6A0C13CD8B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144" name="Rectangle 963">
                <a:extLst>
                  <a:ext uri="{FF2B5EF4-FFF2-40B4-BE49-F238E27FC236}">
                    <a16:creationId xmlns:a16="http://schemas.microsoft.com/office/drawing/2014/main" id="{77520F6F-5121-00FD-60C3-8047D4DB3D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45" name="Rectangle 964">
                <a:extLst>
                  <a:ext uri="{FF2B5EF4-FFF2-40B4-BE49-F238E27FC236}">
                    <a16:creationId xmlns:a16="http://schemas.microsoft.com/office/drawing/2014/main" id="{1047D7A3-5AD7-2F96-3537-0708E72639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46" name="Group 965">
                <a:extLst>
                  <a:ext uri="{FF2B5EF4-FFF2-40B4-BE49-F238E27FC236}">
                    <a16:creationId xmlns:a16="http://schemas.microsoft.com/office/drawing/2014/main" id="{EA777620-5A68-D9B5-3A47-197C7920843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162" name="AutoShape 966">
                  <a:extLst>
                    <a:ext uri="{FF2B5EF4-FFF2-40B4-BE49-F238E27FC236}">
                      <a16:creationId xmlns:a16="http://schemas.microsoft.com/office/drawing/2014/main" id="{0D740F17-42D7-772F-7749-11B15BF7B6B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163" name="AutoShape 967">
                  <a:extLst>
                    <a:ext uri="{FF2B5EF4-FFF2-40B4-BE49-F238E27FC236}">
                      <a16:creationId xmlns:a16="http://schemas.microsoft.com/office/drawing/2014/main" id="{5949A490-B769-CB74-BD00-43E6A6E873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147" name="Freeform 968">
                <a:extLst>
                  <a:ext uri="{FF2B5EF4-FFF2-40B4-BE49-F238E27FC236}">
                    <a16:creationId xmlns:a16="http://schemas.microsoft.com/office/drawing/2014/main" id="{50B9A7C1-ECC2-4C50-52C9-1CC6FC462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48" name="Group 969">
                <a:extLst>
                  <a:ext uri="{FF2B5EF4-FFF2-40B4-BE49-F238E27FC236}">
                    <a16:creationId xmlns:a16="http://schemas.microsoft.com/office/drawing/2014/main" id="{292BE843-D67A-446F-FB53-FF875EFB3A2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160" name="AutoShape 970">
                  <a:extLst>
                    <a:ext uri="{FF2B5EF4-FFF2-40B4-BE49-F238E27FC236}">
                      <a16:creationId xmlns:a16="http://schemas.microsoft.com/office/drawing/2014/main" id="{DEBF4D1F-3062-4579-FBD9-7FACDF1B851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161" name="AutoShape 971">
                  <a:extLst>
                    <a:ext uri="{FF2B5EF4-FFF2-40B4-BE49-F238E27FC236}">
                      <a16:creationId xmlns:a16="http://schemas.microsoft.com/office/drawing/2014/main" id="{E815B122-4654-FC31-BEF2-10B7E5421EF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149" name="Rectangle 972">
                <a:extLst>
                  <a:ext uri="{FF2B5EF4-FFF2-40B4-BE49-F238E27FC236}">
                    <a16:creationId xmlns:a16="http://schemas.microsoft.com/office/drawing/2014/main" id="{DCC3446B-11C9-920D-5BD4-EB7394D93A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0" name="Freeform 973">
                <a:extLst>
                  <a:ext uri="{FF2B5EF4-FFF2-40B4-BE49-F238E27FC236}">
                    <a16:creationId xmlns:a16="http://schemas.microsoft.com/office/drawing/2014/main" id="{B2DF2AFD-A70F-6E56-3E23-224D8A25F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1" name="Freeform 974">
                <a:extLst>
                  <a:ext uri="{FF2B5EF4-FFF2-40B4-BE49-F238E27FC236}">
                    <a16:creationId xmlns:a16="http://schemas.microsoft.com/office/drawing/2014/main" id="{A0539C5F-1379-843E-31D1-8365E9DE0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2" name="Oval 975">
                <a:extLst>
                  <a:ext uri="{FF2B5EF4-FFF2-40B4-BE49-F238E27FC236}">
                    <a16:creationId xmlns:a16="http://schemas.microsoft.com/office/drawing/2014/main" id="{B9434812-3B6F-A574-CFCE-2B5EFB4A5C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3" name="Freeform 976">
                <a:extLst>
                  <a:ext uri="{FF2B5EF4-FFF2-40B4-BE49-F238E27FC236}">
                    <a16:creationId xmlns:a16="http://schemas.microsoft.com/office/drawing/2014/main" id="{534C77C1-F6BB-5DAE-539E-A3CF6B3D4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4" name="AutoShape 977">
                <a:extLst>
                  <a:ext uri="{FF2B5EF4-FFF2-40B4-BE49-F238E27FC236}">
                    <a16:creationId xmlns:a16="http://schemas.microsoft.com/office/drawing/2014/main" id="{D02A7763-EDF7-0D62-731A-2E598A3319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5" name="AutoShape 978">
                <a:extLst>
                  <a:ext uri="{FF2B5EF4-FFF2-40B4-BE49-F238E27FC236}">
                    <a16:creationId xmlns:a16="http://schemas.microsoft.com/office/drawing/2014/main" id="{3D138933-78B3-F915-1B1C-033A902185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6" name="Oval 979">
                <a:extLst>
                  <a:ext uri="{FF2B5EF4-FFF2-40B4-BE49-F238E27FC236}">
                    <a16:creationId xmlns:a16="http://schemas.microsoft.com/office/drawing/2014/main" id="{A06DC295-8A47-7D0A-A3DC-AE93967000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7" name="Oval 980">
                <a:extLst>
                  <a:ext uri="{FF2B5EF4-FFF2-40B4-BE49-F238E27FC236}">
                    <a16:creationId xmlns:a16="http://schemas.microsoft.com/office/drawing/2014/main" id="{64595F1C-2411-B404-605D-0C0D90A581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8" name="Oval 981">
                <a:extLst>
                  <a:ext uri="{FF2B5EF4-FFF2-40B4-BE49-F238E27FC236}">
                    <a16:creationId xmlns:a16="http://schemas.microsoft.com/office/drawing/2014/main" id="{4C28DCAD-625C-60FF-7A34-E7DF0287C9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9" name="Rectangle 982">
                <a:extLst>
                  <a:ext uri="{FF2B5EF4-FFF2-40B4-BE49-F238E27FC236}">
                    <a16:creationId xmlns:a16="http://schemas.microsoft.com/office/drawing/2014/main" id="{1E8996E3-0311-CBCE-E08E-E2D7708538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211981" name="Group 15">
            <a:extLst>
              <a:ext uri="{FF2B5EF4-FFF2-40B4-BE49-F238E27FC236}">
                <a16:creationId xmlns:a16="http://schemas.microsoft.com/office/drawing/2014/main" id="{B054FC8D-6AE9-15ED-2390-F01AF1887F3F}"/>
              </a:ext>
            </a:extLst>
          </p:cNvPr>
          <p:cNvGrpSpPr>
            <a:grpSpLocks/>
          </p:cNvGrpSpPr>
          <p:nvPr/>
        </p:nvGrpSpPr>
        <p:grpSpPr bwMode="auto">
          <a:xfrm>
            <a:off x="9231313" y="4368800"/>
            <a:ext cx="990600" cy="731838"/>
            <a:chOff x="7707615" y="4368892"/>
            <a:chExt cx="990551" cy="731635"/>
          </a:xfrm>
        </p:grpSpPr>
        <p:pic>
          <p:nvPicPr>
            <p:cNvPr id="212034" name="Picture 14">
              <a:extLst>
                <a:ext uri="{FF2B5EF4-FFF2-40B4-BE49-F238E27FC236}">
                  <a16:creationId xmlns:a16="http://schemas.microsoft.com/office/drawing/2014/main" id="{7CD810F1-C6FF-2AD2-621A-377132DCAD85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771833" y="4640202"/>
              <a:ext cx="822008" cy="460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12035" name="Group 249">
              <a:extLst>
                <a:ext uri="{FF2B5EF4-FFF2-40B4-BE49-F238E27FC236}">
                  <a16:creationId xmlns:a16="http://schemas.microsoft.com/office/drawing/2014/main" id="{4F7C6B89-DEF7-C3FA-28A8-1AACE312C7D1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707615" y="4368892"/>
              <a:ext cx="225953" cy="395900"/>
              <a:chOff x="4140" y="429"/>
              <a:chExt cx="1425" cy="2396"/>
            </a:xfrm>
          </p:grpSpPr>
          <p:sp>
            <p:nvSpPr>
              <p:cNvPr id="212102" name="Freeform 250">
                <a:extLst>
                  <a:ext uri="{FF2B5EF4-FFF2-40B4-BE49-F238E27FC236}">
                    <a16:creationId xmlns:a16="http://schemas.microsoft.com/office/drawing/2014/main" id="{A4313019-C0A9-77AE-D0CD-3E0BCF289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9 w 354"/>
                  <a:gd name="T1" fmla="*/ 0 h 2742"/>
                  <a:gd name="T2" fmla="*/ 47 w 354"/>
                  <a:gd name="T3" fmla="*/ 66 h 2742"/>
                  <a:gd name="T4" fmla="*/ 46 w 354"/>
                  <a:gd name="T5" fmla="*/ 510 h 2742"/>
                  <a:gd name="T6" fmla="*/ 0 w 354"/>
                  <a:gd name="T7" fmla="*/ 534 h 2742"/>
                  <a:gd name="T8" fmla="*/ 9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971" name="Rectangle 251">
                <a:extLst>
                  <a:ext uri="{FF2B5EF4-FFF2-40B4-BE49-F238E27FC236}">
                    <a16:creationId xmlns:a16="http://schemas.microsoft.com/office/drawing/2014/main" id="{249B6F3A-5F50-D39E-C047-9A6B0F9D9F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429"/>
                <a:ext cx="1051" cy="2276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104" name="Freeform 252">
                <a:extLst>
                  <a:ext uri="{FF2B5EF4-FFF2-40B4-BE49-F238E27FC236}">
                    <a16:creationId xmlns:a16="http://schemas.microsoft.com/office/drawing/2014/main" id="{554DF18D-E451-512B-20A3-97B6A3E75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9 w 211"/>
                  <a:gd name="T3" fmla="*/ 43 h 2537"/>
                  <a:gd name="T4" fmla="*/ 2 w 211"/>
                  <a:gd name="T5" fmla="*/ 48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05" name="Freeform 253">
                <a:extLst>
                  <a:ext uri="{FF2B5EF4-FFF2-40B4-BE49-F238E27FC236}">
                    <a16:creationId xmlns:a16="http://schemas.microsoft.com/office/drawing/2014/main" id="{B09B8483-30D1-F83A-63A1-781F74864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5 h 226"/>
                  <a:gd name="T4" fmla="*/ 45 w 328"/>
                  <a:gd name="T5" fmla="*/ 45 h 226"/>
                  <a:gd name="T6" fmla="*/ 0 w 328"/>
                  <a:gd name="T7" fmla="*/ 19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974" name="Rectangle 254">
                <a:extLst>
                  <a:ext uri="{FF2B5EF4-FFF2-40B4-BE49-F238E27FC236}">
                    <a16:creationId xmlns:a16="http://schemas.microsoft.com/office/drawing/2014/main" id="{184B08A2-21D7-1396-8D74-EB293F4610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3" y="688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107" name="Group 255">
                <a:extLst>
                  <a:ext uri="{FF2B5EF4-FFF2-40B4-BE49-F238E27FC236}">
                    <a16:creationId xmlns:a16="http://schemas.microsoft.com/office/drawing/2014/main" id="{AFE464B5-95D8-6A53-FECC-94D35B104E5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000" name="AutoShape 256">
                  <a:extLst>
                    <a:ext uri="{FF2B5EF4-FFF2-40B4-BE49-F238E27FC236}">
                      <a16:creationId xmlns:a16="http://schemas.microsoft.com/office/drawing/2014/main" id="{2FC0647E-122A-268D-B087-1CB8A8DE09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0" y="2569"/>
                  <a:ext cx="725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01" name="AutoShape 257">
                  <a:extLst>
                    <a:ext uri="{FF2B5EF4-FFF2-40B4-BE49-F238E27FC236}">
                      <a16:creationId xmlns:a16="http://schemas.microsoft.com/office/drawing/2014/main" id="{E1637BD0-630A-32B3-90B4-42E7AE955B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45" y="2587"/>
                  <a:ext cx="700" cy="10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976" name="Rectangle 258">
                <a:extLst>
                  <a:ext uri="{FF2B5EF4-FFF2-40B4-BE49-F238E27FC236}">
                    <a16:creationId xmlns:a16="http://schemas.microsoft.com/office/drawing/2014/main" id="{7AE08892-7B26-ABE6-B63C-B05E7F49C1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5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109" name="Group 259">
                <a:extLst>
                  <a:ext uri="{FF2B5EF4-FFF2-40B4-BE49-F238E27FC236}">
                    <a16:creationId xmlns:a16="http://schemas.microsoft.com/office/drawing/2014/main" id="{361E5F0A-097D-632D-FFF1-6F2D368DFDB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998" name="AutoShape 260">
                  <a:extLst>
                    <a:ext uri="{FF2B5EF4-FFF2-40B4-BE49-F238E27FC236}">
                      <a16:creationId xmlns:a16="http://schemas.microsoft.com/office/drawing/2014/main" id="{E3CD4B31-2C07-FF1C-6DCF-065010CE00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0" y="2570"/>
                  <a:ext cx="725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999" name="AutoShape 261">
                  <a:extLst>
                    <a:ext uri="{FF2B5EF4-FFF2-40B4-BE49-F238E27FC236}">
                      <a16:creationId xmlns:a16="http://schemas.microsoft.com/office/drawing/2014/main" id="{BF5EF7E0-C4EF-2BDA-2580-891E62CD56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3" y="2590"/>
                  <a:ext cx="687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978" name="Rectangle 262">
                <a:extLst>
                  <a:ext uri="{FF2B5EF4-FFF2-40B4-BE49-F238E27FC236}">
                    <a16:creationId xmlns:a16="http://schemas.microsoft.com/office/drawing/2014/main" id="{495F249B-E503-34E6-1107-0C700FD4C4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361"/>
                <a:ext cx="591" cy="3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79" name="Rectangle 263">
                <a:extLst>
                  <a:ext uri="{FF2B5EF4-FFF2-40B4-BE49-F238E27FC236}">
                    <a16:creationId xmlns:a16="http://schemas.microsoft.com/office/drawing/2014/main" id="{18D0C4F2-DA79-65C7-91BA-A56F510D9E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4" y="1649"/>
                <a:ext cx="59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112" name="Group 264">
                <a:extLst>
                  <a:ext uri="{FF2B5EF4-FFF2-40B4-BE49-F238E27FC236}">
                    <a16:creationId xmlns:a16="http://schemas.microsoft.com/office/drawing/2014/main" id="{66F1992B-9103-3016-7C8F-4A68B5D1357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996" name="AutoShape 265">
                  <a:extLst>
                    <a:ext uri="{FF2B5EF4-FFF2-40B4-BE49-F238E27FC236}">
                      <a16:creationId xmlns:a16="http://schemas.microsoft.com/office/drawing/2014/main" id="{44FA0D78-5F8B-8C50-A731-8BD2A7BCB7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0"/>
                  <a:ext cx="711" cy="13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997" name="AutoShape 266">
                  <a:extLst>
                    <a:ext uri="{FF2B5EF4-FFF2-40B4-BE49-F238E27FC236}">
                      <a16:creationId xmlns:a16="http://schemas.microsoft.com/office/drawing/2014/main" id="{77ABA92E-40D7-A6A3-5E1F-DD22B33A99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8"/>
                  <a:ext cx="673" cy="9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212113" name="Freeform 267">
                <a:extLst>
                  <a:ext uri="{FF2B5EF4-FFF2-40B4-BE49-F238E27FC236}">
                    <a16:creationId xmlns:a16="http://schemas.microsoft.com/office/drawing/2014/main" id="{C07C2421-CC31-66C5-4C41-35A1752F9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4 h 226"/>
                  <a:gd name="T4" fmla="*/ 45 w 328"/>
                  <a:gd name="T5" fmla="*/ 43 h 226"/>
                  <a:gd name="T6" fmla="*/ 0 w 328"/>
                  <a:gd name="T7" fmla="*/ 1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14" name="Group 268">
                <a:extLst>
                  <a:ext uri="{FF2B5EF4-FFF2-40B4-BE49-F238E27FC236}">
                    <a16:creationId xmlns:a16="http://schemas.microsoft.com/office/drawing/2014/main" id="{AF5D6860-D99E-AD73-CA9B-CF87895A640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994" name="AutoShape 269">
                  <a:extLst>
                    <a:ext uri="{FF2B5EF4-FFF2-40B4-BE49-F238E27FC236}">
                      <a16:creationId xmlns:a16="http://schemas.microsoft.com/office/drawing/2014/main" id="{B2239935-6082-6820-66D8-EABECAC424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0" y="2544"/>
                  <a:ext cx="723" cy="16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995" name="AutoShape 270">
                  <a:extLst>
                    <a:ext uri="{FF2B5EF4-FFF2-40B4-BE49-F238E27FC236}">
                      <a16:creationId xmlns:a16="http://schemas.microsoft.com/office/drawing/2014/main" id="{87CAC37F-4E8A-C09C-61CC-95A3E71002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45" y="2582"/>
                  <a:ext cx="673" cy="11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983" name="Rectangle 271">
                <a:extLst>
                  <a:ext uri="{FF2B5EF4-FFF2-40B4-BE49-F238E27FC236}">
                    <a16:creationId xmlns:a16="http://schemas.microsoft.com/office/drawing/2014/main" id="{F9B86D05-473D-1A54-7A37-8903D547A4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5" y="429"/>
                <a:ext cx="60" cy="2286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116" name="Freeform 272">
                <a:extLst>
                  <a:ext uri="{FF2B5EF4-FFF2-40B4-BE49-F238E27FC236}">
                    <a16:creationId xmlns:a16="http://schemas.microsoft.com/office/drawing/2014/main" id="{7DFCADEE-7576-C3AD-3A03-B6BE25BCC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40 w 296"/>
                  <a:gd name="T3" fmla="*/ 27 h 256"/>
                  <a:gd name="T4" fmla="*/ 40 w 296"/>
                  <a:gd name="T5" fmla="*/ 49 h 256"/>
                  <a:gd name="T6" fmla="*/ 0 w 296"/>
                  <a:gd name="T7" fmla="*/ 18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17" name="Freeform 273">
                <a:extLst>
                  <a:ext uri="{FF2B5EF4-FFF2-40B4-BE49-F238E27FC236}">
                    <a16:creationId xmlns:a16="http://schemas.microsoft.com/office/drawing/2014/main" id="{A6A666A8-95E8-5230-33B2-289A8A7DF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42 w 304"/>
                  <a:gd name="T3" fmla="*/ 32 h 288"/>
                  <a:gd name="T4" fmla="*/ 39 w 304"/>
                  <a:gd name="T5" fmla="*/ 57 h 288"/>
                  <a:gd name="T6" fmla="*/ 2 w 304"/>
                  <a:gd name="T7" fmla="*/ 24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986" name="Oval 274">
                <a:extLst>
                  <a:ext uri="{FF2B5EF4-FFF2-40B4-BE49-F238E27FC236}">
                    <a16:creationId xmlns:a16="http://schemas.microsoft.com/office/drawing/2014/main" id="{39790508-CC41-0700-B70A-B361CDAA16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09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119" name="Freeform 275">
                <a:extLst>
                  <a:ext uri="{FF2B5EF4-FFF2-40B4-BE49-F238E27FC236}">
                    <a16:creationId xmlns:a16="http://schemas.microsoft.com/office/drawing/2014/main" id="{0BE6804B-6690-D258-7BCB-E2D559DAA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21 h 240"/>
                  <a:gd name="T2" fmla="*/ 2 w 306"/>
                  <a:gd name="T3" fmla="*/ 48 h 240"/>
                  <a:gd name="T4" fmla="*/ 42 w 306"/>
                  <a:gd name="T5" fmla="*/ 22 h 240"/>
                  <a:gd name="T6" fmla="*/ 40 w 306"/>
                  <a:gd name="T7" fmla="*/ 0 h 240"/>
                  <a:gd name="T8" fmla="*/ 0 w 306"/>
                  <a:gd name="T9" fmla="*/ 21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988" name="AutoShape 276">
                <a:extLst>
                  <a:ext uri="{FF2B5EF4-FFF2-40B4-BE49-F238E27FC236}">
                    <a16:creationId xmlns:a16="http://schemas.microsoft.com/office/drawing/2014/main" id="{F4EF40D2-3BC3-D55D-1E63-EF58F8F030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3" y="2677"/>
                <a:ext cx="1201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89" name="AutoShape 277">
                <a:extLst>
                  <a:ext uri="{FF2B5EF4-FFF2-40B4-BE49-F238E27FC236}">
                    <a16:creationId xmlns:a16="http://schemas.microsoft.com/office/drawing/2014/main" id="{1283D9A0-4621-01D1-2BB7-0FE8AD8740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2705"/>
                <a:ext cx="1071" cy="7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90" name="Oval 278">
                <a:extLst>
                  <a:ext uri="{FF2B5EF4-FFF2-40B4-BE49-F238E27FC236}">
                    <a16:creationId xmlns:a16="http://schemas.microsoft.com/office/drawing/2014/main" id="{C51F7DD5-4C61-8900-30D4-C6C2F27418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4" y="2379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91" name="Oval 279">
                <a:extLst>
                  <a:ext uri="{FF2B5EF4-FFF2-40B4-BE49-F238E27FC236}">
                    <a16:creationId xmlns:a16="http://schemas.microsoft.com/office/drawing/2014/main" id="{039EDCB3-C263-CE5A-111F-79B4A56A73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4" y="2379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92" name="Oval 280">
                <a:extLst>
                  <a:ext uri="{FF2B5EF4-FFF2-40B4-BE49-F238E27FC236}">
                    <a16:creationId xmlns:a16="http://schemas.microsoft.com/office/drawing/2014/main" id="{ACF65D28-0CFD-F3CB-FBA9-E6FD537658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2379"/>
                <a:ext cx="160" cy="13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93" name="Rectangle 281">
                <a:extLst>
                  <a:ext uri="{FF2B5EF4-FFF2-40B4-BE49-F238E27FC236}">
                    <a16:creationId xmlns:a16="http://schemas.microsoft.com/office/drawing/2014/main" id="{69592386-9B41-9F2E-0CBF-2EDA212A57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1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212036" name="Group 249">
              <a:extLst>
                <a:ext uri="{FF2B5EF4-FFF2-40B4-BE49-F238E27FC236}">
                  <a16:creationId xmlns:a16="http://schemas.microsoft.com/office/drawing/2014/main" id="{98F1B911-6FD6-1C46-FD8B-EB2D9BAFE127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39866" y="4369199"/>
              <a:ext cx="225953" cy="395900"/>
              <a:chOff x="4140" y="429"/>
              <a:chExt cx="1425" cy="2396"/>
            </a:xfrm>
          </p:grpSpPr>
          <p:sp>
            <p:nvSpPr>
              <p:cNvPr id="212070" name="Freeform 250">
                <a:extLst>
                  <a:ext uri="{FF2B5EF4-FFF2-40B4-BE49-F238E27FC236}">
                    <a16:creationId xmlns:a16="http://schemas.microsoft.com/office/drawing/2014/main" id="{1B860B4C-8C23-6361-8CE0-4919353E8C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9 w 354"/>
                  <a:gd name="T1" fmla="*/ 0 h 2742"/>
                  <a:gd name="T2" fmla="*/ 47 w 354"/>
                  <a:gd name="T3" fmla="*/ 66 h 2742"/>
                  <a:gd name="T4" fmla="*/ 46 w 354"/>
                  <a:gd name="T5" fmla="*/ 510 h 2742"/>
                  <a:gd name="T6" fmla="*/ 0 w 354"/>
                  <a:gd name="T7" fmla="*/ 534 h 2742"/>
                  <a:gd name="T8" fmla="*/ 9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04" name="Rectangle 251">
                <a:extLst>
                  <a:ext uri="{FF2B5EF4-FFF2-40B4-BE49-F238E27FC236}">
                    <a16:creationId xmlns:a16="http://schemas.microsoft.com/office/drawing/2014/main" id="{B1C9C775-56BC-CC36-01D3-A1D6DAAB9D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7" y="427"/>
                <a:ext cx="1051" cy="2286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072" name="Freeform 252">
                <a:extLst>
                  <a:ext uri="{FF2B5EF4-FFF2-40B4-BE49-F238E27FC236}">
                    <a16:creationId xmlns:a16="http://schemas.microsoft.com/office/drawing/2014/main" id="{221618E3-E4EE-5317-7CE6-DF359A1AD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9 w 211"/>
                  <a:gd name="T3" fmla="*/ 43 h 2537"/>
                  <a:gd name="T4" fmla="*/ 2 w 211"/>
                  <a:gd name="T5" fmla="*/ 48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73" name="Freeform 253">
                <a:extLst>
                  <a:ext uri="{FF2B5EF4-FFF2-40B4-BE49-F238E27FC236}">
                    <a16:creationId xmlns:a16="http://schemas.microsoft.com/office/drawing/2014/main" id="{A74BD674-329C-7CF3-1B1A-BF55A90D0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5 h 226"/>
                  <a:gd name="T4" fmla="*/ 45 w 328"/>
                  <a:gd name="T5" fmla="*/ 45 h 226"/>
                  <a:gd name="T6" fmla="*/ 0 w 328"/>
                  <a:gd name="T7" fmla="*/ 19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07" name="Rectangle 254">
                <a:extLst>
                  <a:ext uri="{FF2B5EF4-FFF2-40B4-BE49-F238E27FC236}">
                    <a16:creationId xmlns:a16="http://schemas.microsoft.com/office/drawing/2014/main" id="{3000DF4C-5331-59CF-6121-7CB586D6AE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7" y="696"/>
                <a:ext cx="601" cy="3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075" name="Group 255">
                <a:extLst>
                  <a:ext uri="{FF2B5EF4-FFF2-40B4-BE49-F238E27FC236}">
                    <a16:creationId xmlns:a16="http://schemas.microsoft.com/office/drawing/2014/main" id="{C9851EEE-3950-748F-4C0C-CB55A1E726B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033" name="AutoShape 256">
                  <a:extLst>
                    <a:ext uri="{FF2B5EF4-FFF2-40B4-BE49-F238E27FC236}">
                      <a16:creationId xmlns:a16="http://schemas.microsoft.com/office/drawing/2014/main" id="{7B3741C9-2838-3C52-201E-D8634BEF3A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67"/>
                  <a:ext cx="725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34" name="AutoShape 257">
                  <a:extLst>
                    <a:ext uri="{FF2B5EF4-FFF2-40B4-BE49-F238E27FC236}">
                      <a16:creationId xmlns:a16="http://schemas.microsoft.com/office/drawing/2014/main" id="{7BCD7DC0-F7A1-F799-FA05-4F0F6B7A9A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4" y="2586"/>
                  <a:ext cx="700" cy="10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1009" name="Rectangle 258">
                <a:extLst>
                  <a:ext uri="{FF2B5EF4-FFF2-40B4-BE49-F238E27FC236}">
                    <a16:creationId xmlns:a16="http://schemas.microsoft.com/office/drawing/2014/main" id="{637A0384-E3A1-9AA8-CDFD-94D0A016DF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023"/>
                <a:ext cx="591" cy="3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077" name="Group 259">
                <a:extLst>
                  <a:ext uri="{FF2B5EF4-FFF2-40B4-BE49-F238E27FC236}">
                    <a16:creationId xmlns:a16="http://schemas.microsoft.com/office/drawing/2014/main" id="{360A3A01-2E79-EDD6-3084-886BCC26A04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031" name="AutoShape 260">
                  <a:extLst>
                    <a:ext uri="{FF2B5EF4-FFF2-40B4-BE49-F238E27FC236}">
                      <a16:creationId xmlns:a16="http://schemas.microsoft.com/office/drawing/2014/main" id="{956269E8-32BE-41B9-EC3B-5940AA213E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68"/>
                  <a:ext cx="725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32" name="AutoShape 261">
                  <a:extLst>
                    <a:ext uri="{FF2B5EF4-FFF2-40B4-BE49-F238E27FC236}">
                      <a16:creationId xmlns:a16="http://schemas.microsoft.com/office/drawing/2014/main" id="{18E4F0CE-F748-EE35-D178-4D657AA713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8"/>
                  <a:ext cx="687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1011" name="Rectangle 262">
                <a:extLst>
                  <a:ext uri="{FF2B5EF4-FFF2-40B4-BE49-F238E27FC236}">
                    <a16:creationId xmlns:a16="http://schemas.microsoft.com/office/drawing/2014/main" id="{11B7B160-2A62-05E3-0624-C6A54A840C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9"/>
                <a:ext cx="59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12" name="Rectangle 263">
                <a:extLst>
                  <a:ext uri="{FF2B5EF4-FFF2-40B4-BE49-F238E27FC236}">
                    <a16:creationId xmlns:a16="http://schemas.microsoft.com/office/drawing/2014/main" id="{7A416CBE-77BD-F8F8-8047-ED6C7889E3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657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080" name="Group 264">
                <a:extLst>
                  <a:ext uri="{FF2B5EF4-FFF2-40B4-BE49-F238E27FC236}">
                    <a16:creationId xmlns:a16="http://schemas.microsoft.com/office/drawing/2014/main" id="{2CD2B8CC-7B6A-E464-B1A5-2320DB219D2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029" name="AutoShape 265">
                  <a:extLst>
                    <a:ext uri="{FF2B5EF4-FFF2-40B4-BE49-F238E27FC236}">
                      <a16:creationId xmlns:a16="http://schemas.microsoft.com/office/drawing/2014/main" id="{F99C6BBA-EA1D-62F3-3E3A-F94D066991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9"/>
                  <a:ext cx="711" cy="141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30" name="AutoShape 266">
                  <a:extLst>
                    <a:ext uri="{FF2B5EF4-FFF2-40B4-BE49-F238E27FC236}">
                      <a16:creationId xmlns:a16="http://schemas.microsoft.com/office/drawing/2014/main" id="{B4A0807F-A636-63F8-746E-112FE295C0B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6"/>
                  <a:ext cx="673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212081" name="Freeform 267">
                <a:extLst>
                  <a:ext uri="{FF2B5EF4-FFF2-40B4-BE49-F238E27FC236}">
                    <a16:creationId xmlns:a16="http://schemas.microsoft.com/office/drawing/2014/main" id="{0817B2B7-6A3D-203C-9FA3-A3852A01E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4 h 226"/>
                  <a:gd name="T4" fmla="*/ 45 w 328"/>
                  <a:gd name="T5" fmla="*/ 43 h 226"/>
                  <a:gd name="T6" fmla="*/ 0 w 328"/>
                  <a:gd name="T7" fmla="*/ 1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082" name="Group 268">
                <a:extLst>
                  <a:ext uri="{FF2B5EF4-FFF2-40B4-BE49-F238E27FC236}">
                    <a16:creationId xmlns:a16="http://schemas.microsoft.com/office/drawing/2014/main" id="{01410472-C95C-6BF4-6DEB-5EE22E1A29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027" name="AutoShape 269">
                  <a:extLst>
                    <a:ext uri="{FF2B5EF4-FFF2-40B4-BE49-F238E27FC236}">
                      <a16:creationId xmlns:a16="http://schemas.microsoft.com/office/drawing/2014/main" id="{5929B235-3D5B-FFF7-BA85-0D6AA9FECBF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71"/>
                  <a:ext cx="761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28" name="AutoShape 270">
                  <a:extLst>
                    <a:ext uri="{FF2B5EF4-FFF2-40B4-BE49-F238E27FC236}">
                      <a16:creationId xmlns:a16="http://schemas.microsoft.com/office/drawing/2014/main" id="{CC241D6E-DD25-C774-57C1-F89ACE9FDB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4" y="2590"/>
                  <a:ext cx="723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1016" name="Rectangle 271">
                <a:extLst>
                  <a:ext uri="{FF2B5EF4-FFF2-40B4-BE49-F238E27FC236}">
                    <a16:creationId xmlns:a16="http://schemas.microsoft.com/office/drawing/2014/main" id="{A611974E-1042-6CD0-C596-99D1CCE84D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8" y="427"/>
                <a:ext cx="70" cy="2296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084" name="Freeform 272">
                <a:extLst>
                  <a:ext uri="{FF2B5EF4-FFF2-40B4-BE49-F238E27FC236}">
                    <a16:creationId xmlns:a16="http://schemas.microsoft.com/office/drawing/2014/main" id="{8F57E8FC-6D0B-4425-7BD0-1F2E15ACC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40 w 296"/>
                  <a:gd name="T3" fmla="*/ 27 h 256"/>
                  <a:gd name="T4" fmla="*/ 40 w 296"/>
                  <a:gd name="T5" fmla="*/ 49 h 256"/>
                  <a:gd name="T6" fmla="*/ 0 w 296"/>
                  <a:gd name="T7" fmla="*/ 18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85" name="Freeform 273">
                <a:extLst>
                  <a:ext uri="{FF2B5EF4-FFF2-40B4-BE49-F238E27FC236}">
                    <a16:creationId xmlns:a16="http://schemas.microsoft.com/office/drawing/2014/main" id="{915350FB-EBC6-82E0-E642-0B8F8E303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42 w 304"/>
                  <a:gd name="T3" fmla="*/ 32 h 288"/>
                  <a:gd name="T4" fmla="*/ 39 w 304"/>
                  <a:gd name="T5" fmla="*/ 57 h 288"/>
                  <a:gd name="T6" fmla="*/ 2 w 304"/>
                  <a:gd name="T7" fmla="*/ 24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19" name="Oval 274">
                <a:extLst>
                  <a:ext uri="{FF2B5EF4-FFF2-40B4-BE49-F238E27FC236}">
                    <a16:creationId xmlns:a16="http://schemas.microsoft.com/office/drawing/2014/main" id="{EA6A885D-E5A2-D523-0E5F-440A208D7B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8" y="2617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087" name="Freeform 275">
                <a:extLst>
                  <a:ext uri="{FF2B5EF4-FFF2-40B4-BE49-F238E27FC236}">
                    <a16:creationId xmlns:a16="http://schemas.microsoft.com/office/drawing/2014/main" id="{A660F017-1F68-786E-958D-9A0D92C62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21 h 240"/>
                  <a:gd name="T2" fmla="*/ 2 w 306"/>
                  <a:gd name="T3" fmla="*/ 48 h 240"/>
                  <a:gd name="T4" fmla="*/ 42 w 306"/>
                  <a:gd name="T5" fmla="*/ 22 h 240"/>
                  <a:gd name="T6" fmla="*/ 40 w 306"/>
                  <a:gd name="T7" fmla="*/ 0 h 240"/>
                  <a:gd name="T8" fmla="*/ 0 w 306"/>
                  <a:gd name="T9" fmla="*/ 21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21" name="AutoShape 276">
                <a:extLst>
                  <a:ext uri="{FF2B5EF4-FFF2-40B4-BE49-F238E27FC236}">
                    <a16:creationId xmlns:a16="http://schemas.microsoft.com/office/drawing/2014/main" id="{21BF7EC4-B5E9-91F1-BE23-11DF68BCD4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6" y="2684"/>
                <a:ext cx="1201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22" name="AutoShape 277">
                <a:extLst>
                  <a:ext uri="{FF2B5EF4-FFF2-40B4-BE49-F238E27FC236}">
                    <a16:creationId xmlns:a16="http://schemas.microsoft.com/office/drawing/2014/main" id="{8635A05F-A6EF-E819-105B-0CA3F9C7EE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7" y="2713"/>
                <a:ext cx="1071" cy="8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23" name="Oval 278">
                <a:extLst>
                  <a:ext uri="{FF2B5EF4-FFF2-40B4-BE49-F238E27FC236}">
                    <a16:creationId xmlns:a16="http://schemas.microsoft.com/office/drawing/2014/main" id="{207C37FC-664E-0896-C011-D5FFB10746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7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24" name="Oval 279">
                <a:extLst>
                  <a:ext uri="{FF2B5EF4-FFF2-40B4-BE49-F238E27FC236}">
                    <a16:creationId xmlns:a16="http://schemas.microsoft.com/office/drawing/2014/main" id="{D04C045C-CEF5-918D-15EE-1E6DAEE1B9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7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25" name="Oval 280">
                <a:extLst>
                  <a:ext uri="{FF2B5EF4-FFF2-40B4-BE49-F238E27FC236}">
                    <a16:creationId xmlns:a16="http://schemas.microsoft.com/office/drawing/2014/main" id="{7BCE5C58-E04E-6A24-A6D2-317197D181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7" y="2387"/>
                <a:ext cx="160" cy="13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26" name="Rectangle 281">
                <a:extLst>
                  <a:ext uri="{FF2B5EF4-FFF2-40B4-BE49-F238E27FC236}">
                    <a16:creationId xmlns:a16="http://schemas.microsoft.com/office/drawing/2014/main" id="{D0952038-8027-012B-5056-0DC2D46887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8" y="1839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212037" name="Group 249">
              <a:extLst>
                <a:ext uri="{FF2B5EF4-FFF2-40B4-BE49-F238E27FC236}">
                  <a16:creationId xmlns:a16="http://schemas.microsoft.com/office/drawing/2014/main" id="{29360ED2-7514-A020-5E8E-AD4337DE9C85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8472213" y="4384408"/>
              <a:ext cx="225953" cy="395900"/>
              <a:chOff x="4140" y="429"/>
              <a:chExt cx="1425" cy="2396"/>
            </a:xfrm>
          </p:grpSpPr>
          <p:sp>
            <p:nvSpPr>
              <p:cNvPr id="212038" name="Freeform 250">
                <a:extLst>
                  <a:ext uri="{FF2B5EF4-FFF2-40B4-BE49-F238E27FC236}">
                    <a16:creationId xmlns:a16="http://schemas.microsoft.com/office/drawing/2014/main" id="{2AC0C367-5D89-9E1E-F443-C8EA0A7E1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9 w 354"/>
                  <a:gd name="T1" fmla="*/ 0 h 2742"/>
                  <a:gd name="T2" fmla="*/ 47 w 354"/>
                  <a:gd name="T3" fmla="*/ 66 h 2742"/>
                  <a:gd name="T4" fmla="*/ 46 w 354"/>
                  <a:gd name="T5" fmla="*/ 510 h 2742"/>
                  <a:gd name="T6" fmla="*/ 0 w 354"/>
                  <a:gd name="T7" fmla="*/ 534 h 2742"/>
                  <a:gd name="T8" fmla="*/ 9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37" name="Rectangle 251">
                <a:extLst>
                  <a:ext uri="{FF2B5EF4-FFF2-40B4-BE49-F238E27FC236}">
                    <a16:creationId xmlns:a16="http://schemas.microsoft.com/office/drawing/2014/main" id="{4CB4633F-29FE-78FF-C4C5-B2EE00DE8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0" y="431"/>
                <a:ext cx="1051" cy="2276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040" name="Freeform 252">
                <a:extLst>
                  <a:ext uri="{FF2B5EF4-FFF2-40B4-BE49-F238E27FC236}">
                    <a16:creationId xmlns:a16="http://schemas.microsoft.com/office/drawing/2014/main" id="{919B5D23-F11D-30B5-7350-CA1827720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9 w 211"/>
                  <a:gd name="T3" fmla="*/ 43 h 2537"/>
                  <a:gd name="T4" fmla="*/ 2 w 211"/>
                  <a:gd name="T5" fmla="*/ 48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41" name="Freeform 253">
                <a:extLst>
                  <a:ext uri="{FF2B5EF4-FFF2-40B4-BE49-F238E27FC236}">
                    <a16:creationId xmlns:a16="http://schemas.microsoft.com/office/drawing/2014/main" id="{36A399F1-7E0B-4CDB-333E-BAA42B78A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5 h 226"/>
                  <a:gd name="T4" fmla="*/ 45 w 328"/>
                  <a:gd name="T5" fmla="*/ 45 h 226"/>
                  <a:gd name="T6" fmla="*/ 0 w 328"/>
                  <a:gd name="T7" fmla="*/ 19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40" name="Rectangle 254">
                <a:extLst>
                  <a:ext uri="{FF2B5EF4-FFF2-40B4-BE49-F238E27FC236}">
                    <a16:creationId xmlns:a16="http://schemas.microsoft.com/office/drawing/2014/main" id="{014AF9F8-51F6-5B54-D683-332EBDE316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043" name="Group 255">
                <a:extLst>
                  <a:ext uri="{FF2B5EF4-FFF2-40B4-BE49-F238E27FC236}">
                    <a16:creationId xmlns:a16="http://schemas.microsoft.com/office/drawing/2014/main" id="{3F1CD5EC-3D49-6CFA-D400-169DB874BE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066" name="AutoShape 256">
                  <a:extLst>
                    <a:ext uri="{FF2B5EF4-FFF2-40B4-BE49-F238E27FC236}">
                      <a16:creationId xmlns:a16="http://schemas.microsoft.com/office/drawing/2014/main" id="{B37CDD47-B99F-D9F1-4D25-69D256812CA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71"/>
                  <a:ext cx="725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67" name="AutoShape 257">
                  <a:extLst>
                    <a:ext uri="{FF2B5EF4-FFF2-40B4-BE49-F238E27FC236}">
                      <a16:creationId xmlns:a16="http://schemas.microsoft.com/office/drawing/2014/main" id="{3F3C77AE-14EC-B713-6F44-EC0853AA3FB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90"/>
                  <a:ext cx="700" cy="10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1042" name="Rectangle 258">
                <a:extLst>
                  <a:ext uri="{FF2B5EF4-FFF2-40B4-BE49-F238E27FC236}">
                    <a16:creationId xmlns:a16="http://schemas.microsoft.com/office/drawing/2014/main" id="{B3656A57-4C23-8F73-EB7A-DD7B43B7A2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17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045" name="Group 259">
                <a:extLst>
                  <a:ext uri="{FF2B5EF4-FFF2-40B4-BE49-F238E27FC236}">
                    <a16:creationId xmlns:a16="http://schemas.microsoft.com/office/drawing/2014/main" id="{B4E530FA-48BF-56EA-853A-064343FC8E5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064" name="AutoShape 260">
                  <a:extLst>
                    <a:ext uri="{FF2B5EF4-FFF2-40B4-BE49-F238E27FC236}">
                      <a16:creationId xmlns:a16="http://schemas.microsoft.com/office/drawing/2014/main" id="{F77503C0-6DAD-C7C8-FA85-B291AA1E886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81" y="2572"/>
                  <a:ext cx="725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65" name="AutoShape 261">
                  <a:extLst>
                    <a:ext uri="{FF2B5EF4-FFF2-40B4-BE49-F238E27FC236}">
                      <a16:creationId xmlns:a16="http://schemas.microsoft.com/office/drawing/2014/main" id="{B145C714-8B79-B4EF-4679-6DC6CEADAC0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94" y="2592"/>
                  <a:ext cx="687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1044" name="Rectangle 262">
                <a:extLst>
                  <a:ext uri="{FF2B5EF4-FFF2-40B4-BE49-F238E27FC236}">
                    <a16:creationId xmlns:a16="http://schemas.microsoft.com/office/drawing/2014/main" id="{7929FC1D-7B38-D3FF-5A5B-2DBA1037A8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63"/>
                <a:ext cx="591" cy="3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45" name="Rectangle 263">
                <a:extLst>
                  <a:ext uri="{FF2B5EF4-FFF2-40B4-BE49-F238E27FC236}">
                    <a16:creationId xmlns:a16="http://schemas.microsoft.com/office/drawing/2014/main" id="{FB4E86C0-168B-326E-E6BB-E28C86E7BC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1"/>
                <a:ext cx="59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048" name="Group 264">
                <a:extLst>
                  <a:ext uri="{FF2B5EF4-FFF2-40B4-BE49-F238E27FC236}">
                    <a16:creationId xmlns:a16="http://schemas.microsoft.com/office/drawing/2014/main" id="{C047F67B-0244-3EEC-3394-639262AC73E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062" name="AutoShape 265">
                  <a:extLst>
                    <a:ext uri="{FF2B5EF4-FFF2-40B4-BE49-F238E27FC236}">
                      <a16:creationId xmlns:a16="http://schemas.microsoft.com/office/drawing/2014/main" id="{506F62FC-BB7B-7A8C-7807-C469F6E535B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09" y="2572"/>
                  <a:ext cx="686" cy="13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63" name="AutoShape 266">
                  <a:extLst>
                    <a:ext uri="{FF2B5EF4-FFF2-40B4-BE49-F238E27FC236}">
                      <a16:creationId xmlns:a16="http://schemas.microsoft.com/office/drawing/2014/main" id="{62B5B614-03C5-39E2-43C2-6434BFA92DF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1" y="2590"/>
                  <a:ext cx="648" cy="9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212049" name="Freeform 267">
                <a:extLst>
                  <a:ext uri="{FF2B5EF4-FFF2-40B4-BE49-F238E27FC236}">
                    <a16:creationId xmlns:a16="http://schemas.microsoft.com/office/drawing/2014/main" id="{C96BDD91-B13C-B1A0-909D-859DB9552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4 h 226"/>
                  <a:gd name="T4" fmla="*/ 45 w 328"/>
                  <a:gd name="T5" fmla="*/ 43 h 226"/>
                  <a:gd name="T6" fmla="*/ 0 w 328"/>
                  <a:gd name="T7" fmla="*/ 1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050" name="Group 268">
                <a:extLst>
                  <a:ext uri="{FF2B5EF4-FFF2-40B4-BE49-F238E27FC236}">
                    <a16:creationId xmlns:a16="http://schemas.microsoft.com/office/drawing/2014/main" id="{59062695-8D1E-64DF-EF95-7EFB6A84358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060" name="AutoShape 269">
                  <a:extLst>
                    <a:ext uri="{FF2B5EF4-FFF2-40B4-BE49-F238E27FC236}">
                      <a16:creationId xmlns:a16="http://schemas.microsoft.com/office/drawing/2014/main" id="{A09976D1-B21E-54EE-3F05-B07AE32253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5"/>
                  <a:ext cx="723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61" name="AutoShape 270">
                  <a:extLst>
                    <a:ext uri="{FF2B5EF4-FFF2-40B4-BE49-F238E27FC236}">
                      <a16:creationId xmlns:a16="http://schemas.microsoft.com/office/drawing/2014/main" id="{76080F58-EABD-2E84-0982-BFEA36EA52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5"/>
                  <a:ext cx="686" cy="11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1049" name="Rectangle 271">
                <a:extLst>
                  <a:ext uri="{FF2B5EF4-FFF2-40B4-BE49-F238E27FC236}">
                    <a16:creationId xmlns:a16="http://schemas.microsoft.com/office/drawing/2014/main" id="{672E262D-EC5C-8ABB-F6B2-7C97518CCB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1" y="431"/>
                <a:ext cx="60" cy="2286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052" name="Freeform 272">
                <a:extLst>
                  <a:ext uri="{FF2B5EF4-FFF2-40B4-BE49-F238E27FC236}">
                    <a16:creationId xmlns:a16="http://schemas.microsoft.com/office/drawing/2014/main" id="{380C1A4F-580E-901D-A475-C0ECF8143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40 w 296"/>
                  <a:gd name="T3" fmla="*/ 27 h 256"/>
                  <a:gd name="T4" fmla="*/ 40 w 296"/>
                  <a:gd name="T5" fmla="*/ 49 h 256"/>
                  <a:gd name="T6" fmla="*/ 0 w 296"/>
                  <a:gd name="T7" fmla="*/ 18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53" name="Freeform 273">
                <a:extLst>
                  <a:ext uri="{FF2B5EF4-FFF2-40B4-BE49-F238E27FC236}">
                    <a16:creationId xmlns:a16="http://schemas.microsoft.com/office/drawing/2014/main" id="{D0630AD7-CC84-A9DA-84AF-79947850C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42 w 304"/>
                  <a:gd name="T3" fmla="*/ 32 h 288"/>
                  <a:gd name="T4" fmla="*/ 39 w 304"/>
                  <a:gd name="T5" fmla="*/ 57 h 288"/>
                  <a:gd name="T6" fmla="*/ 2 w 304"/>
                  <a:gd name="T7" fmla="*/ 24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2" name="Oval 274">
                <a:extLst>
                  <a:ext uri="{FF2B5EF4-FFF2-40B4-BE49-F238E27FC236}">
                    <a16:creationId xmlns:a16="http://schemas.microsoft.com/office/drawing/2014/main" id="{0B7BE070-27EA-0F87-84DB-1E15A9C495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2" y="2611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055" name="Freeform 275">
                <a:extLst>
                  <a:ext uri="{FF2B5EF4-FFF2-40B4-BE49-F238E27FC236}">
                    <a16:creationId xmlns:a16="http://schemas.microsoft.com/office/drawing/2014/main" id="{B661BC20-C185-506F-ADC1-9B205C23F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21 h 240"/>
                  <a:gd name="T2" fmla="*/ 2 w 306"/>
                  <a:gd name="T3" fmla="*/ 48 h 240"/>
                  <a:gd name="T4" fmla="*/ 42 w 306"/>
                  <a:gd name="T5" fmla="*/ 22 h 240"/>
                  <a:gd name="T6" fmla="*/ 40 w 306"/>
                  <a:gd name="T7" fmla="*/ 0 h 240"/>
                  <a:gd name="T8" fmla="*/ 0 w 306"/>
                  <a:gd name="T9" fmla="*/ 21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" name="AutoShape 276">
                <a:extLst>
                  <a:ext uri="{FF2B5EF4-FFF2-40B4-BE49-F238E27FC236}">
                    <a16:creationId xmlns:a16="http://schemas.microsoft.com/office/drawing/2014/main" id="{E5D514F0-C7AB-D082-DD8F-030796EEC1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9"/>
                <a:ext cx="1201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55" name="AutoShape 277">
                <a:extLst>
                  <a:ext uri="{FF2B5EF4-FFF2-40B4-BE49-F238E27FC236}">
                    <a16:creationId xmlns:a16="http://schemas.microsoft.com/office/drawing/2014/main" id="{BBCF4F4E-472B-465F-E70B-78008AA0E3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0" y="2708"/>
                <a:ext cx="1071" cy="8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56" name="Oval 278">
                <a:extLst>
                  <a:ext uri="{FF2B5EF4-FFF2-40B4-BE49-F238E27FC236}">
                    <a16:creationId xmlns:a16="http://schemas.microsoft.com/office/drawing/2014/main" id="{B390A268-6028-7A0B-93D1-61303797E2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81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57" name="Oval 279">
                <a:extLst>
                  <a:ext uri="{FF2B5EF4-FFF2-40B4-BE49-F238E27FC236}">
                    <a16:creationId xmlns:a16="http://schemas.microsoft.com/office/drawing/2014/main" id="{8CF8C60E-0399-BCA6-381F-E4FE5109F9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0" y="2381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58" name="Oval 280">
                <a:extLst>
                  <a:ext uri="{FF2B5EF4-FFF2-40B4-BE49-F238E27FC236}">
                    <a16:creationId xmlns:a16="http://schemas.microsoft.com/office/drawing/2014/main" id="{2672D76B-D8D2-9695-7DC6-4066CD37A5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381"/>
                <a:ext cx="160" cy="13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59" name="Rectangle 281">
                <a:extLst>
                  <a:ext uri="{FF2B5EF4-FFF2-40B4-BE49-F238E27FC236}">
                    <a16:creationId xmlns:a16="http://schemas.microsoft.com/office/drawing/2014/main" id="{53627F07-A266-5C65-F5EF-EC28C18694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1" y="1833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</p:grpSp>
      <p:grpSp>
        <p:nvGrpSpPr>
          <p:cNvPr id="1069" name="Group 1068">
            <a:extLst>
              <a:ext uri="{FF2B5EF4-FFF2-40B4-BE49-F238E27FC236}">
                <a16:creationId xmlns:a16="http://schemas.microsoft.com/office/drawing/2014/main" id="{06249D6E-F671-56FD-3BE6-269CB2332004}"/>
              </a:ext>
            </a:extLst>
          </p:cNvPr>
          <p:cNvGrpSpPr>
            <a:grpSpLocks/>
          </p:cNvGrpSpPr>
          <p:nvPr/>
        </p:nvGrpSpPr>
        <p:grpSpPr bwMode="auto">
          <a:xfrm>
            <a:off x="8710613" y="5734050"/>
            <a:ext cx="347662" cy="681038"/>
            <a:chOff x="7923189" y="2486664"/>
            <a:chExt cx="360377" cy="884585"/>
          </a:xfrm>
        </p:grpSpPr>
        <p:pic>
          <p:nvPicPr>
            <p:cNvPr id="212000" name="Picture 3">
              <a:extLst>
                <a:ext uri="{FF2B5EF4-FFF2-40B4-BE49-F238E27FC236}">
                  <a16:creationId xmlns:a16="http://schemas.microsoft.com/office/drawing/2014/main" id="{79A1426B-D90C-4022-56CB-E635122D87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001" name="Group 950">
              <a:extLst>
                <a:ext uri="{FF2B5EF4-FFF2-40B4-BE49-F238E27FC236}">
                  <a16:creationId xmlns:a16="http://schemas.microsoft.com/office/drawing/2014/main" id="{7B0D4C97-0FD3-5641-83F6-02839CBDEBD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002" name="Freeform 951">
                <a:extLst>
                  <a:ext uri="{FF2B5EF4-FFF2-40B4-BE49-F238E27FC236}">
                    <a16:creationId xmlns:a16="http://schemas.microsoft.com/office/drawing/2014/main" id="{5F4BE495-ACF3-8793-CBB1-33C38EC20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03" name="Rectangle 952">
                <a:extLst>
                  <a:ext uri="{FF2B5EF4-FFF2-40B4-BE49-F238E27FC236}">
                    <a16:creationId xmlns:a16="http://schemas.microsoft.com/office/drawing/2014/main" id="{7846F83E-9C0E-7F82-8541-61D2DEB761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04" name="Freeform 953">
                <a:extLst>
                  <a:ext uri="{FF2B5EF4-FFF2-40B4-BE49-F238E27FC236}">
                    <a16:creationId xmlns:a16="http://schemas.microsoft.com/office/drawing/2014/main" id="{ACACF476-634B-961B-A1A5-5B9F2D1EC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05" name="Freeform 954">
                <a:extLst>
                  <a:ext uri="{FF2B5EF4-FFF2-40B4-BE49-F238E27FC236}">
                    <a16:creationId xmlns:a16="http://schemas.microsoft.com/office/drawing/2014/main" id="{BEDBB378-8478-3EF3-B275-3D21E9840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06" name="Rectangle 955">
                <a:extLst>
                  <a:ext uri="{FF2B5EF4-FFF2-40B4-BE49-F238E27FC236}">
                    <a16:creationId xmlns:a16="http://schemas.microsoft.com/office/drawing/2014/main" id="{ADAC825C-7879-3CD5-916E-AFD4353CF8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007" name="Group 956">
                <a:extLst>
                  <a:ext uri="{FF2B5EF4-FFF2-40B4-BE49-F238E27FC236}">
                    <a16:creationId xmlns:a16="http://schemas.microsoft.com/office/drawing/2014/main" id="{EB6AAB6F-64CF-9EFB-B84D-308C815B9D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032" name="AutoShape 957">
                  <a:extLst>
                    <a:ext uri="{FF2B5EF4-FFF2-40B4-BE49-F238E27FC236}">
                      <a16:creationId xmlns:a16="http://schemas.microsoft.com/office/drawing/2014/main" id="{88CAA49D-1474-21AA-7851-643CE33FC17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033" name="AutoShape 958">
                  <a:extLst>
                    <a:ext uri="{FF2B5EF4-FFF2-40B4-BE49-F238E27FC236}">
                      <a16:creationId xmlns:a16="http://schemas.microsoft.com/office/drawing/2014/main" id="{C7065EBC-6D66-12F3-7B5D-44BEB6E11A2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008" name="Rectangle 959">
                <a:extLst>
                  <a:ext uri="{FF2B5EF4-FFF2-40B4-BE49-F238E27FC236}">
                    <a16:creationId xmlns:a16="http://schemas.microsoft.com/office/drawing/2014/main" id="{4420C9E3-D117-CDEA-BA4F-F88F7605E1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009" name="Group 960">
                <a:extLst>
                  <a:ext uri="{FF2B5EF4-FFF2-40B4-BE49-F238E27FC236}">
                    <a16:creationId xmlns:a16="http://schemas.microsoft.com/office/drawing/2014/main" id="{5D57691F-2357-D0D2-689B-8FB965895CA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030" name="AutoShape 961">
                  <a:extLst>
                    <a:ext uri="{FF2B5EF4-FFF2-40B4-BE49-F238E27FC236}">
                      <a16:creationId xmlns:a16="http://schemas.microsoft.com/office/drawing/2014/main" id="{084378BC-F95C-E8A4-913D-5454779B77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031" name="AutoShape 962">
                  <a:extLst>
                    <a:ext uri="{FF2B5EF4-FFF2-40B4-BE49-F238E27FC236}">
                      <a16:creationId xmlns:a16="http://schemas.microsoft.com/office/drawing/2014/main" id="{EBCA0988-FE07-5233-3E34-520A599DD41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010" name="Rectangle 963">
                <a:extLst>
                  <a:ext uri="{FF2B5EF4-FFF2-40B4-BE49-F238E27FC236}">
                    <a16:creationId xmlns:a16="http://schemas.microsoft.com/office/drawing/2014/main" id="{6E02189C-AA52-1A2C-AE02-D33346F6A1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11" name="Rectangle 964">
                <a:extLst>
                  <a:ext uri="{FF2B5EF4-FFF2-40B4-BE49-F238E27FC236}">
                    <a16:creationId xmlns:a16="http://schemas.microsoft.com/office/drawing/2014/main" id="{134E56B8-17E5-1643-E0CC-C03459AB17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012" name="Group 965">
                <a:extLst>
                  <a:ext uri="{FF2B5EF4-FFF2-40B4-BE49-F238E27FC236}">
                    <a16:creationId xmlns:a16="http://schemas.microsoft.com/office/drawing/2014/main" id="{F31453EA-6169-8409-A767-EAAD98B3231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028" name="AutoShape 966">
                  <a:extLst>
                    <a:ext uri="{FF2B5EF4-FFF2-40B4-BE49-F238E27FC236}">
                      <a16:creationId xmlns:a16="http://schemas.microsoft.com/office/drawing/2014/main" id="{D66646F6-0929-C33B-3312-70E37B5FCDA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029" name="AutoShape 967">
                  <a:extLst>
                    <a:ext uri="{FF2B5EF4-FFF2-40B4-BE49-F238E27FC236}">
                      <a16:creationId xmlns:a16="http://schemas.microsoft.com/office/drawing/2014/main" id="{86C72542-C244-5D6D-2B07-4488174746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013" name="Freeform 968">
                <a:extLst>
                  <a:ext uri="{FF2B5EF4-FFF2-40B4-BE49-F238E27FC236}">
                    <a16:creationId xmlns:a16="http://schemas.microsoft.com/office/drawing/2014/main" id="{B3BE1782-3911-1BAE-DB8F-BA6E9D65E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014" name="Group 969">
                <a:extLst>
                  <a:ext uri="{FF2B5EF4-FFF2-40B4-BE49-F238E27FC236}">
                    <a16:creationId xmlns:a16="http://schemas.microsoft.com/office/drawing/2014/main" id="{DA6B9979-C65C-CC50-36C7-C5C67D4009A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026" name="AutoShape 970">
                  <a:extLst>
                    <a:ext uri="{FF2B5EF4-FFF2-40B4-BE49-F238E27FC236}">
                      <a16:creationId xmlns:a16="http://schemas.microsoft.com/office/drawing/2014/main" id="{B84273F2-1D59-806C-E9F7-E4FA88A878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027" name="AutoShape 971">
                  <a:extLst>
                    <a:ext uri="{FF2B5EF4-FFF2-40B4-BE49-F238E27FC236}">
                      <a16:creationId xmlns:a16="http://schemas.microsoft.com/office/drawing/2014/main" id="{7524D53B-73C0-A888-6B33-7ACA31527A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015" name="Rectangle 972">
                <a:extLst>
                  <a:ext uri="{FF2B5EF4-FFF2-40B4-BE49-F238E27FC236}">
                    <a16:creationId xmlns:a16="http://schemas.microsoft.com/office/drawing/2014/main" id="{55464C5F-7EFB-B558-D4BE-9504ED6705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16" name="Freeform 973">
                <a:extLst>
                  <a:ext uri="{FF2B5EF4-FFF2-40B4-BE49-F238E27FC236}">
                    <a16:creationId xmlns:a16="http://schemas.microsoft.com/office/drawing/2014/main" id="{CA178BBA-17DA-1A19-7B46-6B4A72604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17" name="Freeform 974">
                <a:extLst>
                  <a:ext uri="{FF2B5EF4-FFF2-40B4-BE49-F238E27FC236}">
                    <a16:creationId xmlns:a16="http://schemas.microsoft.com/office/drawing/2014/main" id="{6437848A-AAF1-7EE5-2AE8-2C9E4C517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18" name="Oval 975">
                <a:extLst>
                  <a:ext uri="{FF2B5EF4-FFF2-40B4-BE49-F238E27FC236}">
                    <a16:creationId xmlns:a16="http://schemas.microsoft.com/office/drawing/2014/main" id="{612DF4F7-2FF9-D50B-6177-778C76B921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19" name="Freeform 976">
                <a:extLst>
                  <a:ext uri="{FF2B5EF4-FFF2-40B4-BE49-F238E27FC236}">
                    <a16:creationId xmlns:a16="http://schemas.microsoft.com/office/drawing/2014/main" id="{122D9317-6691-F8AB-35DF-2C1BC2727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20" name="AutoShape 977">
                <a:extLst>
                  <a:ext uri="{FF2B5EF4-FFF2-40B4-BE49-F238E27FC236}">
                    <a16:creationId xmlns:a16="http://schemas.microsoft.com/office/drawing/2014/main" id="{4973E527-EF3E-9A16-336F-DC44B33882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21" name="AutoShape 978">
                <a:extLst>
                  <a:ext uri="{FF2B5EF4-FFF2-40B4-BE49-F238E27FC236}">
                    <a16:creationId xmlns:a16="http://schemas.microsoft.com/office/drawing/2014/main" id="{478CFC71-F14F-D400-3005-2C98A6A0B0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22" name="Oval 979">
                <a:extLst>
                  <a:ext uri="{FF2B5EF4-FFF2-40B4-BE49-F238E27FC236}">
                    <a16:creationId xmlns:a16="http://schemas.microsoft.com/office/drawing/2014/main" id="{9C8AB458-32F5-D6AF-8D9F-8BA4B0A183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23" name="Oval 980">
                <a:extLst>
                  <a:ext uri="{FF2B5EF4-FFF2-40B4-BE49-F238E27FC236}">
                    <a16:creationId xmlns:a16="http://schemas.microsoft.com/office/drawing/2014/main" id="{D38AB935-D6E2-EA68-8DF3-C493C82969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24" name="Oval 981">
                <a:extLst>
                  <a:ext uri="{FF2B5EF4-FFF2-40B4-BE49-F238E27FC236}">
                    <a16:creationId xmlns:a16="http://schemas.microsoft.com/office/drawing/2014/main" id="{B7926B64-3EB0-9D34-A903-C719A1B793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25" name="Rectangle 982">
                <a:extLst>
                  <a:ext uri="{FF2B5EF4-FFF2-40B4-BE49-F238E27FC236}">
                    <a16:creationId xmlns:a16="http://schemas.microsoft.com/office/drawing/2014/main" id="{12757A09-26E6-E984-FFAC-449FA419B9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963998EE-D05F-CBBB-7D61-183E77C016D3}"/>
              </a:ext>
            </a:extLst>
          </p:cNvPr>
          <p:cNvGrpSpPr>
            <a:grpSpLocks/>
          </p:cNvGrpSpPr>
          <p:nvPr/>
        </p:nvGrpSpPr>
        <p:grpSpPr bwMode="auto">
          <a:xfrm>
            <a:off x="1751013" y="3719513"/>
            <a:ext cx="982662" cy="1585912"/>
            <a:chOff x="226804" y="3719080"/>
            <a:chExt cx="982820" cy="1586234"/>
          </a:xfrm>
        </p:grpSpPr>
        <p:pic>
          <p:nvPicPr>
            <p:cNvPr id="211997" name="Picture 9">
              <a:extLst>
                <a:ext uri="{FF2B5EF4-FFF2-40B4-BE49-F238E27FC236}">
                  <a16:creationId xmlns:a16="http://schemas.microsoft.com/office/drawing/2014/main" id="{533BE4AA-426B-F053-F7EB-1C24C8E8729E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3109" y="5014480"/>
              <a:ext cx="405029" cy="2908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1998" name="Cloud Callout 16">
              <a:extLst>
                <a:ext uri="{FF2B5EF4-FFF2-40B4-BE49-F238E27FC236}">
                  <a16:creationId xmlns:a16="http://schemas.microsoft.com/office/drawing/2014/main" id="{D9BBD7E9-4446-1B6E-1CD4-92DD8129A96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226804" y="3719080"/>
              <a:ext cx="982820" cy="514019"/>
            </a:xfrm>
            <a:prstGeom prst="cloudCallout">
              <a:avLst>
                <a:gd name="adj1" fmla="val -7606"/>
                <a:gd name="adj2" fmla="val 147866"/>
              </a:avLst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pic>
          <p:nvPicPr>
            <p:cNvPr id="211999" name="Picture 18" descr="madman.jpg">
              <a:extLst>
                <a:ext uri="{FF2B5EF4-FFF2-40B4-BE49-F238E27FC236}">
                  <a16:creationId xmlns:a16="http://schemas.microsoft.com/office/drawing/2014/main" id="{B962F30B-F207-BC43-F72A-89EE5681B285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7767" y="3870258"/>
              <a:ext cx="767350" cy="2116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1F2BBFEF-D8C6-E818-6425-335400F91AAB}"/>
              </a:ext>
            </a:extLst>
          </p:cNvPr>
          <p:cNvGrpSpPr>
            <a:grpSpLocks/>
          </p:cNvGrpSpPr>
          <p:nvPr/>
        </p:nvGrpSpPr>
        <p:grpSpPr bwMode="auto">
          <a:xfrm>
            <a:off x="828676" y="5384776"/>
            <a:ext cx="1857375" cy="338137"/>
            <a:chOff x="5957397" y="-30236"/>
            <a:chExt cx="1857399" cy="338554"/>
          </a:xfrm>
        </p:grpSpPr>
        <p:sp>
          <p:nvSpPr>
            <p:cNvPr id="211995" name="Rectangle 20">
              <a:extLst>
                <a:ext uri="{FF2B5EF4-FFF2-40B4-BE49-F238E27FC236}">
                  <a16:creationId xmlns:a16="http://schemas.microsoft.com/office/drawing/2014/main" id="{015BEF95-130A-B1C9-1DB2-9983A0E35C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57398" y="0"/>
              <a:ext cx="1829556" cy="272128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1996" name="TextBox 21">
              <a:extLst>
                <a:ext uri="{FF2B5EF4-FFF2-40B4-BE49-F238E27FC236}">
                  <a16:creationId xmlns:a16="http://schemas.microsoft.com/office/drawing/2014/main" id="{B6BC5E47-346A-78B7-6F0A-DB66EE0C2C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57397" y="-30236"/>
              <a:ext cx="185739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where’s Madmen?</a:t>
              </a:r>
            </a:p>
          </p:txBody>
        </p:sp>
      </p:grpSp>
      <p:sp>
        <p:nvSpPr>
          <p:cNvPr id="670" name="Slide Number Placeholder 2">
            <a:extLst>
              <a:ext uri="{FF2B5EF4-FFF2-40B4-BE49-F238E27FC236}">
                <a16:creationId xmlns:a16="http://schemas.microsoft.com/office/drawing/2014/main" id="{2EC3252C-7F2B-7897-37D9-048D79808BE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100" kern="1200">
                <a:solidFill>
                  <a:schemeClr val="bg1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Transport Layer: 3-</a:t>
            </a:r>
            <a:fld id="{C4204591-24BD-A542-B9D5-F8D8A88D2FEE}" type="slidenum">
              <a:rPr lang="en-US" smtClean="0"/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64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cxnSp>
        <p:nvCxnSpPr>
          <p:cNvPr id="5" name="Curved Connector 4">
            <a:extLst>
              <a:ext uri="{FF2B5EF4-FFF2-40B4-BE49-F238E27FC236}">
                <a16:creationId xmlns:a16="http://schemas.microsoft.com/office/drawing/2014/main" id="{C4CC82E6-621C-4256-A519-5D5F957D41B7}"/>
              </a:ext>
            </a:extLst>
          </p:cNvPr>
          <p:cNvCxnSpPr>
            <a:cxnSpLocks/>
            <a:endCxn id="983" idx="3"/>
          </p:cNvCxnSpPr>
          <p:nvPr/>
        </p:nvCxnSpPr>
        <p:spPr>
          <a:xfrm flipV="1">
            <a:off x="2758282" y="4557715"/>
            <a:ext cx="6512674" cy="551314"/>
          </a:xfrm>
          <a:prstGeom prst="curvedConnector3">
            <a:avLst>
              <a:gd name="adj1" fmla="val 50000"/>
            </a:avLst>
          </a:prstGeom>
          <a:ln w="50800">
            <a:solidFill>
              <a:srgbClr val="FF0000"/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51039609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1968D7D-77BA-AE94-1180-92080C863E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 13">
            <a:extLst>
              <a:ext uri="{FF2B5EF4-FFF2-40B4-BE49-F238E27FC236}">
                <a16:creationId xmlns:a16="http://schemas.microsoft.com/office/drawing/2014/main" id="{63530628-EE06-CC16-67A1-E3AC98498E99}"/>
              </a:ext>
            </a:extLst>
          </p:cNvPr>
          <p:cNvGrpSpPr>
            <a:grpSpLocks/>
          </p:cNvGrpSpPr>
          <p:nvPr/>
        </p:nvGrpSpPr>
        <p:grpSpPr bwMode="auto">
          <a:xfrm>
            <a:off x="3201988" y="3854450"/>
            <a:ext cx="347662" cy="681038"/>
            <a:chOff x="7923189" y="2486664"/>
            <a:chExt cx="360377" cy="884585"/>
          </a:xfrm>
        </p:grpSpPr>
        <p:pic>
          <p:nvPicPr>
            <p:cNvPr id="212606" name="Picture 3">
              <a:extLst>
                <a:ext uri="{FF2B5EF4-FFF2-40B4-BE49-F238E27FC236}">
                  <a16:creationId xmlns:a16="http://schemas.microsoft.com/office/drawing/2014/main" id="{33EA0CFF-7EED-8920-40F0-588FFE4949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607" name="Group 950">
              <a:extLst>
                <a:ext uri="{FF2B5EF4-FFF2-40B4-BE49-F238E27FC236}">
                  <a16:creationId xmlns:a16="http://schemas.microsoft.com/office/drawing/2014/main" id="{2CD3B379-3C26-BA1C-1AB3-845555323A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608" name="Freeform 951">
                <a:extLst>
                  <a:ext uri="{FF2B5EF4-FFF2-40B4-BE49-F238E27FC236}">
                    <a16:creationId xmlns:a16="http://schemas.microsoft.com/office/drawing/2014/main" id="{18D96C94-C20A-9BAB-C152-83B4936B4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09" name="Rectangle 952">
                <a:extLst>
                  <a:ext uri="{FF2B5EF4-FFF2-40B4-BE49-F238E27FC236}">
                    <a16:creationId xmlns:a16="http://schemas.microsoft.com/office/drawing/2014/main" id="{9B627802-554B-EBE3-2C8D-379B155051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10" name="Freeform 953">
                <a:extLst>
                  <a:ext uri="{FF2B5EF4-FFF2-40B4-BE49-F238E27FC236}">
                    <a16:creationId xmlns:a16="http://schemas.microsoft.com/office/drawing/2014/main" id="{CC4D03C6-9039-C23C-B2D3-1A3F91F2B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11" name="Freeform 954">
                <a:extLst>
                  <a:ext uri="{FF2B5EF4-FFF2-40B4-BE49-F238E27FC236}">
                    <a16:creationId xmlns:a16="http://schemas.microsoft.com/office/drawing/2014/main" id="{74C60B5D-C65D-2943-BFDF-1DBF54770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12" name="Rectangle 955">
                <a:extLst>
                  <a:ext uri="{FF2B5EF4-FFF2-40B4-BE49-F238E27FC236}">
                    <a16:creationId xmlns:a16="http://schemas.microsoft.com/office/drawing/2014/main" id="{546E4618-20A3-269D-93BD-30ECCF10B6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613" name="Group 956">
                <a:extLst>
                  <a:ext uri="{FF2B5EF4-FFF2-40B4-BE49-F238E27FC236}">
                    <a16:creationId xmlns:a16="http://schemas.microsoft.com/office/drawing/2014/main" id="{BD4721F2-102B-6443-AF1A-E5C188F5778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638" name="AutoShape 957">
                  <a:extLst>
                    <a:ext uri="{FF2B5EF4-FFF2-40B4-BE49-F238E27FC236}">
                      <a16:creationId xmlns:a16="http://schemas.microsoft.com/office/drawing/2014/main" id="{EC052A54-EDA1-1FF0-FA79-DCFA359D2E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639" name="AutoShape 958">
                  <a:extLst>
                    <a:ext uri="{FF2B5EF4-FFF2-40B4-BE49-F238E27FC236}">
                      <a16:creationId xmlns:a16="http://schemas.microsoft.com/office/drawing/2014/main" id="{AE873671-6197-7753-5261-EF1D58308C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614" name="Rectangle 959">
                <a:extLst>
                  <a:ext uri="{FF2B5EF4-FFF2-40B4-BE49-F238E27FC236}">
                    <a16:creationId xmlns:a16="http://schemas.microsoft.com/office/drawing/2014/main" id="{2D44D476-805F-2089-3AF3-631B2D0EE5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615" name="Group 960">
                <a:extLst>
                  <a:ext uri="{FF2B5EF4-FFF2-40B4-BE49-F238E27FC236}">
                    <a16:creationId xmlns:a16="http://schemas.microsoft.com/office/drawing/2014/main" id="{D42DC09B-9251-F21C-FFDA-ECEB83CFD37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636" name="AutoShape 961">
                  <a:extLst>
                    <a:ext uri="{FF2B5EF4-FFF2-40B4-BE49-F238E27FC236}">
                      <a16:creationId xmlns:a16="http://schemas.microsoft.com/office/drawing/2014/main" id="{06F90220-13CD-64D0-CC54-8D69AF9864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637" name="AutoShape 962">
                  <a:extLst>
                    <a:ext uri="{FF2B5EF4-FFF2-40B4-BE49-F238E27FC236}">
                      <a16:creationId xmlns:a16="http://schemas.microsoft.com/office/drawing/2014/main" id="{C814F344-741C-C19B-A8D2-0D0A9FE6FD2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616" name="Rectangle 963">
                <a:extLst>
                  <a:ext uri="{FF2B5EF4-FFF2-40B4-BE49-F238E27FC236}">
                    <a16:creationId xmlns:a16="http://schemas.microsoft.com/office/drawing/2014/main" id="{CA85695B-04D8-D23E-BA6A-24D5F51DA2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17" name="Rectangle 964">
                <a:extLst>
                  <a:ext uri="{FF2B5EF4-FFF2-40B4-BE49-F238E27FC236}">
                    <a16:creationId xmlns:a16="http://schemas.microsoft.com/office/drawing/2014/main" id="{61A13922-08FD-6718-1CFE-42F90A5731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618" name="Group 965">
                <a:extLst>
                  <a:ext uri="{FF2B5EF4-FFF2-40B4-BE49-F238E27FC236}">
                    <a16:creationId xmlns:a16="http://schemas.microsoft.com/office/drawing/2014/main" id="{5B7717FA-A9B2-21F3-BA4A-944D0F55F2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634" name="AutoShape 966">
                  <a:extLst>
                    <a:ext uri="{FF2B5EF4-FFF2-40B4-BE49-F238E27FC236}">
                      <a16:creationId xmlns:a16="http://schemas.microsoft.com/office/drawing/2014/main" id="{952EDFAB-6F33-2D76-68FC-9CCBE1BD3E5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635" name="AutoShape 967">
                  <a:extLst>
                    <a:ext uri="{FF2B5EF4-FFF2-40B4-BE49-F238E27FC236}">
                      <a16:creationId xmlns:a16="http://schemas.microsoft.com/office/drawing/2014/main" id="{2D3C74C5-8508-E9DA-2CBC-58ABF9CC805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619" name="Freeform 968">
                <a:extLst>
                  <a:ext uri="{FF2B5EF4-FFF2-40B4-BE49-F238E27FC236}">
                    <a16:creationId xmlns:a16="http://schemas.microsoft.com/office/drawing/2014/main" id="{8A631713-1FAB-145B-36E6-3AC407498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620" name="Group 969">
                <a:extLst>
                  <a:ext uri="{FF2B5EF4-FFF2-40B4-BE49-F238E27FC236}">
                    <a16:creationId xmlns:a16="http://schemas.microsoft.com/office/drawing/2014/main" id="{AF9E9CF0-80B8-5EBE-E6F3-03AC0317784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632" name="AutoShape 970">
                  <a:extLst>
                    <a:ext uri="{FF2B5EF4-FFF2-40B4-BE49-F238E27FC236}">
                      <a16:creationId xmlns:a16="http://schemas.microsoft.com/office/drawing/2014/main" id="{5C1DC366-1F84-3C5B-3A67-447E680EEB0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633" name="AutoShape 971">
                  <a:extLst>
                    <a:ext uri="{FF2B5EF4-FFF2-40B4-BE49-F238E27FC236}">
                      <a16:creationId xmlns:a16="http://schemas.microsoft.com/office/drawing/2014/main" id="{341F094E-CCC9-38EA-2C5E-7CABEB113C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621" name="Rectangle 972">
                <a:extLst>
                  <a:ext uri="{FF2B5EF4-FFF2-40B4-BE49-F238E27FC236}">
                    <a16:creationId xmlns:a16="http://schemas.microsoft.com/office/drawing/2014/main" id="{55601C7D-B9F7-85D3-A664-B626546FBE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22" name="Freeform 973">
                <a:extLst>
                  <a:ext uri="{FF2B5EF4-FFF2-40B4-BE49-F238E27FC236}">
                    <a16:creationId xmlns:a16="http://schemas.microsoft.com/office/drawing/2014/main" id="{3E2F077D-B212-A68E-AF33-F437A54A7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23" name="Freeform 974">
                <a:extLst>
                  <a:ext uri="{FF2B5EF4-FFF2-40B4-BE49-F238E27FC236}">
                    <a16:creationId xmlns:a16="http://schemas.microsoft.com/office/drawing/2014/main" id="{2318F158-5C21-AFA9-DED0-5BC76B213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24" name="Oval 975">
                <a:extLst>
                  <a:ext uri="{FF2B5EF4-FFF2-40B4-BE49-F238E27FC236}">
                    <a16:creationId xmlns:a16="http://schemas.microsoft.com/office/drawing/2014/main" id="{49BCE7E8-E96C-639A-BFFF-150299CA5B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25" name="Freeform 976">
                <a:extLst>
                  <a:ext uri="{FF2B5EF4-FFF2-40B4-BE49-F238E27FC236}">
                    <a16:creationId xmlns:a16="http://schemas.microsoft.com/office/drawing/2014/main" id="{B9E9B18D-94A3-7B63-72BB-3D89A270C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26" name="AutoShape 977">
                <a:extLst>
                  <a:ext uri="{FF2B5EF4-FFF2-40B4-BE49-F238E27FC236}">
                    <a16:creationId xmlns:a16="http://schemas.microsoft.com/office/drawing/2014/main" id="{37E53AC6-A7D7-1D68-A44F-4528FA27D2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27" name="AutoShape 978">
                <a:extLst>
                  <a:ext uri="{FF2B5EF4-FFF2-40B4-BE49-F238E27FC236}">
                    <a16:creationId xmlns:a16="http://schemas.microsoft.com/office/drawing/2014/main" id="{C23A5061-FFDC-0767-D164-04E38EB733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28" name="Oval 979">
                <a:extLst>
                  <a:ext uri="{FF2B5EF4-FFF2-40B4-BE49-F238E27FC236}">
                    <a16:creationId xmlns:a16="http://schemas.microsoft.com/office/drawing/2014/main" id="{F3B5D855-5AB4-5E55-2605-DFE35A9E87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29" name="Oval 980">
                <a:extLst>
                  <a:ext uri="{FF2B5EF4-FFF2-40B4-BE49-F238E27FC236}">
                    <a16:creationId xmlns:a16="http://schemas.microsoft.com/office/drawing/2014/main" id="{8BE9C54C-E480-B455-E1C3-278AA3F272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30" name="Oval 981">
                <a:extLst>
                  <a:ext uri="{FF2B5EF4-FFF2-40B4-BE49-F238E27FC236}">
                    <a16:creationId xmlns:a16="http://schemas.microsoft.com/office/drawing/2014/main" id="{3AD72042-0018-6CAA-B178-AB00FCEFAA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31" name="Rectangle 982">
                <a:extLst>
                  <a:ext uri="{FF2B5EF4-FFF2-40B4-BE49-F238E27FC236}">
                    <a16:creationId xmlns:a16="http://schemas.microsoft.com/office/drawing/2014/main" id="{FF5E5CFB-97F0-9891-73C3-EAC8C17CDB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211972" name="Group 485">
            <a:extLst>
              <a:ext uri="{FF2B5EF4-FFF2-40B4-BE49-F238E27FC236}">
                <a16:creationId xmlns:a16="http://schemas.microsoft.com/office/drawing/2014/main" id="{0E4460CB-738D-E042-DA6F-433431DCBA80}"/>
              </a:ext>
            </a:extLst>
          </p:cNvPr>
          <p:cNvGrpSpPr>
            <a:grpSpLocks/>
          </p:cNvGrpSpPr>
          <p:nvPr/>
        </p:nvGrpSpPr>
        <p:grpSpPr bwMode="auto">
          <a:xfrm>
            <a:off x="2644455" y="3773226"/>
            <a:ext cx="7044059" cy="2764362"/>
            <a:chOff x="399121" y="1433583"/>
            <a:chExt cx="8437850" cy="5258268"/>
          </a:xfrm>
        </p:grpSpPr>
        <p:sp>
          <p:nvSpPr>
            <p:cNvPr id="212306" name="Freeform 84">
              <a:extLst>
                <a:ext uri="{FF2B5EF4-FFF2-40B4-BE49-F238E27FC236}">
                  <a16:creationId xmlns:a16="http://schemas.microsoft.com/office/drawing/2014/main" id="{C3841139-B995-724B-BE6F-502218EFD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539" y="2241382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07" name="Freeform 84">
              <a:extLst>
                <a:ext uri="{FF2B5EF4-FFF2-40B4-BE49-F238E27FC236}">
                  <a16:creationId xmlns:a16="http://schemas.microsoft.com/office/drawing/2014/main" id="{7410E906-9FF3-10DA-87D9-5986A5DD7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683" y="3041420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08" name="Freeform 84">
              <a:extLst>
                <a:ext uri="{FF2B5EF4-FFF2-40B4-BE49-F238E27FC236}">
                  <a16:creationId xmlns:a16="http://schemas.microsoft.com/office/drawing/2014/main" id="{5BFFCE98-BD47-7CE2-ACC9-2AE0C91C3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4646" y="2495362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09" name="Freeform 84">
              <a:extLst>
                <a:ext uri="{FF2B5EF4-FFF2-40B4-BE49-F238E27FC236}">
                  <a16:creationId xmlns:a16="http://schemas.microsoft.com/office/drawing/2014/main" id="{55F6390B-58DD-F137-ACFA-553D2C765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260" y="5352642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0" name="Freeform 84">
              <a:extLst>
                <a:ext uri="{FF2B5EF4-FFF2-40B4-BE49-F238E27FC236}">
                  <a16:creationId xmlns:a16="http://schemas.microsoft.com/office/drawing/2014/main" id="{16865950-765A-9F61-36B2-6EB803238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104" y="4730390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1" name="Freeform 84">
              <a:extLst>
                <a:ext uri="{FF2B5EF4-FFF2-40B4-BE49-F238E27FC236}">
                  <a16:creationId xmlns:a16="http://schemas.microsoft.com/office/drawing/2014/main" id="{8D280F80-1EE6-8FC8-F45D-05E52FCAC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473" y="4070041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2" name="Freeform 84">
              <a:extLst>
                <a:ext uri="{FF2B5EF4-FFF2-40B4-BE49-F238E27FC236}">
                  <a16:creationId xmlns:a16="http://schemas.microsoft.com/office/drawing/2014/main" id="{2E39A416-6965-88A1-8218-113283732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4047" y="2927129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3" name="Freeform 84">
              <a:extLst>
                <a:ext uri="{FF2B5EF4-FFF2-40B4-BE49-F238E27FC236}">
                  <a16:creationId xmlns:a16="http://schemas.microsoft.com/office/drawing/2014/main" id="{947E0AE7-DBB6-CAAD-F5AC-24CF816E5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955" y="2000100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4" name="Freeform 84">
              <a:extLst>
                <a:ext uri="{FF2B5EF4-FFF2-40B4-BE49-F238E27FC236}">
                  <a16:creationId xmlns:a16="http://schemas.microsoft.com/office/drawing/2014/main" id="{0F752D8A-5FD8-1C5A-C42C-56CBE8AF9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735" y="2647751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5" name="Freeform 84">
              <a:extLst>
                <a:ext uri="{FF2B5EF4-FFF2-40B4-BE49-F238E27FC236}">
                  <a16:creationId xmlns:a16="http://schemas.microsoft.com/office/drawing/2014/main" id="{5F0EA0B8-EDB9-A42F-9EC3-78F0F99EC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0478" y="1974702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6" name="Freeform 84">
              <a:extLst>
                <a:ext uri="{FF2B5EF4-FFF2-40B4-BE49-F238E27FC236}">
                  <a16:creationId xmlns:a16="http://schemas.microsoft.com/office/drawing/2014/main" id="{FEA89391-0971-35C7-5A39-012667AF9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1590" y="5606623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7" name="Freeform 84">
              <a:extLst>
                <a:ext uri="{FF2B5EF4-FFF2-40B4-BE49-F238E27FC236}">
                  <a16:creationId xmlns:a16="http://schemas.microsoft.com/office/drawing/2014/main" id="{2E655CAD-C679-6117-6C71-568244F75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9903" y="4958973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8" name="Freeform 84">
              <a:extLst>
                <a:ext uri="{FF2B5EF4-FFF2-40B4-BE49-F238E27FC236}">
                  <a16:creationId xmlns:a16="http://schemas.microsoft.com/office/drawing/2014/main" id="{6E09D43B-B9AD-CBAB-70A9-5F5EA260A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272" y="4044643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9" name="Freeform 84">
              <a:extLst>
                <a:ext uri="{FF2B5EF4-FFF2-40B4-BE49-F238E27FC236}">
                  <a16:creationId xmlns:a16="http://schemas.microsoft.com/office/drawing/2014/main" id="{AFE0D50D-4196-C994-7AFA-82465C3D6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6089" y="5847904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20" name="Freeform 84">
              <a:extLst>
                <a:ext uri="{FF2B5EF4-FFF2-40B4-BE49-F238E27FC236}">
                  <a16:creationId xmlns:a16="http://schemas.microsoft.com/office/drawing/2014/main" id="{7E5CE6EC-32FC-E1F5-82F3-3C39CDF64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566" y="5987593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21" name="Freeform 84">
              <a:extLst>
                <a:ext uri="{FF2B5EF4-FFF2-40B4-BE49-F238E27FC236}">
                  <a16:creationId xmlns:a16="http://schemas.microsoft.com/office/drawing/2014/main" id="{ECA1668D-CD22-CA24-30C5-1CE295A26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202" y="5835205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22" name="TextBox 4">
              <a:extLst>
                <a:ext uri="{FF2B5EF4-FFF2-40B4-BE49-F238E27FC236}">
                  <a16:creationId xmlns:a16="http://schemas.microsoft.com/office/drawing/2014/main" id="{FFA5FC5D-15BF-18C0-7EA4-6A15367B8C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307360">
              <a:off x="5241475" y="1433583"/>
              <a:ext cx="651327" cy="995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…</a:t>
              </a:r>
            </a:p>
          </p:txBody>
        </p:sp>
        <p:sp>
          <p:nvSpPr>
            <p:cNvPr id="212323" name="TextBox 179">
              <a:extLst>
                <a:ext uri="{FF2B5EF4-FFF2-40B4-BE49-F238E27FC236}">
                  <a16:creationId xmlns:a16="http://schemas.microsoft.com/office/drawing/2014/main" id="{0795D784-C2A6-AB38-024A-3547D59999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390643" y="3033433"/>
              <a:ext cx="1034280" cy="6267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…</a:t>
              </a:r>
            </a:p>
          </p:txBody>
        </p:sp>
        <p:sp>
          <p:nvSpPr>
            <p:cNvPr id="212324" name="TextBox 180">
              <a:extLst>
                <a:ext uri="{FF2B5EF4-FFF2-40B4-BE49-F238E27FC236}">
                  <a16:creationId xmlns:a16="http://schemas.microsoft.com/office/drawing/2014/main" id="{AC4F478D-EE91-DD74-34EF-0E36F4DB77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341242" y="5649524"/>
              <a:ext cx="651327" cy="995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…</a:t>
              </a:r>
            </a:p>
          </p:txBody>
        </p:sp>
        <p:sp>
          <p:nvSpPr>
            <p:cNvPr id="212325" name="TextBox 181">
              <a:extLst>
                <a:ext uri="{FF2B5EF4-FFF2-40B4-BE49-F238E27FC236}">
                  <a16:creationId xmlns:a16="http://schemas.microsoft.com/office/drawing/2014/main" id="{0E67F791-D3B5-3DB9-0AC1-79E8713AE1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1651262">
              <a:off x="2063761" y="5696601"/>
              <a:ext cx="651327" cy="995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…</a:t>
              </a:r>
            </a:p>
          </p:txBody>
        </p:sp>
        <p:sp>
          <p:nvSpPr>
            <p:cNvPr id="212326" name="TextBox 182">
              <a:extLst>
                <a:ext uri="{FF2B5EF4-FFF2-40B4-BE49-F238E27FC236}">
                  <a16:creationId xmlns:a16="http://schemas.microsoft.com/office/drawing/2014/main" id="{5FCB956B-A887-7CE5-DEF1-3061A75801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607303">
              <a:off x="195355" y="3660810"/>
              <a:ext cx="1034280" cy="6267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…</a:t>
              </a:r>
            </a:p>
          </p:txBody>
        </p:sp>
        <p:sp>
          <p:nvSpPr>
            <p:cNvPr id="212327" name="TextBox 183">
              <a:extLst>
                <a:ext uri="{FF2B5EF4-FFF2-40B4-BE49-F238E27FC236}">
                  <a16:creationId xmlns:a16="http://schemas.microsoft.com/office/drawing/2014/main" id="{EAA0770E-C13A-DFB2-4E28-3E7CA3B2FD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1079349">
              <a:off x="2482309" y="1498435"/>
              <a:ext cx="651327" cy="995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…</a:t>
              </a:r>
            </a:p>
          </p:txBody>
        </p:sp>
        <p:grpSp>
          <p:nvGrpSpPr>
            <p:cNvPr id="212328" name="Group 8">
              <a:extLst>
                <a:ext uri="{FF2B5EF4-FFF2-40B4-BE49-F238E27FC236}">
                  <a16:creationId xmlns:a16="http://schemas.microsoft.com/office/drawing/2014/main" id="{371BB986-DAE6-E113-303F-A3C320610E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46600" y="3746500"/>
              <a:ext cx="3225800" cy="1117600"/>
              <a:chOff x="7848600" y="2044700"/>
              <a:chExt cx="3200399" cy="1371600"/>
            </a:xfrm>
          </p:grpSpPr>
          <p:sp>
            <p:nvSpPr>
              <p:cNvPr id="212524" name="Oval 3">
                <a:extLst>
                  <a:ext uri="{FF2B5EF4-FFF2-40B4-BE49-F238E27FC236}">
                    <a16:creationId xmlns:a16="http://schemas.microsoft.com/office/drawing/2014/main" id="{73FEEF47-6274-7E8E-AD01-31B550C013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48600" y="2044700"/>
                <a:ext cx="3200399" cy="1371600"/>
              </a:xfrm>
              <a:prstGeom prst="ellipse">
                <a:avLst/>
              </a:prstGeom>
              <a:solidFill>
                <a:srgbClr val="3C6C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525" name="Group 133">
                <a:extLst>
                  <a:ext uri="{FF2B5EF4-FFF2-40B4-BE49-F238E27FC236}">
                    <a16:creationId xmlns:a16="http://schemas.microsoft.com/office/drawing/2014/main" id="{2005D17C-29B0-0F64-1E54-86B71455BFC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526482" y="2160804"/>
                <a:ext cx="532759" cy="184809"/>
                <a:chOff x="2356" y="1300"/>
                <a:chExt cx="555" cy="194"/>
              </a:xfrm>
            </p:grpSpPr>
            <p:sp>
              <p:nvSpPr>
                <p:cNvPr id="212598" name="Oval 407">
                  <a:extLst>
                    <a:ext uri="{FF2B5EF4-FFF2-40B4-BE49-F238E27FC236}">
                      <a16:creationId xmlns:a16="http://schemas.microsoft.com/office/drawing/2014/main" id="{D11DFF13-C5A9-F8E9-B6AD-FEDA942DC7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99" name="Rectangle 410">
                  <a:extLst>
                    <a:ext uri="{FF2B5EF4-FFF2-40B4-BE49-F238E27FC236}">
                      <a16:creationId xmlns:a16="http://schemas.microsoft.com/office/drawing/2014/main" id="{038DECE5-539B-5ECB-E43E-35754066FEA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600" name="Oval 411">
                  <a:extLst>
                    <a:ext uri="{FF2B5EF4-FFF2-40B4-BE49-F238E27FC236}">
                      <a16:creationId xmlns:a16="http://schemas.microsoft.com/office/drawing/2014/main" id="{32AF9291-8B51-854D-9CB6-C238EDF380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601" name="Group 137">
                  <a:extLst>
                    <a:ext uri="{FF2B5EF4-FFF2-40B4-BE49-F238E27FC236}">
                      <a16:creationId xmlns:a16="http://schemas.microsoft.com/office/drawing/2014/main" id="{B26A1301-5286-10B2-BA70-3C1DC4DFCE3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604" name="Freeform 138">
                    <a:extLst>
                      <a:ext uri="{FF2B5EF4-FFF2-40B4-BE49-F238E27FC236}">
                        <a16:creationId xmlns:a16="http://schemas.microsoft.com/office/drawing/2014/main" id="{993B7B27-15D0-82F9-F3CF-2C0F8ABE4F1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605" name="Freeform 139">
                    <a:extLst>
                      <a:ext uri="{FF2B5EF4-FFF2-40B4-BE49-F238E27FC236}">
                        <a16:creationId xmlns:a16="http://schemas.microsoft.com/office/drawing/2014/main" id="{5F3BFBC2-AC16-2B17-94B7-210143DAEAF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602" name="Line 140">
                  <a:extLst>
                    <a:ext uri="{FF2B5EF4-FFF2-40B4-BE49-F238E27FC236}">
                      <a16:creationId xmlns:a16="http://schemas.microsoft.com/office/drawing/2014/main" id="{4BACFA17-F36F-6FA4-45E8-69A21EC3395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603" name="Line 141">
                  <a:extLst>
                    <a:ext uri="{FF2B5EF4-FFF2-40B4-BE49-F238E27FC236}">
                      <a16:creationId xmlns:a16="http://schemas.microsoft.com/office/drawing/2014/main" id="{C77EE670-F53D-2A88-C070-9EBA736758B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cxnSp>
            <p:nvCxnSpPr>
              <p:cNvPr id="212526" name="Straight Connector 10">
                <a:extLst>
                  <a:ext uri="{FF2B5EF4-FFF2-40B4-BE49-F238E27FC236}">
                    <a16:creationId xmlns:a16="http://schemas.microsoft.com/office/drawing/2014/main" id="{BEC63B34-090D-4F79-D2D6-4BA5A5A640C1}"/>
                  </a:ext>
                </a:extLst>
              </p:cNvPr>
              <p:cNvCxnSpPr>
                <a:cxnSpLocks noChangeShapeType="1"/>
                <a:stCxn id="212603" idx="0"/>
              </p:cNvCxnSpPr>
              <p:nvPr/>
            </p:nvCxnSpPr>
            <p:spPr bwMode="auto">
              <a:xfrm>
                <a:off x="9055401" y="2220819"/>
                <a:ext cx="975377" cy="13653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27" name="Straight Connector 297">
                <a:extLst>
                  <a:ext uri="{FF2B5EF4-FFF2-40B4-BE49-F238E27FC236}">
                    <a16:creationId xmlns:a16="http://schemas.microsoft.com/office/drawing/2014/main" id="{1B115A09-3C31-76F2-4721-5771D08EDE50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9522191" y="2583188"/>
                <a:ext cx="120745" cy="8339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28" name="Straight Connector 298">
                <a:extLst>
                  <a:ext uri="{FF2B5EF4-FFF2-40B4-BE49-F238E27FC236}">
                    <a16:creationId xmlns:a16="http://schemas.microsoft.com/office/drawing/2014/main" id="{488BCA10-FD10-BD42-1683-73CED02F60F0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323081" y="2786992"/>
                <a:ext cx="243358" cy="4562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29" name="Straight Connector 299">
                <a:extLst>
                  <a:ext uri="{FF2B5EF4-FFF2-40B4-BE49-F238E27FC236}">
                    <a16:creationId xmlns:a16="http://schemas.microsoft.com/office/drawing/2014/main" id="{F3E9F5CE-8BAD-4378-914B-823A38AED8C7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028147" y="2611644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30" name="Straight Connector 300">
                <a:extLst>
                  <a:ext uri="{FF2B5EF4-FFF2-40B4-BE49-F238E27FC236}">
                    <a16:creationId xmlns:a16="http://schemas.microsoft.com/office/drawing/2014/main" id="{676AC143-8DF3-6E91-9455-15E2FE9EF4D0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8729859" y="2909476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31" name="Straight Connector 301">
                <a:extLst>
                  <a:ext uri="{FF2B5EF4-FFF2-40B4-BE49-F238E27FC236}">
                    <a16:creationId xmlns:a16="http://schemas.microsoft.com/office/drawing/2014/main" id="{32B1B987-13A6-74BF-645F-FE6686DE983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537887" y="2836224"/>
                <a:ext cx="252969" cy="25294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32" name="Straight Connector 302">
                <a:extLst>
                  <a:ext uri="{FF2B5EF4-FFF2-40B4-BE49-F238E27FC236}">
                    <a16:creationId xmlns:a16="http://schemas.microsoft.com/office/drawing/2014/main" id="{D34F9614-0138-3849-CF55-DF52B08176C5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10029359" y="2822067"/>
                <a:ext cx="354959" cy="12439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33" name="Straight Connector 303">
                <a:extLst>
                  <a:ext uri="{FF2B5EF4-FFF2-40B4-BE49-F238E27FC236}">
                    <a16:creationId xmlns:a16="http://schemas.microsoft.com/office/drawing/2014/main" id="{F4AEF650-E842-F707-320D-A52BAADD414D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10015190" y="2475242"/>
                <a:ext cx="283363" cy="19566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34" name="Straight Connector 304">
                <a:extLst>
                  <a:ext uri="{FF2B5EF4-FFF2-40B4-BE49-F238E27FC236}">
                    <a16:creationId xmlns:a16="http://schemas.microsoft.com/office/drawing/2014/main" id="{3A7CFBFD-7517-9883-7741-125A22EBA603}"/>
                  </a:ext>
                </a:extLst>
              </p:cNvPr>
              <p:cNvCxnSpPr>
                <a:cxnSpLocks noChangeShapeType="1"/>
                <a:endCxn id="212598" idx="4"/>
              </p:cNvCxnSpPr>
              <p:nvPr/>
            </p:nvCxnSpPr>
            <p:spPr bwMode="auto">
              <a:xfrm flipH="1" flipV="1">
                <a:off x="8791902" y="2345614"/>
                <a:ext cx="410984" cy="871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grpSp>
            <p:nvGrpSpPr>
              <p:cNvPr id="212535" name="Group 133">
                <a:extLst>
                  <a:ext uri="{FF2B5EF4-FFF2-40B4-BE49-F238E27FC236}">
                    <a16:creationId xmlns:a16="http://schemas.microsoft.com/office/drawing/2014/main" id="{62BE9B7E-114B-CFFD-5EC8-FF701D71CF6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555206" y="2650627"/>
                <a:ext cx="532759" cy="184809"/>
                <a:chOff x="2356" y="1300"/>
                <a:chExt cx="555" cy="194"/>
              </a:xfrm>
            </p:grpSpPr>
            <p:sp>
              <p:nvSpPr>
                <p:cNvPr id="212590" name="Oval 407">
                  <a:extLst>
                    <a:ext uri="{FF2B5EF4-FFF2-40B4-BE49-F238E27FC236}">
                      <a16:creationId xmlns:a16="http://schemas.microsoft.com/office/drawing/2014/main" id="{55A317C9-8D79-DE76-1F58-3D88D3B917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91" name="Rectangle 410">
                  <a:extLst>
                    <a:ext uri="{FF2B5EF4-FFF2-40B4-BE49-F238E27FC236}">
                      <a16:creationId xmlns:a16="http://schemas.microsoft.com/office/drawing/2014/main" id="{B2249414-CDEA-1BCE-141C-4AD3DF5334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92" name="Oval 411">
                  <a:extLst>
                    <a:ext uri="{FF2B5EF4-FFF2-40B4-BE49-F238E27FC236}">
                      <a16:creationId xmlns:a16="http://schemas.microsoft.com/office/drawing/2014/main" id="{15446835-68FB-B8E9-F625-43251625DD7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93" name="Group 137">
                  <a:extLst>
                    <a:ext uri="{FF2B5EF4-FFF2-40B4-BE49-F238E27FC236}">
                      <a16:creationId xmlns:a16="http://schemas.microsoft.com/office/drawing/2014/main" id="{65115903-1BA2-2B41-2706-899ED400BF6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96" name="Freeform 138">
                    <a:extLst>
                      <a:ext uri="{FF2B5EF4-FFF2-40B4-BE49-F238E27FC236}">
                        <a16:creationId xmlns:a16="http://schemas.microsoft.com/office/drawing/2014/main" id="{09B9C650-B08E-D50D-88C4-0621E1E5843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97" name="Freeform 139">
                    <a:extLst>
                      <a:ext uri="{FF2B5EF4-FFF2-40B4-BE49-F238E27FC236}">
                        <a16:creationId xmlns:a16="http://schemas.microsoft.com/office/drawing/2014/main" id="{66485F9B-E3B1-EC6B-D581-C3A55F0A16A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94" name="Line 140">
                  <a:extLst>
                    <a:ext uri="{FF2B5EF4-FFF2-40B4-BE49-F238E27FC236}">
                      <a16:creationId xmlns:a16="http://schemas.microsoft.com/office/drawing/2014/main" id="{8C241CBA-C606-6DDD-3CDD-62327B6680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95" name="Line 141">
                  <a:extLst>
                    <a:ext uri="{FF2B5EF4-FFF2-40B4-BE49-F238E27FC236}">
                      <a16:creationId xmlns:a16="http://schemas.microsoft.com/office/drawing/2014/main" id="{70368BF1-27AC-9F6B-0486-77C7EFA44AA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536" name="Group 133">
                <a:extLst>
                  <a:ext uri="{FF2B5EF4-FFF2-40B4-BE49-F238E27FC236}">
                    <a16:creationId xmlns:a16="http://schemas.microsoft.com/office/drawing/2014/main" id="{2D94FDD6-8D65-4F87-1405-36CD09D3B9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772607" y="2725609"/>
                <a:ext cx="532759" cy="184809"/>
                <a:chOff x="2356" y="1300"/>
                <a:chExt cx="555" cy="194"/>
              </a:xfrm>
            </p:grpSpPr>
            <p:sp>
              <p:nvSpPr>
                <p:cNvPr id="212582" name="Oval 407">
                  <a:extLst>
                    <a:ext uri="{FF2B5EF4-FFF2-40B4-BE49-F238E27FC236}">
                      <a16:creationId xmlns:a16="http://schemas.microsoft.com/office/drawing/2014/main" id="{51B4B764-F2C4-7839-4AB2-7E731450FFC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83" name="Rectangle 410">
                  <a:extLst>
                    <a:ext uri="{FF2B5EF4-FFF2-40B4-BE49-F238E27FC236}">
                      <a16:creationId xmlns:a16="http://schemas.microsoft.com/office/drawing/2014/main" id="{BA622855-7963-D920-162C-8E75F2B833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84" name="Oval 411">
                  <a:extLst>
                    <a:ext uri="{FF2B5EF4-FFF2-40B4-BE49-F238E27FC236}">
                      <a16:creationId xmlns:a16="http://schemas.microsoft.com/office/drawing/2014/main" id="{35597516-A606-A752-1D55-F94B8FD0FE4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85" name="Group 137">
                  <a:extLst>
                    <a:ext uri="{FF2B5EF4-FFF2-40B4-BE49-F238E27FC236}">
                      <a16:creationId xmlns:a16="http://schemas.microsoft.com/office/drawing/2014/main" id="{2F2FA0D2-7D45-3CCF-DF87-1916082BA03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88" name="Freeform 138">
                    <a:extLst>
                      <a:ext uri="{FF2B5EF4-FFF2-40B4-BE49-F238E27FC236}">
                        <a16:creationId xmlns:a16="http://schemas.microsoft.com/office/drawing/2014/main" id="{D70001D6-918F-F173-A6FF-6ED3F76899D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89" name="Freeform 139">
                    <a:extLst>
                      <a:ext uri="{FF2B5EF4-FFF2-40B4-BE49-F238E27FC236}">
                        <a16:creationId xmlns:a16="http://schemas.microsoft.com/office/drawing/2014/main" id="{585C1106-C59D-2208-7EF6-FE8FD2AD550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86" name="Line 140">
                  <a:extLst>
                    <a:ext uri="{FF2B5EF4-FFF2-40B4-BE49-F238E27FC236}">
                      <a16:creationId xmlns:a16="http://schemas.microsoft.com/office/drawing/2014/main" id="{FE0D7004-1109-060D-D0B2-8F5801786FA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56"/>
                  <a:ext cx="0" cy="88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87" name="Line 141">
                  <a:extLst>
                    <a:ext uri="{FF2B5EF4-FFF2-40B4-BE49-F238E27FC236}">
                      <a16:creationId xmlns:a16="http://schemas.microsoft.com/office/drawing/2014/main" id="{EDE75F51-C783-F4EF-B379-33AFC59FC18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58"/>
                  <a:ext cx="0" cy="86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537" name="Group 133">
                <a:extLst>
                  <a:ext uri="{FF2B5EF4-FFF2-40B4-BE49-F238E27FC236}">
                    <a16:creationId xmlns:a16="http://schemas.microsoft.com/office/drawing/2014/main" id="{351FF47D-DF87-163C-8073-723CDCC9CF5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060908" y="2428111"/>
                <a:ext cx="532759" cy="184809"/>
                <a:chOff x="2356" y="1300"/>
                <a:chExt cx="555" cy="194"/>
              </a:xfrm>
            </p:grpSpPr>
            <p:sp>
              <p:nvSpPr>
                <p:cNvPr id="212574" name="Oval 407">
                  <a:extLst>
                    <a:ext uri="{FF2B5EF4-FFF2-40B4-BE49-F238E27FC236}">
                      <a16:creationId xmlns:a16="http://schemas.microsoft.com/office/drawing/2014/main" id="{BD64A7FD-3F88-6C2A-2E12-EDF1081B8D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75" name="Rectangle 410">
                  <a:extLst>
                    <a:ext uri="{FF2B5EF4-FFF2-40B4-BE49-F238E27FC236}">
                      <a16:creationId xmlns:a16="http://schemas.microsoft.com/office/drawing/2014/main" id="{AE3BCD3A-1ECA-1383-D700-79A66246DB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76" name="Oval 411">
                  <a:extLst>
                    <a:ext uri="{FF2B5EF4-FFF2-40B4-BE49-F238E27FC236}">
                      <a16:creationId xmlns:a16="http://schemas.microsoft.com/office/drawing/2014/main" id="{E76143B6-2CD0-E7D0-4F94-E0942EA6956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77" name="Group 137">
                  <a:extLst>
                    <a:ext uri="{FF2B5EF4-FFF2-40B4-BE49-F238E27FC236}">
                      <a16:creationId xmlns:a16="http://schemas.microsoft.com/office/drawing/2014/main" id="{A91CD2E0-A9CC-6F46-F364-F7FD2915F20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80" name="Freeform 138">
                    <a:extLst>
                      <a:ext uri="{FF2B5EF4-FFF2-40B4-BE49-F238E27FC236}">
                        <a16:creationId xmlns:a16="http://schemas.microsoft.com/office/drawing/2014/main" id="{497955A6-239B-9EA9-78D2-5DA296A21C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81" name="Freeform 139">
                    <a:extLst>
                      <a:ext uri="{FF2B5EF4-FFF2-40B4-BE49-F238E27FC236}">
                        <a16:creationId xmlns:a16="http://schemas.microsoft.com/office/drawing/2014/main" id="{DF04EF40-1468-CD30-6AAF-31D17EF37E7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78" name="Line 140">
                  <a:extLst>
                    <a:ext uri="{FF2B5EF4-FFF2-40B4-BE49-F238E27FC236}">
                      <a16:creationId xmlns:a16="http://schemas.microsoft.com/office/drawing/2014/main" id="{3F70260B-B690-36FA-088D-44FCB22FC56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79" name="Line 141">
                  <a:extLst>
                    <a:ext uri="{FF2B5EF4-FFF2-40B4-BE49-F238E27FC236}">
                      <a16:creationId xmlns:a16="http://schemas.microsoft.com/office/drawing/2014/main" id="{83B7B302-9BA2-1049-C64C-4F086C01141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538" name="Group 133">
                <a:extLst>
                  <a:ext uri="{FF2B5EF4-FFF2-40B4-BE49-F238E27FC236}">
                    <a16:creationId xmlns:a16="http://schemas.microsoft.com/office/drawing/2014/main" id="{6C2C7E73-1472-439C-DB3F-AD8D1C64B06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05281" y="2289952"/>
                <a:ext cx="532759" cy="184809"/>
                <a:chOff x="2356" y="1300"/>
                <a:chExt cx="555" cy="194"/>
              </a:xfrm>
            </p:grpSpPr>
            <p:sp>
              <p:nvSpPr>
                <p:cNvPr id="212566" name="Oval 407">
                  <a:extLst>
                    <a:ext uri="{FF2B5EF4-FFF2-40B4-BE49-F238E27FC236}">
                      <a16:creationId xmlns:a16="http://schemas.microsoft.com/office/drawing/2014/main" id="{223A743B-3764-0DCB-3541-FD8F88B892D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67" name="Rectangle 410">
                  <a:extLst>
                    <a:ext uri="{FF2B5EF4-FFF2-40B4-BE49-F238E27FC236}">
                      <a16:creationId xmlns:a16="http://schemas.microsoft.com/office/drawing/2014/main" id="{B97EDB5E-FF79-BCB3-3C31-56A26C1B44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68" name="Oval 411">
                  <a:extLst>
                    <a:ext uri="{FF2B5EF4-FFF2-40B4-BE49-F238E27FC236}">
                      <a16:creationId xmlns:a16="http://schemas.microsoft.com/office/drawing/2014/main" id="{E234C4F5-B642-3CDD-4D01-C0AFB8BC55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69" name="Group 137">
                  <a:extLst>
                    <a:ext uri="{FF2B5EF4-FFF2-40B4-BE49-F238E27FC236}">
                      <a16:creationId xmlns:a16="http://schemas.microsoft.com/office/drawing/2014/main" id="{36C1005B-B493-97C0-66B1-692E5A673E5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72" name="Freeform 138">
                    <a:extLst>
                      <a:ext uri="{FF2B5EF4-FFF2-40B4-BE49-F238E27FC236}">
                        <a16:creationId xmlns:a16="http://schemas.microsoft.com/office/drawing/2014/main" id="{70DA16D5-1378-F211-F74E-D808EC53BCC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73" name="Freeform 139">
                    <a:extLst>
                      <a:ext uri="{FF2B5EF4-FFF2-40B4-BE49-F238E27FC236}">
                        <a16:creationId xmlns:a16="http://schemas.microsoft.com/office/drawing/2014/main" id="{F89EC973-8FA1-5685-5BFC-D466B79BC4F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70" name="Line 140">
                  <a:extLst>
                    <a:ext uri="{FF2B5EF4-FFF2-40B4-BE49-F238E27FC236}">
                      <a16:creationId xmlns:a16="http://schemas.microsoft.com/office/drawing/2014/main" id="{FC4285FA-810A-6C00-1C28-1305683EF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71" name="Line 141">
                  <a:extLst>
                    <a:ext uri="{FF2B5EF4-FFF2-40B4-BE49-F238E27FC236}">
                      <a16:creationId xmlns:a16="http://schemas.microsoft.com/office/drawing/2014/main" id="{A598CF47-CEC5-9CDD-303E-58194528E1B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539" name="Group 133">
                <a:extLst>
                  <a:ext uri="{FF2B5EF4-FFF2-40B4-BE49-F238E27FC236}">
                    <a16:creationId xmlns:a16="http://schemas.microsoft.com/office/drawing/2014/main" id="{E58F5760-D4AA-3883-8F8C-3CF85DA2363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32661" y="2882876"/>
                <a:ext cx="532759" cy="184809"/>
                <a:chOff x="2356" y="1300"/>
                <a:chExt cx="555" cy="194"/>
              </a:xfrm>
            </p:grpSpPr>
            <p:sp>
              <p:nvSpPr>
                <p:cNvPr id="212558" name="Oval 407">
                  <a:extLst>
                    <a:ext uri="{FF2B5EF4-FFF2-40B4-BE49-F238E27FC236}">
                      <a16:creationId xmlns:a16="http://schemas.microsoft.com/office/drawing/2014/main" id="{408DE516-F8D1-BB00-5BE8-0079344062C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59" name="Rectangle 410">
                  <a:extLst>
                    <a:ext uri="{FF2B5EF4-FFF2-40B4-BE49-F238E27FC236}">
                      <a16:creationId xmlns:a16="http://schemas.microsoft.com/office/drawing/2014/main" id="{3D367A54-F977-8EB0-B11E-ABDAC6F118D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60" name="Oval 411">
                  <a:extLst>
                    <a:ext uri="{FF2B5EF4-FFF2-40B4-BE49-F238E27FC236}">
                      <a16:creationId xmlns:a16="http://schemas.microsoft.com/office/drawing/2014/main" id="{4F63A1C2-466E-633A-6E00-FC9966185E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61" name="Group 137">
                  <a:extLst>
                    <a:ext uri="{FF2B5EF4-FFF2-40B4-BE49-F238E27FC236}">
                      <a16:creationId xmlns:a16="http://schemas.microsoft.com/office/drawing/2014/main" id="{BF4809A7-0C5F-0E09-473E-8C92FF537CB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64" name="Freeform 138">
                    <a:extLst>
                      <a:ext uri="{FF2B5EF4-FFF2-40B4-BE49-F238E27FC236}">
                        <a16:creationId xmlns:a16="http://schemas.microsoft.com/office/drawing/2014/main" id="{A02C4D7A-FD2D-5BDB-067D-DABEE923C2A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65" name="Freeform 139">
                    <a:extLst>
                      <a:ext uri="{FF2B5EF4-FFF2-40B4-BE49-F238E27FC236}">
                        <a16:creationId xmlns:a16="http://schemas.microsoft.com/office/drawing/2014/main" id="{ED34AACF-532A-9C30-49E0-BA7F4C4439D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62" name="Line 140">
                  <a:extLst>
                    <a:ext uri="{FF2B5EF4-FFF2-40B4-BE49-F238E27FC236}">
                      <a16:creationId xmlns:a16="http://schemas.microsoft.com/office/drawing/2014/main" id="{79844723-1E5D-4372-601F-5B3219126DE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63" name="Line 141">
                  <a:extLst>
                    <a:ext uri="{FF2B5EF4-FFF2-40B4-BE49-F238E27FC236}">
                      <a16:creationId xmlns:a16="http://schemas.microsoft.com/office/drawing/2014/main" id="{89EB243F-44F0-995F-B276-86FE02910AC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540" name="Group 133">
                <a:extLst>
                  <a:ext uri="{FF2B5EF4-FFF2-40B4-BE49-F238E27FC236}">
                    <a16:creationId xmlns:a16="http://schemas.microsoft.com/office/drawing/2014/main" id="{8367D3B3-0BB0-7AE2-CEE8-8D987A9CF73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30660" y="3072767"/>
                <a:ext cx="532759" cy="184809"/>
                <a:chOff x="2356" y="1300"/>
                <a:chExt cx="555" cy="194"/>
              </a:xfrm>
            </p:grpSpPr>
            <p:sp>
              <p:nvSpPr>
                <p:cNvPr id="212550" name="Oval 407">
                  <a:extLst>
                    <a:ext uri="{FF2B5EF4-FFF2-40B4-BE49-F238E27FC236}">
                      <a16:creationId xmlns:a16="http://schemas.microsoft.com/office/drawing/2014/main" id="{7DE3C686-E271-5920-3BD9-A1D37683992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51" name="Rectangle 410">
                  <a:extLst>
                    <a:ext uri="{FF2B5EF4-FFF2-40B4-BE49-F238E27FC236}">
                      <a16:creationId xmlns:a16="http://schemas.microsoft.com/office/drawing/2014/main" id="{B9AEE121-739D-EF96-C812-68431139DA3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52" name="Oval 411">
                  <a:extLst>
                    <a:ext uri="{FF2B5EF4-FFF2-40B4-BE49-F238E27FC236}">
                      <a16:creationId xmlns:a16="http://schemas.microsoft.com/office/drawing/2014/main" id="{88F83D80-0EF9-77E6-E824-0483853DDE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53" name="Group 137">
                  <a:extLst>
                    <a:ext uri="{FF2B5EF4-FFF2-40B4-BE49-F238E27FC236}">
                      <a16:creationId xmlns:a16="http://schemas.microsoft.com/office/drawing/2014/main" id="{1D71B885-B276-DA73-81DD-ACFD9B46156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56" name="Freeform 138">
                    <a:extLst>
                      <a:ext uri="{FF2B5EF4-FFF2-40B4-BE49-F238E27FC236}">
                        <a16:creationId xmlns:a16="http://schemas.microsoft.com/office/drawing/2014/main" id="{30A340B4-0465-181E-3A8F-EE3CC912F0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57" name="Freeform 139">
                    <a:extLst>
                      <a:ext uri="{FF2B5EF4-FFF2-40B4-BE49-F238E27FC236}">
                        <a16:creationId xmlns:a16="http://schemas.microsoft.com/office/drawing/2014/main" id="{0003CCBA-03FC-2FAE-3278-E68375D427E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54" name="Line 140">
                  <a:extLst>
                    <a:ext uri="{FF2B5EF4-FFF2-40B4-BE49-F238E27FC236}">
                      <a16:creationId xmlns:a16="http://schemas.microsoft.com/office/drawing/2014/main" id="{3B8C8F65-EFCE-E61D-4E94-4F70F6E87BE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55" name="Line 141">
                  <a:extLst>
                    <a:ext uri="{FF2B5EF4-FFF2-40B4-BE49-F238E27FC236}">
                      <a16:creationId xmlns:a16="http://schemas.microsoft.com/office/drawing/2014/main" id="{11E6238C-10C6-2159-88A8-E7ACFC36CB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541" name="Group 133">
                <a:extLst>
                  <a:ext uri="{FF2B5EF4-FFF2-40B4-BE49-F238E27FC236}">
                    <a16:creationId xmlns:a16="http://schemas.microsoft.com/office/drawing/2014/main" id="{6C19DDC9-07B5-97A2-E0FD-66333EFD095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438032" y="3018963"/>
                <a:ext cx="532759" cy="184809"/>
                <a:chOff x="2356" y="1300"/>
                <a:chExt cx="555" cy="194"/>
              </a:xfrm>
            </p:grpSpPr>
            <p:sp>
              <p:nvSpPr>
                <p:cNvPr id="212542" name="Oval 407">
                  <a:extLst>
                    <a:ext uri="{FF2B5EF4-FFF2-40B4-BE49-F238E27FC236}">
                      <a16:creationId xmlns:a16="http://schemas.microsoft.com/office/drawing/2014/main" id="{0D5944A7-7DA7-ACB6-0113-0E63BF4D60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43" name="Rectangle 410">
                  <a:extLst>
                    <a:ext uri="{FF2B5EF4-FFF2-40B4-BE49-F238E27FC236}">
                      <a16:creationId xmlns:a16="http://schemas.microsoft.com/office/drawing/2014/main" id="{204761F2-BE67-BCA8-EEF3-752BB1978B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44" name="Oval 411">
                  <a:extLst>
                    <a:ext uri="{FF2B5EF4-FFF2-40B4-BE49-F238E27FC236}">
                      <a16:creationId xmlns:a16="http://schemas.microsoft.com/office/drawing/2014/main" id="{1452BEEF-82AC-BA38-4EF0-C70FF5FD9E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45" name="Group 137">
                  <a:extLst>
                    <a:ext uri="{FF2B5EF4-FFF2-40B4-BE49-F238E27FC236}">
                      <a16:creationId xmlns:a16="http://schemas.microsoft.com/office/drawing/2014/main" id="{B1B5B397-2B3E-7590-6FA9-79C55876F81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48" name="Freeform 138">
                    <a:extLst>
                      <a:ext uri="{FF2B5EF4-FFF2-40B4-BE49-F238E27FC236}">
                        <a16:creationId xmlns:a16="http://schemas.microsoft.com/office/drawing/2014/main" id="{DC20D1E6-B005-6A93-7787-CCA1EEAFA70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49" name="Freeform 139">
                    <a:extLst>
                      <a:ext uri="{FF2B5EF4-FFF2-40B4-BE49-F238E27FC236}">
                        <a16:creationId xmlns:a16="http://schemas.microsoft.com/office/drawing/2014/main" id="{668D4A98-7F5A-61F9-9A21-B6D07886A0B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46" name="Line 140">
                  <a:extLst>
                    <a:ext uri="{FF2B5EF4-FFF2-40B4-BE49-F238E27FC236}">
                      <a16:creationId xmlns:a16="http://schemas.microsoft.com/office/drawing/2014/main" id="{8F885FE4-1722-0482-91DF-32DDC020810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47" name="Line 141">
                  <a:extLst>
                    <a:ext uri="{FF2B5EF4-FFF2-40B4-BE49-F238E27FC236}">
                      <a16:creationId xmlns:a16="http://schemas.microsoft.com/office/drawing/2014/main" id="{C1041CD4-C631-6665-09DD-80780862C7C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10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</p:grpSp>
        <p:grpSp>
          <p:nvGrpSpPr>
            <p:cNvPr id="212329" name="Group 331">
              <a:extLst>
                <a:ext uri="{FF2B5EF4-FFF2-40B4-BE49-F238E27FC236}">
                  <a16:creationId xmlns:a16="http://schemas.microsoft.com/office/drawing/2014/main" id="{6148366D-6B45-EBE7-D416-A7F7677DA23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03400" y="2755900"/>
              <a:ext cx="3467100" cy="1193800"/>
              <a:chOff x="7848600" y="2044700"/>
              <a:chExt cx="3200399" cy="1371600"/>
            </a:xfrm>
          </p:grpSpPr>
          <p:sp>
            <p:nvSpPr>
              <p:cNvPr id="212442" name="Oval 332">
                <a:extLst>
                  <a:ext uri="{FF2B5EF4-FFF2-40B4-BE49-F238E27FC236}">
                    <a16:creationId xmlns:a16="http://schemas.microsoft.com/office/drawing/2014/main" id="{417E4D96-6411-A66A-3A4D-9B1D400FE5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48600" y="2044700"/>
                <a:ext cx="3200399" cy="1371600"/>
              </a:xfrm>
              <a:prstGeom prst="ellipse">
                <a:avLst/>
              </a:prstGeom>
              <a:solidFill>
                <a:srgbClr val="3C6C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443" name="Group 133">
                <a:extLst>
                  <a:ext uri="{FF2B5EF4-FFF2-40B4-BE49-F238E27FC236}">
                    <a16:creationId xmlns:a16="http://schemas.microsoft.com/office/drawing/2014/main" id="{6C679FAE-DFD2-8CDE-0F36-B26FAC69C33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526482" y="2160804"/>
                <a:ext cx="532759" cy="184809"/>
                <a:chOff x="2356" y="1300"/>
                <a:chExt cx="555" cy="194"/>
              </a:xfrm>
            </p:grpSpPr>
            <p:sp>
              <p:nvSpPr>
                <p:cNvPr id="212516" name="Oval 407">
                  <a:extLst>
                    <a:ext uri="{FF2B5EF4-FFF2-40B4-BE49-F238E27FC236}">
                      <a16:creationId xmlns:a16="http://schemas.microsoft.com/office/drawing/2014/main" id="{9252C84B-297B-4D40-DF34-ED68E40BF7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17" name="Rectangle 410">
                  <a:extLst>
                    <a:ext uri="{FF2B5EF4-FFF2-40B4-BE49-F238E27FC236}">
                      <a16:creationId xmlns:a16="http://schemas.microsoft.com/office/drawing/2014/main" id="{DAD0CBD3-1CB4-08E0-D670-51704ED55E7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18" name="Oval 411">
                  <a:extLst>
                    <a:ext uri="{FF2B5EF4-FFF2-40B4-BE49-F238E27FC236}">
                      <a16:creationId xmlns:a16="http://schemas.microsoft.com/office/drawing/2014/main" id="{A50FDA47-F16F-A0F7-0DCB-6E1416D073B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19" name="Group 137">
                  <a:extLst>
                    <a:ext uri="{FF2B5EF4-FFF2-40B4-BE49-F238E27FC236}">
                      <a16:creationId xmlns:a16="http://schemas.microsoft.com/office/drawing/2014/main" id="{CAB01D59-A93F-0E43-27B5-90AD2774B12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22" name="Freeform 138">
                    <a:extLst>
                      <a:ext uri="{FF2B5EF4-FFF2-40B4-BE49-F238E27FC236}">
                        <a16:creationId xmlns:a16="http://schemas.microsoft.com/office/drawing/2014/main" id="{E378C1AE-70A4-6A3D-3DEA-BB5F99D5440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23" name="Freeform 139">
                    <a:extLst>
                      <a:ext uri="{FF2B5EF4-FFF2-40B4-BE49-F238E27FC236}">
                        <a16:creationId xmlns:a16="http://schemas.microsoft.com/office/drawing/2014/main" id="{2708CC66-5107-772B-AA4F-0E69E5983E6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20" name="Line 140">
                  <a:extLst>
                    <a:ext uri="{FF2B5EF4-FFF2-40B4-BE49-F238E27FC236}">
                      <a16:creationId xmlns:a16="http://schemas.microsoft.com/office/drawing/2014/main" id="{BA2337FF-7DFC-66C3-5D00-3FD26AD9364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21" name="Line 141">
                  <a:extLst>
                    <a:ext uri="{FF2B5EF4-FFF2-40B4-BE49-F238E27FC236}">
                      <a16:creationId xmlns:a16="http://schemas.microsoft.com/office/drawing/2014/main" id="{E18DE956-4F4C-57D6-2C14-91F60997A23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cxnSp>
            <p:nvCxnSpPr>
              <p:cNvPr id="212444" name="Straight Connector 334">
                <a:extLst>
                  <a:ext uri="{FF2B5EF4-FFF2-40B4-BE49-F238E27FC236}">
                    <a16:creationId xmlns:a16="http://schemas.microsoft.com/office/drawing/2014/main" id="{58FA9679-AA36-7FA6-603D-49658BC71299}"/>
                  </a:ext>
                </a:extLst>
              </p:cNvPr>
              <p:cNvCxnSpPr>
                <a:cxnSpLocks noChangeShapeType="1"/>
                <a:stCxn id="212521" idx="0"/>
              </p:cNvCxnSpPr>
              <p:nvPr/>
            </p:nvCxnSpPr>
            <p:spPr bwMode="auto">
              <a:xfrm>
                <a:off x="9055401" y="2220819"/>
                <a:ext cx="975377" cy="13653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45" name="Straight Connector 335">
                <a:extLst>
                  <a:ext uri="{FF2B5EF4-FFF2-40B4-BE49-F238E27FC236}">
                    <a16:creationId xmlns:a16="http://schemas.microsoft.com/office/drawing/2014/main" id="{E8BFECFF-3E0E-7DFA-7D84-2B9B7557A5D4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9522191" y="2583188"/>
                <a:ext cx="120745" cy="8339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46" name="Straight Connector 336">
                <a:extLst>
                  <a:ext uri="{FF2B5EF4-FFF2-40B4-BE49-F238E27FC236}">
                    <a16:creationId xmlns:a16="http://schemas.microsoft.com/office/drawing/2014/main" id="{85866866-BA80-7C1B-0D9A-A1960CB7D28B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323081" y="2786992"/>
                <a:ext cx="243358" cy="4562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47" name="Straight Connector 337">
                <a:extLst>
                  <a:ext uri="{FF2B5EF4-FFF2-40B4-BE49-F238E27FC236}">
                    <a16:creationId xmlns:a16="http://schemas.microsoft.com/office/drawing/2014/main" id="{06AA4927-5F27-1BD6-9B86-86E579552A87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028147" y="2611644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48" name="Straight Connector 338">
                <a:extLst>
                  <a:ext uri="{FF2B5EF4-FFF2-40B4-BE49-F238E27FC236}">
                    <a16:creationId xmlns:a16="http://schemas.microsoft.com/office/drawing/2014/main" id="{E6A13713-124D-1A8C-D53B-98002A2BD7AC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8729859" y="2909476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49" name="Straight Connector 339">
                <a:extLst>
                  <a:ext uri="{FF2B5EF4-FFF2-40B4-BE49-F238E27FC236}">
                    <a16:creationId xmlns:a16="http://schemas.microsoft.com/office/drawing/2014/main" id="{18ECE4EE-BA7C-D0EF-5BCA-A9A679457148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537887" y="2836224"/>
                <a:ext cx="252969" cy="25294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50" name="Straight Connector 340">
                <a:extLst>
                  <a:ext uri="{FF2B5EF4-FFF2-40B4-BE49-F238E27FC236}">
                    <a16:creationId xmlns:a16="http://schemas.microsoft.com/office/drawing/2014/main" id="{AC171385-EBD4-CE3C-B842-E5D2A83D7440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10029359" y="2822067"/>
                <a:ext cx="354959" cy="12439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51" name="Straight Connector 341">
                <a:extLst>
                  <a:ext uri="{FF2B5EF4-FFF2-40B4-BE49-F238E27FC236}">
                    <a16:creationId xmlns:a16="http://schemas.microsoft.com/office/drawing/2014/main" id="{7A96C5EB-E880-F253-C210-E7838CAD01E2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10015190" y="2475242"/>
                <a:ext cx="283363" cy="19566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52" name="Straight Connector 342">
                <a:extLst>
                  <a:ext uri="{FF2B5EF4-FFF2-40B4-BE49-F238E27FC236}">
                    <a16:creationId xmlns:a16="http://schemas.microsoft.com/office/drawing/2014/main" id="{38EF8573-3D5A-E06F-35BF-84C786DFD7A8}"/>
                  </a:ext>
                </a:extLst>
              </p:cNvPr>
              <p:cNvCxnSpPr>
                <a:cxnSpLocks noChangeShapeType="1"/>
                <a:endCxn id="212516" idx="4"/>
              </p:cNvCxnSpPr>
              <p:nvPr/>
            </p:nvCxnSpPr>
            <p:spPr bwMode="auto">
              <a:xfrm flipH="1" flipV="1">
                <a:off x="8791902" y="2345614"/>
                <a:ext cx="410984" cy="871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grpSp>
            <p:nvGrpSpPr>
              <p:cNvPr id="212453" name="Group 133">
                <a:extLst>
                  <a:ext uri="{FF2B5EF4-FFF2-40B4-BE49-F238E27FC236}">
                    <a16:creationId xmlns:a16="http://schemas.microsoft.com/office/drawing/2014/main" id="{5EC6DF6B-4AB5-81FD-EAE5-1E9D6170B91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555206" y="2650627"/>
                <a:ext cx="532759" cy="184809"/>
                <a:chOff x="2356" y="1300"/>
                <a:chExt cx="555" cy="194"/>
              </a:xfrm>
            </p:grpSpPr>
            <p:sp>
              <p:nvSpPr>
                <p:cNvPr id="212508" name="Oval 407">
                  <a:extLst>
                    <a:ext uri="{FF2B5EF4-FFF2-40B4-BE49-F238E27FC236}">
                      <a16:creationId xmlns:a16="http://schemas.microsoft.com/office/drawing/2014/main" id="{B2972D7A-9993-8B2B-EB70-2D6890EFBB6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09" name="Rectangle 410">
                  <a:extLst>
                    <a:ext uri="{FF2B5EF4-FFF2-40B4-BE49-F238E27FC236}">
                      <a16:creationId xmlns:a16="http://schemas.microsoft.com/office/drawing/2014/main" id="{A1343AC7-953B-4CC1-193C-C7E54F6F490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10" name="Oval 411">
                  <a:extLst>
                    <a:ext uri="{FF2B5EF4-FFF2-40B4-BE49-F238E27FC236}">
                      <a16:creationId xmlns:a16="http://schemas.microsoft.com/office/drawing/2014/main" id="{893F474B-3D60-6414-BED4-4E99EF1DFB4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11" name="Group 137">
                  <a:extLst>
                    <a:ext uri="{FF2B5EF4-FFF2-40B4-BE49-F238E27FC236}">
                      <a16:creationId xmlns:a16="http://schemas.microsoft.com/office/drawing/2014/main" id="{7ADA351F-D502-8BDF-267C-AE089117251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14" name="Freeform 138">
                    <a:extLst>
                      <a:ext uri="{FF2B5EF4-FFF2-40B4-BE49-F238E27FC236}">
                        <a16:creationId xmlns:a16="http://schemas.microsoft.com/office/drawing/2014/main" id="{8B6BD167-9C8D-DD4C-F0EF-E82D8CC199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15" name="Freeform 139">
                    <a:extLst>
                      <a:ext uri="{FF2B5EF4-FFF2-40B4-BE49-F238E27FC236}">
                        <a16:creationId xmlns:a16="http://schemas.microsoft.com/office/drawing/2014/main" id="{7F8A3BD5-7EB1-35FD-F950-66CA2E658BD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12" name="Line 140">
                  <a:extLst>
                    <a:ext uri="{FF2B5EF4-FFF2-40B4-BE49-F238E27FC236}">
                      <a16:creationId xmlns:a16="http://schemas.microsoft.com/office/drawing/2014/main" id="{3D7DC9F0-203A-6C26-04B6-2177E9D6E9A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13" name="Line 141">
                  <a:extLst>
                    <a:ext uri="{FF2B5EF4-FFF2-40B4-BE49-F238E27FC236}">
                      <a16:creationId xmlns:a16="http://schemas.microsoft.com/office/drawing/2014/main" id="{8864B0D5-63AF-500F-ED53-B2CBC77C08C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454" name="Group 133">
                <a:extLst>
                  <a:ext uri="{FF2B5EF4-FFF2-40B4-BE49-F238E27FC236}">
                    <a16:creationId xmlns:a16="http://schemas.microsoft.com/office/drawing/2014/main" id="{1C9EB29E-DB38-E22B-FBC3-EB9448481C4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772607" y="2725609"/>
                <a:ext cx="532759" cy="184809"/>
                <a:chOff x="2356" y="1300"/>
                <a:chExt cx="555" cy="194"/>
              </a:xfrm>
            </p:grpSpPr>
            <p:sp>
              <p:nvSpPr>
                <p:cNvPr id="212500" name="Oval 407">
                  <a:extLst>
                    <a:ext uri="{FF2B5EF4-FFF2-40B4-BE49-F238E27FC236}">
                      <a16:creationId xmlns:a16="http://schemas.microsoft.com/office/drawing/2014/main" id="{1E07DA02-C621-812B-6439-E539FADDD0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01" name="Rectangle 410">
                  <a:extLst>
                    <a:ext uri="{FF2B5EF4-FFF2-40B4-BE49-F238E27FC236}">
                      <a16:creationId xmlns:a16="http://schemas.microsoft.com/office/drawing/2014/main" id="{8190E293-4BCE-DEBF-A5A3-F10D0B6D0C3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02" name="Oval 411">
                  <a:extLst>
                    <a:ext uri="{FF2B5EF4-FFF2-40B4-BE49-F238E27FC236}">
                      <a16:creationId xmlns:a16="http://schemas.microsoft.com/office/drawing/2014/main" id="{E6A1A222-6D50-6D3A-CEFD-642B473B8F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03" name="Group 137">
                  <a:extLst>
                    <a:ext uri="{FF2B5EF4-FFF2-40B4-BE49-F238E27FC236}">
                      <a16:creationId xmlns:a16="http://schemas.microsoft.com/office/drawing/2014/main" id="{44D21109-5AE7-F1FB-C3BA-8E40B3DB0A3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06" name="Freeform 138">
                    <a:extLst>
                      <a:ext uri="{FF2B5EF4-FFF2-40B4-BE49-F238E27FC236}">
                        <a16:creationId xmlns:a16="http://schemas.microsoft.com/office/drawing/2014/main" id="{08BC11EA-CD55-CF1A-2286-C61FC1E3C06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07" name="Freeform 139">
                    <a:extLst>
                      <a:ext uri="{FF2B5EF4-FFF2-40B4-BE49-F238E27FC236}">
                        <a16:creationId xmlns:a16="http://schemas.microsoft.com/office/drawing/2014/main" id="{818D5942-1906-E593-CA83-611518F7819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04" name="Line 140">
                  <a:extLst>
                    <a:ext uri="{FF2B5EF4-FFF2-40B4-BE49-F238E27FC236}">
                      <a16:creationId xmlns:a16="http://schemas.microsoft.com/office/drawing/2014/main" id="{BFF7C044-A7B7-5662-6960-D02FFCD6703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05" name="Line 141">
                  <a:extLst>
                    <a:ext uri="{FF2B5EF4-FFF2-40B4-BE49-F238E27FC236}">
                      <a16:creationId xmlns:a16="http://schemas.microsoft.com/office/drawing/2014/main" id="{E6D0F0AA-D823-03C3-E795-82159326E4F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455" name="Group 133">
                <a:extLst>
                  <a:ext uri="{FF2B5EF4-FFF2-40B4-BE49-F238E27FC236}">
                    <a16:creationId xmlns:a16="http://schemas.microsoft.com/office/drawing/2014/main" id="{8B90B1B7-555F-5046-FD52-C1908364385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060908" y="2428111"/>
                <a:ext cx="532759" cy="184809"/>
                <a:chOff x="2356" y="1300"/>
                <a:chExt cx="555" cy="194"/>
              </a:xfrm>
            </p:grpSpPr>
            <p:sp>
              <p:nvSpPr>
                <p:cNvPr id="212492" name="Oval 407">
                  <a:extLst>
                    <a:ext uri="{FF2B5EF4-FFF2-40B4-BE49-F238E27FC236}">
                      <a16:creationId xmlns:a16="http://schemas.microsoft.com/office/drawing/2014/main" id="{A26D4963-44E7-3F96-68FA-C59C29E35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93" name="Rectangle 410">
                  <a:extLst>
                    <a:ext uri="{FF2B5EF4-FFF2-40B4-BE49-F238E27FC236}">
                      <a16:creationId xmlns:a16="http://schemas.microsoft.com/office/drawing/2014/main" id="{056E03B0-D505-D543-5BA3-9F0EF9AD8A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94" name="Oval 411">
                  <a:extLst>
                    <a:ext uri="{FF2B5EF4-FFF2-40B4-BE49-F238E27FC236}">
                      <a16:creationId xmlns:a16="http://schemas.microsoft.com/office/drawing/2014/main" id="{E8261C81-9465-8CC5-65DF-D32E6A5F6A3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495" name="Group 137">
                  <a:extLst>
                    <a:ext uri="{FF2B5EF4-FFF2-40B4-BE49-F238E27FC236}">
                      <a16:creationId xmlns:a16="http://schemas.microsoft.com/office/drawing/2014/main" id="{490F0AD5-13DB-1A7C-219B-9D6ABAA7D50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498" name="Freeform 138">
                    <a:extLst>
                      <a:ext uri="{FF2B5EF4-FFF2-40B4-BE49-F238E27FC236}">
                        <a16:creationId xmlns:a16="http://schemas.microsoft.com/office/drawing/2014/main" id="{3D46A614-6047-72AA-CD4A-72C1647BD2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499" name="Freeform 139">
                    <a:extLst>
                      <a:ext uri="{FF2B5EF4-FFF2-40B4-BE49-F238E27FC236}">
                        <a16:creationId xmlns:a16="http://schemas.microsoft.com/office/drawing/2014/main" id="{32580506-D66C-71CA-BC37-076C0979F57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496" name="Line 140">
                  <a:extLst>
                    <a:ext uri="{FF2B5EF4-FFF2-40B4-BE49-F238E27FC236}">
                      <a16:creationId xmlns:a16="http://schemas.microsoft.com/office/drawing/2014/main" id="{8BD161E3-C4B5-E610-5F6E-8E63D1BB51C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97" name="Line 141">
                  <a:extLst>
                    <a:ext uri="{FF2B5EF4-FFF2-40B4-BE49-F238E27FC236}">
                      <a16:creationId xmlns:a16="http://schemas.microsoft.com/office/drawing/2014/main" id="{6AB41C51-257A-FDC4-6B5C-57C9F9E10C0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456" name="Group 133">
                <a:extLst>
                  <a:ext uri="{FF2B5EF4-FFF2-40B4-BE49-F238E27FC236}">
                    <a16:creationId xmlns:a16="http://schemas.microsoft.com/office/drawing/2014/main" id="{CB727688-7A31-9DF9-8248-04C26EC6223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05281" y="2289952"/>
                <a:ext cx="532759" cy="184809"/>
                <a:chOff x="2356" y="1300"/>
                <a:chExt cx="555" cy="194"/>
              </a:xfrm>
            </p:grpSpPr>
            <p:sp>
              <p:nvSpPr>
                <p:cNvPr id="212484" name="Oval 407">
                  <a:extLst>
                    <a:ext uri="{FF2B5EF4-FFF2-40B4-BE49-F238E27FC236}">
                      <a16:creationId xmlns:a16="http://schemas.microsoft.com/office/drawing/2014/main" id="{19F2929C-7AB6-C874-B5DC-AAF38D5CA46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85" name="Rectangle 410">
                  <a:extLst>
                    <a:ext uri="{FF2B5EF4-FFF2-40B4-BE49-F238E27FC236}">
                      <a16:creationId xmlns:a16="http://schemas.microsoft.com/office/drawing/2014/main" id="{D72AAA0C-9EBB-0742-3B35-47F704C55E1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86" name="Oval 411">
                  <a:extLst>
                    <a:ext uri="{FF2B5EF4-FFF2-40B4-BE49-F238E27FC236}">
                      <a16:creationId xmlns:a16="http://schemas.microsoft.com/office/drawing/2014/main" id="{EB81662B-18CB-8611-B475-FCA23A95E34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487" name="Group 137">
                  <a:extLst>
                    <a:ext uri="{FF2B5EF4-FFF2-40B4-BE49-F238E27FC236}">
                      <a16:creationId xmlns:a16="http://schemas.microsoft.com/office/drawing/2014/main" id="{BD18ED97-FBB0-F513-960C-2E02D0F8F72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490" name="Freeform 138">
                    <a:extLst>
                      <a:ext uri="{FF2B5EF4-FFF2-40B4-BE49-F238E27FC236}">
                        <a16:creationId xmlns:a16="http://schemas.microsoft.com/office/drawing/2014/main" id="{21F426B5-38AD-0D4D-BEF6-B3319965C7E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491" name="Freeform 139">
                    <a:extLst>
                      <a:ext uri="{FF2B5EF4-FFF2-40B4-BE49-F238E27FC236}">
                        <a16:creationId xmlns:a16="http://schemas.microsoft.com/office/drawing/2014/main" id="{C1F489BB-0289-5E62-2549-DB52179384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488" name="Line 140">
                  <a:extLst>
                    <a:ext uri="{FF2B5EF4-FFF2-40B4-BE49-F238E27FC236}">
                      <a16:creationId xmlns:a16="http://schemas.microsoft.com/office/drawing/2014/main" id="{F1301981-9599-5A8E-9EF6-29C40D2E88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0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89" name="Line 141">
                  <a:extLst>
                    <a:ext uri="{FF2B5EF4-FFF2-40B4-BE49-F238E27FC236}">
                      <a16:creationId xmlns:a16="http://schemas.microsoft.com/office/drawing/2014/main" id="{95946247-A0B3-4A7C-360B-AA966AA571E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457" name="Group 133">
                <a:extLst>
                  <a:ext uri="{FF2B5EF4-FFF2-40B4-BE49-F238E27FC236}">
                    <a16:creationId xmlns:a16="http://schemas.microsoft.com/office/drawing/2014/main" id="{04418CEF-BAC3-3237-E61E-1EFF933EE9B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32661" y="2882876"/>
                <a:ext cx="532759" cy="184809"/>
                <a:chOff x="2356" y="1300"/>
                <a:chExt cx="555" cy="194"/>
              </a:xfrm>
            </p:grpSpPr>
            <p:sp>
              <p:nvSpPr>
                <p:cNvPr id="212476" name="Oval 407">
                  <a:extLst>
                    <a:ext uri="{FF2B5EF4-FFF2-40B4-BE49-F238E27FC236}">
                      <a16:creationId xmlns:a16="http://schemas.microsoft.com/office/drawing/2014/main" id="{2D5F9800-8725-6D50-1D92-D407F8BF5F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77" name="Rectangle 410">
                  <a:extLst>
                    <a:ext uri="{FF2B5EF4-FFF2-40B4-BE49-F238E27FC236}">
                      <a16:creationId xmlns:a16="http://schemas.microsoft.com/office/drawing/2014/main" id="{B748C614-0E9C-4A5E-5C16-274B2AE6E35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78" name="Oval 411">
                  <a:extLst>
                    <a:ext uri="{FF2B5EF4-FFF2-40B4-BE49-F238E27FC236}">
                      <a16:creationId xmlns:a16="http://schemas.microsoft.com/office/drawing/2014/main" id="{AE7D8183-98CF-D8B2-39B6-8F4D13C667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479" name="Group 137">
                  <a:extLst>
                    <a:ext uri="{FF2B5EF4-FFF2-40B4-BE49-F238E27FC236}">
                      <a16:creationId xmlns:a16="http://schemas.microsoft.com/office/drawing/2014/main" id="{0D793EEF-6CB1-C67F-ECB2-EEE77D7BDBE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482" name="Freeform 138">
                    <a:extLst>
                      <a:ext uri="{FF2B5EF4-FFF2-40B4-BE49-F238E27FC236}">
                        <a16:creationId xmlns:a16="http://schemas.microsoft.com/office/drawing/2014/main" id="{BA917F0F-6981-274B-7F8E-4C56A47D16D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483" name="Freeform 139">
                    <a:extLst>
                      <a:ext uri="{FF2B5EF4-FFF2-40B4-BE49-F238E27FC236}">
                        <a16:creationId xmlns:a16="http://schemas.microsoft.com/office/drawing/2014/main" id="{9B47A402-EBDA-9A84-7825-7B0CD8685E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480" name="Line 140">
                  <a:extLst>
                    <a:ext uri="{FF2B5EF4-FFF2-40B4-BE49-F238E27FC236}">
                      <a16:creationId xmlns:a16="http://schemas.microsoft.com/office/drawing/2014/main" id="{9041CED2-2082-11C0-1B01-18805FBB4B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81" name="Line 141">
                  <a:extLst>
                    <a:ext uri="{FF2B5EF4-FFF2-40B4-BE49-F238E27FC236}">
                      <a16:creationId xmlns:a16="http://schemas.microsoft.com/office/drawing/2014/main" id="{FB7A3DAD-14C2-D8E1-A57C-CA8DCE24B11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458" name="Group 133">
                <a:extLst>
                  <a:ext uri="{FF2B5EF4-FFF2-40B4-BE49-F238E27FC236}">
                    <a16:creationId xmlns:a16="http://schemas.microsoft.com/office/drawing/2014/main" id="{71744708-85C9-2BD1-2064-41577A9D0F1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30660" y="3072767"/>
                <a:ext cx="532759" cy="184809"/>
                <a:chOff x="2356" y="1300"/>
                <a:chExt cx="555" cy="194"/>
              </a:xfrm>
            </p:grpSpPr>
            <p:sp>
              <p:nvSpPr>
                <p:cNvPr id="212468" name="Oval 407">
                  <a:extLst>
                    <a:ext uri="{FF2B5EF4-FFF2-40B4-BE49-F238E27FC236}">
                      <a16:creationId xmlns:a16="http://schemas.microsoft.com/office/drawing/2014/main" id="{7AA9CF0E-1B98-3BC1-1137-00D587B6D20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69" name="Rectangle 410">
                  <a:extLst>
                    <a:ext uri="{FF2B5EF4-FFF2-40B4-BE49-F238E27FC236}">
                      <a16:creationId xmlns:a16="http://schemas.microsoft.com/office/drawing/2014/main" id="{92178374-49F6-EF84-3F34-7141D9B2E48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70" name="Oval 411">
                  <a:extLst>
                    <a:ext uri="{FF2B5EF4-FFF2-40B4-BE49-F238E27FC236}">
                      <a16:creationId xmlns:a16="http://schemas.microsoft.com/office/drawing/2014/main" id="{FA1F139C-3251-D38C-312C-2FADDD560A0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471" name="Group 137">
                  <a:extLst>
                    <a:ext uri="{FF2B5EF4-FFF2-40B4-BE49-F238E27FC236}">
                      <a16:creationId xmlns:a16="http://schemas.microsoft.com/office/drawing/2014/main" id="{33346DA6-CA5F-E0CD-F4B9-D8D99AF7110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474" name="Freeform 138">
                    <a:extLst>
                      <a:ext uri="{FF2B5EF4-FFF2-40B4-BE49-F238E27FC236}">
                        <a16:creationId xmlns:a16="http://schemas.microsoft.com/office/drawing/2014/main" id="{47A3F3CD-26D2-9BCB-8F7D-E8FE2049378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475" name="Freeform 139">
                    <a:extLst>
                      <a:ext uri="{FF2B5EF4-FFF2-40B4-BE49-F238E27FC236}">
                        <a16:creationId xmlns:a16="http://schemas.microsoft.com/office/drawing/2014/main" id="{443BDA4D-FD59-6E9E-B600-BB06EC5F85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472" name="Line 140">
                  <a:extLst>
                    <a:ext uri="{FF2B5EF4-FFF2-40B4-BE49-F238E27FC236}">
                      <a16:creationId xmlns:a16="http://schemas.microsoft.com/office/drawing/2014/main" id="{FD71C64F-8175-FEF0-A6AD-BFE4C9F76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73" name="Line 141">
                  <a:extLst>
                    <a:ext uri="{FF2B5EF4-FFF2-40B4-BE49-F238E27FC236}">
                      <a16:creationId xmlns:a16="http://schemas.microsoft.com/office/drawing/2014/main" id="{5F8EFBA0-23BC-563B-E043-6A238929426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459" name="Group 133">
                <a:extLst>
                  <a:ext uri="{FF2B5EF4-FFF2-40B4-BE49-F238E27FC236}">
                    <a16:creationId xmlns:a16="http://schemas.microsoft.com/office/drawing/2014/main" id="{EBC90460-3876-C26F-AC5F-B0B14E1EC2A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438032" y="3018963"/>
                <a:ext cx="532759" cy="184809"/>
                <a:chOff x="2356" y="1300"/>
                <a:chExt cx="555" cy="194"/>
              </a:xfrm>
            </p:grpSpPr>
            <p:sp>
              <p:nvSpPr>
                <p:cNvPr id="212460" name="Oval 407">
                  <a:extLst>
                    <a:ext uri="{FF2B5EF4-FFF2-40B4-BE49-F238E27FC236}">
                      <a16:creationId xmlns:a16="http://schemas.microsoft.com/office/drawing/2014/main" id="{479B28A1-630C-25F0-B101-14D27EDE09F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61" name="Rectangle 410">
                  <a:extLst>
                    <a:ext uri="{FF2B5EF4-FFF2-40B4-BE49-F238E27FC236}">
                      <a16:creationId xmlns:a16="http://schemas.microsoft.com/office/drawing/2014/main" id="{AE5D7459-1A14-7A56-7C5F-0DFDF5B9999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62" name="Oval 411">
                  <a:extLst>
                    <a:ext uri="{FF2B5EF4-FFF2-40B4-BE49-F238E27FC236}">
                      <a16:creationId xmlns:a16="http://schemas.microsoft.com/office/drawing/2014/main" id="{A597BE5A-8517-0C6D-3888-A616D2AFD2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463" name="Group 137">
                  <a:extLst>
                    <a:ext uri="{FF2B5EF4-FFF2-40B4-BE49-F238E27FC236}">
                      <a16:creationId xmlns:a16="http://schemas.microsoft.com/office/drawing/2014/main" id="{164BE40F-C8A9-D9DA-AD93-89DC3FFBF50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466" name="Freeform 138">
                    <a:extLst>
                      <a:ext uri="{FF2B5EF4-FFF2-40B4-BE49-F238E27FC236}">
                        <a16:creationId xmlns:a16="http://schemas.microsoft.com/office/drawing/2014/main" id="{A81AE0E7-773B-B2E7-70E6-631AD939EC1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467" name="Freeform 139">
                    <a:extLst>
                      <a:ext uri="{FF2B5EF4-FFF2-40B4-BE49-F238E27FC236}">
                        <a16:creationId xmlns:a16="http://schemas.microsoft.com/office/drawing/2014/main" id="{2B07A3CC-4779-9EF3-E187-1608F665004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464" name="Line 140">
                  <a:extLst>
                    <a:ext uri="{FF2B5EF4-FFF2-40B4-BE49-F238E27FC236}">
                      <a16:creationId xmlns:a16="http://schemas.microsoft.com/office/drawing/2014/main" id="{F64AE020-1448-514F-2D14-35CFBDBD3EA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79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65" name="Line 141">
                  <a:extLst>
                    <a:ext uri="{FF2B5EF4-FFF2-40B4-BE49-F238E27FC236}">
                      <a16:creationId xmlns:a16="http://schemas.microsoft.com/office/drawing/2014/main" id="{B127C10D-6942-0928-6E1C-F1F9AFC2D15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</p:grpSp>
        <p:sp>
          <p:nvSpPr>
            <p:cNvPr id="212330" name="Oval 417">
              <a:extLst>
                <a:ext uri="{FF2B5EF4-FFF2-40B4-BE49-F238E27FC236}">
                  <a16:creationId xmlns:a16="http://schemas.microsoft.com/office/drawing/2014/main" id="{31867C7D-D50D-4D49-5C4A-1C7B465A3C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8600" y="4165600"/>
              <a:ext cx="3086100" cy="1168400"/>
            </a:xfrm>
            <a:prstGeom prst="ellipse">
              <a:avLst/>
            </a:prstGeom>
            <a:solidFill>
              <a:srgbClr val="3C6C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12331" name="Group 133">
              <a:extLst>
                <a:ext uri="{FF2B5EF4-FFF2-40B4-BE49-F238E27FC236}">
                  <a16:creationId xmlns:a16="http://schemas.microsoft.com/office/drawing/2014/main" id="{515E199C-5176-0DCA-5038-1E5EC35F28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52272" y="4264503"/>
              <a:ext cx="513732" cy="157430"/>
              <a:chOff x="2356" y="1300"/>
              <a:chExt cx="555" cy="194"/>
            </a:xfrm>
          </p:grpSpPr>
          <p:sp>
            <p:nvSpPr>
              <p:cNvPr id="212434" name="Oval 492">
                <a:extLst>
                  <a:ext uri="{FF2B5EF4-FFF2-40B4-BE49-F238E27FC236}">
                    <a16:creationId xmlns:a16="http://schemas.microsoft.com/office/drawing/2014/main" id="{13C55B6D-8075-BD55-71CA-3260064184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35" name="Rectangle 410">
                <a:extLst>
                  <a:ext uri="{FF2B5EF4-FFF2-40B4-BE49-F238E27FC236}">
                    <a16:creationId xmlns:a16="http://schemas.microsoft.com/office/drawing/2014/main" id="{27F6FC4B-CCCE-F2AB-BD1B-EB0E65C4E9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36" name="Oval 411">
                <a:extLst>
                  <a:ext uri="{FF2B5EF4-FFF2-40B4-BE49-F238E27FC236}">
                    <a16:creationId xmlns:a16="http://schemas.microsoft.com/office/drawing/2014/main" id="{10305382-8A11-7F73-0E78-7FA7A9AF1F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437" name="Group 137">
                <a:extLst>
                  <a:ext uri="{FF2B5EF4-FFF2-40B4-BE49-F238E27FC236}">
                    <a16:creationId xmlns:a16="http://schemas.microsoft.com/office/drawing/2014/main" id="{13975496-E62B-83FF-9B51-46A38ED029A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40" name="Freeform 138">
                  <a:extLst>
                    <a:ext uri="{FF2B5EF4-FFF2-40B4-BE49-F238E27FC236}">
                      <a16:creationId xmlns:a16="http://schemas.microsoft.com/office/drawing/2014/main" id="{36EE3EB9-E05E-025D-4405-0D303AD3F9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41" name="Freeform 139">
                  <a:extLst>
                    <a:ext uri="{FF2B5EF4-FFF2-40B4-BE49-F238E27FC236}">
                      <a16:creationId xmlns:a16="http://schemas.microsoft.com/office/drawing/2014/main" id="{54CACB23-C1CD-9124-AA3C-7559E625E7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438" name="Line 140">
                <a:extLst>
                  <a:ext uri="{FF2B5EF4-FFF2-40B4-BE49-F238E27FC236}">
                    <a16:creationId xmlns:a16="http://schemas.microsoft.com/office/drawing/2014/main" id="{3117EBBC-C119-42AB-23B5-ECD7693115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0"/>
                <a:ext cx="0" cy="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39" name="Line 141">
                <a:extLst>
                  <a:ext uri="{FF2B5EF4-FFF2-40B4-BE49-F238E27FC236}">
                    <a16:creationId xmlns:a16="http://schemas.microsoft.com/office/drawing/2014/main" id="{371968DC-CDAC-A09E-9F8F-DD145F6E88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2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cxnSp>
          <p:nvCxnSpPr>
            <p:cNvPr id="212332" name="Straight Connector 419">
              <a:extLst>
                <a:ext uri="{FF2B5EF4-FFF2-40B4-BE49-F238E27FC236}">
                  <a16:creationId xmlns:a16="http://schemas.microsoft.com/office/drawing/2014/main" id="{6E67FE24-76F6-1E09-9446-9DC89869C670}"/>
                </a:ext>
              </a:extLst>
            </p:cNvPr>
            <p:cNvCxnSpPr>
              <a:cxnSpLocks noChangeShapeType="1"/>
              <a:stCxn id="212439" idx="0"/>
            </p:cNvCxnSpPr>
            <p:nvPr/>
          </p:nvCxnSpPr>
          <p:spPr bwMode="auto">
            <a:xfrm>
              <a:off x="2662301" y="4315627"/>
              <a:ext cx="940542" cy="11630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3" name="Straight Connector 420">
              <a:extLst>
                <a:ext uri="{FF2B5EF4-FFF2-40B4-BE49-F238E27FC236}">
                  <a16:creationId xmlns:a16="http://schemas.microsoft.com/office/drawing/2014/main" id="{0AC9D9A6-43E9-1322-B821-F608ACDB5AF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112420" y="4624312"/>
              <a:ext cx="116433" cy="710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4" name="Straight Connector 421">
              <a:extLst>
                <a:ext uri="{FF2B5EF4-FFF2-40B4-BE49-F238E27FC236}">
                  <a16:creationId xmlns:a16="http://schemas.microsoft.com/office/drawing/2014/main" id="{7162F22A-9EDA-D654-B832-FFD71A95B84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920421" y="4797923"/>
              <a:ext cx="234667" cy="38865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5" name="Straight Connector 422">
              <a:extLst>
                <a:ext uri="{FF2B5EF4-FFF2-40B4-BE49-F238E27FC236}">
                  <a16:creationId xmlns:a16="http://schemas.microsoft.com/office/drawing/2014/main" id="{BB30F1B7-4890-1E26-E298-A073BCA223A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636021" y="4648552"/>
              <a:ext cx="185893" cy="9334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6" name="Straight Connector 423">
              <a:extLst>
                <a:ext uri="{FF2B5EF4-FFF2-40B4-BE49-F238E27FC236}">
                  <a16:creationId xmlns:a16="http://schemas.microsoft.com/office/drawing/2014/main" id="{04AFD9FF-A439-BD93-B3FA-63A7F548BDD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348386" y="4902261"/>
              <a:ext cx="185893" cy="9334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7" name="Straight Connector 424">
              <a:extLst>
                <a:ext uri="{FF2B5EF4-FFF2-40B4-BE49-F238E27FC236}">
                  <a16:creationId xmlns:a16="http://schemas.microsoft.com/office/drawing/2014/main" id="{325CE9CD-35E2-3566-8443-A9D0AD6823E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127556" y="4839861"/>
              <a:ext cx="243934" cy="21546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8" name="Straight Connector 425">
              <a:extLst>
                <a:ext uri="{FF2B5EF4-FFF2-40B4-BE49-F238E27FC236}">
                  <a16:creationId xmlns:a16="http://schemas.microsoft.com/office/drawing/2014/main" id="{0091DF1D-9F29-E0B6-F0CE-F861919B025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3601475" y="4827802"/>
              <a:ext cx="342282" cy="1059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9" name="Straight Connector 426">
              <a:extLst>
                <a:ext uri="{FF2B5EF4-FFF2-40B4-BE49-F238E27FC236}">
                  <a16:creationId xmlns:a16="http://schemas.microsoft.com/office/drawing/2014/main" id="{0239596F-F8C1-3E4F-D48D-DB8A51931EB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587812" y="4532358"/>
              <a:ext cx="273243" cy="16667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40" name="Straight Connector 427">
              <a:extLst>
                <a:ext uri="{FF2B5EF4-FFF2-40B4-BE49-F238E27FC236}">
                  <a16:creationId xmlns:a16="http://schemas.microsoft.com/office/drawing/2014/main" id="{BEF54A76-2CC0-71A1-49F0-A3A2FE962664}"/>
                </a:ext>
              </a:extLst>
            </p:cNvPr>
            <p:cNvCxnSpPr>
              <a:cxnSpLocks noChangeShapeType="1"/>
              <a:endCxn id="212434" idx="4"/>
            </p:cNvCxnSpPr>
            <p:nvPr/>
          </p:nvCxnSpPr>
          <p:spPr bwMode="auto">
            <a:xfrm flipH="1" flipV="1">
              <a:off x="2408213" y="4421934"/>
              <a:ext cx="396306" cy="74264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212341" name="Group 133">
              <a:extLst>
                <a:ext uri="{FF2B5EF4-FFF2-40B4-BE49-F238E27FC236}">
                  <a16:creationId xmlns:a16="http://schemas.microsoft.com/office/drawing/2014/main" id="{FCD2DFB6-5DC6-79B0-1FB5-FDFEE6F8D63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44256" y="4681760"/>
              <a:ext cx="513732" cy="157430"/>
              <a:chOff x="2356" y="1300"/>
              <a:chExt cx="555" cy="194"/>
            </a:xfrm>
          </p:grpSpPr>
          <p:sp>
            <p:nvSpPr>
              <p:cNvPr id="212426" name="Oval 407">
                <a:extLst>
                  <a:ext uri="{FF2B5EF4-FFF2-40B4-BE49-F238E27FC236}">
                    <a16:creationId xmlns:a16="http://schemas.microsoft.com/office/drawing/2014/main" id="{0F3D6BAF-080D-3027-8B37-155F9B0ACB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27" name="Rectangle 410">
                <a:extLst>
                  <a:ext uri="{FF2B5EF4-FFF2-40B4-BE49-F238E27FC236}">
                    <a16:creationId xmlns:a16="http://schemas.microsoft.com/office/drawing/2014/main" id="{A828F1FB-13D8-8000-4570-2D14CE096C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28" name="Oval 411">
                <a:extLst>
                  <a:ext uri="{FF2B5EF4-FFF2-40B4-BE49-F238E27FC236}">
                    <a16:creationId xmlns:a16="http://schemas.microsoft.com/office/drawing/2014/main" id="{6FF86D02-5D31-7153-82B4-BA710FB9EB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429" name="Group 137">
                <a:extLst>
                  <a:ext uri="{FF2B5EF4-FFF2-40B4-BE49-F238E27FC236}">
                    <a16:creationId xmlns:a16="http://schemas.microsoft.com/office/drawing/2014/main" id="{632496A8-F5AA-7F43-6A35-23A11743632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32" name="Freeform 138">
                  <a:extLst>
                    <a:ext uri="{FF2B5EF4-FFF2-40B4-BE49-F238E27FC236}">
                      <a16:creationId xmlns:a16="http://schemas.microsoft.com/office/drawing/2014/main" id="{0B105326-7F6C-9FAE-F498-F007284A6C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33" name="Freeform 139">
                  <a:extLst>
                    <a:ext uri="{FF2B5EF4-FFF2-40B4-BE49-F238E27FC236}">
                      <a16:creationId xmlns:a16="http://schemas.microsoft.com/office/drawing/2014/main" id="{824498D8-351D-80D9-F541-911F14B9C4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430" name="Line 140">
                <a:extLst>
                  <a:ext uri="{FF2B5EF4-FFF2-40B4-BE49-F238E27FC236}">
                    <a16:creationId xmlns:a16="http://schemas.microsoft.com/office/drawing/2014/main" id="{5FA717A9-18D8-DECB-D43B-5F41E92157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0"/>
                <a:ext cx="0" cy="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31" name="Line 141">
                <a:extLst>
                  <a:ext uri="{FF2B5EF4-FFF2-40B4-BE49-F238E27FC236}">
                    <a16:creationId xmlns:a16="http://schemas.microsoft.com/office/drawing/2014/main" id="{C4D3D964-B24B-D25C-D72A-C181B3C0B4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2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212342" name="Group 133">
              <a:extLst>
                <a:ext uri="{FF2B5EF4-FFF2-40B4-BE49-F238E27FC236}">
                  <a16:creationId xmlns:a16="http://schemas.microsoft.com/office/drawing/2014/main" id="{BC10E553-9484-60F8-1B75-6EB3AC92BAF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89607" y="4745634"/>
              <a:ext cx="513732" cy="157430"/>
              <a:chOff x="2356" y="1300"/>
              <a:chExt cx="555" cy="194"/>
            </a:xfrm>
          </p:grpSpPr>
          <p:sp>
            <p:nvSpPr>
              <p:cNvPr id="212418" name="Oval 407">
                <a:extLst>
                  <a:ext uri="{FF2B5EF4-FFF2-40B4-BE49-F238E27FC236}">
                    <a16:creationId xmlns:a16="http://schemas.microsoft.com/office/drawing/2014/main" id="{80D8EFB2-4D84-616A-3E98-A53DBAD6E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19" name="Rectangle 410">
                <a:extLst>
                  <a:ext uri="{FF2B5EF4-FFF2-40B4-BE49-F238E27FC236}">
                    <a16:creationId xmlns:a16="http://schemas.microsoft.com/office/drawing/2014/main" id="{6FDCB319-EDCE-17E3-B048-53D859612C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20" name="Oval 411">
                <a:extLst>
                  <a:ext uri="{FF2B5EF4-FFF2-40B4-BE49-F238E27FC236}">
                    <a16:creationId xmlns:a16="http://schemas.microsoft.com/office/drawing/2014/main" id="{8248AC4D-EC9A-6D1D-00FE-E34951E494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421" name="Group 137">
                <a:extLst>
                  <a:ext uri="{FF2B5EF4-FFF2-40B4-BE49-F238E27FC236}">
                    <a16:creationId xmlns:a16="http://schemas.microsoft.com/office/drawing/2014/main" id="{39963505-0B28-58E8-8CC0-0C7054626E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24" name="Freeform 138">
                  <a:extLst>
                    <a:ext uri="{FF2B5EF4-FFF2-40B4-BE49-F238E27FC236}">
                      <a16:creationId xmlns:a16="http://schemas.microsoft.com/office/drawing/2014/main" id="{14D6B480-DB59-056D-DEBF-DAB8C1B85C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25" name="Freeform 139">
                  <a:extLst>
                    <a:ext uri="{FF2B5EF4-FFF2-40B4-BE49-F238E27FC236}">
                      <a16:creationId xmlns:a16="http://schemas.microsoft.com/office/drawing/2014/main" id="{3E2B8636-4135-C192-5F5E-1E6D98E78E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422" name="Line 140">
                <a:extLst>
                  <a:ext uri="{FF2B5EF4-FFF2-40B4-BE49-F238E27FC236}">
                    <a16:creationId xmlns:a16="http://schemas.microsoft.com/office/drawing/2014/main" id="{E702145D-F03F-5DCB-564C-72D55C65AD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0"/>
                <a:ext cx="0" cy="86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23" name="Line 141">
                <a:extLst>
                  <a:ext uri="{FF2B5EF4-FFF2-40B4-BE49-F238E27FC236}">
                    <a16:creationId xmlns:a16="http://schemas.microsoft.com/office/drawing/2014/main" id="{7FDEAFA1-2F9E-49F2-A0CF-9387A7A4F9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2"/>
                <a:ext cx="0" cy="86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212343" name="Group 133">
              <a:extLst>
                <a:ext uri="{FF2B5EF4-FFF2-40B4-BE49-F238E27FC236}">
                  <a16:creationId xmlns:a16="http://schemas.microsoft.com/office/drawing/2014/main" id="{FFF56C0B-8012-C1A4-1970-2BD40E1E6C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67612" y="4492209"/>
              <a:ext cx="513732" cy="157430"/>
              <a:chOff x="2356" y="1300"/>
              <a:chExt cx="555" cy="194"/>
            </a:xfrm>
          </p:grpSpPr>
          <p:sp>
            <p:nvSpPr>
              <p:cNvPr id="212410" name="Oval 407">
                <a:extLst>
                  <a:ext uri="{FF2B5EF4-FFF2-40B4-BE49-F238E27FC236}">
                    <a16:creationId xmlns:a16="http://schemas.microsoft.com/office/drawing/2014/main" id="{68CD67A4-DC8C-DA08-06A4-A1E52224DD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11" name="Rectangle 410">
                <a:extLst>
                  <a:ext uri="{FF2B5EF4-FFF2-40B4-BE49-F238E27FC236}">
                    <a16:creationId xmlns:a16="http://schemas.microsoft.com/office/drawing/2014/main" id="{E7538E49-B833-F208-88A4-2337B42020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12" name="Oval 411">
                <a:extLst>
                  <a:ext uri="{FF2B5EF4-FFF2-40B4-BE49-F238E27FC236}">
                    <a16:creationId xmlns:a16="http://schemas.microsoft.com/office/drawing/2014/main" id="{4EB196F7-467A-3FB5-F65F-3D1577A81E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413" name="Group 137">
                <a:extLst>
                  <a:ext uri="{FF2B5EF4-FFF2-40B4-BE49-F238E27FC236}">
                    <a16:creationId xmlns:a16="http://schemas.microsoft.com/office/drawing/2014/main" id="{61044F6E-9D0A-A09E-F1CF-668CD8E239C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16" name="Freeform 138">
                  <a:extLst>
                    <a:ext uri="{FF2B5EF4-FFF2-40B4-BE49-F238E27FC236}">
                      <a16:creationId xmlns:a16="http://schemas.microsoft.com/office/drawing/2014/main" id="{03CFF347-502D-9923-BF83-E8A681BA47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17" name="Freeform 139">
                  <a:extLst>
                    <a:ext uri="{FF2B5EF4-FFF2-40B4-BE49-F238E27FC236}">
                      <a16:creationId xmlns:a16="http://schemas.microsoft.com/office/drawing/2014/main" id="{D8B8220A-FD2C-8AEE-6C1A-CE7391939F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414" name="Line 140">
                <a:extLst>
                  <a:ext uri="{FF2B5EF4-FFF2-40B4-BE49-F238E27FC236}">
                    <a16:creationId xmlns:a16="http://schemas.microsoft.com/office/drawing/2014/main" id="{2E6B8A9B-03F7-0CE5-E2CB-622D9C4CBC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15" name="Line 141">
                <a:extLst>
                  <a:ext uri="{FF2B5EF4-FFF2-40B4-BE49-F238E27FC236}">
                    <a16:creationId xmlns:a16="http://schemas.microsoft.com/office/drawing/2014/main" id="{F7700273-2D86-CFC5-B6C5-73F48B81AB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212344" name="Group 133">
              <a:extLst>
                <a:ext uri="{FF2B5EF4-FFF2-40B4-BE49-F238E27FC236}">
                  <a16:creationId xmlns:a16="http://schemas.microsoft.com/office/drawing/2014/main" id="{9C6C2AF4-CAE4-6EA1-1BF4-35080387F2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78257" y="4374518"/>
              <a:ext cx="513732" cy="157430"/>
              <a:chOff x="2356" y="1300"/>
              <a:chExt cx="555" cy="194"/>
            </a:xfrm>
          </p:grpSpPr>
          <p:sp>
            <p:nvSpPr>
              <p:cNvPr id="212402" name="Oval 407">
                <a:extLst>
                  <a:ext uri="{FF2B5EF4-FFF2-40B4-BE49-F238E27FC236}">
                    <a16:creationId xmlns:a16="http://schemas.microsoft.com/office/drawing/2014/main" id="{1328108F-E487-8924-6C1E-2F2611B2EF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03" name="Rectangle 410">
                <a:extLst>
                  <a:ext uri="{FF2B5EF4-FFF2-40B4-BE49-F238E27FC236}">
                    <a16:creationId xmlns:a16="http://schemas.microsoft.com/office/drawing/2014/main" id="{C6A79120-7368-E0C3-201D-7F8EF387C9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04" name="Oval 411">
                <a:extLst>
                  <a:ext uri="{FF2B5EF4-FFF2-40B4-BE49-F238E27FC236}">
                    <a16:creationId xmlns:a16="http://schemas.microsoft.com/office/drawing/2014/main" id="{0D487E5B-1265-702D-2C4E-FD610C4DF2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405" name="Group 137">
                <a:extLst>
                  <a:ext uri="{FF2B5EF4-FFF2-40B4-BE49-F238E27FC236}">
                    <a16:creationId xmlns:a16="http://schemas.microsoft.com/office/drawing/2014/main" id="{D9B2E261-67D6-EE6F-EB20-4672DA30F99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08" name="Freeform 138">
                  <a:extLst>
                    <a:ext uri="{FF2B5EF4-FFF2-40B4-BE49-F238E27FC236}">
                      <a16:creationId xmlns:a16="http://schemas.microsoft.com/office/drawing/2014/main" id="{6BA72D84-BBD8-102D-99F8-52F88C8F08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09" name="Freeform 139">
                  <a:extLst>
                    <a:ext uri="{FF2B5EF4-FFF2-40B4-BE49-F238E27FC236}">
                      <a16:creationId xmlns:a16="http://schemas.microsoft.com/office/drawing/2014/main" id="{99A00BE1-42C4-18C1-64D6-9969F28B03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406" name="Line 140">
                <a:extLst>
                  <a:ext uri="{FF2B5EF4-FFF2-40B4-BE49-F238E27FC236}">
                    <a16:creationId xmlns:a16="http://schemas.microsoft.com/office/drawing/2014/main" id="{72947F10-EE00-FB78-40B8-49657619A4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07" name="Line 141">
                <a:extLst>
                  <a:ext uri="{FF2B5EF4-FFF2-40B4-BE49-F238E27FC236}">
                    <a16:creationId xmlns:a16="http://schemas.microsoft.com/office/drawing/2014/main" id="{530378CA-9FC2-C151-4344-DA7993B3FA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212345" name="Group 133">
              <a:extLst>
                <a:ext uri="{FF2B5EF4-FFF2-40B4-BE49-F238E27FC236}">
                  <a16:creationId xmlns:a16="http://schemas.microsoft.com/office/drawing/2014/main" id="{176AAF70-4E54-496F-DFFC-9C1C8C45E5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97517" y="4879602"/>
              <a:ext cx="513732" cy="157430"/>
              <a:chOff x="2356" y="1300"/>
              <a:chExt cx="555" cy="194"/>
            </a:xfrm>
          </p:grpSpPr>
          <p:sp>
            <p:nvSpPr>
              <p:cNvPr id="212394" name="Oval 407">
                <a:extLst>
                  <a:ext uri="{FF2B5EF4-FFF2-40B4-BE49-F238E27FC236}">
                    <a16:creationId xmlns:a16="http://schemas.microsoft.com/office/drawing/2014/main" id="{A0A2A854-D255-2467-CC16-DCF1AC18E2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95" name="Rectangle 410">
                <a:extLst>
                  <a:ext uri="{FF2B5EF4-FFF2-40B4-BE49-F238E27FC236}">
                    <a16:creationId xmlns:a16="http://schemas.microsoft.com/office/drawing/2014/main" id="{2EE07FB8-CCEF-71DA-1BF7-FCDDB4336C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96" name="Oval 411">
                <a:extLst>
                  <a:ext uri="{FF2B5EF4-FFF2-40B4-BE49-F238E27FC236}">
                    <a16:creationId xmlns:a16="http://schemas.microsoft.com/office/drawing/2014/main" id="{BD665A29-EBB5-5A11-2439-EECFD8C1D0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397" name="Group 137">
                <a:extLst>
                  <a:ext uri="{FF2B5EF4-FFF2-40B4-BE49-F238E27FC236}">
                    <a16:creationId xmlns:a16="http://schemas.microsoft.com/office/drawing/2014/main" id="{BCE22F77-7E95-8090-3ADC-38B37732664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00" name="Freeform 138">
                  <a:extLst>
                    <a:ext uri="{FF2B5EF4-FFF2-40B4-BE49-F238E27FC236}">
                      <a16:creationId xmlns:a16="http://schemas.microsoft.com/office/drawing/2014/main" id="{EA07585C-C266-60A4-4F73-8E190BD591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01" name="Freeform 139">
                  <a:extLst>
                    <a:ext uri="{FF2B5EF4-FFF2-40B4-BE49-F238E27FC236}">
                      <a16:creationId xmlns:a16="http://schemas.microsoft.com/office/drawing/2014/main" id="{0822A443-4430-5AFB-4E37-7DC2C37D08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398" name="Line 140">
                <a:extLst>
                  <a:ext uri="{FF2B5EF4-FFF2-40B4-BE49-F238E27FC236}">
                    <a16:creationId xmlns:a16="http://schemas.microsoft.com/office/drawing/2014/main" id="{E33DFE98-DC82-43F6-188D-281B6463B2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99" name="Line 141">
                <a:extLst>
                  <a:ext uri="{FF2B5EF4-FFF2-40B4-BE49-F238E27FC236}">
                    <a16:creationId xmlns:a16="http://schemas.microsoft.com/office/drawing/2014/main" id="{B2AD3608-F51F-AB5E-2C32-D033864617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212346" name="Group 133">
              <a:extLst>
                <a:ext uri="{FF2B5EF4-FFF2-40B4-BE49-F238E27FC236}">
                  <a16:creationId xmlns:a16="http://schemas.microsoft.com/office/drawing/2014/main" id="{4579A8D2-9EFD-414F-6936-899D112AFA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27730" y="5041361"/>
              <a:ext cx="513732" cy="157430"/>
              <a:chOff x="2356" y="1300"/>
              <a:chExt cx="555" cy="194"/>
            </a:xfrm>
          </p:grpSpPr>
          <p:sp>
            <p:nvSpPr>
              <p:cNvPr id="212386" name="Oval 407">
                <a:extLst>
                  <a:ext uri="{FF2B5EF4-FFF2-40B4-BE49-F238E27FC236}">
                    <a16:creationId xmlns:a16="http://schemas.microsoft.com/office/drawing/2014/main" id="{05359EFE-F926-6C58-68B6-E7F37065A1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87" name="Rectangle 410">
                <a:extLst>
                  <a:ext uri="{FF2B5EF4-FFF2-40B4-BE49-F238E27FC236}">
                    <a16:creationId xmlns:a16="http://schemas.microsoft.com/office/drawing/2014/main" id="{37171A2B-4288-6ACE-9A34-08AECBB465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88" name="Oval 411">
                <a:extLst>
                  <a:ext uri="{FF2B5EF4-FFF2-40B4-BE49-F238E27FC236}">
                    <a16:creationId xmlns:a16="http://schemas.microsoft.com/office/drawing/2014/main" id="{A9958F9A-8232-BE70-FD7C-247708C074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389" name="Group 137">
                <a:extLst>
                  <a:ext uri="{FF2B5EF4-FFF2-40B4-BE49-F238E27FC236}">
                    <a16:creationId xmlns:a16="http://schemas.microsoft.com/office/drawing/2014/main" id="{2D1734B9-E798-9DDD-6198-B8B918F084A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392" name="Freeform 138">
                  <a:extLst>
                    <a:ext uri="{FF2B5EF4-FFF2-40B4-BE49-F238E27FC236}">
                      <a16:creationId xmlns:a16="http://schemas.microsoft.com/office/drawing/2014/main" id="{8C3B19BA-DB26-650C-6E73-9A8956F7EE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393" name="Freeform 139">
                  <a:extLst>
                    <a:ext uri="{FF2B5EF4-FFF2-40B4-BE49-F238E27FC236}">
                      <a16:creationId xmlns:a16="http://schemas.microsoft.com/office/drawing/2014/main" id="{076E9F3A-52BE-7FC7-179B-F9F4199D46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390" name="Line 140">
                <a:extLst>
                  <a:ext uri="{FF2B5EF4-FFF2-40B4-BE49-F238E27FC236}">
                    <a16:creationId xmlns:a16="http://schemas.microsoft.com/office/drawing/2014/main" id="{97D0294E-755A-77C5-54A8-09C1BCA275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91" name="Line 141">
                <a:extLst>
                  <a:ext uri="{FF2B5EF4-FFF2-40B4-BE49-F238E27FC236}">
                    <a16:creationId xmlns:a16="http://schemas.microsoft.com/office/drawing/2014/main" id="{C60FCDAE-FB47-F1DF-B7EC-D81793F0C4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212347" name="Group 133">
              <a:extLst>
                <a:ext uri="{FF2B5EF4-FFF2-40B4-BE49-F238E27FC236}">
                  <a16:creationId xmlns:a16="http://schemas.microsoft.com/office/drawing/2014/main" id="{4CE5B4F4-B63A-0961-B16A-F91D2D5FC0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66981" y="4995528"/>
              <a:ext cx="513732" cy="157430"/>
              <a:chOff x="2356" y="1300"/>
              <a:chExt cx="555" cy="194"/>
            </a:xfrm>
          </p:grpSpPr>
          <p:sp>
            <p:nvSpPr>
              <p:cNvPr id="212378" name="Oval 407">
                <a:extLst>
                  <a:ext uri="{FF2B5EF4-FFF2-40B4-BE49-F238E27FC236}">
                    <a16:creationId xmlns:a16="http://schemas.microsoft.com/office/drawing/2014/main" id="{3925B653-4454-71D4-E199-19E9BBC8E0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79" name="Rectangle 410">
                <a:extLst>
                  <a:ext uri="{FF2B5EF4-FFF2-40B4-BE49-F238E27FC236}">
                    <a16:creationId xmlns:a16="http://schemas.microsoft.com/office/drawing/2014/main" id="{5E3DE3CB-E60F-06C3-E6EA-BD94E48DB8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80" name="Oval 411">
                <a:extLst>
                  <a:ext uri="{FF2B5EF4-FFF2-40B4-BE49-F238E27FC236}">
                    <a16:creationId xmlns:a16="http://schemas.microsoft.com/office/drawing/2014/main" id="{14903CB2-F39C-88DE-1BF6-CE309AC056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381" name="Group 137">
                <a:extLst>
                  <a:ext uri="{FF2B5EF4-FFF2-40B4-BE49-F238E27FC236}">
                    <a16:creationId xmlns:a16="http://schemas.microsoft.com/office/drawing/2014/main" id="{A69F1C56-3D87-161A-C9BE-242C4A06D55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384" name="Freeform 138">
                  <a:extLst>
                    <a:ext uri="{FF2B5EF4-FFF2-40B4-BE49-F238E27FC236}">
                      <a16:creationId xmlns:a16="http://schemas.microsoft.com/office/drawing/2014/main" id="{35339EF7-51B0-AC52-6C5F-F6B204F4DE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385" name="Freeform 139">
                  <a:extLst>
                    <a:ext uri="{FF2B5EF4-FFF2-40B4-BE49-F238E27FC236}">
                      <a16:creationId xmlns:a16="http://schemas.microsoft.com/office/drawing/2014/main" id="{29880240-4084-987F-64A3-05BC846245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382" name="Line 140">
                <a:extLst>
                  <a:ext uri="{FF2B5EF4-FFF2-40B4-BE49-F238E27FC236}">
                    <a16:creationId xmlns:a16="http://schemas.microsoft.com/office/drawing/2014/main" id="{134F3427-4D87-539B-3997-4AAB9CCD03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83" name="Line 141">
                <a:extLst>
                  <a:ext uri="{FF2B5EF4-FFF2-40B4-BE49-F238E27FC236}">
                    <a16:creationId xmlns:a16="http://schemas.microsoft.com/office/drawing/2014/main" id="{C9F7BAA6-416F-4BA8-8767-E126EB68F2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cxnSp>
          <p:nvCxnSpPr>
            <p:cNvPr id="212348" name="Straight Connector 12">
              <a:extLst>
                <a:ext uri="{FF2B5EF4-FFF2-40B4-BE49-F238E27FC236}">
                  <a16:creationId xmlns:a16="http://schemas.microsoft.com/office/drawing/2014/main" id="{44DEC31D-8A58-FAF0-365F-01A8DCBA2323}"/>
                </a:ext>
              </a:extLst>
            </p:cNvPr>
            <p:cNvCxnSpPr>
              <a:cxnSpLocks noChangeShapeType="1"/>
              <a:endCxn id="212518" idx="1"/>
            </p:cNvCxnSpPr>
            <p:nvPr/>
          </p:nvCxnSpPr>
          <p:spPr bwMode="auto">
            <a:xfrm>
              <a:off x="2382838" y="2609850"/>
              <a:ext cx="238125" cy="2619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49" name="Straight Connector 500">
              <a:extLst>
                <a:ext uri="{FF2B5EF4-FFF2-40B4-BE49-F238E27FC236}">
                  <a16:creationId xmlns:a16="http://schemas.microsoft.com/office/drawing/2014/main" id="{9A5DDDFB-EAB5-5772-E6C2-1CDBDACFF29E}"/>
                </a:ext>
              </a:extLst>
            </p:cNvPr>
            <p:cNvCxnSpPr>
              <a:cxnSpLocks noChangeShapeType="1"/>
              <a:stCxn id="212314" idx="8"/>
              <a:endCxn id="212375" idx="2"/>
            </p:cNvCxnSpPr>
            <p:nvPr/>
          </p:nvCxnSpPr>
          <p:spPr bwMode="auto">
            <a:xfrm>
              <a:off x="1455738" y="2990850"/>
              <a:ext cx="38100" cy="309563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0" name="Straight Connector 501">
              <a:extLst>
                <a:ext uri="{FF2B5EF4-FFF2-40B4-BE49-F238E27FC236}">
                  <a16:creationId xmlns:a16="http://schemas.microsoft.com/office/drawing/2014/main" id="{C06A5DE9-696A-4DCD-FD19-A75A67E6BDA5}"/>
                </a:ext>
              </a:extLst>
            </p:cNvPr>
            <p:cNvCxnSpPr>
              <a:cxnSpLocks noChangeShapeType="1"/>
              <a:endCxn id="212375" idx="3"/>
            </p:cNvCxnSpPr>
            <p:nvPr/>
          </p:nvCxnSpPr>
          <p:spPr bwMode="auto">
            <a:xfrm>
              <a:off x="1235075" y="3271838"/>
              <a:ext cx="123825" cy="212725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1" name="Straight Connector 502">
              <a:extLst>
                <a:ext uri="{FF2B5EF4-FFF2-40B4-BE49-F238E27FC236}">
                  <a16:creationId xmlns:a16="http://schemas.microsoft.com/office/drawing/2014/main" id="{621EEFA6-A122-1B0F-74D7-94DE6E636A12}"/>
                </a:ext>
              </a:extLst>
            </p:cNvPr>
            <p:cNvCxnSpPr>
              <a:cxnSpLocks noChangeShapeType="1"/>
              <a:endCxn id="212486" idx="1"/>
            </p:cNvCxnSpPr>
            <p:nvPr/>
          </p:nvCxnSpPr>
          <p:spPr bwMode="auto">
            <a:xfrm>
              <a:off x="3916363" y="2411413"/>
              <a:ext cx="307975" cy="57308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2" name="Straight Connector 503">
              <a:extLst>
                <a:ext uri="{FF2B5EF4-FFF2-40B4-BE49-F238E27FC236}">
                  <a16:creationId xmlns:a16="http://schemas.microsoft.com/office/drawing/2014/main" id="{90C4930D-FD61-9F81-4DD3-5295AE228C7E}"/>
                </a:ext>
              </a:extLst>
            </p:cNvPr>
            <p:cNvCxnSpPr>
              <a:cxnSpLocks noChangeShapeType="1"/>
              <a:endCxn id="212486" idx="0"/>
            </p:cNvCxnSpPr>
            <p:nvPr/>
          </p:nvCxnSpPr>
          <p:spPr bwMode="auto">
            <a:xfrm flipH="1">
              <a:off x="4425950" y="2389188"/>
              <a:ext cx="384175" cy="57943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3" name="Straight Connector 504">
              <a:extLst>
                <a:ext uri="{FF2B5EF4-FFF2-40B4-BE49-F238E27FC236}">
                  <a16:creationId xmlns:a16="http://schemas.microsoft.com/office/drawing/2014/main" id="{CE97564A-5F35-3C77-3832-E982C7D2FE27}"/>
                </a:ext>
              </a:extLst>
            </p:cNvPr>
            <p:cNvCxnSpPr>
              <a:cxnSpLocks noChangeShapeType="1"/>
              <a:endCxn id="212568" idx="0"/>
            </p:cNvCxnSpPr>
            <p:nvPr/>
          </p:nvCxnSpPr>
          <p:spPr bwMode="auto">
            <a:xfrm>
              <a:off x="6770688" y="2900363"/>
              <a:ext cx="215900" cy="10461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4" name="Straight Connector 505">
              <a:extLst>
                <a:ext uri="{FF2B5EF4-FFF2-40B4-BE49-F238E27FC236}">
                  <a16:creationId xmlns:a16="http://schemas.microsoft.com/office/drawing/2014/main" id="{12F3D7C9-46D3-5A84-DB59-3FBBF5DEE35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7137400" y="3251200"/>
              <a:ext cx="241300" cy="69215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5" name="Straight Connector 506">
              <a:extLst>
                <a:ext uri="{FF2B5EF4-FFF2-40B4-BE49-F238E27FC236}">
                  <a16:creationId xmlns:a16="http://schemas.microsoft.com/office/drawing/2014/main" id="{06CD6D3C-D5C2-1989-A44A-CD37A06B244B}"/>
                </a:ext>
              </a:extLst>
            </p:cNvPr>
            <p:cNvCxnSpPr>
              <a:cxnSpLocks noChangeShapeType="1"/>
              <a:stCxn id="212318" idx="4"/>
              <a:endCxn id="212563" idx="0"/>
            </p:cNvCxnSpPr>
            <p:nvPr/>
          </p:nvCxnSpPr>
          <p:spPr bwMode="auto">
            <a:xfrm flipH="1">
              <a:off x="7483475" y="4229100"/>
              <a:ext cx="541338" cy="2492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6" name="Straight Connector 507">
              <a:extLst>
                <a:ext uri="{FF2B5EF4-FFF2-40B4-BE49-F238E27FC236}">
                  <a16:creationId xmlns:a16="http://schemas.microsoft.com/office/drawing/2014/main" id="{BBA5C7BE-412D-0F7C-CE56-0E5BF6297A5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7454900" y="4573588"/>
              <a:ext cx="796925" cy="6143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7" name="Straight Connector 508">
              <a:extLst>
                <a:ext uri="{FF2B5EF4-FFF2-40B4-BE49-F238E27FC236}">
                  <a16:creationId xmlns:a16="http://schemas.microsoft.com/office/drawing/2014/main" id="{115B9AAD-3A75-A28D-E553-148E0644FAD1}"/>
                </a:ext>
              </a:extLst>
            </p:cNvPr>
            <p:cNvCxnSpPr>
              <a:cxnSpLocks noChangeShapeType="1"/>
              <a:endCxn id="212550" idx="5"/>
            </p:cNvCxnSpPr>
            <p:nvPr/>
          </p:nvCxnSpPr>
          <p:spPr bwMode="auto">
            <a:xfrm flipH="1" flipV="1">
              <a:off x="6496050" y="4722813"/>
              <a:ext cx="1047750" cy="96678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8" name="Straight Connector 509">
              <a:extLst>
                <a:ext uri="{FF2B5EF4-FFF2-40B4-BE49-F238E27FC236}">
                  <a16:creationId xmlns:a16="http://schemas.microsoft.com/office/drawing/2014/main" id="{DA30BBD1-180B-38FC-4BD7-E0209F42A0B1}"/>
                </a:ext>
              </a:extLst>
            </p:cNvPr>
            <p:cNvCxnSpPr>
              <a:cxnSpLocks noChangeShapeType="1"/>
              <a:stCxn id="212319" idx="0"/>
              <a:endCxn id="212374" idx="5"/>
            </p:cNvCxnSpPr>
            <p:nvPr/>
          </p:nvCxnSpPr>
          <p:spPr bwMode="auto">
            <a:xfrm flipH="1" flipV="1">
              <a:off x="5084763" y="5684838"/>
              <a:ext cx="520700" cy="1698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9" name="Straight Connector 510">
              <a:extLst>
                <a:ext uri="{FF2B5EF4-FFF2-40B4-BE49-F238E27FC236}">
                  <a16:creationId xmlns:a16="http://schemas.microsoft.com/office/drawing/2014/main" id="{18104A99-BCA2-567C-B342-46F41EA9C17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4068763" y="5045075"/>
              <a:ext cx="371475" cy="9731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0" name="Straight Connector 511">
              <a:extLst>
                <a:ext uri="{FF2B5EF4-FFF2-40B4-BE49-F238E27FC236}">
                  <a16:creationId xmlns:a16="http://schemas.microsoft.com/office/drawing/2014/main" id="{1512A215-754D-9932-5A1F-F74ACE9B2CB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389313" y="5689600"/>
              <a:ext cx="306387" cy="16510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1" name="Straight Connector 512">
              <a:extLst>
                <a:ext uri="{FF2B5EF4-FFF2-40B4-BE49-F238E27FC236}">
                  <a16:creationId xmlns:a16="http://schemas.microsoft.com/office/drawing/2014/main" id="{1F98B85D-5DC2-A966-27E3-D9418E931CA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790700" y="5160963"/>
              <a:ext cx="401638" cy="20955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2" name="Straight Connector 513">
              <a:extLst>
                <a:ext uri="{FF2B5EF4-FFF2-40B4-BE49-F238E27FC236}">
                  <a16:creationId xmlns:a16="http://schemas.microsoft.com/office/drawing/2014/main" id="{B9E23CEE-F2BD-43ED-184A-F3699861355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179513" y="4467225"/>
              <a:ext cx="227012" cy="282575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3" name="Straight Connector 514">
              <a:extLst>
                <a:ext uri="{FF2B5EF4-FFF2-40B4-BE49-F238E27FC236}">
                  <a16:creationId xmlns:a16="http://schemas.microsoft.com/office/drawing/2014/main" id="{FF30E87A-3444-C5EC-2B29-5DB205450BF5}"/>
                </a:ext>
              </a:extLst>
            </p:cNvPr>
            <p:cNvCxnSpPr>
              <a:cxnSpLocks noChangeShapeType="1"/>
              <a:endCxn id="212375" idx="5"/>
            </p:cNvCxnSpPr>
            <p:nvPr/>
          </p:nvCxnSpPr>
          <p:spPr bwMode="auto">
            <a:xfrm flipV="1">
              <a:off x="1155700" y="4368800"/>
              <a:ext cx="203200" cy="79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2364" name="Oval 14">
              <a:extLst>
                <a:ext uri="{FF2B5EF4-FFF2-40B4-BE49-F238E27FC236}">
                  <a16:creationId xmlns:a16="http://schemas.microsoft.com/office/drawing/2014/main" id="{9AC42B55-3E5F-C4E1-01E8-B9CFFC965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77595" y="2896842"/>
              <a:ext cx="528046" cy="304770"/>
            </a:xfrm>
            <a:prstGeom prst="ellipse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212365" name="Straight Connector 18">
              <a:extLst>
                <a:ext uri="{FF2B5EF4-FFF2-40B4-BE49-F238E27FC236}">
                  <a16:creationId xmlns:a16="http://schemas.microsoft.com/office/drawing/2014/main" id="{337F58EC-4A43-E257-D4A6-4A48164AF7F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713288" y="3051291"/>
              <a:ext cx="964307" cy="26892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6" name="Straight Connector 516">
              <a:extLst>
                <a:ext uri="{FF2B5EF4-FFF2-40B4-BE49-F238E27FC236}">
                  <a16:creationId xmlns:a16="http://schemas.microsoft.com/office/drawing/2014/main" id="{F68D4AA2-05D3-D87E-857C-E3847D8E836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39457" y="3169615"/>
              <a:ext cx="691556" cy="784846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7" name="Straight Connector 515">
              <a:extLst>
                <a:ext uri="{FF2B5EF4-FFF2-40B4-BE49-F238E27FC236}">
                  <a16:creationId xmlns:a16="http://schemas.microsoft.com/office/drawing/2014/main" id="{35DED42D-2009-FA4A-FC32-43AB60446045}"/>
                </a:ext>
              </a:extLst>
            </p:cNvPr>
            <p:cNvCxnSpPr>
              <a:cxnSpLocks noChangeShapeType="1"/>
              <a:stCxn id="212404" idx="0"/>
            </p:cNvCxnSpPr>
            <p:nvPr/>
          </p:nvCxnSpPr>
          <p:spPr bwMode="auto">
            <a:xfrm flipV="1">
              <a:off x="3832888" y="4233720"/>
              <a:ext cx="190494" cy="14143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2368" name="Oval 521">
              <a:extLst>
                <a:ext uri="{FF2B5EF4-FFF2-40B4-BE49-F238E27FC236}">
                  <a16:creationId xmlns:a16="http://schemas.microsoft.com/office/drawing/2014/main" id="{C60263C5-499F-0B23-F3DF-A693DDA341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2543" y="3959560"/>
              <a:ext cx="528230" cy="305050"/>
            </a:xfrm>
            <a:prstGeom prst="ellipse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   </a:t>
              </a:r>
            </a:p>
          </p:txBody>
        </p:sp>
        <p:cxnSp>
          <p:nvCxnSpPr>
            <p:cNvPr id="212369" name="Straight Connector 519">
              <a:extLst>
                <a:ext uri="{FF2B5EF4-FFF2-40B4-BE49-F238E27FC236}">
                  <a16:creationId xmlns:a16="http://schemas.microsoft.com/office/drawing/2014/main" id="{6068A228-B3C8-83A7-7023-1CE5AE64A4B8}"/>
                </a:ext>
              </a:extLst>
            </p:cNvPr>
            <p:cNvCxnSpPr>
              <a:cxnSpLocks noChangeShapeType="1"/>
              <a:stCxn id="212368" idx="6"/>
              <a:endCxn id="212602" idx="1"/>
            </p:cNvCxnSpPr>
            <p:nvPr/>
          </p:nvCxnSpPr>
          <p:spPr bwMode="auto">
            <a:xfrm flipV="1">
              <a:off x="4460773" y="3953940"/>
              <a:ext cx="770040" cy="158145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70" name="Straight Connector 520">
              <a:extLst>
                <a:ext uri="{FF2B5EF4-FFF2-40B4-BE49-F238E27FC236}">
                  <a16:creationId xmlns:a16="http://schemas.microsoft.com/office/drawing/2014/main" id="{E1520667-B79E-C93D-4F3C-61A9DC4D3D6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692525" y="3789363"/>
              <a:ext cx="342828" cy="205015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71" name="Straight Connector 7">
              <a:extLst>
                <a:ext uri="{FF2B5EF4-FFF2-40B4-BE49-F238E27FC236}">
                  <a16:creationId xmlns:a16="http://schemas.microsoft.com/office/drawing/2014/main" id="{DF929EF8-3733-A0D9-6A36-6DB0BCCDAEEF}"/>
                </a:ext>
              </a:extLst>
            </p:cNvPr>
            <p:cNvCxnSpPr>
              <a:cxnSpLocks noChangeShapeType="1"/>
              <a:stCxn id="212476" idx="5"/>
              <a:endCxn id="212600" idx="1"/>
            </p:cNvCxnSpPr>
            <p:nvPr/>
          </p:nvCxnSpPr>
          <p:spPr bwMode="auto">
            <a:xfrm>
              <a:off x="4876727" y="3633788"/>
              <a:ext cx="431873" cy="22237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72" name="Straight Connector 415">
              <a:extLst>
                <a:ext uri="{FF2B5EF4-FFF2-40B4-BE49-F238E27FC236}">
                  <a16:creationId xmlns:a16="http://schemas.microsoft.com/office/drawing/2014/main" id="{51B75370-3BB0-D9F8-5ED2-1C1E26F817E1}"/>
                </a:ext>
              </a:extLst>
            </p:cNvPr>
            <p:cNvCxnSpPr>
              <a:cxnSpLocks noChangeShapeType="1"/>
              <a:endCxn id="212436" idx="0"/>
            </p:cNvCxnSpPr>
            <p:nvPr/>
          </p:nvCxnSpPr>
          <p:spPr bwMode="auto">
            <a:xfrm flipH="1">
              <a:off x="2406650" y="3753813"/>
              <a:ext cx="282556" cy="511097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73" name="Straight Connector 523">
              <a:extLst>
                <a:ext uri="{FF2B5EF4-FFF2-40B4-BE49-F238E27FC236}">
                  <a16:creationId xmlns:a16="http://schemas.microsoft.com/office/drawing/2014/main" id="{DC125132-CAEB-4540-CB3B-5B157BEBD760}"/>
                </a:ext>
              </a:extLst>
            </p:cNvPr>
            <p:cNvCxnSpPr>
              <a:cxnSpLocks noChangeShapeType="1"/>
              <a:stCxn id="212399" idx="0"/>
            </p:cNvCxnSpPr>
            <p:nvPr/>
          </p:nvCxnSpPr>
          <p:spPr bwMode="auto">
            <a:xfrm flipV="1">
              <a:off x="4307761" y="4626483"/>
              <a:ext cx="844015" cy="304292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2374" name="Oval 6">
              <a:extLst>
                <a:ext uri="{FF2B5EF4-FFF2-40B4-BE49-F238E27FC236}">
                  <a16:creationId xmlns:a16="http://schemas.microsoft.com/office/drawing/2014/main" id="{1BCEC524-3FE4-49EC-7A59-D9FD5D2248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0100" y="5359400"/>
              <a:ext cx="2044700" cy="381000"/>
            </a:xfrm>
            <a:prstGeom prst="ellipse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75" name="Oval 517">
              <a:extLst>
                <a:ext uri="{FF2B5EF4-FFF2-40B4-BE49-F238E27FC236}">
                  <a16:creationId xmlns:a16="http://schemas.microsoft.com/office/drawing/2014/main" id="{75AC0EFC-FB1D-92C4-F3BB-B3176D8ACA0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67569" y="3736182"/>
              <a:ext cx="1252537" cy="381000"/>
            </a:xfrm>
            <a:prstGeom prst="ellipse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212376" name="Straight Connector 39941">
              <a:extLst>
                <a:ext uri="{FF2B5EF4-FFF2-40B4-BE49-F238E27FC236}">
                  <a16:creationId xmlns:a16="http://schemas.microsoft.com/office/drawing/2014/main" id="{DB18E2F6-E6C1-1E7D-3B72-2FB7D44BD0A6}"/>
                </a:ext>
              </a:extLst>
            </p:cNvPr>
            <p:cNvCxnSpPr>
              <a:cxnSpLocks noChangeShapeType="1"/>
              <a:stCxn id="212375" idx="0"/>
              <a:endCxn id="212464" idx="0"/>
            </p:cNvCxnSpPr>
            <p:nvPr/>
          </p:nvCxnSpPr>
          <p:spPr bwMode="auto">
            <a:xfrm flipV="1">
              <a:off x="1684338" y="3654425"/>
              <a:ext cx="758825" cy="27305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77" name="Straight Connector 524">
              <a:extLst>
                <a:ext uri="{FF2B5EF4-FFF2-40B4-BE49-F238E27FC236}">
                  <a16:creationId xmlns:a16="http://schemas.microsoft.com/office/drawing/2014/main" id="{D133D45A-CB0A-E712-7592-929B69A2B12F}"/>
                </a:ext>
              </a:extLst>
            </p:cNvPr>
            <p:cNvCxnSpPr>
              <a:cxnSpLocks noChangeShapeType="1"/>
              <a:endCxn id="212438" idx="1"/>
            </p:cNvCxnSpPr>
            <p:nvPr/>
          </p:nvCxnSpPr>
          <p:spPr bwMode="auto">
            <a:xfrm>
              <a:off x="1685925" y="4111625"/>
              <a:ext cx="466725" cy="269875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11973" name="Group 418">
            <a:extLst>
              <a:ext uri="{FF2B5EF4-FFF2-40B4-BE49-F238E27FC236}">
                <a16:creationId xmlns:a16="http://schemas.microsoft.com/office/drawing/2014/main" id="{4AC59996-99F6-A236-1320-3F49BB8DEF06}"/>
              </a:ext>
            </a:extLst>
          </p:cNvPr>
          <p:cNvGrpSpPr>
            <a:grpSpLocks/>
          </p:cNvGrpSpPr>
          <p:nvPr/>
        </p:nvGrpSpPr>
        <p:grpSpPr bwMode="auto">
          <a:xfrm>
            <a:off x="1963738" y="4827588"/>
            <a:ext cx="874712" cy="506412"/>
            <a:chOff x="2889" y="1631"/>
            <a:chExt cx="980" cy="743"/>
          </a:xfrm>
        </p:grpSpPr>
        <p:sp>
          <p:nvSpPr>
            <p:cNvPr id="212304" name="Rectangle 419">
              <a:extLst>
                <a:ext uri="{FF2B5EF4-FFF2-40B4-BE49-F238E27FC236}">
                  <a16:creationId xmlns:a16="http://schemas.microsoft.com/office/drawing/2014/main" id="{49634BEA-C702-18C9-7512-02E075AE11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5249" name="AutoShape 420">
              <a:extLst>
                <a:ext uri="{FF2B5EF4-FFF2-40B4-BE49-F238E27FC236}">
                  <a16:creationId xmlns:a16="http://schemas.microsoft.com/office/drawing/2014/main" id="{3D08E130-E390-1CF6-D7C8-FE13DC2B2C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4"/>
            </a:xfrm>
            <a:prstGeom prst="triangle">
              <a:avLst>
                <a:gd name="adj" fmla="val 50000"/>
              </a:avLst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CCFF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211974" name="Line 424">
            <a:extLst>
              <a:ext uri="{FF2B5EF4-FFF2-40B4-BE49-F238E27FC236}">
                <a16:creationId xmlns:a16="http://schemas.microsoft.com/office/drawing/2014/main" id="{54CF8230-566F-2C3D-ADC7-F4E1AD6BADF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686051" y="5280026"/>
            <a:ext cx="144463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3" name="Content Placeholder 12">
            <a:extLst>
              <a:ext uri="{FF2B5EF4-FFF2-40B4-BE49-F238E27FC236}">
                <a16:creationId xmlns:a16="http://schemas.microsoft.com/office/drawing/2014/main" id="{00F275EE-CAB5-000D-4B64-61E193490DF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33824" y="1131913"/>
            <a:ext cx="10535957" cy="1306512"/>
          </a:xfrm>
        </p:spPr>
        <p:txBody>
          <a:bodyPr/>
          <a:lstStyle/>
          <a:p>
            <a:pPr>
              <a:buSzPct val="100000"/>
              <a:buFont typeface="Wingdings" pitchFamily="2" charset="2"/>
              <a:buChar char="§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Subscriber requests content, service provider returns manifest</a:t>
            </a:r>
          </a:p>
        </p:txBody>
      </p:sp>
      <p:sp>
        <p:nvSpPr>
          <p:cNvPr id="673" name="Title 1">
            <a:extLst>
              <a:ext uri="{FF2B5EF4-FFF2-40B4-BE49-F238E27FC236}">
                <a16:creationId xmlns:a16="http://schemas.microsoft.com/office/drawing/2014/main" id="{FC5EEB9B-C246-03F8-564D-647E279BAF5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09441" y="180762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Example: Netflix (3)</a:t>
            </a:r>
            <a:endParaRPr lang="en-US" altLang="en-US" sz="4400" dirty="0">
              <a:ea typeface="ＭＳ Ｐゴシック" panose="020B0600070205080204" pitchFamily="34" charset="-128"/>
            </a:endParaRPr>
          </a:p>
        </p:txBody>
      </p:sp>
      <p:grpSp>
        <p:nvGrpSpPr>
          <p:cNvPr id="793" name="Group 792">
            <a:extLst>
              <a:ext uri="{FF2B5EF4-FFF2-40B4-BE49-F238E27FC236}">
                <a16:creationId xmlns:a16="http://schemas.microsoft.com/office/drawing/2014/main" id="{8786AD90-E9D1-FCD4-20A8-CFC64F84D4C8}"/>
              </a:ext>
            </a:extLst>
          </p:cNvPr>
          <p:cNvGrpSpPr>
            <a:grpSpLocks/>
          </p:cNvGrpSpPr>
          <p:nvPr/>
        </p:nvGrpSpPr>
        <p:grpSpPr bwMode="auto">
          <a:xfrm>
            <a:off x="4745038" y="5776913"/>
            <a:ext cx="349250" cy="679450"/>
            <a:chOff x="7923189" y="2486664"/>
            <a:chExt cx="360377" cy="884585"/>
          </a:xfrm>
        </p:grpSpPr>
        <p:pic>
          <p:nvPicPr>
            <p:cNvPr id="212270" name="Picture 3">
              <a:extLst>
                <a:ext uri="{FF2B5EF4-FFF2-40B4-BE49-F238E27FC236}">
                  <a16:creationId xmlns:a16="http://schemas.microsoft.com/office/drawing/2014/main" id="{B5FBEAC7-B3C0-23AA-ED3B-B6078023B3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271" name="Group 950">
              <a:extLst>
                <a:ext uri="{FF2B5EF4-FFF2-40B4-BE49-F238E27FC236}">
                  <a16:creationId xmlns:a16="http://schemas.microsoft.com/office/drawing/2014/main" id="{9E1B611F-1A7D-84E1-6FCE-7F429F46E1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272" name="Freeform 951">
                <a:extLst>
                  <a:ext uri="{FF2B5EF4-FFF2-40B4-BE49-F238E27FC236}">
                    <a16:creationId xmlns:a16="http://schemas.microsoft.com/office/drawing/2014/main" id="{CCA0F083-6EF2-E8DC-3EF0-CC3A9C06F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73" name="Rectangle 952">
                <a:extLst>
                  <a:ext uri="{FF2B5EF4-FFF2-40B4-BE49-F238E27FC236}">
                    <a16:creationId xmlns:a16="http://schemas.microsoft.com/office/drawing/2014/main" id="{307F1774-D119-6373-9A85-9E195BED16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74" name="Freeform 953">
                <a:extLst>
                  <a:ext uri="{FF2B5EF4-FFF2-40B4-BE49-F238E27FC236}">
                    <a16:creationId xmlns:a16="http://schemas.microsoft.com/office/drawing/2014/main" id="{02DACAE2-5766-B525-3E53-36840E475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75" name="Freeform 954">
                <a:extLst>
                  <a:ext uri="{FF2B5EF4-FFF2-40B4-BE49-F238E27FC236}">
                    <a16:creationId xmlns:a16="http://schemas.microsoft.com/office/drawing/2014/main" id="{36B88634-C330-3038-43CC-E80303B92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76" name="Rectangle 955">
                <a:extLst>
                  <a:ext uri="{FF2B5EF4-FFF2-40B4-BE49-F238E27FC236}">
                    <a16:creationId xmlns:a16="http://schemas.microsoft.com/office/drawing/2014/main" id="{98184C3B-4B0F-7ECE-31BB-8D13E522B0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77" name="Group 956">
                <a:extLst>
                  <a:ext uri="{FF2B5EF4-FFF2-40B4-BE49-F238E27FC236}">
                    <a16:creationId xmlns:a16="http://schemas.microsoft.com/office/drawing/2014/main" id="{B99AE9BA-5064-E440-CFEB-BFE9EEDBC7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302" name="AutoShape 957">
                  <a:extLst>
                    <a:ext uri="{FF2B5EF4-FFF2-40B4-BE49-F238E27FC236}">
                      <a16:creationId xmlns:a16="http://schemas.microsoft.com/office/drawing/2014/main" id="{332A4AEA-5903-243C-5AB4-184C55B12F5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303" name="AutoShape 958">
                  <a:extLst>
                    <a:ext uri="{FF2B5EF4-FFF2-40B4-BE49-F238E27FC236}">
                      <a16:creationId xmlns:a16="http://schemas.microsoft.com/office/drawing/2014/main" id="{23D07734-6133-D967-94AA-FD70D8E8875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78" name="Rectangle 959">
                <a:extLst>
                  <a:ext uri="{FF2B5EF4-FFF2-40B4-BE49-F238E27FC236}">
                    <a16:creationId xmlns:a16="http://schemas.microsoft.com/office/drawing/2014/main" id="{709B7FCD-968B-DCDB-0ECB-5E2C89116E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79" name="Group 960">
                <a:extLst>
                  <a:ext uri="{FF2B5EF4-FFF2-40B4-BE49-F238E27FC236}">
                    <a16:creationId xmlns:a16="http://schemas.microsoft.com/office/drawing/2014/main" id="{C5C995D1-888E-C5F3-8143-063E1E41A80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300" name="AutoShape 961">
                  <a:extLst>
                    <a:ext uri="{FF2B5EF4-FFF2-40B4-BE49-F238E27FC236}">
                      <a16:creationId xmlns:a16="http://schemas.microsoft.com/office/drawing/2014/main" id="{29064FF7-1FDD-A678-B920-EC618037ECB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301" name="AutoShape 962">
                  <a:extLst>
                    <a:ext uri="{FF2B5EF4-FFF2-40B4-BE49-F238E27FC236}">
                      <a16:creationId xmlns:a16="http://schemas.microsoft.com/office/drawing/2014/main" id="{605405BB-2F27-6DDD-6833-9C34BC512B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80" name="Rectangle 963">
                <a:extLst>
                  <a:ext uri="{FF2B5EF4-FFF2-40B4-BE49-F238E27FC236}">
                    <a16:creationId xmlns:a16="http://schemas.microsoft.com/office/drawing/2014/main" id="{B34B7E1E-D5AC-72CD-309A-AE436D1588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81" name="Rectangle 964">
                <a:extLst>
                  <a:ext uri="{FF2B5EF4-FFF2-40B4-BE49-F238E27FC236}">
                    <a16:creationId xmlns:a16="http://schemas.microsoft.com/office/drawing/2014/main" id="{EFAB6FC3-1256-89B7-C50E-9A36898208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82" name="Group 965">
                <a:extLst>
                  <a:ext uri="{FF2B5EF4-FFF2-40B4-BE49-F238E27FC236}">
                    <a16:creationId xmlns:a16="http://schemas.microsoft.com/office/drawing/2014/main" id="{604CDDAD-2368-F5EE-1115-3DBB982BA89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298" name="AutoShape 966">
                  <a:extLst>
                    <a:ext uri="{FF2B5EF4-FFF2-40B4-BE49-F238E27FC236}">
                      <a16:creationId xmlns:a16="http://schemas.microsoft.com/office/drawing/2014/main" id="{5C004D0E-9546-3CE0-D303-4C314F2183A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99" name="AutoShape 967">
                  <a:extLst>
                    <a:ext uri="{FF2B5EF4-FFF2-40B4-BE49-F238E27FC236}">
                      <a16:creationId xmlns:a16="http://schemas.microsoft.com/office/drawing/2014/main" id="{6DF388F6-F0B6-A983-3FB4-21BD1BA24AF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83" name="Freeform 968">
                <a:extLst>
                  <a:ext uri="{FF2B5EF4-FFF2-40B4-BE49-F238E27FC236}">
                    <a16:creationId xmlns:a16="http://schemas.microsoft.com/office/drawing/2014/main" id="{01DD5DEE-0089-31ED-574C-09FBEB23A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84" name="Group 969">
                <a:extLst>
                  <a:ext uri="{FF2B5EF4-FFF2-40B4-BE49-F238E27FC236}">
                    <a16:creationId xmlns:a16="http://schemas.microsoft.com/office/drawing/2014/main" id="{85C06D7A-402C-FAAC-FE6A-A4E17EE7EC3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296" name="AutoShape 970">
                  <a:extLst>
                    <a:ext uri="{FF2B5EF4-FFF2-40B4-BE49-F238E27FC236}">
                      <a16:creationId xmlns:a16="http://schemas.microsoft.com/office/drawing/2014/main" id="{52FE4CF7-1D0F-116B-2F5D-2937B9FE9C7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97" name="AutoShape 971">
                  <a:extLst>
                    <a:ext uri="{FF2B5EF4-FFF2-40B4-BE49-F238E27FC236}">
                      <a16:creationId xmlns:a16="http://schemas.microsoft.com/office/drawing/2014/main" id="{D8B1EFC2-CBD1-1555-B6A6-9B8F0C8572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85" name="Rectangle 972">
                <a:extLst>
                  <a:ext uri="{FF2B5EF4-FFF2-40B4-BE49-F238E27FC236}">
                    <a16:creationId xmlns:a16="http://schemas.microsoft.com/office/drawing/2014/main" id="{F5D30F68-ECD2-0CC7-0329-23BE3B5230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86" name="Freeform 973">
                <a:extLst>
                  <a:ext uri="{FF2B5EF4-FFF2-40B4-BE49-F238E27FC236}">
                    <a16:creationId xmlns:a16="http://schemas.microsoft.com/office/drawing/2014/main" id="{89740C96-E8A3-052F-07F5-B0E47B459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87" name="Freeform 974">
                <a:extLst>
                  <a:ext uri="{FF2B5EF4-FFF2-40B4-BE49-F238E27FC236}">
                    <a16:creationId xmlns:a16="http://schemas.microsoft.com/office/drawing/2014/main" id="{43D7DCB7-23A1-E159-4D78-C66B34C35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88" name="Oval 975">
                <a:extLst>
                  <a:ext uri="{FF2B5EF4-FFF2-40B4-BE49-F238E27FC236}">
                    <a16:creationId xmlns:a16="http://schemas.microsoft.com/office/drawing/2014/main" id="{A0B7BC03-C1D5-3F78-DE2B-E7415784F9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89" name="Freeform 976">
                <a:extLst>
                  <a:ext uri="{FF2B5EF4-FFF2-40B4-BE49-F238E27FC236}">
                    <a16:creationId xmlns:a16="http://schemas.microsoft.com/office/drawing/2014/main" id="{5A09A7BB-8D45-A2F1-63B0-4D178E9F1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90" name="AutoShape 977">
                <a:extLst>
                  <a:ext uri="{FF2B5EF4-FFF2-40B4-BE49-F238E27FC236}">
                    <a16:creationId xmlns:a16="http://schemas.microsoft.com/office/drawing/2014/main" id="{0A2EDD82-30E6-AECE-99ED-3D2B34D6E2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91" name="AutoShape 978">
                <a:extLst>
                  <a:ext uri="{FF2B5EF4-FFF2-40B4-BE49-F238E27FC236}">
                    <a16:creationId xmlns:a16="http://schemas.microsoft.com/office/drawing/2014/main" id="{9D49D504-C2CD-F4D2-7563-33D1D57120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92" name="Oval 979">
                <a:extLst>
                  <a:ext uri="{FF2B5EF4-FFF2-40B4-BE49-F238E27FC236}">
                    <a16:creationId xmlns:a16="http://schemas.microsoft.com/office/drawing/2014/main" id="{C54A66A5-0F1E-B221-78D9-FD6FA3B80D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93" name="Oval 980">
                <a:extLst>
                  <a:ext uri="{FF2B5EF4-FFF2-40B4-BE49-F238E27FC236}">
                    <a16:creationId xmlns:a16="http://schemas.microsoft.com/office/drawing/2014/main" id="{0BE4E222-18C8-A868-32A9-D2B7829ED0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94" name="Oval 981">
                <a:extLst>
                  <a:ext uri="{FF2B5EF4-FFF2-40B4-BE49-F238E27FC236}">
                    <a16:creationId xmlns:a16="http://schemas.microsoft.com/office/drawing/2014/main" id="{E744C2CA-B42C-DDF6-C559-3051F435D1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95" name="Rectangle 982">
                <a:extLst>
                  <a:ext uri="{FF2B5EF4-FFF2-40B4-BE49-F238E27FC236}">
                    <a16:creationId xmlns:a16="http://schemas.microsoft.com/office/drawing/2014/main" id="{C654FFF0-2C24-0B88-30D7-D5DEC358A3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828" name="Group 827">
            <a:extLst>
              <a:ext uri="{FF2B5EF4-FFF2-40B4-BE49-F238E27FC236}">
                <a16:creationId xmlns:a16="http://schemas.microsoft.com/office/drawing/2014/main" id="{A4785AE8-44A7-5E68-9057-9E33F3B1D439}"/>
              </a:ext>
            </a:extLst>
          </p:cNvPr>
          <p:cNvGrpSpPr>
            <a:grpSpLocks/>
          </p:cNvGrpSpPr>
          <p:nvPr/>
        </p:nvGrpSpPr>
        <p:grpSpPr bwMode="auto">
          <a:xfrm>
            <a:off x="5911851" y="3556000"/>
            <a:ext cx="347663" cy="679450"/>
            <a:chOff x="7923189" y="2486664"/>
            <a:chExt cx="360377" cy="884585"/>
          </a:xfrm>
        </p:grpSpPr>
        <p:pic>
          <p:nvPicPr>
            <p:cNvPr id="212236" name="Picture 3">
              <a:extLst>
                <a:ext uri="{FF2B5EF4-FFF2-40B4-BE49-F238E27FC236}">
                  <a16:creationId xmlns:a16="http://schemas.microsoft.com/office/drawing/2014/main" id="{2376BF20-E8AE-814B-9414-4C535F060A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237" name="Group 950">
              <a:extLst>
                <a:ext uri="{FF2B5EF4-FFF2-40B4-BE49-F238E27FC236}">
                  <a16:creationId xmlns:a16="http://schemas.microsoft.com/office/drawing/2014/main" id="{550F8CD1-6D33-E012-71EF-17110DD0C5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238" name="Freeform 951">
                <a:extLst>
                  <a:ext uri="{FF2B5EF4-FFF2-40B4-BE49-F238E27FC236}">
                    <a16:creationId xmlns:a16="http://schemas.microsoft.com/office/drawing/2014/main" id="{A484C7BE-7C96-4335-126D-DA131F3CE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39" name="Rectangle 952">
                <a:extLst>
                  <a:ext uri="{FF2B5EF4-FFF2-40B4-BE49-F238E27FC236}">
                    <a16:creationId xmlns:a16="http://schemas.microsoft.com/office/drawing/2014/main" id="{4F709914-CB02-9DE2-4738-505DA64F1D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40" name="Freeform 953">
                <a:extLst>
                  <a:ext uri="{FF2B5EF4-FFF2-40B4-BE49-F238E27FC236}">
                    <a16:creationId xmlns:a16="http://schemas.microsoft.com/office/drawing/2014/main" id="{EE14536E-FA01-B04A-342A-CA88D06FB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41" name="Freeform 954">
                <a:extLst>
                  <a:ext uri="{FF2B5EF4-FFF2-40B4-BE49-F238E27FC236}">
                    <a16:creationId xmlns:a16="http://schemas.microsoft.com/office/drawing/2014/main" id="{2B950476-11C5-F276-00E0-7A7263F79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42" name="Rectangle 955">
                <a:extLst>
                  <a:ext uri="{FF2B5EF4-FFF2-40B4-BE49-F238E27FC236}">
                    <a16:creationId xmlns:a16="http://schemas.microsoft.com/office/drawing/2014/main" id="{D2966E7D-B903-1237-0BDA-049313F215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43" name="Group 956">
                <a:extLst>
                  <a:ext uri="{FF2B5EF4-FFF2-40B4-BE49-F238E27FC236}">
                    <a16:creationId xmlns:a16="http://schemas.microsoft.com/office/drawing/2014/main" id="{A355B971-1D93-AB1C-CE55-97C2A4896FE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268" name="AutoShape 957">
                  <a:extLst>
                    <a:ext uri="{FF2B5EF4-FFF2-40B4-BE49-F238E27FC236}">
                      <a16:creationId xmlns:a16="http://schemas.microsoft.com/office/drawing/2014/main" id="{B2D3A637-6265-638C-9E2C-E8E71C9934D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69" name="AutoShape 958">
                  <a:extLst>
                    <a:ext uri="{FF2B5EF4-FFF2-40B4-BE49-F238E27FC236}">
                      <a16:creationId xmlns:a16="http://schemas.microsoft.com/office/drawing/2014/main" id="{C580063A-0C25-9664-992E-6F16838CF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44" name="Rectangle 959">
                <a:extLst>
                  <a:ext uri="{FF2B5EF4-FFF2-40B4-BE49-F238E27FC236}">
                    <a16:creationId xmlns:a16="http://schemas.microsoft.com/office/drawing/2014/main" id="{D8191D0A-0B81-435D-04DA-90D2B4306A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45" name="Group 960">
                <a:extLst>
                  <a:ext uri="{FF2B5EF4-FFF2-40B4-BE49-F238E27FC236}">
                    <a16:creationId xmlns:a16="http://schemas.microsoft.com/office/drawing/2014/main" id="{8F5FB88C-36FE-1F3B-A8CA-FBB5EFA8228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266" name="AutoShape 961">
                  <a:extLst>
                    <a:ext uri="{FF2B5EF4-FFF2-40B4-BE49-F238E27FC236}">
                      <a16:creationId xmlns:a16="http://schemas.microsoft.com/office/drawing/2014/main" id="{F5AF9DB1-792C-31AC-49CD-893F81001A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67" name="AutoShape 962">
                  <a:extLst>
                    <a:ext uri="{FF2B5EF4-FFF2-40B4-BE49-F238E27FC236}">
                      <a16:creationId xmlns:a16="http://schemas.microsoft.com/office/drawing/2014/main" id="{4225DFF5-99BA-6298-16C6-AE540054F80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46" name="Rectangle 963">
                <a:extLst>
                  <a:ext uri="{FF2B5EF4-FFF2-40B4-BE49-F238E27FC236}">
                    <a16:creationId xmlns:a16="http://schemas.microsoft.com/office/drawing/2014/main" id="{008DCE37-798C-0EEF-1BD3-AA35A789EF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47" name="Rectangle 964">
                <a:extLst>
                  <a:ext uri="{FF2B5EF4-FFF2-40B4-BE49-F238E27FC236}">
                    <a16:creationId xmlns:a16="http://schemas.microsoft.com/office/drawing/2014/main" id="{B4E151F2-A252-8460-DA61-99817F391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48" name="Group 965">
                <a:extLst>
                  <a:ext uri="{FF2B5EF4-FFF2-40B4-BE49-F238E27FC236}">
                    <a16:creationId xmlns:a16="http://schemas.microsoft.com/office/drawing/2014/main" id="{5427A69F-3484-9051-DB8F-5361CC2BA63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264" name="AutoShape 966">
                  <a:extLst>
                    <a:ext uri="{FF2B5EF4-FFF2-40B4-BE49-F238E27FC236}">
                      <a16:creationId xmlns:a16="http://schemas.microsoft.com/office/drawing/2014/main" id="{C8EAAA87-2B01-B069-7933-E4BAA9291F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65" name="AutoShape 967">
                  <a:extLst>
                    <a:ext uri="{FF2B5EF4-FFF2-40B4-BE49-F238E27FC236}">
                      <a16:creationId xmlns:a16="http://schemas.microsoft.com/office/drawing/2014/main" id="{DDBA5D10-DD0F-DDE5-C91E-66D6B38F5EF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49" name="Freeform 968">
                <a:extLst>
                  <a:ext uri="{FF2B5EF4-FFF2-40B4-BE49-F238E27FC236}">
                    <a16:creationId xmlns:a16="http://schemas.microsoft.com/office/drawing/2014/main" id="{19C5C495-7DF3-4BA8-4E3C-2BDA3353F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50" name="Group 969">
                <a:extLst>
                  <a:ext uri="{FF2B5EF4-FFF2-40B4-BE49-F238E27FC236}">
                    <a16:creationId xmlns:a16="http://schemas.microsoft.com/office/drawing/2014/main" id="{CDB94E62-32E3-3FE0-1C61-3FEE9A56D7C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262" name="AutoShape 970">
                  <a:extLst>
                    <a:ext uri="{FF2B5EF4-FFF2-40B4-BE49-F238E27FC236}">
                      <a16:creationId xmlns:a16="http://schemas.microsoft.com/office/drawing/2014/main" id="{17B3A907-15B5-37D1-7CB7-4758806B892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63" name="AutoShape 971">
                  <a:extLst>
                    <a:ext uri="{FF2B5EF4-FFF2-40B4-BE49-F238E27FC236}">
                      <a16:creationId xmlns:a16="http://schemas.microsoft.com/office/drawing/2014/main" id="{FCC48C2B-EA19-D4A3-C0F7-1D42B45D53F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51" name="Rectangle 972">
                <a:extLst>
                  <a:ext uri="{FF2B5EF4-FFF2-40B4-BE49-F238E27FC236}">
                    <a16:creationId xmlns:a16="http://schemas.microsoft.com/office/drawing/2014/main" id="{7D39E75E-BE98-51B2-98C5-8800256158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52" name="Freeform 973">
                <a:extLst>
                  <a:ext uri="{FF2B5EF4-FFF2-40B4-BE49-F238E27FC236}">
                    <a16:creationId xmlns:a16="http://schemas.microsoft.com/office/drawing/2014/main" id="{2E5A9E5E-7EEC-95C3-99EC-5DD598411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53" name="Freeform 974">
                <a:extLst>
                  <a:ext uri="{FF2B5EF4-FFF2-40B4-BE49-F238E27FC236}">
                    <a16:creationId xmlns:a16="http://schemas.microsoft.com/office/drawing/2014/main" id="{A1FE2668-8765-461D-7F9F-929F8D335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54" name="Oval 975">
                <a:extLst>
                  <a:ext uri="{FF2B5EF4-FFF2-40B4-BE49-F238E27FC236}">
                    <a16:creationId xmlns:a16="http://schemas.microsoft.com/office/drawing/2014/main" id="{41CBC2DF-7AAD-9970-8B9A-188268C45E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55" name="Freeform 976">
                <a:extLst>
                  <a:ext uri="{FF2B5EF4-FFF2-40B4-BE49-F238E27FC236}">
                    <a16:creationId xmlns:a16="http://schemas.microsoft.com/office/drawing/2014/main" id="{CDD5417C-7EDB-65BF-9481-77A81B556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56" name="AutoShape 977">
                <a:extLst>
                  <a:ext uri="{FF2B5EF4-FFF2-40B4-BE49-F238E27FC236}">
                    <a16:creationId xmlns:a16="http://schemas.microsoft.com/office/drawing/2014/main" id="{7D2A7012-426D-36E8-BFAC-89620657F7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57" name="AutoShape 978">
                <a:extLst>
                  <a:ext uri="{FF2B5EF4-FFF2-40B4-BE49-F238E27FC236}">
                    <a16:creationId xmlns:a16="http://schemas.microsoft.com/office/drawing/2014/main" id="{5263D315-48E5-99C8-1E35-7202D1E31B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58" name="Oval 979">
                <a:extLst>
                  <a:ext uri="{FF2B5EF4-FFF2-40B4-BE49-F238E27FC236}">
                    <a16:creationId xmlns:a16="http://schemas.microsoft.com/office/drawing/2014/main" id="{DC4C5D75-DBB6-5792-C025-588D2C99C6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59" name="Oval 980">
                <a:extLst>
                  <a:ext uri="{FF2B5EF4-FFF2-40B4-BE49-F238E27FC236}">
                    <a16:creationId xmlns:a16="http://schemas.microsoft.com/office/drawing/2014/main" id="{C9A509C5-7ED3-BED1-DDBC-B90FC81784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60" name="Oval 981">
                <a:extLst>
                  <a:ext uri="{FF2B5EF4-FFF2-40B4-BE49-F238E27FC236}">
                    <a16:creationId xmlns:a16="http://schemas.microsoft.com/office/drawing/2014/main" id="{76AD832F-BD03-BFF8-2C38-DF0CD0C5E2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61" name="Rectangle 982">
                <a:extLst>
                  <a:ext uri="{FF2B5EF4-FFF2-40B4-BE49-F238E27FC236}">
                    <a16:creationId xmlns:a16="http://schemas.microsoft.com/office/drawing/2014/main" id="{B6674378-C6F3-9A57-A994-DE28906F9A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id="{109DE919-5411-CA5B-A9E1-6F08C883D020}"/>
              </a:ext>
            </a:extLst>
          </p:cNvPr>
          <p:cNvGrpSpPr>
            <a:grpSpLocks/>
          </p:cNvGrpSpPr>
          <p:nvPr/>
        </p:nvGrpSpPr>
        <p:grpSpPr bwMode="auto">
          <a:xfrm>
            <a:off x="6608763" y="5611814"/>
            <a:ext cx="347662" cy="681037"/>
            <a:chOff x="7923189" y="2486664"/>
            <a:chExt cx="360377" cy="884585"/>
          </a:xfrm>
        </p:grpSpPr>
        <p:pic>
          <p:nvPicPr>
            <p:cNvPr id="212202" name="Picture 3">
              <a:extLst>
                <a:ext uri="{FF2B5EF4-FFF2-40B4-BE49-F238E27FC236}">
                  <a16:creationId xmlns:a16="http://schemas.microsoft.com/office/drawing/2014/main" id="{1453F63E-77B0-FA81-CB8A-65D59EF8E0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203" name="Group 950">
              <a:extLst>
                <a:ext uri="{FF2B5EF4-FFF2-40B4-BE49-F238E27FC236}">
                  <a16:creationId xmlns:a16="http://schemas.microsoft.com/office/drawing/2014/main" id="{320AE9C0-F287-9CB9-42FD-EB08DD26F08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204" name="Freeform 951">
                <a:extLst>
                  <a:ext uri="{FF2B5EF4-FFF2-40B4-BE49-F238E27FC236}">
                    <a16:creationId xmlns:a16="http://schemas.microsoft.com/office/drawing/2014/main" id="{F43A6061-6F90-8E45-F433-BB4C76E85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05" name="Rectangle 952">
                <a:extLst>
                  <a:ext uri="{FF2B5EF4-FFF2-40B4-BE49-F238E27FC236}">
                    <a16:creationId xmlns:a16="http://schemas.microsoft.com/office/drawing/2014/main" id="{443F7119-D89F-26A3-9864-46EB1B0A46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06" name="Freeform 953">
                <a:extLst>
                  <a:ext uri="{FF2B5EF4-FFF2-40B4-BE49-F238E27FC236}">
                    <a16:creationId xmlns:a16="http://schemas.microsoft.com/office/drawing/2014/main" id="{AB272B07-0654-FE82-2F06-BB284D3C5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07" name="Freeform 954">
                <a:extLst>
                  <a:ext uri="{FF2B5EF4-FFF2-40B4-BE49-F238E27FC236}">
                    <a16:creationId xmlns:a16="http://schemas.microsoft.com/office/drawing/2014/main" id="{692E33BB-6FB4-2A02-BE28-82082DA19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08" name="Rectangle 955">
                <a:extLst>
                  <a:ext uri="{FF2B5EF4-FFF2-40B4-BE49-F238E27FC236}">
                    <a16:creationId xmlns:a16="http://schemas.microsoft.com/office/drawing/2014/main" id="{93BE2772-36AD-69FD-E09A-B2A7D21B83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09" name="Group 956">
                <a:extLst>
                  <a:ext uri="{FF2B5EF4-FFF2-40B4-BE49-F238E27FC236}">
                    <a16:creationId xmlns:a16="http://schemas.microsoft.com/office/drawing/2014/main" id="{125F791A-C06B-1C4A-8C9D-A42D786149F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234" name="AutoShape 957">
                  <a:extLst>
                    <a:ext uri="{FF2B5EF4-FFF2-40B4-BE49-F238E27FC236}">
                      <a16:creationId xmlns:a16="http://schemas.microsoft.com/office/drawing/2014/main" id="{77D1CE18-7F05-2B0E-8ED0-8C2ED4024B3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35" name="AutoShape 958">
                  <a:extLst>
                    <a:ext uri="{FF2B5EF4-FFF2-40B4-BE49-F238E27FC236}">
                      <a16:creationId xmlns:a16="http://schemas.microsoft.com/office/drawing/2014/main" id="{82911703-2831-726B-F949-C92E8020BC2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10" name="Rectangle 959">
                <a:extLst>
                  <a:ext uri="{FF2B5EF4-FFF2-40B4-BE49-F238E27FC236}">
                    <a16:creationId xmlns:a16="http://schemas.microsoft.com/office/drawing/2014/main" id="{4A93D627-5210-9B08-2745-17478D2686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11" name="Group 960">
                <a:extLst>
                  <a:ext uri="{FF2B5EF4-FFF2-40B4-BE49-F238E27FC236}">
                    <a16:creationId xmlns:a16="http://schemas.microsoft.com/office/drawing/2014/main" id="{DE43AE30-1420-0F2D-BA68-1A3EFD7FD4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232" name="AutoShape 961">
                  <a:extLst>
                    <a:ext uri="{FF2B5EF4-FFF2-40B4-BE49-F238E27FC236}">
                      <a16:creationId xmlns:a16="http://schemas.microsoft.com/office/drawing/2014/main" id="{EA6CACE6-CF6E-7722-5067-9D108098E9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33" name="AutoShape 962">
                  <a:extLst>
                    <a:ext uri="{FF2B5EF4-FFF2-40B4-BE49-F238E27FC236}">
                      <a16:creationId xmlns:a16="http://schemas.microsoft.com/office/drawing/2014/main" id="{C8782825-3D07-F9FF-69DA-0287C93CDA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12" name="Rectangle 963">
                <a:extLst>
                  <a:ext uri="{FF2B5EF4-FFF2-40B4-BE49-F238E27FC236}">
                    <a16:creationId xmlns:a16="http://schemas.microsoft.com/office/drawing/2014/main" id="{7EDD6B85-45CB-FE78-20C0-B6C8FA0230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13" name="Rectangle 964">
                <a:extLst>
                  <a:ext uri="{FF2B5EF4-FFF2-40B4-BE49-F238E27FC236}">
                    <a16:creationId xmlns:a16="http://schemas.microsoft.com/office/drawing/2014/main" id="{BB2D84C1-0727-2177-4807-515B2F2A3C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14" name="Group 965">
                <a:extLst>
                  <a:ext uri="{FF2B5EF4-FFF2-40B4-BE49-F238E27FC236}">
                    <a16:creationId xmlns:a16="http://schemas.microsoft.com/office/drawing/2014/main" id="{2B60073C-A973-9ECF-C057-AF40626476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230" name="AutoShape 966">
                  <a:extLst>
                    <a:ext uri="{FF2B5EF4-FFF2-40B4-BE49-F238E27FC236}">
                      <a16:creationId xmlns:a16="http://schemas.microsoft.com/office/drawing/2014/main" id="{C26FCE1A-EB24-B48F-796D-A0B8C799BD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31" name="AutoShape 967">
                  <a:extLst>
                    <a:ext uri="{FF2B5EF4-FFF2-40B4-BE49-F238E27FC236}">
                      <a16:creationId xmlns:a16="http://schemas.microsoft.com/office/drawing/2014/main" id="{6A860BBB-0BA4-8532-3ABD-49F79E587D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15" name="Freeform 968">
                <a:extLst>
                  <a:ext uri="{FF2B5EF4-FFF2-40B4-BE49-F238E27FC236}">
                    <a16:creationId xmlns:a16="http://schemas.microsoft.com/office/drawing/2014/main" id="{02AFA110-8C1A-CBB8-0229-B2D5661BE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16" name="Group 969">
                <a:extLst>
                  <a:ext uri="{FF2B5EF4-FFF2-40B4-BE49-F238E27FC236}">
                    <a16:creationId xmlns:a16="http://schemas.microsoft.com/office/drawing/2014/main" id="{4A29EE11-6228-0541-9D89-E369856760F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228" name="AutoShape 970">
                  <a:extLst>
                    <a:ext uri="{FF2B5EF4-FFF2-40B4-BE49-F238E27FC236}">
                      <a16:creationId xmlns:a16="http://schemas.microsoft.com/office/drawing/2014/main" id="{B5B96F03-D03E-A3AA-0141-705D6A3EA1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29" name="AutoShape 971">
                  <a:extLst>
                    <a:ext uri="{FF2B5EF4-FFF2-40B4-BE49-F238E27FC236}">
                      <a16:creationId xmlns:a16="http://schemas.microsoft.com/office/drawing/2014/main" id="{869D74B7-14A0-9C36-7F66-04413D5B37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17" name="Rectangle 972">
                <a:extLst>
                  <a:ext uri="{FF2B5EF4-FFF2-40B4-BE49-F238E27FC236}">
                    <a16:creationId xmlns:a16="http://schemas.microsoft.com/office/drawing/2014/main" id="{0082BD9F-B160-6859-448C-FCD62D9B80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18" name="Freeform 973">
                <a:extLst>
                  <a:ext uri="{FF2B5EF4-FFF2-40B4-BE49-F238E27FC236}">
                    <a16:creationId xmlns:a16="http://schemas.microsoft.com/office/drawing/2014/main" id="{D783B94A-351E-4A94-250A-A232CF5BF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19" name="Freeform 974">
                <a:extLst>
                  <a:ext uri="{FF2B5EF4-FFF2-40B4-BE49-F238E27FC236}">
                    <a16:creationId xmlns:a16="http://schemas.microsoft.com/office/drawing/2014/main" id="{253F0D8F-123C-E29D-58C1-B40F8F5C4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20" name="Oval 975">
                <a:extLst>
                  <a:ext uri="{FF2B5EF4-FFF2-40B4-BE49-F238E27FC236}">
                    <a16:creationId xmlns:a16="http://schemas.microsoft.com/office/drawing/2014/main" id="{383B4E4F-CDB1-20B1-016C-733602BAF9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21" name="Freeform 976">
                <a:extLst>
                  <a:ext uri="{FF2B5EF4-FFF2-40B4-BE49-F238E27FC236}">
                    <a16:creationId xmlns:a16="http://schemas.microsoft.com/office/drawing/2014/main" id="{D212DF52-56B6-44A8-3CE4-2BB3BC8349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22" name="AutoShape 977">
                <a:extLst>
                  <a:ext uri="{FF2B5EF4-FFF2-40B4-BE49-F238E27FC236}">
                    <a16:creationId xmlns:a16="http://schemas.microsoft.com/office/drawing/2014/main" id="{0DD83DA4-0449-CCFB-FAC3-21C0393667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23" name="AutoShape 978">
                <a:extLst>
                  <a:ext uri="{FF2B5EF4-FFF2-40B4-BE49-F238E27FC236}">
                    <a16:creationId xmlns:a16="http://schemas.microsoft.com/office/drawing/2014/main" id="{073E9B6B-0B07-9D87-0AEC-A4C20D5D21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24" name="Oval 979">
                <a:extLst>
                  <a:ext uri="{FF2B5EF4-FFF2-40B4-BE49-F238E27FC236}">
                    <a16:creationId xmlns:a16="http://schemas.microsoft.com/office/drawing/2014/main" id="{1919F5A3-7859-00FF-8D42-449479420C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25" name="Oval 980">
                <a:extLst>
                  <a:ext uri="{FF2B5EF4-FFF2-40B4-BE49-F238E27FC236}">
                    <a16:creationId xmlns:a16="http://schemas.microsoft.com/office/drawing/2014/main" id="{8E61B4C9-6814-43E7-733B-F86145426D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26" name="Oval 981">
                <a:extLst>
                  <a:ext uri="{FF2B5EF4-FFF2-40B4-BE49-F238E27FC236}">
                    <a16:creationId xmlns:a16="http://schemas.microsoft.com/office/drawing/2014/main" id="{CC7F8F07-6B3D-3D67-BA25-C51292696E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27" name="Rectangle 982">
                <a:extLst>
                  <a:ext uri="{FF2B5EF4-FFF2-40B4-BE49-F238E27FC236}">
                    <a16:creationId xmlns:a16="http://schemas.microsoft.com/office/drawing/2014/main" id="{E417E734-9237-05D5-455D-814D32490E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898" name="Group 897">
            <a:extLst>
              <a:ext uri="{FF2B5EF4-FFF2-40B4-BE49-F238E27FC236}">
                <a16:creationId xmlns:a16="http://schemas.microsoft.com/office/drawing/2014/main" id="{DB7888AB-0D87-C8DA-2132-95829F9B1D9E}"/>
              </a:ext>
            </a:extLst>
          </p:cNvPr>
          <p:cNvGrpSpPr>
            <a:grpSpLocks/>
          </p:cNvGrpSpPr>
          <p:nvPr/>
        </p:nvGrpSpPr>
        <p:grpSpPr bwMode="auto">
          <a:xfrm>
            <a:off x="7591426" y="3829050"/>
            <a:ext cx="347663" cy="681038"/>
            <a:chOff x="7923189" y="2486664"/>
            <a:chExt cx="360377" cy="884585"/>
          </a:xfrm>
        </p:grpSpPr>
        <p:pic>
          <p:nvPicPr>
            <p:cNvPr id="212168" name="Picture 3">
              <a:extLst>
                <a:ext uri="{FF2B5EF4-FFF2-40B4-BE49-F238E27FC236}">
                  <a16:creationId xmlns:a16="http://schemas.microsoft.com/office/drawing/2014/main" id="{D8E3E9DF-F879-B45F-884C-AF45F358EF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169" name="Group 950">
              <a:extLst>
                <a:ext uri="{FF2B5EF4-FFF2-40B4-BE49-F238E27FC236}">
                  <a16:creationId xmlns:a16="http://schemas.microsoft.com/office/drawing/2014/main" id="{088CAE20-3D4D-52D9-18E6-5DB406151B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170" name="Freeform 951">
                <a:extLst>
                  <a:ext uri="{FF2B5EF4-FFF2-40B4-BE49-F238E27FC236}">
                    <a16:creationId xmlns:a16="http://schemas.microsoft.com/office/drawing/2014/main" id="{8D4A2D63-CF31-8799-45D9-E312130ED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71" name="Rectangle 952">
                <a:extLst>
                  <a:ext uri="{FF2B5EF4-FFF2-40B4-BE49-F238E27FC236}">
                    <a16:creationId xmlns:a16="http://schemas.microsoft.com/office/drawing/2014/main" id="{20DB2E18-262A-12D4-254C-1CD8BF0220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72" name="Freeform 953">
                <a:extLst>
                  <a:ext uri="{FF2B5EF4-FFF2-40B4-BE49-F238E27FC236}">
                    <a16:creationId xmlns:a16="http://schemas.microsoft.com/office/drawing/2014/main" id="{371DA7FC-5263-0A49-EB12-59010F75D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73" name="Freeform 954">
                <a:extLst>
                  <a:ext uri="{FF2B5EF4-FFF2-40B4-BE49-F238E27FC236}">
                    <a16:creationId xmlns:a16="http://schemas.microsoft.com/office/drawing/2014/main" id="{D1E1609D-E4E2-E116-3637-2DED9017A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74" name="Rectangle 955">
                <a:extLst>
                  <a:ext uri="{FF2B5EF4-FFF2-40B4-BE49-F238E27FC236}">
                    <a16:creationId xmlns:a16="http://schemas.microsoft.com/office/drawing/2014/main" id="{EA8193D5-0A56-3685-3CD2-42D2D014BE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75" name="Group 956">
                <a:extLst>
                  <a:ext uri="{FF2B5EF4-FFF2-40B4-BE49-F238E27FC236}">
                    <a16:creationId xmlns:a16="http://schemas.microsoft.com/office/drawing/2014/main" id="{0BA9CAD0-E400-65DA-BCBB-FBB431462C5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200" name="AutoShape 957">
                  <a:extLst>
                    <a:ext uri="{FF2B5EF4-FFF2-40B4-BE49-F238E27FC236}">
                      <a16:creationId xmlns:a16="http://schemas.microsoft.com/office/drawing/2014/main" id="{AEC3BFC4-4B40-E503-39FE-8D1B2E038D8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01" name="AutoShape 958">
                  <a:extLst>
                    <a:ext uri="{FF2B5EF4-FFF2-40B4-BE49-F238E27FC236}">
                      <a16:creationId xmlns:a16="http://schemas.microsoft.com/office/drawing/2014/main" id="{156C3B0B-C215-7DC1-82CB-B119E921924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176" name="Rectangle 959">
                <a:extLst>
                  <a:ext uri="{FF2B5EF4-FFF2-40B4-BE49-F238E27FC236}">
                    <a16:creationId xmlns:a16="http://schemas.microsoft.com/office/drawing/2014/main" id="{8BE6149A-61D7-CA83-D04D-75F3C39C83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77" name="Group 960">
                <a:extLst>
                  <a:ext uri="{FF2B5EF4-FFF2-40B4-BE49-F238E27FC236}">
                    <a16:creationId xmlns:a16="http://schemas.microsoft.com/office/drawing/2014/main" id="{97586ADB-E8A5-E0B0-C8A7-EB39EF938D2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198" name="AutoShape 961">
                  <a:extLst>
                    <a:ext uri="{FF2B5EF4-FFF2-40B4-BE49-F238E27FC236}">
                      <a16:creationId xmlns:a16="http://schemas.microsoft.com/office/drawing/2014/main" id="{264C80E4-A3B0-4442-DCD1-3FAFE367317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199" name="AutoShape 962">
                  <a:extLst>
                    <a:ext uri="{FF2B5EF4-FFF2-40B4-BE49-F238E27FC236}">
                      <a16:creationId xmlns:a16="http://schemas.microsoft.com/office/drawing/2014/main" id="{788792CE-4849-F1C7-799B-F2EA16D2DB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178" name="Rectangle 963">
                <a:extLst>
                  <a:ext uri="{FF2B5EF4-FFF2-40B4-BE49-F238E27FC236}">
                    <a16:creationId xmlns:a16="http://schemas.microsoft.com/office/drawing/2014/main" id="{2A7EECD5-FC77-211A-7FC9-99A2D088E7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79" name="Rectangle 964">
                <a:extLst>
                  <a:ext uri="{FF2B5EF4-FFF2-40B4-BE49-F238E27FC236}">
                    <a16:creationId xmlns:a16="http://schemas.microsoft.com/office/drawing/2014/main" id="{9CF8ABBE-4FEB-269A-E80A-0551568B80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80" name="Group 965">
                <a:extLst>
                  <a:ext uri="{FF2B5EF4-FFF2-40B4-BE49-F238E27FC236}">
                    <a16:creationId xmlns:a16="http://schemas.microsoft.com/office/drawing/2014/main" id="{3AE66C24-077A-ADDF-3413-502F99D0815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196" name="AutoShape 966">
                  <a:extLst>
                    <a:ext uri="{FF2B5EF4-FFF2-40B4-BE49-F238E27FC236}">
                      <a16:creationId xmlns:a16="http://schemas.microsoft.com/office/drawing/2014/main" id="{2A95F4AE-274A-E7E1-D01F-B93854C4D6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197" name="AutoShape 967">
                  <a:extLst>
                    <a:ext uri="{FF2B5EF4-FFF2-40B4-BE49-F238E27FC236}">
                      <a16:creationId xmlns:a16="http://schemas.microsoft.com/office/drawing/2014/main" id="{97D2FD8B-2E6E-B26C-EE27-94E6EF8074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181" name="Freeform 968">
                <a:extLst>
                  <a:ext uri="{FF2B5EF4-FFF2-40B4-BE49-F238E27FC236}">
                    <a16:creationId xmlns:a16="http://schemas.microsoft.com/office/drawing/2014/main" id="{19621248-4E80-CB77-E910-352641DF8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82" name="Group 969">
                <a:extLst>
                  <a:ext uri="{FF2B5EF4-FFF2-40B4-BE49-F238E27FC236}">
                    <a16:creationId xmlns:a16="http://schemas.microsoft.com/office/drawing/2014/main" id="{9EF641EA-F52D-8297-4A5A-605734F184F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194" name="AutoShape 970">
                  <a:extLst>
                    <a:ext uri="{FF2B5EF4-FFF2-40B4-BE49-F238E27FC236}">
                      <a16:creationId xmlns:a16="http://schemas.microsoft.com/office/drawing/2014/main" id="{C15E442F-90FB-159D-C0D0-E421CED783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195" name="AutoShape 971">
                  <a:extLst>
                    <a:ext uri="{FF2B5EF4-FFF2-40B4-BE49-F238E27FC236}">
                      <a16:creationId xmlns:a16="http://schemas.microsoft.com/office/drawing/2014/main" id="{F0D239C5-258B-3F36-EC3A-29754B2340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183" name="Rectangle 972">
                <a:extLst>
                  <a:ext uri="{FF2B5EF4-FFF2-40B4-BE49-F238E27FC236}">
                    <a16:creationId xmlns:a16="http://schemas.microsoft.com/office/drawing/2014/main" id="{923BEBEE-9AE6-6165-A532-C9166F5880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84" name="Freeform 973">
                <a:extLst>
                  <a:ext uri="{FF2B5EF4-FFF2-40B4-BE49-F238E27FC236}">
                    <a16:creationId xmlns:a16="http://schemas.microsoft.com/office/drawing/2014/main" id="{4366A200-FA68-0C59-AE55-AD3BEA838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85" name="Freeform 974">
                <a:extLst>
                  <a:ext uri="{FF2B5EF4-FFF2-40B4-BE49-F238E27FC236}">
                    <a16:creationId xmlns:a16="http://schemas.microsoft.com/office/drawing/2014/main" id="{A5BACED0-7DBC-9B01-7384-88BA5A090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86" name="Oval 975">
                <a:extLst>
                  <a:ext uri="{FF2B5EF4-FFF2-40B4-BE49-F238E27FC236}">
                    <a16:creationId xmlns:a16="http://schemas.microsoft.com/office/drawing/2014/main" id="{F80235B8-A29C-10D7-1EB1-B8EFA16D46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87" name="Freeform 976">
                <a:extLst>
                  <a:ext uri="{FF2B5EF4-FFF2-40B4-BE49-F238E27FC236}">
                    <a16:creationId xmlns:a16="http://schemas.microsoft.com/office/drawing/2014/main" id="{1884C0E8-890A-ED18-0E5C-4C87EE5CB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88" name="AutoShape 977">
                <a:extLst>
                  <a:ext uri="{FF2B5EF4-FFF2-40B4-BE49-F238E27FC236}">
                    <a16:creationId xmlns:a16="http://schemas.microsoft.com/office/drawing/2014/main" id="{F004930B-976B-0195-507A-9A851EDE71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89" name="AutoShape 978">
                <a:extLst>
                  <a:ext uri="{FF2B5EF4-FFF2-40B4-BE49-F238E27FC236}">
                    <a16:creationId xmlns:a16="http://schemas.microsoft.com/office/drawing/2014/main" id="{BA3E4186-0B10-1F07-CB7C-2D4B1098D9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90" name="Oval 979">
                <a:extLst>
                  <a:ext uri="{FF2B5EF4-FFF2-40B4-BE49-F238E27FC236}">
                    <a16:creationId xmlns:a16="http://schemas.microsoft.com/office/drawing/2014/main" id="{2A987F6C-9EC2-2E00-A6CF-4CEA4D9D2A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91" name="Oval 980">
                <a:extLst>
                  <a:ext uri="{FF2B5EF4-FFF2-40B4-BE49-F238E27FC236}">
                    <a16:creationId xmlns:a16="http://schemas.microsoft.com/office/drawing/2014/main" id="{3FDD1D2F-FE98-BD47-1703-9ED237B15F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92" name="Oval 981">
                <a:extLst>
                  <a:ext uri="{FF2B5EF4-FFF2-40B4-BE49-F238E27FC236}">
                    <a16:creationId xmlns:a16="http://schemas.microsoft.com/office/drawing/2014/main" id="{89ED8A86-3452-90EB-6C13-022FFAA4BE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93" name="Rectangle 982">
                <a:extLst>
                  <a:ext uri="{FF2B5EF4-FFF2-40B4-BE49-F238E27FC236}">
                    <a16:creationId xmlns:a16="http://schemas.microsoft.com/office/drawing/2014/main" id="{8BBE377C-C845-776A-78A4-3EB1E80D24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933" name="Group 932">
            <a:extLst>
              <a:ext uri="{FF2B5EF4-FFF2-40B4-BE49-F238E27FC236}">
                <a16:creationId xmlns:a16="http://schemas.microsoft.com/office/drawing/2014/main" id="{F180BD44-43CF-8712-ABAA-8EDA3AA9EF45}"/>
              </a:ext>
            </a:extLst>
          </p:cNvPr>
          <p:cNvGrpSpPr>
            <a:grpSpLocks/>
          </p:cNvGrpSpPr>
          <p:nvPr/>
        </p:nvGrpSpPr>
        <p:grpSpPr bwMode="auto">
          <a:xfrm>
            <a:off x="3646488" y="5629275"/>
            <a:ext cx="347662" cy="681038"/>
            <a:chOff x="7923189" y="2486664"/>
            <a:chExt cx="360377" cy="884585"/>
          </a:xfrm>
        </p:grpSpPr>
        <p:pic>
          <p:nvPicPr>
            <p:cNvPr id="212134" name="Picture 3">
              <a:extLst>
                <a:ext uri="{FF2B5EF4-FFF2-40B4-BE49-F238E27FC236}">
                  <a16:creationId xmlns:a16="http://schemas.microsoft.com/office/drawing/2014/main" id="{382BFD5D-A491-73B2-2AFC-185846A995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135" name="Group 950">
              <a:extLst>
                <a:ext uri="{FF2B5EF4-FFF2-40B4-BE49-F238E27FC236}">
                  <a16:creationId xmlns:a16="http://schemas.microsoft.com/office/drawing/2014/main" id="{E00AE5E8-44E6-75FA-D289-05B7F088948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136" name="Freeform 951">
                <a:extLst>
                  <a:ext uri="{FF2B5EF4-FFF2-40B4-BE49-F238E27FC236}">
                    <a16:creationId xmlns:a16="http://schemas.microsoft.com/office/drawing/2014/main" id="{1DD77DEE-EEDC-EDDA-273A-08E94265E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37" name="Rectangle 952">
                <a:extLst>
                  <a:ext uri="{FF2B5EF4-FFF2-40B4-BE49-F238E27FC236}">
                    <a16:creationId xmlns:a16="http://schemas.microsoft.com/office/drawing/2014/main" id="{610ABDBF-B979-BD2E-9560-2433BD3C1D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38" name="Freeform 953">
                <a:extLst>
                  <a:ext uri="{FF2B5EF4-FFF2-40B4-BE49-F238E27FC236}">
                    <a16:creationId xmlns:a16="http://schemas.microsoft.com/office/drawing/2014/main" id="{1D31ABCB-B12A-326E-84C5-AD43BF06D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39" name="Freeform 954">
                <a:extLst>
                  <a:ext uri="{FF2B5EF4-FFF2-40B4-BE49-F238E27FC236}">
                    <a16:creationId xmlns:a16="http://schemas.microsoft.com/office/drawing/2014/main" id="{C53EBD76-1B7E-E88D-77CD-C0FD10B2E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40" name="Rectangle 955">
                <a:extLst>
                  <a:ext uri="{FF2B5EF4-FFF2-40B4-BE49-F238E27FC236}">
                    <a16:creationId xmlns:a16="http://schemas.microsoft.com/office/drawing/2014/main" id="{DEDAEAC0-BA1F-C489-5AB3-4DCB8FD791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41" name="Group 956">
                <a:extLst>
                  <a:ext uri="{FF2B5EF4-FFF2-40B4-BE49-F238E27FC236}">
                    <a16:creationId xmlns:a16="http://schemas.microsoft.com/office/drawing/2014/main" id="{C53D72E0-7C98-BA55-4575-79E0546E4A5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166" name="AutoShape 957">
                  <a:extLst>
                    <a:ext uri="{FF2B5EF4-FFF2-40B4-BE49-F238E27FC236}">
                      <a16:creationId xmlns:a16="http://schemas.microsoft.com/office/drawing/2014/main" id="{BED96E59-0BE1-23C8-9147-42E7A019EB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167" name="AutoShape 958">
                  <a:extLst>
                    <a:ext uri="{FF2B5EF4-FFF2-40B4-BE49-F238E27FC236}">
                      <a16:creationId xmlns:a16="http://schemas.microsoft.com/office/drawing/2014/main" id="{466C1734-F4AA-BCBF-F1EE-095C3D6A917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142" name="Rectangle 959">
                <a:extLst>
                  <a:ext uri="{FF2B5EF4-FFF2-40B4-BE49-F238E27FC236}">
                    <a16:creationId xmlns:a16="http://schemas.microsoft.com/office/drawing/2014/main" id="{35403C86-48A1-863F-4520-6BBD12BE7D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43" name="Group 960">
                <a:extLst>
                  <a:ext uri="{FF2B5EF4-FFF2-40B4-BE49-F238E27FC236}">
                    <a16:creationId xmlns:a16="http://schemas.microsoft.com/office/drawing/2014/main" id="{222DCEBD-1EEB-60BF-9B6C-D23CADCBEA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164" name="AutoShape 961">
                  <a:extLst>
                    <a:ext uri="{FF2B5EF4-FFF2-40B4-BE49-F238E27FC236}">
                      <a16:creationId xmlns:a16="http://schemas.microsoft.com/office/drawing/2014/main" id="{BBA3C263-6630-784A-6B59-F2878ED98BD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165" name="AutoShape 962">
                  <a:extLst>
                    <a:ext uri="{FF2B5EF4-FFF2-40B4-BE49-F238E27FC236}">
                      <a16:creationId xmlns:a16="http://schemas.microsoft.com/office/drawing/2014/main" id="{2B471B54-2121-5894-0D52-91730BA58F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144" name="Rectangle 963">
                <a:extLst>
                  <a:ext uri="{FF2B5EF4-FFF2-40B4-BE49-F238E27FC236}">
                    <a16:creationId xmlns:a16="http://schemas.microsoft.com/office/drawing/2014/main" id="{11ED2F8B-FBE2-0776-1CEE-CCA48DC00A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45" name="Rectangle 964">
                <a:extLst>
                  <a:ext uri="{FF2B5EF4-FFF2-40B4-BE49-F238E27FC236}">
                    <a16:creationId xmlns:a16="http://schemas.microsoft.com/office/drawing/2014/main" id="{E609E65D-66E1-5F88-55C1-C191D22F35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46" name="Group 965">
                <a:extLst>
                  <a:ext uri="{FF2B5EF4-FFF2-40B4-BE49-F238E27FC236}">
                    <a16:creationId xmlns:a16="http://schemas.microsoft.com/office/drawing/2014/main" id="{9029FC6F-53D4-10D3-BA06-3F99A86767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162" name="AutoShape 966">
                  <a:extLst>
                    <a:ext uri="{FF2B5EF4-FFF2-40B4-BE49-F238E27FC236}">
                      <a16:creationId xmlns:a16="http://schemas.microsoft.com/office/drawing/2014/main" id="{F001520F-EC54-E8A3-E462-5382CDF7EA4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163" name="AutoShape 967">
                  <a:extLst>
                    <a:ext uri="{FF2B5EF4-FFF2-40B4-BE49-F238E27FC236}">
                      <a16:creationId xmlns:a16="http://schemas.microsoft.com/office/drawing/2014/main" id="{8B315C14-55E5-C7F8-37EE-1CBF8C78AF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147" name="Freeform 968">
                <a:extLst>
                  <a:ext uri="{FF2B5EF4-FFF2-40B4-BE49-F238E27FC236}">
                    <a16:creationId xmlns:a16="http://schemas.microsoft.com/office/drawing/2014/main" id="{4EDA76D3-697B-E2D5-E626-4FA21571E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48" name="Group 969">
                <a:extLst>
                  <a:ext uri="{FF2B5EF4-FFF2-40B4-BE49-F238E27FC236}">
                    <a16:creationId xmlns:a16="http://schemas.microsoft.com/office/drawing/2014/main" id="{A02E1978-D033-7093-93A3-946F434CABE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160" name="AutoShape 970">
                  <a:extLst>
                    <a:ext uri="{FF2B5EF4-FFF2-40B4-BE49-F238E27FC236}">
                      <a16:creationId xmlns:a16="http://schemas.microsoft.com/office/drawing/2014/main" id="{72890578-A2E5-ABE1-2668-A860FF775E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161" name="AutoShape 971">
                  <a:extLst>
                    <a:ext uri="{FF2B5EF4-FFF2-40B4-BE49-F238E27FC236}">
                      <a16:creationId xmlns:a16="http://schemas.microsoft.com/office/drawing/2014/main" id="{9BAE10F8-15E9-4335-981D-EED569A09C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149" name="Rectangle 972">
                <a:extLst>
                  <a:ext uri="{FF2B5EF4-FFF2-40B4-BE49-F238E27FC236}">
                    <a16:creationId xmlns:a16="http://schemas.microsoft.com/office/drawing/2014/main" id="{AAD1A670-83E4-07DA-5954-B731C13356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0" name="Freeform 973">
                <a:extLst>
                  <a:ext uri="{FF2B5EF4-FFF2-40B4-BE49-F238E27FC236}">
                    <a16:creationId xmlns:a16="http://schemas.microsoft.com/office/drawing/2014/main" id="{3775E653-0715-DE77-211B-14E86CD32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1" name="Freeform 974">
                <a:extLst>
                  <a:ext uri="{FF2B5EF4-FFF2-40B4-BE49-F238E27FC236}">
                    <a16:creationId xmlns:a16="http://schemas.microsoft.com/office/drawing/2014/main" id="{304D43E1-5A0D-D8C3-A897-90C258114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2" name="Oval 975">
                <a:extLst>
                  <a:ext uri="{FF2B5EF4-FFF2-40B4-BE49-F238E27FC236}">
                    <a16:creationId xmlns:a16="http://schemas.microsoft.com/office/drawing/2014/main" id="{ACB0E909-519A-1ED4-4A13-3CCCE7981B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3" name="Freeform 976">
                <a:extLst>
                  <a:ext uri="{FF2B5EF4-FFF2-40B4-BE49-F238E27FC236}">
                    <a16:creationId xmlns:a16="http://schemas.microsoft.com/office/drawing/2014/main" id="{8FA8CA93-0EEB-C8AC-2DDA-C9F407EA4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4" name="AutoShape 977">
                <a:extLst>
                  <a:ext uri="{FF2B5EF4-FFF2-40B4-BE49-F238E27FC236}">
                    <a16:creationId xmlns:a16="http://schemas.microsoft.com/office/drawing/2014/main" id="{66122660-14B6-7DEC-81A6-E84215C9D9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5" name="AutoShape 978">
                <a:extLst>
                  <a:ext uri="{FF2B5EF4-FFF2-40B4-BE49-F238E27FC236}">
                    <a16:creationId xmlns:a16="http://schemas.microsoft.com/office/drawing/2014/main" id="{4FF0E478-DE4C-04FF-2841-075BF79707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6" name="Oval 979">
                <a:extLst>
                  <a:ext uri="{FF2B5EF4-FFF2-40B4-BE49-F238E27FC236}">
                    <a16:creationId xmlns:a16="http://schemas.microsoft.com/office/drawing/2014/main" id="{A1F7DC18-7AE7-BECA-29BD-4AB58DEB21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7" name="Oval 980">
                <a:extLst>
                  <a:ext uri="{FF2B5EF4-FFF2-40B4-BE49-F238E27FC236}">
                    <a16:creationId xmlns:a16="http://schemas.microsoft.com/office/drawing/2014/main" id="{30E78C09-A645-0A33-B539-4E8D97F118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8" name="Oval 981">
                <a:extLst>
                  <a:ext uri="{FF2B5EF4-FFF2-40B4-BE49-F238E27FC236}">
                    <a16:creationId xmlns:a16="http://schemas.microsoft.com/office/drawing/2014/main" id="{FF200215-3EC4-4628-EA1F-F12EEC4798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9" name="Rectangle 982">
                <a:extLst>
                  <a:ext uri="{FF2B5EF4-FFF2-40B4-BE49-F238E27FC236}">
                    <a16:creationId xmlns:a16="http://schemas.microsoft.com/office/drawing/2014/main" id="{7DCB7168-4BA7-68B8-6DB1-55D9BD5372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211981" name="Group 15">
            <a:extLst>
              <a:ext uri="{FF2B5EF4-FFF2-40B4-BE49-F238E27FC236}">
                <a16:creationId xmlns:a16="http://schemas.microsoft.com/office/drawing/2014/main" id="{4C6B2D0F-81C2-05A3-4854-C903C9584E2E}"/>
              </a:ext>
            </a:extLst>
          </p:cNvPr>
          <p:cNvGrpSpPr>
            <a:grpSpLocks/>
          </p:cNvGrpSpPr>
          <p:nvPr/>
        </p:nvGrpSpPr>
        <p:grpSpPr bwMode="auto">
          <a:xfrm>
            <a:off x="9231313" y="4368800"/>
            <a:ext cx="990600" cy="731838"/>
            <a:chOff x="7707615" y="4368892"/>
            <a:chExt cx="990551" cy="731635"/>
          </a:xfrm>
        </p:grpSpPr>
        <p:pic>
          <p:nvPicPr>
            <p:cNvPr id="212034" name="Picture 14">
              <a:extLst>
                <a:ext uri="{FF2B5EF4-FFF2-40B4-BE49-F238E27FC236}">
                  <a16:creationId xmlns:a16="http://schemas.microsoft.com/office/drawing/2014/main" id="{F7D2C08A-4189-AABB-4202-AFEF9A32E31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771833" y="4640202"/>
              <a:ext cx="822008" cy="460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12035" name="Group 249">
              <a:extLst>
                <a:ext uri="{FF2B5EF4-FFF2-40B4-BE49-F238E27FC236}">
                  <a16:creationId xmlns:a16="http://schemas.microsoft.com/office/drawing/2014/main" id="{5B35157B-E5AB-70CD-ADD7-0E4105BCF02B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707615" y="4368892"/>
              <a:ext cx="225953" cy="395900"/>
              <a:chOff x="4140" y="429"/>
              <a:chExt cx="1425" cy="2396"/>
            </a:xfrm>
          </p:grpSpPr>
          <p:sp>
            <p:nvSpPr>
              <p:cNvPr id="212102" name="Freeform 250">
                <a:extLst>
                  <a:ext uri="{FF2B5EF4-FFF2-40B4-BE49-F238E27FC236}">
                    <a16:creationId xmlns:a16="http://schemas.microsoft.com/office/drawing/2014/main" id="{E2BF7BC7-B1D9-BD5E-1F16-F8FDE8BB2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9 w 354"/>
                  <a:gd name="T1" fmla="*/ 0 h 2742"/>
                  <a:gd name="T2" fmla="*/ 47 w 354"/>
                  <a:gd name="T3" fmla="*/ 66 h 2742"/>
                  <a:gd name="T4" fmla="*/ 46 w 354"/>
                  <a:gd name="T5" fmla="*/ 510 h 2742"/>
                  <a:gd name="T6" fmla="*/ 0 w 354"/>
                  <a:gd name="T7" fmla="*/ 534 h 2742"/>
                  <a:gd name="T8" fmla="*/ 9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971" name="Rectangle 251">
                <a:extLst>
                  <a:ext uri="{FF2B5EF4-FFF2-40B4-BE49-F238E27FC236}">
                    <a16:creationId xmlns:a16="http://schemas.microsoft.com/office/drawing/2014/main" id="{5BAA48E8-232A-0BC2-402E-EA1D3E7641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429"/>
                <a:ext cx="1051" cy="2276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104" name="Freeform 252">
                <a:extLst>
                  <a:ext uri="{FF2B5EF4-FFF2-40B4-BE49-F238E27FC236}">
                    <a16:creationId xmlns:a16="http://schemas.microsoft.com/office/drawing/2014/main" id="{3D742504-F3A2-75E4-EA42-69B4DC887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9 w 211"/>
                  <a:gd name="T3" fmla="*/ 43 h 2537"/>
                  <a:gd name="T4" fmla="*/ 2 w 211"/>
                  <a:gd name="T5" fmla="*/ 48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05" name="Freeform 253">
                <a:extLst>
                  <a:ext uri="{FF2B5EF4-FFF2-40B4-BE49-F238E27FC236}">
                    <a16:creationId xmlns:a16="http://schemas.microsoft.com/office/drawing/2014/main" id="{0B504086-AABD-447D-FF66-A2AB0C045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5 h 226"/>
                  <a:gd name="T4" fmla="*/ 45 w 328"/>
                  <a:gd name="T5" fmla="*/ 45 h 226"/>
                  <a:gd name="T6" fmla="*/ 0 w 328"/>
                  <a:gd name="T7" fmla="*/ 19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974" name="Rectangle 254">
                <a:extLst>
                  <a:ext uri="{FF2B5EF4-FFF2-40B4-BE49-F238E27FC236}">
                    <a16:creationId xmlns:a16="http://schemas.microsoft.com/office/drawing/2014/main" id="{BFA06302-F5FF-1A6F-3BA7-F94F907E99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3" y="688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107" name="Group 255">
                <a:extLst>
                  <a:ext uri="{FF2B5EF4-FFF2-40B4-BE49-F238E27FC236}">
                    <a16:creationId xmlns:a16="http://schemas.microsoft.com/office/drawing/2014/main" id="{569C269D-5D04-2F80-DD52-267F41D3293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000" name="AutoShape 256">
                  <a:extLst>
                    <a:ext uri="{FF2B5EF4-FFF2-40B4-BE49-F238E27FC236}">
                      <a16:creationId xmlns:a16="http://schemas.microsoft.com/office/drawing/2014/main" id="{E968764A-C97B-9996-DE5E-E4678CD31FA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0" y="2569"/>
                  <a:ext cx="725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01" name="AutoShape 257">
                  <a:extLst>
                    <a:ext uri="{FF2B5EF4-FFF2-40B4-BE49-F238E27FC236}">
                      <a16:creationId xmlns:a16="http://schemas.microsoft.com/office/drawing/2014/main" id="{2AFE442C-C386-2C56-7748-00E8900FAB5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45" y="2587"/>
                  <a:ext cx="700" cy="10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976" name="Rectangle 258">
                <a:extLst>
                  <a:ext uri="{FF2B5EF4-FFF2-40B4-BE49-F238E27FC236}">
                    <a16:creationId xmlns:a16="http://schemas.microsoft.com/office/drawing/2014/main" id="{7439F542-24B6-A15A-67C5-7A05FDEEF7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5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109" name="Group 259">
                <a:extLst>
                  <a:ext uri="{FF2B5EF4-FFF2-40B4-BE49-F238E27FC236}">
                    <a16:creationId xmlns:a16="http://schemas.microsoft.com/office/drawing/2014/main" id="{52247284-ECB0-1D12-F9ED-DFA1AF195B5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998" name="AutoShape 260">
                  <a:extLst>
                    <a:ext uri="{FF2B5EF4-FFF2-40B4-BE49-F238E27FC236}">
                      <a16:creationId xmlns:a16="http://schemas.microsoft.com/office/drawing/2014/main" id="{560EC6AE-A9CC-58DB-F7C0-B41431AD73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0" y="2570"/>
                  <a:ext cx="725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999" name="AutoShape 261">
                  <a:extLst>
                    <a:ext uri="{FF2B5EF4-FFF2-40B4-BE49-F238E27FC236}">
                      <a16:creationId xmlns:a16="http://schemas.microsoft.com/office/drawing/2014/main" id="{F6FF6560-5B4A-DBC6-EB56-AAC5E277E30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3" y="2590"/>
                  <a:ext cx="687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978" name="Rectangle 262">
                <a:extLst>
                  <a:ext uri="{FF2B5EF4-FFF2-40B4-BE49-F238E27FC236}">
                    <a16:creationId xmlns:a16="http://schemas.microsoft.com/office/drawing/2014/main" id="{CA41B66D-8C3D-95BA-0126-0DBC34D133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361"/>
                <a:ext cx="591" cy="3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79" name="Rectangle 263">
                <a:extLst>
                  <a:ext uri="{FF2B5EF4-FFF2-40B4-BE49-F238E27FC236}">
                    <a16:creationId xmlns:a16="http://schemas.microsoft.com/office/drawing/2014/main" id="{8770C7DE-5632-AAF9-308A-C7A1FE76C6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4" y="1649"/>
                <a:ext cx="59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112" name="Group 264">
                <a:extLst>
                  <a:ext uri="{FF2B5EF4-FFF2-40B4-BE49-F238E27FC236}">
                    <a16:creationId xmlns:a16="http://schemas.microsoft.com/office/drawing/2014/main" id="{F18C97A2-5A13-9520-3753-B41A2E8C1C9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996" name="AutoShape 265">
                  <a:extLst>
                    <a:ext uri="{FF2B5EF4-FFF2-40B4-BE49-F238E27FC236}">
                      <a16:creationId xmlns:a16="http://schemas.microsoft.com/office/drawing/2014/main" id="{9F3140E9-34AE-6ED0-FB5F-2A9D52FD16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0"/>
                  <a:ext cx="711" cy="13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997" name="AutoShape 266">
                  <a:extLst>
                    <a:ext uri="{FF2B5EF4-FFF2-40B4-BE49-F238E27FC236}">
                      <a16:creationId xmlns:a16="http://schemas.microsoft.com/office/drawing/2014/main" id="{67298459-F6AD-4599-C0CE-60A5B3EA53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8"/>
                  <a:ext cx="673" cy="9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212113" name="Freeform 267">
                <a:extLst>
                  <a:ext uri="{FF2B5EF4-FFF2-40B4-BE49-F238E27FC236}">
                    <a16:creationId xmlns:a16="http://schemas.microsoft.com/office/drawing/2014/main" id="{56028476-BCC8-4FFD-2985-270B398BC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4 h 226"/>
                  <a:gd name="T4" fmla="*/ 45 w 328"/>
                  <a:gd name="T5" fmla="*/ 43 h 226"/>
                  <a:gd name="T6" fmla="*/ 0 w 328"/>
                  <a:gd name="T7" fmla="*/ 1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14" name="Group 268">
                <a:extLst>
                  <a:ext uri="{FF2B5EF4-FFF2-40B4-BE49-F238E27FC236}">
                    <a16:creationId xmlns:a16="http://schemas.microsoft.com/office/drawing/2014/main" id="{A59D8959-FE65-901F-63CD-4475326F5D3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994" name="AutoShape 269">
                  <a:extLst>
                    <a:ext uri="{FF2B5EF4-FFF2-40B4-BE49-F238E27FC236}">
                      <a16:creationId xmlns:a16="http://schemas.microsoft.com/office/drawing/2014/main" id="{5D36D465-8011-C720-EED1-8C4E4E0B6F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0" y="2544"/>
                  <a:ext cx="723" cy="16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995" name="AutoShape 270">
                  <a:extLst>
                    <a:ext uri="{FF2B5EF4-FFF2-40B4-BE49-F238E27FC236}">
                      <a16:creationId xmlns:a16="http://schemas.microsoft.com/office/drawing/2014/main" id="{BE3A96D9-AB24-C422-0A3F-438088F1F5F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45" y="2582"/>
                  <a:ext cx="673" cy="11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983" name="Rectangle 271">
                <a:extLst>
                  <a:ext uri="{FF2B5EF4-FFF2-40B4-BE49-F238E27FC236}">
                    <a16:creationId xmlns:a16="http://schemas.microsoft.com/office/drawing/2014/main" id="{678097A2-326A-4EFA-DE41-AA8C688AC2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5" y="429"/>
                <a:ext cx="60" cy="2286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116" name="Freeform 272">
                <a:extLst>
                  <a:ext uri="{FF2B5EF4-FFF2-40B4-BE49-F238E27FC236}">
                    <a16:creationId xmlns:a16="http://schemas.microsoft.com/office/drawing/2014/main" id="{0F499DAC-21A5-2A7F-79DA-314EBAB53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40 w 296"/>
                  <a:gd name="T3" fmla="*/ 27 h 256"/>
                  <a:gd name="T4" fmla="*/ 40 w 296"/>
                  <a:gd name="T5" fmla="*/ 49 h 256"/>
                  <a:gd name="T6" fmla="*/ 0 w 296"/>
                  <a:gd name="T7" fmla="*/ 18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17" name="Freeform 273">
                <a:extLst>
                  <a:ext uri="{FF2B5EF4-FFF2-40B4-BE49-F238E27FC236}">
                    <a16:creationId xmlns:a16="http://schemas.microsoft.com/office/drawing/2014/main" id="{FCF48695-CBFC-77F3-348C-1553FEB71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42 w 304"/>
                  <a:gd name="T3" fmla="*/ 32 h 288"/>
                  <a:gd name="T4" fmla="*/ 39 w 304"/>
                  <a:gd name="T5" fmla="*/ 57 h 288"/>
                  <a:gd name="T6" fmla="*/ 2 w 304"/>
                  <a:gd name="T7" fmla="*/ 24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986" name="Oval 274">
                <a:extLst>
                  <a:ext uri="{FF2B5EF4-FFF2-40B4-BE49-F238E27FC236}">
                    <a16:creationId xmlns:a16="http://schemas.microsoft.com/office/drawing/2014/main" id="{7B7D2BC1-D7CE-B66A-079D-A73EC48433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09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119" name="Freeform 275">
                <a:extLst>
                  <a:ext uri="{FF2B5EF4-FFF2-40B4-BE49-F238E27FC236}">
                    <a16:creationId xmlns:a16="http://schemas.microsoft.com/office/drawing/2014/main" id="{44D598CA-AE13-1C01-2F3D-7A33FC3A9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21 h 240"/>
                  <a:gd name="T2" fmla="*/ 2 w 306"/>
                  <a:gd name="T3" fmla="*/ 48 h 240"/>
                  <a:gd name="T4" fmla="*/ 42 w 306"/>
                  <a:gd name="T5" fmla="*/ 22 h 240"/>
                  <a:gd name="T6" fmla="*/ 40 w 306"/>
                  <a:gd name="T7" fmla="*/ 0 h 240"/>
                  <a:gd name="T8" fmla="*/ 0 w 306"/>
                  <a:gd name="T9" fmla="*/ 21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988" name="AutoShape 276">
                <a:extLst>
                  <a:ext uri="{FF2B5EF4-FFF2-40B4-BE49-F238E27FC236}">
                    <a16:creationId xmlns:a16="http://schemas.microsoft.com/office/drawing/2014/main" id="{50FD9A2E-417A-60A9-7237-3AFA6A83C3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3" y="2677"/>
                <a:ext cx="1201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89" name="AutoShape 277">
                <a:extLst>
                  <a:ext uri="{FF2B5EF4-FFF2-40B4-BE49-F238E27FC236}">
                    <a16:creationId xmlns:a16="http://schemas.microsoft.com/office/drawing/2014/main" id="{AD7B9E4E-A346-F2CB-107A-41D5D2B125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2705"/>
                <a:ext cx="1071" cy="7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90" name="Oval 278">
                <a:extLst>
                  <a:ext uri="{FF2B5EF4-FFF2-40B4-BE49-F238E27FC236}">
                    <a16:creationId xmlns:a16="http://schemas.microsoft.com/office/drawing/2014/main" id="{2B5937B1-EE10-0AF6-85F9-5D642C39FD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4" y="2379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91" name="Oval 279">
                <a:extLst>
                  <a:ext uri="{FF2B5EF4-FFF2-40B4-BE49-F238E27FC236}">
                    <a16:creationId xmlns:a16="http://schemas.microsoft.com/office/drawing/2014/main" id="{23F05DAB-2104-8E35-832E-960346BED4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4" y="2379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92" name="Oval 280">
                <a:extLst>
                  <a:ext uri="{FF2B5EF4-FFF2-40B4-BE49-F238E27FC236}">
                    <a16:creationId xmlns:a16="http://schemas.microsoft.com/office/drawing/2014/main" id="{A4802B55-183F-516F-AE28-10E8F60A1D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2379"/>
                <a:ext cx="160" cy="13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93" name="Rectangle 281">
                <a:extLst>
                  <a:ext uri="{FF2B5EF4-FFF2-40B4-BE49-F238E27FC236}">
                    <a16:creationId xmlns:a16="http://schemas.microsoft.com/office/drawing/2014/main" id="{A1D89688-74BE-15E6-C8C6-368E6BC93B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1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212036" name="Group 249">
              <a:extLst>
                <a:ext uri="{FF2B5EF4-FFF2-40B4-BE49-F238E27FC236}">
                  <a16:creationId xmlns:a16="http://schemas.microsoft.com/office/drawing/2014/main" id="{C69D817C-8E7A-EB37-9167-F116D8EB43DD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39866" y="4369199"/>
              <a:ext cx="225953" cy="395900"/>
              <a:chOff x="4140" y="429"/>
              <a:chExt cx="1425" cy="2396"/>
            </a:xfrm>
          </p:grpSpPr>
          <p:sp>
            <p:nvSpPr>
              <p:cNvPr id="212070" name="Freeform 250">
                <a:extLst>
                  <a:ext uri="{FF2B5EF4-FFF2-40B4-BE49-F238E27FC236}">
                    <a16:creationId xmlns:a16="http://schemas.microsoft.com/office/drawing/2014/main" id="{BC202883-AA56-9AF7-A522-604829F6B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9 w 354"/>
                  <a:gd name="T1" fmla="*/ 0 h 2742"/>
                  <a:gd name="T2" fmla="*/ 47 w 354"/>
                  <a:gd name="T3" fmla="*/ 66 h 2742"/>
                  <a:gd name="T4" fmla="*/ 46 w 354"/>
                  <a:gd name="T5" fmla="*/ 510 h 2742"/>
                  <a:gd name="T6" fmla="*/ 0 w 354"/>
                  <a:gd name="T7" fmla="*/ 534 h 2742"/>
                  <a:gd name="T8" fmla="*/ 9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04" name="Rectangle 251">
                <a:extLst>
                  <a:ext uri="{FF2B5EF4-FFF2-40B4-BE49-F238E27FC236}">
                    <a16:creationId xmlns:a16="http://schemas.microsoft.com/office/drawing/2014/main" id="{C4000734-7218-1B86-7365-E978CE2FF9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7" y="427"/>
                <a:ext cx="1051" cy="2286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072" name="Freeform 252">
                <a:extLst>
                  <a:ext uri="{FF2B5EF4-FFF2-40B4-BE49-F238E27FC236}">
                    <a16:creationId xmlns:a16="http://schemas.microsoft.com/office/drawing/2014/main" id="{29763734-7E7C-C022-5FAC-02C5EF58F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9 w 211"/>
                  <a:gd name="T3" fmla="*/ 43 h 2537"/>
                  <a:gd name="T4" fmla="*/ 2 w 211"/>
                  <a:gd name="T5" fmla="*/ 48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73" name="Freeform 253">
                <a:extLst>
                  <a:ext uri="{FF2B5EF4-FFF2-40B4-BE49-F238E27FC236}">
                    <a16:creationId xmlns:a16="http://schemas.microsoft.com/office/drawing/2014/main" id="{4C63F3A1-C6BC-3227-3C93-1004216B0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5 h 226"/>
                  <a:gd name="T4" fmla="*/ 45 w 328"/>
                  <a:gd name="T5" fmla="*/ 45 h 226"/>
                  <a:gd name="T6" fmla="*/ 0 w 328"/>
                  <a:gd name="T7" fmla="*/ 19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07" name="Rectangle 254">
                <a:extLst>
                  <a:ext uri="{FF2B5EF4-FFF2-40B4-BE49-F238E27FC236}">
                    <a16:creationId xmlns:a16="http://schemas.microsoft.com/office/drawing/2014/main" id="{E532CD20-8FC9-7158-41DE-BA9C5EA5DC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7" y="696"/>
                <a:ext cx="601" cy="3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075" name="Group 255">
                <a:extLst>
                  <a:ext uri="{FF2B5EF4-FFF2-40B4-BE49-F238E27FC236}">
                    <a16:creationId xmlns:a16="http://schemas.microsoft.com/office/drawing/2014/main" id="{D90C38AF-1B27-58AB-4937-4587615E3A4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033" name="AutoShape 256">
                  <a:extLst>
                    <a:ext uri="{FF2B5EF4-FFF2-40B4-BE49-F238E27FC236}">
                      <a16:creationId xmlns:a16="http://schemas.microsoft.com/office/drawing/2014/main" id="{FB4E3AB1-D1B8-1825-9F82-1F1F439F13C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67"/>
                  <a:ext cx="725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34" name="AutoShape 257">
                  <a:extLst>
                    <a:ext uri="{FF2B5EF4-FFF2-40B4-BE49-F238E27FC236}">
                      <a16:creationId xmlns:a16="http://schemas.microsoft.com/office/drawing/2014/main" id="{BB1C61EF-8D1B-5D98-FF3D-EBA1577AD89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4" y="2586"/>
                  <a:ext cx="700" cy="10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1009" name="Rectangle 258">
                <a:extLst>
                  <a:ext uri="{FF2B5EF4-FFF2-40B4-BE49-F238E27FC236}">
                    <a16:creationId xmlns:a16="http://schemas.microsoft.com/office/drawing/2014/main" id="{68E8438C-4A82-46A6-1DA9-398F6826D4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023"/>
                <a:ext cx="591" cy="3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077" name="Group 259">
                <a:extLst>
                  <a:ext uri="{FF2B5EF4-FFF2-40B4-BE49-F238E27FC236}">
                    <a16:creationId xmlns:a16="http://schemas.microsoft.com/office/drawing/2014/main" id="{F40F72A3-04CC-BF65-BD34-AC4991EFE30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031" name="AutoShape 260">
                  <a:extLst>
                    <a:ext uri="{FF2B5EF4-FFF2-40B4-BE49-F238E27FC236}">
                      <a16:creationId xmlns:a16="http://schemas.microsoft.com/office/drawing/2014/main" id="{036BBC1A-117A-98D2-566F-2900643CB40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68"/>
                  <a:ext cx="725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32" name="AutoShape 261">
                  <a:extLst>
                    <a:ext uri="{FF2B5EF4-FFF2-40B4-BE49-F238E27FC236}">
                      <a16:creationId xmlns:a16="http://schemas.microsoft.com/office/drawing/2014/main" id="{B95C574E-B530-436E-5A02-9DC868DBDAB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8"/>
                  <a:ext cx="687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1011" name="Rectangle 262">
                <a:extLst>
                  <a:ext uri="{FF2B5EF4-FFF2-40B4-BE49-F238E27FC236}">
                    <a16:creationId xmlns:a16="http://schemas.microsoft.com/office/drawing/2014/main" id="{91AF764D-06E5-9868-8C84-7C8B0CE8E0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9"/>
                <a:ext cx="59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12" name="Rectangle 263">
                <a:extLst>
                  <a:ext uri="{FF2B5EF4-FFF2-40B4-BE49-F238E27FC236}">
                    <a16:creationId xmlns:a16="http://schemas.microsoft.com/office/drawing/2014/main" id="{3B32FB01-75F3-D4E5-3556-ECF50EE051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657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080" name="Group 264">
                <a:extLst>
                  <a:ext uri="{FF2B5EF4-FFF2-40B4-BE49-F238E27FC236}">
                    <a16:creationId xmlns:a16="http://schemas.microsoft.com/office/drawing/2014/main" id="{E6FE0ECF-436B-6A76-B0DF-9E65E1D3B9D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029" name="AutoShape 265">
                  <a:extLst>
                    <a:ext uri="{FF2B5EF4-FFF2-40B4-BE49-F238E27FC236}">
                      <a16:creationId xmlns:a16="http://schemas.microsoft.com/office/drawing/2014/main" id="{EBB93A01-FFB3-19F6-0CF9-62020AF52C3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9"/>
                  <a:ext cx="711" cy="141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30" name="AutoShape 266">
                  <a:extLst>
                    <a:ext uri="{FF2B5EF4-FFF2-40B4-BE49-F238E27FC236}">
                      <a16:creationId xmlns:a16="http://schemas.microsoft.com/office/drawing/2014/main" id="{B880B51C-CA6F-9F56-47DE-F94232974B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6"/>
                  <a:ext cx="673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212081" name="Freeform 267">
                <a:extLst>
                  <a:ext uri="{FF2B5EF4-FFF2-40B4-BE49-F238E27FC236}">
                    <a16:creationId xmlns:a16="http://schemas.microsoft.com/office/drawing/2014/main" id="{9669115B-21A0-4592-345E-A97AADB44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4 h 226"/>
                  <a:gd name="T4" fmla="*/ 45 w 328"/>
                  <a:gd name="T5" fmla="*/ 43 h 226"/>
                  <a:gd name="T6" fmla="*/ 0 w 328"/>
                  <a:gd name="T7" fmla="*/ 1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082" name="Group 268">
                <a:extLst>
                  <a:ext uri="{FF2B5EF4-FFF2-40B4-BE49-F238E27FC236}">
                    <a16:creationId xmlns:a16="http://schemas.microsoft.com/office/drawing/2014/main" id="{BA13D229-DEEC-A662-F82E-529C4E66167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027" name="AutoShape 269">
                  <a:extLst>
                    <a:ext uri="{FF2B5EF4-FFF2-40B4-BE49-F238E27FC236}">
                      <a16:creationId xmlns:a16="http://schemas.microsoft.com/office/drawing/2014/main" id="{05FB4114-E69F-5882-674E-884AB68909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71"/>
                  <a:ext cx="761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28" name="AutoShape 270">
                  <a:extLst>
                    <a:ext uri="{FF2B5EF4-FFF2-40B4-BE49-F238E27FC236}">
                      <a16:creationId xmlns:a16="http://schemas.microsoft.com/office/drawing/2014/main" id="{2D50B7DA-D924-5248-FE37-9036383176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4" y="2590"/>
                  <a:ext cx="723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1016" name="Rectangle 271">
                <a:extLst>
                  <a:ext uri="{FF2B5EF4-FFF2-40B4-BE49-F238E27FC236}">
                    <a16:creationId xmlns:a16="http://schemas.microsoft.com/office/drawing/2014/main" id="{5766BC9F-E6CD-F63D-8246-457528E839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8" y="427"/>
                <a:ext cx="70" cy="2296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084" name="Freeform 272">
                <a:extLst>
                  <a:ext uri="{FF2B5EF4-FFF2-40B4-BE49-F238E27FC236}">
                    <a16:creationId xmlns:a16="http://schemas.microsoft.com/office/drawing/2014/main" id="{D7899D86-4D2F-61D8-559A-10245E311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40 w 296"/>
                  <a:gd name="T3" fmla="*/ 27 h 256"/>
                  <a:gd name="T4" fmla="*/ 40 w 296"/>
                  <a:gd name="T5" fmla="*/ 49 h 256"/>
                  <a:gd name="T6" fmla="*/ 0 w 296"/>
                  <a:gd name="T7" fmla="*/ 18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85" name="Freeform 273">
                <a:extLst>
                  <a:ext uri="{FF2B5EF4-FFF2-40B4-BE49-F238E27FC236}">
                    <a16:creationId xmlns:a16="http://schemas.microsoft.com/office/drawing/2014/main" id="{C437D91A-C982-F8D1-97CC-0613BD34F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42 w 304"/>
                  <a:gd name="T3" fmla="*/ 32 h 288"/>
                  <a:gd name="T4" fmla="*/ 39 w 304"/>
                  <a:gd name="T5" fmla="*/ 57 h 288"/>
                  <a:gd name="T6" fmla="*/ 2 w 304"/>
                  <a:gd name="T7" fmla="*/ 24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19" name="Oval 274">
                <a:extLst>
                  <a:ext uri="{FF2B5EF4-FFF2-40B4-BE49-F238E27FC236}">
                    <a16:creationId xmlns:a16="http://schemas.microsoft.com/office/drawing/2014/main" id="{D9E40C95-52F2-D90F-D9BB-10AC09A491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8" y="2617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087" name="Freeform 275">
                <a:extLst>
                  <a:ext uri="{FF2B5EF4-FFF2-40B4-BE49-F238E27FC236}">
                    <a16:creationId xmlns:a16="http://schemas.microsoft.com/office/drawing/2014/main" id="{0941BBA8-A4D0-A722-F606-64A5017A4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21 h 240"/>
                  <a:gd name="T2" fmla="*/ 2 w 306"/>
                  <a:gd name="T3" fmla="*/ 48 h 240"/>
                  <a:gd name="T4" fmla="*/ 42 w 306"/>
                  <a:gd name="T5" fmla="*/ 22 h 240"/>
                  <a:gd name="T6" fmla="*/ 40 w 306"/>
                  <a:gd name="T7" fmla="*/ 0 h 240"/>
                  <a:gd name="T8" fmla="*/ 0 w 306"/>
                  <a:gd name="T9" fmla="*/ 21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21" name="AutoShape 276">
                <a:extLst>
                  <a:ext uri="{FF2B5EF4-FFF2-40B4-BE49-F238E27FC236}">
                    <a16:creationId xmlns:a16="http://schemas.microsoft.com/office/drawing/2014/main" id="{D4AE6541-6490-05DC-6AAE-4246D6F1B4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6" y="2684"/>
                <a:ext cx="1201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22" name="AutoShape 277">
                <a:extLst>
                  <a:ext uri="{FF2B5EF4-FFF2-40B4-BE49-F238E27FC236}">
                    <a16:creationId xmlns:a16="http://schemas.microsoft.com/office/drawing/2014/main" id="{3B2F8906-B227-0CEC-BE9B-B4DF57703D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7" y="2713"/>
                <a:ext cx="1071" cy="8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23" name="Oval 278">
                <a:extLst>
                  <a:ext uri="{FF2B5EF4-FFF2-40B4-BE49-F238E27FC236}">
                    <a16:creationId xmlns:a16="http://schemas.microsoft.com/office/drawing/2014/main" id="{2858F4DE-621F-69A0-D99D-36DC76115C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7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24" name="Oval 279">
                <a:extLst>
                  <a:ext uri="{FF2B5EF4-FFF2-40B4-BE49-F238E27FC236}">
                    <a16:creationId xmlns:a16="http://schemas.microsoft.com/office/drawing/2014/main" id="{FA93BD47-A4B1-6B16-6AEF-403F2D4ECF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7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25" name="Oval 280">
                <a:extLst>
                  <a:ext uri="{FF2B5EF4-FFF2-40B4-BE49-F238E27FC236}">
                    <a16:creationId xmlns:a16="http://schemas.microsoft.com/office/drawing/2014/main" id="{D0AC33C8-F8B2-0748-FCD5-81DE44A4D7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7" y="2387"/>
                <a:ext cx="160" cy="13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26" name="Rectangle 281">
                <a:extLst>
                  <a:ext uri="{FF2B5EF4-FFF2-40B4-BE49-F238E27FC236}">
                    <a16:creationId xmlns:a16="http://schemas.microsoft.com/office/drawing/2014/main" id="{113D4A02-6EA9-CD07-DD35-1697B41664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8" y="1839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212037" name="Group 249">
              <a:extLst>
                <a:ext uri="{FF2B5EF4-FFF2-40B4-BE49-F238E27FC236}">
                  <a16:creationId xmlns:a16="http://schemas.microsoft.com/office/drawing/2014/main" id="{61F81E70-8E3C-3D58-AAAE-824BA765F5E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8472213" y="4384408"/>
              <a:ext cx="225953" cy="395900"/>
              <a:chOff x="4140" y="429"/>
              <a:chExt cx="1425" cy="2396"/>
            </a:xfrm>
          </p:grpSpPr>
          <p:sp>
            <p:nvSpPr>
              <p:cNvPr id="212038" name="Freeform 250">
                <a:extLst>
                  <a:ext uri="{FF2B5EF4-FFF2-40B4-BE49-F238E27FC236}">
                    <a16:creationId xmlns:a16="http://schemas.microsoft.com/office/drawing/2014/main" id="{700E1B5E-4336-5DAC-A3FB-D24465A34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9 w 354"/>
                  <a:gd name="T1" fmla="*/ 0 h 2742"/>
                  <a:gd name="T2" fmla="*/ 47 w 354"/>
                  <a:gd name="T3" fmla="*/ 66 h 2742"/>
                  <a:gd name="T4" fmla="*/ 46 w 354"/>
                  <a:gd name="T5" fmla="*/ 510 h 2742"/>
                  <a:gd name="T6" fmla="*/ 0 w 354"/>
                  <a:gd name="T7" fmla="*/ 534 h 2742"/>
                  <a:gd name="T8" fmla="*/ 9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37" name="Rectangle 251">
                <a:extLst>
                  <a:ext uri="{FF2B5EF4-FFF2-40B4-BE49-F238E27FC236}">
                    <a16:creationId xmlns:a16="http://schemas.microsoft.com/office/drawing/2014/main" id="{B54AB90F-CECE-FFAC-438A-475CAB8C75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0" y="431"/>
                <a:ext cx="1051" cy="2276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040" name="Freeform 252">
                <a:extLst>
                  <a:ext uri="{FF2B5EF4-FFF2-40B4-BE49-F238E27FC236}">
                    <a16:creationId xmlns:a16="http://schemas.microsoft.com/office/drawing/2014/main" id="{C77169EB-6912-A26B-0B16-6623B9423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9 w 211"/>
                  <a:gd name="T3" fmla="*/ 43 h 2537"/>
                  <a:gd name="T4" fmla="*/ 2 w 211"/>
                  <a:gd name="T5" fmla="*/ 48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41" name="Freeform 253">
                <a:extLst>
                  <a:ext uri="{FF2B5EF4-FFF2-40B4-BE49-F238E27FC236}">
                    <a16:creationId xmlns:a16="http://schemas.microsoft.com/office/drawing/2014/main" id="{679277EB-6297-07FD-7BAC-5E07E689E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5 h 226"/>
                  <a:gd name="T4" fmla="*/ 45 w 328"/>
                  <a:gd name="T5" fmla="*/ 45 h 226"/>
                  <a:gd name="T6" fmla="*/ 0 w 328"/>
                  <a:gd name="T7" fmla="*/ 19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40" name="Rectangle 254">
                <a:extLst>
                  <a:ext uri="{FF2B5EF4-FFF2-40B4-BE49-F238E27FC236}">
                    <a16:creationId xmlns:a16="http://schemas.microsoft.com/office/drawing/2014/main" id="{A9A5B86E-4EBC-FC03-8ACD-A03BAF4C5D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043" name="Group 255">
                <a:extLst>
                  <a:ext uri="{FF2B5EF4-FFF2-40B4-BE49-F238E27FC236}">
                    <a16:creationId xmlns:a16="http://schemas.microsoft.com/office/drawing/2014/main" id="{45BFA8A1-61B2-1BF0-2BFB-5D3FDEABD1E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066" name="AutoShape 256">
                  <a:extLst>
                    <a:ext uri="{FF2B5EF4-FFF2-40B4-BE49-F238E27FC236}">
                      <a16:creationId xmlns:a16="http://schemas.microsoft.com/office/drawing/2014/main" id="{80BD252B-4DE7-CA9C-A669-126F43B00D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71"/>
                  <a:ext cx="725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67" name="AutoShape 257">
                  <a:extLst>
                    <a:ext uri="{FF2B5EF4-FFF2-40B4-BE49-F238E27FC236}">
                      <a16:creationId xmlns:a16="http://schemas.microsoft.com/office/drawing/2014/main" id="{46A44E7F-9DE9-C1BF-F87D-412DEAB218D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90"/>
                  <a:ext cx="700" cy="10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1042" name="Rectangle 258">
                <a:extLst>
                  <a:ext uri="{FF2B5EF4-FFF2-40B4-BE49-F238E27FC236}">
                    <a16:creationId xmlns:a16="http://schemas.microsoft.com/office/drawing/2014/main" id="{8ADAC148-AC38-2E4F-9421-E3647D8B9C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17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045" name="Group 259">
                <a:extLst>
                  <a:ext uri="{FF2B5EF4-FFF2-40B4-BE49-F238E27FC236}">
                    <a16:creationId xmlns:a16="http://schemas.microsoft.com/office/drawing/2014/main" id="{2B13AFC8-1258-9F36-4A39-F39B7CBC8AD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064" name="AutoShape 260">
                  <a:extLst>
                    <a:ext uri="{FF2B5EF4-FFF2-40B4-BE49-F238E27FC236}">
                      <a16:creationId xmlns:a16="http://schemas.microsoft.com/office/drawing/2014/main" id="{91E87DD7-9841-1789-75F4-A420C60366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81" y="2572"/>
                  <a:ext cx="725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65" name="AutoShape 261">
                  <a:extLst>
                    <a:ext uri="{FF2B5EF4-FFF2-40B4-BE49-F238E27FC236}">
                      <a16:creationId xmlns:a16="http://schemas.microsoft.com/office/drawing/2014/main" id="{488BA3D5-262B-D5CA-3E13-1F967A22AD8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94" y="2592"/>
                  <a:ext cx="687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1044" name="Rectangle 262">
                <a:extLst>
                  <a:ext uri="{FF2B5EF4-FFF2-40B4-BE49-F238E27FC236}">
                    <a16:creationId xmlns:a16="http://schemas.microsoft.com/office/drawing/2014/main" id="{EE4CA7DC-59A4-6322-F438-E30E190D02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63"/>
                <a:ext cx="591" cy="3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45" name="Rectangle 263">
                <a:extLst>
                  <a:ext uri="{FF2B5EF4-FFF2-40B4-BE49-F238E27FC236}">
                    <a16:creationId xmlns:a16="http://schemas.microsoft.com/office/drawing/2014/main" id="{A9B02CC0-6310-AF26-52BF-89E9944362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1"/>
                <a:ext cx="59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048" name="Group 264">
                <a:extLst>
                  <a:ext uri="{FF2B5EF4-FFF2-40B4-BE49-F238E27FC236}">
                    <a16:creationId xmlns:a16="http://schemas.microsoft.com/office/drawing/2014/main" id="{7E2B9BEA-4EFD-57CF-C5C0-1D699C2F240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062" name="AutoShape 265">
                  <a:extLst>
                    <a:ext uri="{FF2B5EF4-FFF2-40B4-BE49-F238E27FC236}">
                      <a16:creationId xmlns:a16="http://schemas.microsoft.com/office/drawing/2014/main" id="{49C178DD-58AF-40B4-62EF-F634A8E39F1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09" y="2572"/>
                  <a:ext cx="686" cy="13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63" name="AutoShape 266">
                  <a:extLst>
                    <a:ext uri="{FF2B5EF4-FFF2-40B4-BE49-F238E27FC236}">
                      <a16:creationId xmlns:a16="http://schemas.microsoft.com/office/drawing/2014/main" id="{A04E2B52-F62A-AFA4-F224-59E856907DF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1" y="2590"/>
                  <a:ext cx="648" cy="9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212049" name="Freeform 267">
                <a:extLst>
                  <a:ext uri="{FF2B5EF4-FFF2-40B4-BE49-F238E27FC236}">
                    <a16:creationId xmlns:a16="http://schemas.microsoft.com/office/drawing/2014/main" id="{06D13624-9623-C9AF-0A4C-6AC6318BF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4 h 226"/>
                  <a:gd name="T4" fmla="*/ 45 w 328"/>
                  <a:gd name="T5" fmla="*/ 43 h 226"/>
                  <a:gd name="T6" fmla="*/ 0 w 328"/>
                  <a:gd name="T7" fmla="*/ 1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050" name="Group 268">
                <a:extLst>
                  <a:ext uri="{FF2B5EF4-FFF2-40B4-BE49-F238E27FC236}">
                    <a16:creationId xmlns:a16="http://schemas.microsoft.com/office/drawing/2014/main" id="{607A683A-2826-110F-7880-72C9AD80DA3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060" name="AutoShape 269">
                  <a:extLst>
                    <a:ext uri="{FF2B5EF4-FFF2-40B4-BE49-F238E27FC236}">
                      <a16:creationId xmlns:a16="http://schemas.microsoft.com/office/drawing/2014/main" id="{C084A598-3C95-224D-08E8-CBF30971777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5"/>
                  <a:ext cx="723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61" name="AutoShape 270">
                  <a:extLst>
                    <a:ext uri="{FF2B5EF4-FFF2-40B4-BE49-F238E27FC236}">
                      <a16:creationId xmlns:a16="http://schemas.microsoft.com/office/drawing/2014/main" id="{782CA603-4C0F-5222-0B35-2269DDDC0FA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5"/>
                  <a:ext cx="686" cy="11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1049" name="Rectangle 271">
                <a:extLst>
                  <a:ext uri="{FF2B5EF4-FFF2-40B4-BE49-F238E27FC236}">
                    <a16:creationId xmlns:a16="http://schemas.microsoft.com/office/drawing/2014/main" id="{049152CE-FC54-FB79-3B56-135B5FA120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1" y="431"/>
                <a:ext cx="60" cy="2286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052" name="Freeform 272">
                <a:extLst>
                  <a:ext uri="{FF2B5EF4-FFF2-40B4-BE49-F238E27FC236}">
                    <a16:creationId xmlns:a16="http://schemas.microsoft.com/office/drawing/2014/main" id="{1D7116BF-51DD-7A11-542F-C384B0CF2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40 w 296"/>
                  <a:gd name="T3" fmla="*/ 27 h 256"/>
                  <a:gd name="T4" fmla="*/ 40 w 296"/>
                  <a:gd name="T5" fmla="*/ 49 h 256"/>
                  <a:gd name="T6" fmla="*/ 0 w 296"/>
                  <a:gd name="T7" fmla="*/ 18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53" name="Freeform 273">
                <a:extLst>
                  <a:ext uri="{FF2B5EF4-FFF2-40B4-BE49-F238E27FC236}">
                    <a16:creationId xmlns:a16="http://schemas.microsoft.com/office/drawing/2014/main" id="{A9A6D308-0DE8-F38B-65C3-1392597AD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42 w 304"/>
                  <a:gd name="T3" fmla="*/ 32 h 288"/>
                  <a:gd name="T4" fmla="*/ 39 w 304"/>
                  <a:gd name="T5" fmla="*/ 57 h 288"/>
                  <a:gd name="T6" fmla="*/ 2 w 304"/>
                  <a:gd name="T7" fmla="*/ 24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2" name="Oval 274">
                <a:extLst>
                  <a:ext uri="{FF2B5EF4-FFF2-40B4-BE49-F238E27FC236}">
                    <a16:creationId xmlns:a16="http://schemas.microsoft.com/office/drawing/2014/main" id="{FC7EB806-9C7F-5A7E-5D55-135DAC16BC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2" y="2611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055" name="Freeform 275">
                <a:extLst>
                  <a:ext uri="{FF2B5EF4-FFF2-40B4-BE49-F238E27FC236}">
                    <a16:creationId xmlns:a16="http://schemas.microsoft.com/office/drawing/2014/main" id="{1EF3ABF2-5B03-4EB6-19B0-E5B6CD07E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21 h 240"/>
                  <a:gd name="T2" fmla="*/ 2 w 306"/>
                  <a:gd name="T3" fmla="*/ 48 h 240"/>
                  <a:gd name="T4" fmla="*/ 42 w 306"/>
                  <a:gd name="T5" fmla="*/ 22 h 240"/>
                  <a:gd name="T6" fmla="*/ 40 w 306"/>
                  <a:gd name="T7" fmla="*/ 0 h 240"/>
                  <a:gd name="T8" fmla="*/ 0 w 306"/>
                  <a:gd name="T9" fmla="*/ 21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" name="AutoShape 276">
                <a:extLst>
                  <a:ext uri="{FF2B5EF4-FFF2-40B4-BE49-F238E27FC236}">
                    <a16:creationId xmlns:a16="http://schemas.microsoft.com/office/drawing/2014/main" id="{DCF50E24-5603-D32D-CFF9-ADC04A407A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9"/>
                <a:ext cx="1201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55" name="AutoShape 277">
                <a:extLst>
                  <a:ext uri="{FF2B5EF4-FFF2-40B4-BE49-F238E27FC236}">
                    <a16:creationId xmlns:a16="http://schemas.microsoft.com/office/drawing/2014/main" id="{D17D0A19-7F5E-A282-3763-1D277CB311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0" y="2708"/>
                <a:ext cx="1071" cy="8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56" name="Oval 278">
                <a:extLst>
                  <a:ext uri="{FF2B5EF4-FFF2-40B4-BE49-F238E27FC236}">
                    <a16:creationId xmlns:a16="http://schemas.microsoft.com/office/drawing/2014/main" id="{400C41EF-D88E-2D2F-0A47-B0D6F1CE5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81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57" name="Oval 279">
                <a:extLst>
                  <a:ext uri="{FF2B5EF4-FFF2-40B4-BE49-F238E27FC236}">
                    <a16:creationId xmlns:a16="http://schemas.microsoft.com/office/drawing/2014/main" id="{9C75BBE3-C638-7BFE-8A75-043C3D905C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0" y="2381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58" name="Oval 280">
                <a:extLst>
                  <a:ext uri="{FF2B5EF4-FFF2-40B4-BE49-F238E27FC236}">
                    <a16:creationId xmlns:a16="http://schemas.microsoft.com/office/drawing/2014/main" id="{885B015A-A8B8-1FB4-8360-473C3BE854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381"/>
                <a:ext cx="160" cy="13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59" name="Rectangle 281">
                <a:extLst>
                  <a:ext uri="{FF2B5EF4-FFF2-40B4-BE49-F238E27FC236}">
                    <a16:creationId xmlns:a16="http://schemas.microsoft.com/office/drawing/2014/main" id="{768AF42A-7D8F-F03B-5D7E-593069450E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1" y="1833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</p:grpSp>
      <p:grpSp>
        <p:nvGrpSpPr>
          <p:cNvPr id="1069" name="Group 1068">
            <a:extLst>
              <a:ext uri="{FF2B5EF4-FFF2-40B4-BE49-F238E27FC236}">
                <a16:creationId xmlns:a16="http://schemas.microsoft.com/office/drawing/2014/main" id="{F3674C5A-CE98-B6F9-803D-FA450301B7A6}"/>
              </a:ext>
            </a:extLst>
          </p:cNvPr>
          <p:cNvGrpSpPr>
            <a:grpSpLocks/>
          </p:cNvGrpSpPr>
          <p:nvPr/>
        </p:nvGrpSpPr>
        <p:grpSpPr bwMode="auto">
          <a:xfrm>
            <a:off x="8710613" y="5734050"/>
            <a:ext cx="347662" cy="681038"/>
            <a:chOff x="7923189" y="2486664"/>
            <a:chExt cx="360377" cy="884585"/>
          </a:xfrm>
        </p:grpSpPr>
        <p:pic>
          <p:nvPicPr>
            <p:cNvPr id="212000" name="Picture 3">
              <a:extLst>
                <a:ext uri="{FF2B5EF4-FFF2-40B4-BE49-F238E27FC236}">
                  <a16:creationId xmlns:a16="http://schemas.microsoft.com/office/drawing/2014/main" id="{C0513AE3-BAEB-4F3C-C473-295578A2B0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001" name="Group 950">
              <a:extLst>
                <a:ext uri="{FF2B5EF4-FFF2-40B4-BE49-F238E27FC236}">
                  <a16:creationId xmlns:a16="http://schemas.microsoft.com/office/drawing/2014/main" id="{64D1255E-E2A9-0069-4FEE-0ECB25D3A4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002" name="Freeform 951">
                <a:extLst>
                  <a:ext uri="{FF2B5EF4-FFF2-40B4-BE49-F238E27FC236}">
                    <a16:creationId xmlns:a16="http://schemas.microsoft.com/office/drawing/2014/main" id="{26CEDDD9-A544-D649-CEBC-EC8951556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03" name="Rectangle 952">
                <a:extLst>
                  <a:ext uri="{FF2B5EF4-FFF2-40B4-BE49-F238E27FC236}">
                    <a16:creationId xmlns:a16="http://schemas.microsoft.com/office/drawing/2014/main" id="{C67B005F-0E0F-C906-CCE1-432C2EF44F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04" name="Freeform 953">
                <a:extLst>
                  <a:ext uri="{FF2B5EF4-FFF2-40B4-BE49-F238E27FC236}">
                    <a16:creationId xmlns:a16="http://schemas.microsoft.com/office/drawing/2014/main" id="{C0A74CB5-54D5-EA5D-199B-4FDD870D3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05" name="Freeform 954">
                <a:extLst>
                  <a:ext uri="{FF2B5EF4-FFF2-40B4-BE49-F238E27FC236}">
                    <a16:creationId xmlns:a16="http://schemas.microsoft.com/office/drawing/2014/main" id="{6F591455-E487-3BD1-7789-E229A041F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06" name="Rectangle 955">
                <a:extLst>
                  <a:ext uri="{FF2B5EF4-FFF2-40B4-BE49-F238E27FC236}">
                    <a16:creationId xmlns:a16="http://schemas.microsoft.com/office/drawing/2014/main" id="{FD06F0BC-7F15-B69C-62F0-8A8817482D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007" name="Group 956">
                <a:extLst>
                  <a:ext uri="{FF2B5EF4-FFF2-40B4-BE49-F238E27FC236}">
                    <a16:creationId xmlns:a16="http://schemas.microsoft.com/office/drawing/2014/main" id="{70599141-9A8B-7893-78DF-3BE714B1740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032" name="AutoShape 957">
                  <a:extLst>
                    <a:ext uri="{FF2B5EF4-FFF2-40B4-BE49-F238E27FC236}">
                      <a16:creationId xmlns:a16="http://schemas.microsoft.com/office/drawing/2014/main" id="{4BB75756-7373-CEC0-95F7-2E265B0372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033" name="AutoShape 958">
                  <a:extLst>
                    <a:ext uri="{FF2B5EF4-FFF2-40B4-BE49-F238E27FC236}">
                      <a16:creationId xmlns:a16="http://schemas.microsoft.com/office/drawing/2014/main" id="{A3203D20-A39D-A40D-39C2-60B0D7EE938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008" name="Rectangle 959">
                <a:extLst>
                  <a:ext uri="{FF2B5EF4-FFF2-40B4-BE49-F238E27FC236}">
                    <a16:creationId xmlns:a16="http://schemas.microsoft.com/office/drawing/2014/main" id="{1AA0E19F-291D-BA72-5387-0BC74EA015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009" name="Group 960">
                <a:extLst>
                  <a:ext uri="{FF2B5EF4-FFF2-40B4-BE49-F238E27FC236}">
                    <a16:creationId xmlns:a16="http://schemas.microsoft.com/office/drawing/2014/main" id="{BAAE9100-EA5D-6276-5AA6-F1E1E31F239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030" name="AutoShape 961">
                  <a:extLst>
                    <a:ext uri="{FF2B5EF4-FFF2-40B4-BE49-F238E27FC236}">
                      <a16:creationId xmlns:a16="http://schemas.microsoft.com/office/drawing/2014/main" id="{1D1BE289-84A8-6685-4116-4728B92386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031" name="AutoShape 962">
                  <a:extLst>
                    <a:ext uri="{FF2B5EF4-FFF2-40B4-BE49-F238E27FC236}">
                      <a16:creationId xmlns:a16="http://schemas.microsoft.com/office/drawing/2014/main" id="{ABAC6296-7AF5-0E64-C440-4F130B90925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010" name="Rectangle 963">
                <a:extLst>
                  <a:ext uri="{FF2B5EF4-FFF2-40B4-BE49-F238E27FC236}">
                    <a16:creationId xmlns:a16="http://schemas.microsoft.com/office/drawing/2014/main" id="{1C7DBFC7-616C-BBC4-5658-980B119DF4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11" name="Rectangle 964">
                <a:extLst>
                  <a:ext uri="{FF2B5EF4-FFF2-40B4-BE49-F238E27FC236}">
                    <a16:creationId xmlns:a16="http://schemas.microsoft.com/office/drawing/2014/main" id="{871DBF32-A96F-F10A-7FAF-C2C9BDBED6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012" name="Group 965">
                <a:extLst>
                  <a:ext uri="{FF2B5EF4-FFF2-40B4-BE49-F238E27FC236}">
                    <a16:creationId xmlns:a16="http://schemas.microsoft.com/office/drawing/2014/main" id="{99B36812-9168-F1B4-89B8-86A7BD4257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028" name="AutoShape 966">
                  <a:extLst>
                    <a:ext uri="{FF2B5EF4-FFF2-40B4-BE49-F238E27FC236}">
                      <a16:creationId xmlns:a16="http://schemas.microsoft.com/office/drawing/2014/main" id="{567A8DCD-A751-050F-E647-B3624936844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029" name="AutoShape 967">
                  <a:extLst>
                    <a:ext uri="{FF2B5EF4-FFF2-40B4-BE49-F238E27FC236}">
                      <a16:creationId xmlns:a16="http://schemas.microsoft.com/office/drawing/2014/main" id="{11791E72-CCDF-8A0B-E5FD-B991F6ECDD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013" name="Freeform 968">
                <a:extLst>
                  <a:ext uri="{FF2B5EF4-FFF2-40B4-BE49-F238E27FC236}">
                    <a16:creationId xmlns:a16="http://schemas.microsoft.com/office/drawing/2014/main" id="{095EAF06-843F-591E-D668-664BF2D4D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014" name="Group 969">
                <a:extLst>
                  <a:ext uri="{FF2B5EF4-FFF2-40B4-BE49-F238E27FC236}">
                    <a16:creationId xmlns:a16="http://schemas.microsoft.com/office/drawing/2014/main" id="{B443619E-A1B3-A07B-8A56-7385CC2EAF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026" name="AutoShape 970">
                  <a:extLst>
                    <a:ext uri="{FF2B5EF4-FFF2-40B4-BE49-F238E27FC236}">
                      <a16:creationId xmlns:a16="http://schemas.microsoft.com/office/drawing/2014/main" id="{9162F0FE-B61B-D37A-7B01-C4A4A6B1C39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027" name="AutoShape 971">
                  <a:extLst>
                    <a:ext uri="{FF2B5EF4-FFF2-40B4-BE49-F238E27FC236}">
                      <a16:creationId xmlns:a16="http://schemas.microsoft.com/office/drawing/2014/main" id="{41EE73AD-CE1E-779C-CEAA-51BF0ADBD6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015" name="Rectangle 972">
                <a:extLst>
                  <a:ext uri="{FF2B5EF4-FFF2-40B4-BE49-F238E27FC236}">
                    <a16:creationId xmlns:a16="http://schemas.microsoft.com/office/drawing/2014/main" id="{A52C5DE6-718E-4F27-2CB7-A001AFE9CB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16" name="Freeform 973">
                <a:extLst>
                  <a:ext uri="{FF2B5EF4-FFF2-40B4-BE49-F238E27FC236}">
                    <a16:creationId xmlns:a16="http://schemas.microsoft.com/office/drawing/2014/main" id="{6E1323CC-B1FB-02EA-79FB-CF2EC156F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17" name="Freeform 974">
                <a:extLst>
                  <a:ext uri="{FF2B5EF4-FFF2-40B4-BE49-F238E27FC236}">
                    <a16:creationId xmlns:a16="http://schemas.microsoft.com/office/drawing/2014/main" id="{2AE49342-E136-E4F5-F872-71F813FA1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18" name="Oval 975">
                <a:extLst>
                  <a:ext uri="{FF2B5EF4-FFF2-40B4-BE49-F238E27FC236}">
                    <a16:creationId xmlns:a16="http://schemas.microsoft.com/office/drawing/2014/main" id="{C8B1C643-C3B9-E696-2BE4-8EE0DFD0D7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19" name="Freeform 976">
                <a:extLst>
                  <a:ext uri="{FF2B5EF4-FFF2-40B4-BE49-F238E27FC236}">
                    <a16:creationId xmlns:a16="http://schemas.microsoft.com/office/drawing/2014/main" id="{50EF069A-54A8-CCD6-19C1-46924C566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20" name="AutoShape 977">
                <a:extLst>
                  <a:ext uri="{FF2B5EF4-FFF2-40B4-BE49-F238E27FC236}">
                    <a16:creationId xmlns:a16="http://schemas.microsoft.com/office/drawing/2014/main" id="{E6F14173-B2F4-DB6F-454B-4B6988BBA9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21" name="AutoShape 978">
                <a:extLst>
                  <a:ext uri="{FF2B5EF4-FFF2-40B4-BE49-F238E27FC236}">
                    <a16:creationId xmlns:a16="http://schemas.microsoft.com/office/drawing/2014/main" id="{EA894D8B-AD9B-88D9-99F2-9C7AF77344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22" name="Oval 979">
                <a:extLst>
                  <a:ext uri="{FF2B5EF4-FFF2-40B4-BE49-F238E27FC236}">
                    <a16:creationId xmlns:a16="http://schemas.microsoft.com/office/drawing/2014/main" id="{BEAD17A2-3018-B43C-92DD-E205270E73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23" name="Oval 980">
                <a:extLst>
                  <a:ext uri="{FF2B5EF4-FFF2-40B4-BE49-F238E27FC236}">
                    <a16:creationId xmlns:a16="http://schemas.microsoft.com/office/drawing/2014/main" id="{3AA3448A-563C-A8F4-E867-7A75FAD092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24" name="Oval 981">
                <a:extLst>
                  <a:ext uri="{FF2B5EF4-FFF2-40B4-BE49-F238E27FC236}">
                    <a16:creationId xmlns:a16="http://schemas.microsoft.com/office/drawing/2014/main" id="{ACF1C07B-EC0D-34B8-4ABC-DE46C879D6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25" name="Rectangle 982">
                <a:extLst>
                  <a:ext uri="{FF2B5EF4-FFF2-40B4-BE49-F238E27FC236}">
                    <a16:creationId xmlns:a16="http://schemas.microsoft.com/office/drawing/2014/main" id="{AD03E31D-3E4A-5BBE-A1FB-038F83CC7C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BF623C40-A1CB-3169-66A2-45584D2CAA34}"/>
              </a:ext>
            </a:extLst>
          </p:cNvPr>
          <p:cNvGrpSpPr>
            <a:grpSpLocks/>
          </p:cNvGrpSpPr>
          <p:nvPr/>
        </p:nvGrpSpPr>
        <p:grpSpPr bwMode="auto">
          <a:xfrm>
            <a:off x="1751013" y="3719513"/>
            <a:ext cx="982662" cy="1585912"/>
            <a:chOff x="226804" y="3719080"/>
            <a:chExt cx="982820" cy="1586234"/>
          </a:xfrm>
        </p:grpSpPr>
        <p:pic>
          <p:nvPicPr>
            <p:cNvPr id="211997" name="Picture 9">
              <a:extLst>
                <a:ext uri="{FF2B5EF4-FFF2-40B4-BE49-F238E27FC236}">
                  <a16:creationId xmlns:a16="http://schemas.microsoft.com/office/drawing/2014/main" id="{A0622603-E9AE-7A98-CED4-1C3539F47CC2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3109" y="5014480"/>
              <a:ext cx="405029" cy="2908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1998" name="Cloud Callout 16">
              <a:extLst>
                <a:ext uri="{FF2B5EF4-FFF2-40B4-BE49-F238E27FC236}">
                  <a16:creationId xmlns:a16="http://schemas.microsoft.com/office/drawing/2014/main" id="{C1D6A5B0-F972-236F-4124-DAAC1745200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226804" y="3719080"/>
              <a:ext cx="982820" cy="514019"/>
            </a:xfrm>
            <a:prstGeom prst="cloudCallout">
              <a:avLst>
                <a:gd name="adj1" fmla="val -7606"/>
                <a:gd name="adj2" fmla="val 147866"/>
              </a:avLst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pic>
          <p:nvPicPr>
            <p:cNvPr id="211999" name="Picture 18" descr="madman.jpg">
              <a:extLst>
                <a:ext uri="{FF2B5EF4-FFF2-40B4-BE49-F238E27FC236}">
                  <a16:creationId xmlns:a16="http://schemas.microsoft.com/office/drawing/2014/main" id="{9FDD4B75-2152-16F1-0935-FE05380B3DDD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7767" y="3870258"/>
              <a:ext cx="767350" cy="2116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911F624C-912D-1801-EE04-6E350BC8F538}"/>
              </a:ext>
            </a:extLst>
          </p:cNvPr>
          <p:cNvGrpSpPr>
            <a:grpSpLocks/>
          </p:cNvGrpSpPr>
          <p:nvPr/>
        </p:nvGrpSpPr>
        <p:grpSpPr bwMode="auto">
          <a:xfrm>
            <a:off x="10096353" y="5110957"/>
            <a:ext cx="1857375" cy="338137"/>
            <a:chOff x="5957397" y="-30236"/>
            <a:chExt cx="1857399" cy="338554"/>
          </a:xfrm>
        </p:grpSpPr>
        <p:sp>
          <p:nvSpPr>
            <p:cNvPr id="211995" name="Rectangle 20">
              <a:extLst>
                <a:ext uri="{FF2B5EF4-FFF2-40B4-BE49-F238E27FC236}">
                  <a16:creationId xmlns:a16="http://schemas.microsoft.com/office/drawing/2014/main" id="{D2D7BA6E-8BB0-48B6-BD94-F8DD5ECE3A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57398" y="0"/>
              <a:ext cx="1829556" cy="272128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1996" name="TextBox 21">
              <a:extLst>
                <a:ext uri="{FF2B5EF4-FFF2-40B4-BE49-F238E27FC236}">
                  <a16:creationId xmlns:a16="http://schemas.microsoft.com/office/drawing/2014/main" id="{9A116369-6B43-A54D-11F0-09BB763CAD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57397" y="-30236"/>
              <a:ext cx="185739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where’s Madmen?</a:t>
              </a:r>
            </a:p>
          </p:txBody>
        </p:sp>
      </p:grpSp>
      <p:sp>
        <p:nvSpPr>
          <p:cNvPr id="670" name="Slide Number Placeholder 2">
            <a:extLst>
              <a:ext uri="{FF2B5EF4-FFF2-40B4-BE49-F238E27FC236}">
                <a16:creationId xmlns:a16="http://schemas.microsoft.com/office/drawing/2014/main" id="{946D53E2-14EB-6B38-7DEE-B358AFCEFE2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100" kern="1200">
                <a:solidFill>
                  <a:schemeClr val="bg1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Transport Layer: 3-</a:t>
            </a:r>
            <a:fld id="{C4204591-24BD-A542-B9D5-F8D8A88D2FEE}" type="slidenum">
              <a:rPr lang="en-US" smtClean="0"/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65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cxnSp>
        <p:nvCxnSpPr>
          <p:cNvPr id="5" name="Curved Connector 4">
            <a:extLst>
              <a:ext uri="{FF2B5EF4-FFF2-40B4-BE49-F238E27FC236}">
                <a16:creationId xmlns:a16="http://schemas.microsoft.com/office/drawing/2014/main" id="{325763F4-B8EA-56BF-66FC-9CEAD639B306}"/>
              </a:ext>
            </a:extLst>
          </p:cNvPr>
          <p:cNvCxnSpPr>
            <a:cxnSpLocks/>
            <a:endCxn id="983" idx="3"/>
          </p:cNvCxnSpPr>
          <p:nvPr/>
        </p:nvCxnSpPr>
        <p:spPr>
          <a:xfrm flipV="1">
            <a:off x="2758282" y="4557715"/>
            <a:ext cx="6512674" cy="551314"/>
          </a:xfrm>
          <a:prstGeom prst="curvedConnector3">
            <a:avLst>
              <a:gd name="adj1" fmla="val 50000"/>
            </a:avLst>
          </a:prstGeom>
          <a:ln w="50800">
            <a:solidFill>
              <a:srgbClr val="FF0000"/>
            </a:solidFill>
            <a:headEnd type="triangle"/>
            <a:tailEnd type="non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2" name="Group 1">
            <a:extLst>
              <a:ext uri="{FF2B5EF4-FFF2-40B4-BE49-F238E27FC236}">
                <a16:creationId xmlns:a16="http://schemas.microsoft.com/office/drawing/2014/main" id="{F9F4DC03-B345-4295-EDC6-F7AB58F2AE11}"/>
              </a:ext>
            </a:extLst>
          </p:cNvPr>
          <p:cNvGrpSpPr>
            <a:grpSpLocks/>
          </p:cNvGrpSpPr>
          <p:nvPr/>
        </p:nvGrpSpPr>
        <p:grpSpPr bwMode="auto">
          <a:xfrm>
            <a:off x="8117570" y="4168775"/>
            <a:ext cx="1279525" cy="338138"/>
            <a:chOff x="5931471" y="-30236"/>
            <a:chExt cx="1279747" cy="338971"/>
          </a:xfrm>
        </p:grpSpPr>
        <p:sp>
          <p:nvSpPr>
            <p:cNvPr id="3" name="Rectangle 1113">
              <a:extLst>
                <a:ext uri="{FF2B5EF4-FFF2-40B4-BE49-F238E27FC236}">
                  <a16:creationId xmlns:a16="http://schemas.microsoft.com/office/drawing/2014/main" id="{EF787458-93F0-ABB0-3B8F-17C08C6B82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57398" y="13898"/>
              <a:ext cx="1225865" cy="258229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" name="TextBox 1114">
              <a:extLst>
                <a:ext uri="{FF2B5EF4-FFF2-40B4-BE49-F238E27FC236}">
                  <a16:creationId xmlns:a16="http://schemas.microsoft.com/office/drawing/2014/main" id="{35672BF6-5026-D800-F92A-14351B6166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1471" y="-30236"/>
              <a:ext cx="1279747" cy="3389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manifest file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278062583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D44871D-017D-BE04-41AE-A1976B7182E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 13">
            <a:extLst>
              <a:ext uri="{FF2B5EF4-FFF2-40B4-BE49-F238E27FC236}">
                <a16:creationId xmlns:a16="http://schemas.microsoft.com/office/drawing/2014/main" id="{4A9CBFC7-3409-9CE3-2AD3-5C5D49F7921E}"/>
              </a:ext>
            </a:extLst>
          </p:cNvPr>
          <p:cNvGrpSpPr>
            <a:grpSpLocks/>
          </p:cNvGrpSpPr>
          <p:nvPr/>
        </p:nvGrpSpPr>
        <p:grpSpPr bwMode="auto">
          <a:xfrm>
            <a:off x="3201988" y="3854450"/>
            <a:ext cx="347662" cy="681038"/>
            <a:chOff x="7923189" y="2486664"/>
            <a:chExt cx="360377" cy="884585"/>
          </a:xfrm>
        </p:grpSpPr>
        <p:pic>
          <p:nvPicPr>
            <p:cNvPr id="212606" name="Picture 3">
              <a:extLst>
                <a:ext uri="{FF2B5EF4-FFF2-40B4-BE49-F238E27FC236}">
                  <a16:creationId xmlns:a16="http://schemas.microsoft.com/office/drawing/2014/main" id="{E1BDB3EA-E781-8C97-B99C-89D26B3874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607" name="Group 950">
              <a:extLst>
                <a:ext uri="{FF2B5EF4-FFF2-40B4-BE49-F238E27FC236}">
                  <a16:creationId xmlns:a16="http://schemas.microsoft.com/office/drawing/2014/main" id="{21BDEBA1-6AD7-B86E-24B2-626ABD76C6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608" name="Freeform 951">
                <a:extLst>
                  <a:ext uri="{FF2B5EF4-FFF2-40B4-BE49-F238E27FC236}">
                    <a16:creationId xmlns:a16="http://schemas.microsoft.com/office/drawing/2014/main" id="{8FE9E656-F43E-13C9-C073-17AF66F4F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09" name="Rectangle 952">
                <a:extLst>
                  <a:ext uri="{FF2B5EF4-FFF2-40B4-BE49-F238E27FC236}">
                    <a16:creationId xmlns:a16="http://schemas.microsoft.com/office/drawing/2014/main" id="{5C96E689-3632-20EC-987E-B5AC47179D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10" name="Freeform 953">
                <a:extLst>
                  <a:ext uri="{FF2B5EF4-FFF2-40B4-BE49-F238E27FC236}">
                    <a16:creationId xmlns:a16="http://schemas.microsoft.com/office/drawing/2014/main" id="{2290738D-5FF7-5DE5-4209-93747C052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11" name="Freeform 954">
                <a:extLst>
                  <a:ext uri="{FF2B5EF4-FFF2-40B4-BE49-F238E27FC236}">
                    <a16:creationId xmlns:a16="http://schemas.microsoft.com/office/drawing/2014/main" id="{4548A0B8-AC68-DD08-BB50-0318513F6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12" name="Rectangle 955">
                <a:extLst>
                  <a:ext uri="{FF2B5EF4-FFF2-40B4-BE49-F238E27FC236}">
                    <a16:creationId xmlns:a16="http://schemas.microsoft.com/office/drawing/2014/main" id="{9035749B-C573-475B-8E6E-BF99CD218D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613" name="Group 956">
                <a:extLst>
                  <a:ext uri="{FF2B5EF4-FFF2-40B4-BE49-F238E27FC236}">
                    <a16:creationId xmlns:a16="http://schemas.microsoft.com/office/drawing/2014/main" id="{33F58C10-66AB-AE76-537C-0CDA0BB88B1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638" name="AutoShape 957">
                  <a:extLst>
                    <a:ext uri="{FF2B5EF4-FFF2-40B4-BE49-F238E27FC236}">
                      <a16:creationId xmlns:a16="http://schemas.microsoft.com/office/drawing/2014/main" id="{5EC57B05-1887-F9D4-F452-19E5CA7B0C2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639" name="AutoShape 958">
                  <a:extLst>
                    <a:ext uri="{FF2B5EF4-FFF2-40B4-BE49-F238E27FC236}">
                      <a16:creationId xmlns:a16="http://schemas.microsoft.com/office/drawing/2014/main" id="{6E27CBFB-1E92-E7AC-A7B3-4040E52CF8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614" name="Rectangle 959">
                <a:extLst>
                  <a:ext uri="{FF2B5EF4-FFF2-40B4-BE49-F238E27FC236}">
                    <a16:creationId xmlns:a16="http://schemas.microsoft.com/office/drawing/2014/main" id="{6F878062-32CE-96BC-CA33-4D78A982B1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615" name="Group 960">
                <a:extLst>
                  <a:ext uri="{FF2B5EF4-FFF2-40B4-BE49-F238E27FC236}">
                    <a16:creationId xmlns:a16="http://schemas.microsoft.com/office/drawing/2014/main" id="{5DC5E550-6D3F-3348-4055-21BF0B48C64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636" name="AutoShape 961">
                  <a:extLst>
                    <a:ext uri="{FF2B5EF4-FFF2-40B4-BE49-F238E27FC236}">
                      <a16:creationId xmlns:a16="http://schemas.microsoft.com/office/drawing/2014/main" id="{041FCBDE-1CCA-A6B0-731A-EF43054B87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637" name="AutoShape 962">
                  <a:extLst>
                    <a:ext uri="{FF2B5EF4-FFF2-40B4-BE49-F238E27FC236}">
                      <a16:creationId xmlns:a16="http://schemas.microsoft.com/office/drawing/2014/main" id="{19F91249-93D6-18CF-B43F-D3D87BA2EAA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616" name="Rectangle 963">
                <a:extLst>
                  <a:ext uri="{FF2B5EF4-FFF2-40B4-BE49-F238E27FC236}">
                    <a16:creationId xmlns:a16="http://schemas.microsoft.com/office/drawing/2014/main" id="{4AEF4FA3-E027-0170-1B7D-3A390723CA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17" name="Rectangle 964">
                <a:extLst>
                  <a:ext uri="{FF2B5EF4-FFF2-40B4-BE49-F238E27FC236}">
                    <a16:creationId xmlns:a16="http://schemas.microsoft.com/office/drawing/2014/main" id="{2D76FCFE-7A20-D7FB-B1B4-8B553FEED1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618" name="Group 965">
                <a:extLst>
                  <a:ext uri="{FF2B5EF4-FFF2-40B4-BE49-F238E27FC236}">
                    <a16:creationId xmlns:a16="http://schemas.microsoft.com/office/drawing/2014/main" id="{60F4A423-01C2-BB05-2233-9A31C2C74EE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634" name="AutoShape 966">
                  <a:extLst>
                    <a:ext uri="{FF2B5EF4-FFF2-40B4-BE49-F238E27FC236}">
                      <a16:creationId xmlns:a16="http://schemas.microsoft.com/office/drawing/2014/main" id="{2B2ADC51-C4F2-D400-0B7A-725AA3F49CC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635" name="AutoShape 967">
                  <a:extLst>
                    <a:ext uri="{FF2B5EF4-FFF2-40B4-BE49-F238E27FC236}">
                      <a16:creationId xmlns:a16="http://schemas.microsoft.com/office/drawing/2014/main" id="{D9F6906D-368E-8FA7-5707-F3F9433D350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619" name="Freeform 968">
                <a:extLst>
                  <a:ext uri="{FF2B5EF4-FFF2-40B4-BE49-F238E27FC236}">
                    <a16:creationId xmlns:a16="http://schemas.microsoft.com/office/drawing/2014/main" id="{0B665E70-04F2-8437-2C40-C1B05CD05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620" name="Group 969">
                <a:extLst>
                  <a:ext uri="{FF2B5EF4-FFF2-40B4-BE49-F238E27FC236}">
                    <a16:creationId xmlns:a16="http://schemas.microsoft.com/office/drawing/2014/main" id="{D7DCD13F-1B94-64FD-2266-449F9F0F9DF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632" name="AutoShape 970">
                  <a:extLst>
                    <a:ext uri="{FF2B5EF4-FFF2-40B4-BE49-F238E27FC236}">
                      <a16:creationId xmlns:a16="http://schemas.microsoft.com/office/drawing/2014/main" id="{D098572F-9DF7-D219-1266-02E6F50694E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633" name="AutoShape 971">
                  <a:extLst>
                    <a:ext uri="{FF2B5EF4-FFF2-40B4-BE49-F238E27FC236}">
                      <a16:creationId xmlns:a16="http://schemas.microsoft.com/office/drawing/2014/main" id="{2F78CBE3-6581-865C-EEAE-42719ED984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621" name="Rectangle 972">
                <a:extLst>
                  <a:ext uri="{FF2B5EF4-FFF2-40B4-BE49-F238E27FC236}">
                    <a16:creationId xmlns:a16="http://schemas.microsoft.com/office/drawing/2014/main" id="{3F73706D-2791-005D-A0FE-D47A661FF1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22" name="Freeform 973">
                <a:extLst>
                  <a:ext uri="{FF2B5EF4-FFF2-40B4-BE49-F238E27FC236}">
                    <a16:creationId xmlns:a16="http://schemas.microsoft.com/office/drawing/2014/main" id="{48739414-1334-F2F1-EB72-823349C22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23" name="Freeform 974">
                <a:extLst>
                  <a:ext uri="{FF2B5EF4-FFF2-40B4-BE49-F238E27FC236}">
                    <a16:creationId xmlns:a16="http://schemas.microsoft.com/office/drawing/2014/main" id="{D05B66C5-221C-9D91-6761-49DB7B270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24" name="Oval 975">
                <a:extLst>
                  <a:ext uri="{FF2B5EF4-FFF2-40B4-BE49-F238E27FC236}">
                    <a16:creationId xmlns:a16="http://schemas.microsoft.com/office/drawing/2014/main" id="{E6D8A013-8678-DA76-D045-F5623AE0E4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25" name="Freeform 976">
                <a:extLst>
                  <a:ext uri="{FF2B5EF4-FFF2-40B4-BE49-F238E27FC236}">
                    <a16:creationId xmlns:a16="http://schemas.microsoft.com/office/drawing/2014/main" id="{F190B65A-53E3-F31F-5984-D4C3DC812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26" name="AutoShape 977">
                <a:extLst>
                  <a:ext uri="{FF2B5EF4-FFF2-40B4-BE49-F238E27FC236}">
                    <a16:creationId xmlns:a16="http://schemas.microsoft.com/office/drawing/2014/main" id="{810ECC25-DBC8-7E0D-6E92-5498001852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27" name="AutoShape 978">
                <a:extLst>
                  <a:ext uri="{FF2B5EF4-FFF2-40B4-BE49-F238E27FC236}">
                    <a16:creationId xmlns:a16="http://schemas.microsoft.com/office/drawing/2014/main" id="{84209AC6-059E-AEE3-34C1-ABD19E1D1B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28" name="Oval 979">
                <a:extLst>
                  <a:ext uri="{FF2B5EF4-FFF2-40B4-BE49-F238E27FC236}">
                    <a16:creationId xmlns:a16="http://schemas.microsoft.com/office/drawing/2014/main" id="{D1315163-9D31-1B14-53DD-00F6AA34E7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29" name="Oval 980">
                <a:extLst>
                  <a:ext uri="{FF2B5EF4-FFF2-40B4-BE49-F238E27FC236}">
                    <a16:creationId xmlns:a16="http://schemas.microsoft.com/office/drawing/2014/main" id="{09BDE779-96B0-2CAA-88FB-C24D80F03B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30" name="Oval 981">
                <a:extLst>
                  <a:ext uri="{FF2B5EF4-FFF2-40B4-BE49-F238E27FC236}">
                    <a16:creationId xmlns:a16="http://schemas.microsoft.com/office/drawing/2014/main" id="{08FBCA10-8927-EA92-A94A-60CBA777E3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31" name="Rectangle 982">
                <a:extLst>
                  <a:ext uri="{FF2B5EF4-FFF2-40B4-BE49-F238E27FC236}">
                    <a16:creationId xmlns:a16="http://schemas.microsoft.com/office/drawing/2014/main" id="{341150F1-6B8C-E3BB-4D8F-ACB4F7F03F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211972" name="Group 485">
            <a:extLst>
              <a:ext uri="{FF2B5EF4-FFF2-40B4-BE49-F238E27FC236}">
                <a16:creationId xmlns:a16="http://schemas.microsoft.com/office/drawing/2014/main" id="{2F8D3B82-9398-5DB6-CDE8-964B57D89DE1}"/>
              </a:ext>
            </a:extLst>
          </p:cNvPr>
          <p:cNvGrpSpPr>
            <a:grpSpLocks/>
          </p:cNvGrpSpPr>
          <p:nvPr/>
        </p:nvGrpSpPr>
        <p:grpSpPr bwMode="auto">
          <a:xfrm>
            <a:off x="2644455" y="3773226"/>
            <a:ext cx="7044059" cy="2764362"/>
            <a:chOff x="399121" y="1433583"/>
            <a:chExt cx="8437850" cy="5258268"/>
          </a:xfrm>
        </p:grpSpPr>
        <p:sp>
          <p:nvSpPr>
            <p:cNvPr id="212306" name="Freeform 84">
              <a:extLst>
                <a:ext uri="{FF2B5EF4-FFF2-40B4-BE49-F238E27FC236}">
                  <a16:creationId xmlns:a16="http://schemas.microsoft.com/office/drawing/2014/main" id="{BAC14634-021F-F48E-55B6-6BCB48E58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539" y="2241382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07" name="Freeform 84">
              <a:extLst>
                <a:ext uri="{FF2B5EF4-FFF2-40B4-BE49-F238E27FC236}">
                  <a16:creationId xmlns:a16="http://schemas.microsoft.com/office/drawing/2014/main" id="{C3500D3C-80F2-9F13-BB40-A9DA1EB4D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683" y="3041420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08" name="Freeform 84">
              <a:extLst>
                <a:ext uri="{FF2B5EF4-FFF2-40B4-BE49-F238E27FC236}">
                  <a16:creationId xmlns:a16="http://schemas.microsoft.com/office/drawing/2014/main" id="{969B42F6-2C29-B7EB-A708-83AEA49C7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4646" y="2495362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09" name="Freeform 84">
              <a:extLst>
                <a:ext uri="{FF2B5EF4-FFF2-40B4-BE49-F238E27FC236}">
                  <a16:creationId xmlns:a16="http://schemas.microsoft.com/office/drawing/2014/main" id="{E3CE6FCA-12BA-2A03-CCAA-677D46F91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260" y="5352642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0" name="Freeform 84">
              <a:extLst>
                <a:ext uri="{FF2B5EF4-FFF2-40B4-BE49-F238E27FC236}">
                  <a16:creationId xmlns:a16="http://schemas.microsoft.com/office/drawing/2014/main" id="{6295766F-576C-9189-7797-69AD71AA8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104" y="4730390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1" name="Freeform 84">
              <a:extLst>
                <a:ext uri="{FF2B5EF4-FFF2-40B4-BE49-F238E27FC236}">
                  <a16:creationId xmlns:a16="http://schemas.microsoft.com/office/drawing/2014/main" id="{DFBAE9BF-E1EB-A538-DFF9-5E3231235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473" y="4070041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2" name="Freeform 84">
              <a:extLst>
                <a:ext uri="{FF2B5EF4-FFF2-40B4-BE49-F238E27FC236}">
                  <a16:creationId xmlns:a16="http://schemas.microsoft.com/office/drawing/2014/main" id="{75E0E1AF-B0CC-65DB-4B26-8846CCD00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4047" y="2927129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3" name="Freeform 84">
              <a:extLst>
                <a:ext uri="{FF2B5EF4-FFF2-40B4-BE49-F238E27FC236}">
                  <a16:creationId xmlns:a16="http://schemas.microsoft.com/office/drawing/2014/main" id="{CB69B477-15DF-5A44-D5BB-89EE4FFC2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955" y="2000100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4" name="Freeform 84">
              <a:extLst>
                <a:ext uri="{FF2B5EF4-FFF2-40B4-BE49-F238E27FC236}">
                  <a16:creationId xmlns:a16="http://schemas.microsoft.com/office/drawing/2014/main" id="{506B7389-3296-73CB-0FD4-6466AC09D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735" y="2647751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5" name="Freeform 84">
              <a:extLst>
                <a:ext uri="{FF2B5EF4-FFF2-40B4-BE49-F238E27FC236}">
                  <a16:creationId xmlns:a16="http://schemas.microsoft.com/office/drawing/2014/main" id="{208D6990-DBAC-B33C-A56D-999B2D301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0478" y="1974702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6" name="Freeform 84">
              <a:extLst>
                <a:ext uri="{FF2B5EF4-FFF2-40B4-BE49-F238E27FC236}">
                  <a16:creationId xmlns:a16="http://schemas.microsoft.com/office/drawing/2014/main" id="{05F04F8C-70D2-A29D-68DA-ECE10CE66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1590" y="5606623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7" name="Freeform 84">
              <a:extLst>
                <a:ext uri="{FF2B5EF4-FFF2-40B4-BE49-F238E27FC236}">
                  <a16:creationId xmlns:a16="http://schemas.microsoft.com/office/drawing/2014/main" id="{9E8F036A-4CAB-4EE0-4E21-EAE0E3B81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9903" y="4958973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8" name="Freeform 84">
              <a:extLst>
                <a:ext uri="{FF2B5EF4-FFF2-40B4-BE49-F238E27FC236}">
                  <a16:creationId xmlns:a16="http://schemas.microsoft.com/office/drawing/2014/main" id="{2B9F598A-BFFA-3B04-D51B-AF229D4C7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272" y="4044643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9" name="Freeform 84">
              <a:extLst>
                <a:ext uri="{FF2B5EF4-FFF2-40B4-BE49-F238E27FC236}">
                  <a16:creationId xmlns:a16="http://schemas.microsoft.com/office/drawing/2014/main" id="{0402A409-F9D4-B476-FFCE-4963491BD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6089" y="5847904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20" name="Freeform 84">
              <a:extLst>
                <a:ext uri="{FF2B5EF4-FFF2-40B4-BE49-F238E27FC236}">
                  <a16:creationId xmlns:a16="http://schemas.microsoft.com/office/drawing/2014/main" id="{9C048C02-9252-4BD4-6024-3D2404AE9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566" y="5987593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21" name="Freeform 84">
              <a:extLst>
                <a:ext uri="{FF2B5EF4-FFF2-40B4-BE49-F238E27FC236}">
                  <a16:creationId xmlns:a16="http://schemas.microsoft.com/office/drawing/2014/main" id="{822C3728-4C96-04BF-E568-1EA960F08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202" y="5835205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22" name="TextBox 4">
              <a:extLst>
                <a:ext uri="{FF2B5EF4-FFF2-40B4-BE49-F238E27FC236}">
                  <a16:creationId xmlns:a16="http://schemas.microsoft.com/office/drawing/2014/main" id="{5AD3BB0A-4B0F-CACC-634A-30C0A55A11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307360">
              <a:off x="5241475" y="1433583"/>
              <a:ext cx="651327" cy="995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…</a:t>
              </a:r>
            </a:p>
          </p:txBody>
        </p:sp>
        <p:sp>
          <p:nvSpPr>
            <p:cNvPr id="212323" name="TextBox 179">
              <a:extLst>
                <a:ext uri="{FF2B5EF4-FFF2-40B4-BE49-F238E27FC236}">
                  <a16:creationId xmlns:a16="http://schemas.microsoft.com/office/drawing/2014/main" id="{106A7877-2C94-CC05-DFD3-6B1E096D59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390643" y="3033433"/>
              <a:ext cx="1034280" cy="6267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…</a:t>
              </a:r>
            </a:p>
          </p:txBody>
        </p:sp>
        <p:sp>
          <p:nvSpPr>
            <p:cNvPr id="212324" name="TextBox 180">
              <a:extLst>
                <a:ext uri="{FF2B5EF4-FFF2-40B4-BE49-F238E27FC236}">
                  <a16:creationId xmlns:a16="http://schemas.microsoft.com/office/drawing/2014/main" id="{EB7B3F42-BD25-685C-5982-4A1E4C980B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341242" y="5649524"/>
              <a:ext cx="651327" cy="995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…</a:t>
              </a:r>
            </a:p>
          </p:txBody>
        </p:sp>
        <p:sp>
          <p:nvSpPr>
            <p:cNvPr id="212325" name="TextBox 181">
              <a:extLst>
                <a:ext uri="{FF2B5EF4-FFF2-40B4-BE49-F238E27FC236}">
                  <a16:creationId xmlns:a16="http://schemas.microsoft.com/office/drawing/2014/main" id="{B79AD605-4E9F-2735-3345-46E1EBB4BF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1651262">
              <a:off x="2063761" y="5696601"/>
              <a:ext cx="651327" cy="995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…</a:t>
              </a:r>
            </a:p>
          </p:txBody>
        </p:sp>
        <p:sp>
          <p:nvSpPr>
            <p:cNvPr id="212326" name="TextBox 182">
              <a:extLst>
                <a:ext uri="{FF2B5EF4-FFF2-40B4-BE49-F238E27FC236}">
                  <a16:creationId xmlns:a16="http://schemas.microsoft.com/office/drawing/2014/main" id="{17E0E1E5-8BE8-D05B-B347-D6BE28EA17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607303">
              <a:off x="195355" y="3660810"/>
              <a:ext cx="1034280" cy="6267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…</a:t>
              </a:r>
            </a:p>
          </p:txBody>
        </p:sp>
        <p:sp>
          <p:nvSpPr>
            <p:cNvPr id="212327" name="TextBox 183">
              <a:extLst>
                <a:ext uri="{FF2B5EF4-FFF2-40B4-BE49-F238E27FC236}">
                  <a16:creationId xmlns:a16="http://schemas.microsoft.com/office/drawing/2014/main" id="{0CEA1F26-0B06-1A1B-ECC2-272FA59100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1079349">
              <a:off x="2482309" y="1498435"/>
              <a:ext cx="651327" cy="995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…</a:t>
              </a:r>
            </a:p>
          </p:txBody>
        </p:sp>
        <p:grpSp>
          <p:nvGrpSpPr>
            <p:cNvPr id="212328" name="Group 8">
              <a:extLst>
                <a:ext uri="{FF2B5EF4-FFF2-40B4-BE49-F238E27FC236}">
                  <a16:creationId xmlns:a16="http://schemas.microsoft.com/office/drawing/2014/main" id="{DF1B2909-F499-284D-2F14-FC312F0BB0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46600" y="3746500"/>
              <a:ext cx="3225800" cy="1117600"/>
              <a:chOff x="7848600" y="2044700"/>
              <a:chExt cx="3200399" cy="1371600"/>
            </a:xfrm>
          </p:grpSpPr>
          <p:sp>
            <p:nvSpPr>
              <p:cNvPr id="212524" name="Oval 3">
                <a:extLst>
                  <a:ext uri="{FF2B5EF4-FFF2-40B4-BE49-F238E27FC236}">
                    <a16:creationId xmlns:a16="http://schemas.microsoft.com/office/drawing/2014/main" id="{91BDC063-5014-7A31-64D3-B33908F6C5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48600" y="2044700"/>
                <a:ext cx="3200399" cy="1371600"/>
              </a:xfrm>
              <a:prstGeom prst="ellipse">
                <a:avLst/>
              </a:prstGeom>
              <a:solidFill>
                <a:srgbClr val="3C6C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525" name="Group 133">
                <a:extLst>
                  <a:ext uri="{FF2B5EF4-FFF2-40B4-BE49-F238E27FC236}">
                    <a16:creationId xmlns:a16="http://schemas.microsoft.com/office/drawing/2014/main" id="{BD43F229-1485-352F-4C70-4092C738A69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526482" y="2160804"/>
                <a:ext cx="532759" cy="184809"/>
                <a:chOff x="2356" y="1300"/>
                <a:chExt cx="555" cy="194"/>
              </a:xfrm>
            </p:grpSpPr>
            <p:sp>
              <p:nvSpPr>
                <p:cNvPr id="212598" name="Oval 407">
                  <a:extLst>
                    <a:ext uri="{FF2B5EF4-FFF2-40B4-BE49-F238E27FC236}">
                      <a16:creationId xmlns:a16="http://schemas.microsoft.com/office/drawing/2014/main" id="{93B10710-0809-41E2-87D1-EE1E45E2F8F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99" name="Rectangle 410">
                  <a:extLst>
                    <a:ext uri="{FF2B5EF4-FFF2-40B4-BE49-F238E27FC236}">
                      <a16:creationId xmlns:a16="http://schemas.microsoft.com/office/drawing/2014/main" id="{63154C57-EBF9-1BBC-3C1D-90D347F0E6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600" name="Oval 411">
                  <a:extLst>
                    <a:ext uri="{FF2B5EF4-FFF2-40B4-BE49-F238E27FC236}">
                      <a16:creationId xmlns:a16="http://schemas.microsoft.com/office/drawing/2014/main" id="{C28F1B83-E77E-47E3-032E-C15BDA707C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601" name="Group 137">
                  <a:extLst>
                    <a:ext uri="{FF2B5EF4-FFF2-40B4-BE49-F238E27FC236}">
                      <a16:creationId xmlns:a16="http://schemas.microsoft.com/office/drawing/2014/main" id="{EED4E1B0-09E3-D2A2-D96F-C250D01F535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604" name="Freeform 138">
                    <a:extLst>
                      <a:ext uri="{FF2B5EF4-FFF2-40B4-BE49-F238E27FC236}">
                        <a16:creationId xmlns:a16="http://schemas.microsoft.com/office/drawing/2014/main" id="{C49BC684-08AE-A4AE-C5AC-6A33009051C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605" name="Freeform 139">
                    <a:extLst>
                      <a:ext uri="{FF2B5EF4-FFF2-40B4-BE49-F238E27FC236}">
                        <a16:creationId xmlns:a16="http://schemas.microsoft.com/office/drawing/2014/main" id="{CD478069-BE7B-2574-F075-B88A99E73E7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602" name="Line 140">
                  <a:extLst>
                    <a:ext uri="{FF2B5EF4-FFF2-40B4-BE49-F238E27FC236}">
                      <a16:creationId xmlns:a16="http://schemas.microsoft.com/office/drawing/2014/main" id="{D2F574FD-9882-B597-6DDF-A3D40AB9C9D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603" name="Line 141">
                  <a:extLst>
                    <a:ext uri="{FF2B5EF4-FFF2-40B4-BE49-F238E27FC236}">
                      <a16:creationId xmlns:a16="http://schemas.microsoft.com/office/drawing/2014/main" id="{87D60802-78FB-55F1-DCD0-89FF27605C6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cxnSp>
            <p:nvCxnSpPr>
              <p:cNvPr id="212526" name="Straight Connector 10">
                <a:extLst>
                  <a:ext uri="{FF2B5EF4-FFF2-40B4-BE49-F238E27FC236}">
                    <a16:creationId xmlns:a16="http://schemas.microsoft.com/office/drawing/2014/main" id="{0423A765-4D64-CC84-D5BE-D06F0A98520B}"/>
                  </a:ext>
                </a:extLst>
              </p:cNvPr>
              <p:cNvCxnSpPr>
                <a:cxnSpLocks noChangeShapeType="1"/>
                <a:stCxn id="212603" idx="0"/>
              </p:cNvCxnSpPr>
              <p:nvPr/>
            </p:nvCxnSpPr>
            <p:spPr bwMode="auto">
              <a:xfrm>
                <a:off x="9055401" y="2220819"/>
                <a:ext cx="975377" cy="13653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27" name="Straight Connector 297">
                <a:extLst>
                  <a:ext uri="{FF2B5EF4-FFF2-40B4-BE49-F238E27FC236}">
                    <a16:creationId xmlns:a16="http://schemas.microsoft.com/office/drawing/2014/main" id="{3D854711-19E4-DF5D-C916-529581834743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9522191" y="2583188"/>
                <a:ext cx="120745" cy="8339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28" name="Straight Connector 298">
                <a:extLst>
                  <a:ext uri="{FF2B5EF4-FFF2-40B4-BE49-F238E27FC236}">
                    <a16:creationId xmlns:a16="http://schemas.microsoft.com/office/drawing/2014/main" id="{CD5BD651-F8E3-D00F-4A09-F05F06B8B53A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323081" y="2786992"/>
                <a:ext cx="243358" cy="4562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29" name="Straight Connector 299">
                <a:extLst>
                  <a:ext uri="{FF2B5EF4-FFF2-40B4-BE49-F238E27FC236}">
                    <a16:creationId xmlns:a16="http://schemas.microsoft.com/office/drawing/2014/main" id="{F454819E-63EF-43D4-4778-0198506DB7D4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028147" y="2611644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30" name="Straight Connector 300">
                <a:extLst>
                  <a:ext uri="{FF2B5EF4-FFF2-40B4-BE49-F238E27FC236}">
                    <a16:creationId xmlns:a16="http://schemas.microsoft.com/office/drawing/2014/main" id="{E1D3D698-15C4-0EF6-E32E-A853F38C1EF8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8729859" y="2909476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31" name="Straight Connector 301">
                <a:extLst>
                  <a:ext uri="{FF2B5EF4-FFF2-40B4-BE49-F238E27FC236}">
                    <a16:creationId xmlns:a16="http://schemas.microsoft.com/office/drawing/2014/main" id="{9BAA2065-C496-1F20-B050-F190E50CD326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537887" y="2836224"/>
                <a:ext cx="252969" cy="25294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32" name="Straight Connector 302">
                <a:extLst>
                  <a:ext uri="{FF2B5EF4-FFF2-40B4-BE49-F238E27FC236}">
                    <a16:creationId xmlns:a16="http://schemas.microsoft.com/office/drawing/2014/main" id="{21275A52-DBE0-4C07-8EF4-90F6B274179C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10029359" y="2822067"/>
                <a:ext cx="354959" cy="12439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33" name="Straight Connector 303">
                <a:extLst>
                  <a:ext uri="{FF2B5EF4-FFF2-40B4-BE49-F238E27FC236}">
                    <a16:creationId xmlns:a16="http://schemas.microsoft.com/office/drawing/2014/main" id="{4C82EA70-144D-A2A6-6FED-710978CBCB41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10015190" y="2475242"/>
                <a:ext cx="283363" cy="19566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34" name="Straight Connector 304">
                <a:extLst>
                  <a:ext uri="{FF2B5EF4-FFF2-40B4-BE49-F238E27FC236}">
                    <a16:creationId xmlns:a16="http://schemas.microsoft.com/office/drawing/2014/main" id="{7F8F72B3-C31F-22A6-B838-BCACAEC4C42C}"/>
                  </a:ext>
                </a:extLst>
              </p:cNvPr>
              <p:cNvCxnSpPr>
                <a:cxnSpLocks noChangeShapeType="1"/>
                <a:endCxn id="212598" idx="4"/>
              </p:cNvCxnSpPr>
              <p:nvPr/>
            </p:nvCxnSpPr>
            <p:spPr bwMode="auto">
              <a:xfrm flipH="1" flipV="1">
                <a:off x="8791902" y="2345614"/>
                <a:ext cx="410984" cy="871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grpSp>
            <p:nvGrpSpPr>
              <p:cNvPr id="212535" name="Group 133">
                <a:extLst>
                  <a:ext uri="{FF2B5EF4-FFF2-40B4-BE49-F238E27FC236}">
                    <a16:creationId xmlns:a16="http://schemas.microsoft.com/office/drawing/2014/main" id="{D72B077B-48C4-0C78-823C-18A676EAD5F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555206" y="2650627"/>
                <a:ext cx="532759" cy="184809"/>
                <a:chOff x="2356" y="1300"/>
                <a:chExt cx="555" cy="194"/>
              </a:xfrm>
            </p:grpSpPr>
            <p:sp>
              <p:nvSpPr>
                <p:cNvPr id="212590" name="Oval 407">
                  <a:extLst>
                    <a:ext uri="{FF2B5EF4-FFF2-40B4-BE49-F238E27FC236}">
                      <a16:creationId xmlns:a16="http://schemas.microsoft.com/office/drawing/2014/main" id="{79EC09BA-61A9-2E10-85C9-B5210864D7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91" name="Rectangle 410">
                  <a:extLst>
                    <a:ext uri="{FF2B5EF4-FFF2-40B4-BE49-F238E27FC236}">
                      <a16:creationId xmlns:a16="http://schemas.microsoft.com/office/drawing/2014/main" id="{87C14820-0A13-38B6-F569-EB83F2AECB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92" name="Oval 411">
                  <a:extLst>
                    <a:ext uri="{FF2B5EF4-FFF2-40B4-BE49-F238E27FC236}">
                      <a16:creationId xmlns:a16="http://schemas.microsoft.com/office/drawing/2014/main" id="{8A212645-1268-5F81-4854-5CA93FCEC7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93" name="Group 137">
                  <a:extLst>
                    <a:ext uri="{FF2B5EF4-FFF2-40B4-BE49-F238E27FC236}">
                      <a16:creationId xmlns:a16="http://schemas.microsoft.com/office/drawing/2014/main" id="{BB9E261B-1BB0-3CC6-FA08-FEDF241F75B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96" name="Freeform 138">
                    <a:extLst>
                      <a:ext uri="{FF2B5EF4-FFF2-40B4-BE49-F238E27FC236}">
                        <a16:creationId xmlns:a16="http://schemas.microsoft.com/office/drawing/2014/main" id="{0BF9C5F7-A13C-63A0-4855-DBF9581CD5F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97" name="Freeform 139">
                    <a:extLst>
                      <a:ext uri="{FF2B5EF4-FFF2-40B4-BE49-F238E27FC236}">
                        <a16:creationId xmlns:a16="http://schemas.microsoft.com/office/drawing/2014/main" id="{A7B7363C-CD0B-7A13-86F3-E1B5FC267F5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94" name="Line 140">
                  <a:extLst>
                    <a:ext uri="{FF2B5EF4-FFF2-40B4-BE49-F238E27FC236}">
                      <a16:creationId xmlns:a16="http://schemas.microsoft.com/office/drawing/2014/main" id="{2B3CDF19-01D9-B8F5-A721-730031537C2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95" name="Line 141">
                  <a:extLst>
                    <a:ext uri="{FF2B5EF4-FFF2-40B4-BE49-F238E27FC236}">
                      <a16:creationId xmlns:a16="http://schemas.microsoft.com/office/drawing/2014/main" id="{38137513-879C-72BA-BA68-D4FC9B4618C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536" name="Group 133">
                <a:extLst>
                  <a:ext uri="{FF2B5EF4-FFF2-40B4-BE49-F238E27FC236}">
                    <a16:creationId xmlns:a16="http://schemas.microsoft.com/office/drawing/2014/main" id="{32277FE5-C4F3-4B04-0D9C-1A16D45D682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772607" y="2725609"/>
                <a:ext cx="532759" cy="184809"/>
                <a:chOff x="2356" y="1300"/>
                <a:chExt cx="555" cy="194"/>
              </a:xfrm>
            </p:grpSpPr>
            <p:sp>
              <p:nvSpPr>
                <p:cNvPr id="212582" name="Oval 407">
                  <a:extLst>
                    <a:ext uri="{FF2B5EF4-FFF2-40B4-BE49-F238E27FC236}">
                      <a16:creationId xmlns:a16="http://schemas.microsoft.com/office/drawing/2014/main" id="{7FB157CB-98A4-2DDE-44C6-415408A434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83" name="Rectangle 410">
                  <a:extLst>
                    <a:ext uri="{FF2B5EF4-FFF2-40B4-BE49-F238E27FC236}">
                      <a16:creationId xmlns:a16="http://schemas.microsoft.com/office/drawing/2014/main" id="{2AC98288-5A1B-9486-AAB3-BD9C6F81B3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84" name="Oval 411">
                  <a:extLst>
                    <a:ext uri="{FF2B5EF4-FFF2-40B4-BE49-F238E27FC236}">
                      <a16:creationId xmlns:a16="http://schemas.microsoft.com/office/drawing/2014/main" id="{CA23DBC0-4841-B1B4-7B09-FF78B70128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85" name="Group 137">
                  <a:extLst>
                    <a:ext uri="{FF2B5EF4-FFF2-40B4-BE49-F238E27FC236}">
                      <a16:creationId xmlns:a16="http://schemas.microsoft.com/office/drawing/2014/main" id="{2E8B1012-DF7A-432F-B153-83E5048B08C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88" name="Freeform 138">
                    <a:extLst>
                      <a:ext uri="{FF2B5EF4-FFF2-40B4-BE49-F238E27FC236}">
                        <a16:creationId xmlns:a16="http://schemas.microsoft.com/office/drawing/2014/main" id="{9E59DDB8-53BC-DDF7-E4C8-EA089C0025F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89" name="Freeform 139">
                    <a:extLst>
                      <a:ext uri="{FF2B5EF4-FFF2-40B4-BE49-F238E27FC236}">
                        <a16:creationId xmlns:a16="http://schemas.microsoft.com/office/drawing/2014/main" id="{DC686C20-9F03-862F-6C8F-7D28BCFB2CC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86" name="Line 140">
                  <a:extLst>
                    <a:ext uri="{FF2B5EF4-FFF2-40B4-BE49-F238E27FC236}">
                      <a16:creationId xmlns:a16="http://schemas.microsoft.com/office/drawing/2014/main" id="{D87313A1-32AA-B57A-47E9-35868E99121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56"/>
                  <a:ext cx="0" cy="88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87" name="Line 141">
                  <a:extLst>
                    <a:ext uri="{FF2B5EF4-FFF2-40B4-BE49-F238E27FC236}">
                      <a16:creationId xmlns:a16="http://schemas.microsoft.com/office/drawing/2014/main" id="{B98CE398-922F-468D-7E16-9FED8D6F77C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58"/>
                  <a:ext cx="0" cy="86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537" name="Group 133">
                <a:extLst>
                  <a:ext uri="{FF2B5EF4-FFF2-40B4-BE49-F238E27FC236}">
                    <a16:creationId xmlns:a16="http://schemas.microsoft.com/office/drawing/2014/main" id="{EE6EBAF0-2556-4559-847B-6C0CAC7716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060908" y="2428111"/>
                <a:ext cx="532759" cy="184809"/>
                <a:chOff x="2356" y="1300"/>
                <a:chExt cx="555" cy="194"/>
              </a:xfrm>
            </p:grpSpPr>
            <p:sp>
              <p:nvSpPr>
                <p:cNvPr id="212574" name="Oval 407">
                  <a:extLst>
                    <a:ext uri="{FF2B5EF4-FFF2-40B4-BE49-F238E27FC236}">
                      <a16:creationId xmlns:a16="http://schemas.microsoft.com/office/drawing/2014/main" id="{17BBCE6A-732B-5957-D006-6FF7C557AA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75" name="Rectangle 410">
                  <a:extLst>
                    <a:ext uri="{FF2B5EF4-FFF2-40B4-BE49-F238E27FC236}">
                      <a16:creationId xmlns:a16="http://schemas.microsoft.com/office/drawing/2014/main" id="{B5A04A9E-69AD-BB69-2A5D-E87E64C7366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76" name="Oval 411">
                  <a:extLst>
                    <a:ext uri="{FF2B5EF4-FFF2-40B4-BE49-F238E27FC236}">
                      <a16:creationId xmlns:a16="http://schemas.microsoft.com/office/drawing/2014/main" id="{F752EF48-431B-168B-9B39-49408A2323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77" name="Group 137">
                  <a:extLst>
                    <a:ext uri="{FF2B5EF4-FFF2-40B4-BE49-F238E27FC236}">
                      <a16:creationId xmlns:a16="http://schemas.microsoft.com/office/drawing/2014/main" id="{A2EA6F12-1565-9E4C-95F0-53D27883EE9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80" name="Freeform 138">
                    <a:extLst>
                      <a:ext uri="{FF2B5EF4-FFF2-40B4-BE49-F238E27FC236}">
                        <a16:creationId xmlns:a16="http://schemas.microsoft.com/office/drawing/2014/main" id="{37CAD128-1DC9-9DC7-D4D3-F8F12593391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81" name="Freeform 139">
                    <a:extLst>
                      <a:ext uri="{FF2B5EF4-FFF2-40B4-BE49-F238E27FC236}">
                        <a16:creationId xmlns:a16="http://schemas.microsoft.com/office/drawing/2014/main" id="{01B0A383-53E4-36B4-8412-FFDA1690400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78" name="Line 140">
                  <a:extLst>
                    <a:ext uri="{FF2B5EF4-FFF2-40B4-BE49-F238E27FC236}">
                      <a16:creationId xmlns:a16="http://schemas.microsoft.com/office/drawing/2014/main" id="{F4A2F1D9-3F4C-A5CB-D4B5-0581D1DC8C1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79" name="Line 141">
                  <a:extLst>
                    <a:ext uri="{FF2B5EF4-FFF2-40B4-BE49-F238E27FC236}">
                      <a16:creationId xmlns:a16="http://schemas.microsoft.com/office/drawing/2014/main" id="{BAF3F952-05F5-13BC-EDBD-69030AC7E7E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538" name="Group 133">
                <a:extLst>
                  <a:ext uri="{FF2B5EF4-FFF2-40B4-BE49-F238E27FC236}">
                    <a16:creationId xmlns:a16="http://schemas.microsoft.com/office/drawing/2014/main" id="{C19210B4-AC64-CBE4-7FF3-1F3687F60E1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05281" y="2289952"/>
                <a:ext cx="532759" cy="184809"/>
                <a:chOff x="2356" y="1300"/>
                <a:chExt cx="555" cy="194"/>
              </a:xfrm>
            </p:grpSpPr>
            <p:sp>
              <p:nvSpPr>
                <p:cNvPr id="212566" name="Oval 407">
                  <a:extLst>
                    <a:ext uri="{FF2B5EF4-FFF2-40B4-BE49-F238E27FC236}">
                      <a16:creationId xmlns:a16="http://schemas.microsoft.com/office/drawing/2014/main" id="{5F6C4177-DF9E-8FBA-F42B-CA44C9B207B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67" name="Rectangle 410">
                  <a:extLst>
                    <a:ext uri="{FF2B5EF4-FFF2-40B4-BE49-F238E27FC236}">
                      <a16:creationId xmlns:a16="http://schemas.microsoft.com/office/drawing/2014/main" id="{D45E5D28-CF6B-6E43-CA9B-DA611716288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68" name="Oval 411">
                  <a:extLst>
                    <a:ext uri="{FF2B5EF4-FFF2-40B4-BE49-F238E27FC236}">
                      <a16:creationId xmlns:a16="http://schemas.microsoft.com/office/drawing/2014/main" id="{39057822-3421-97E4-6C1F-BCFBC295200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69" name="Group 137">
                  <a:extLst>
                    <a:ext uri="{FF2B5EF4-FFF2-40B4-BE49-F238E27FC236}">
                      <a16:creationId xmlns:a16="http://schemas.microsoft.com/office/drawing/2014/main" id="{B3BEFD58-AE82-8ADC-44E3-D6A8AF4CD39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72" name="Freeform 138">
                    <a:extLst>
                      <a:ext uri="{FF2B5EF4-FFF2-40B4-BE49-F238E27FC236}">
                        <a16:creationId xmlns:a16="http://schemas.microsoft.com/office/drawing/2014/main" id="{40DBE0A3-6336-254B-90B8-C1C66DCC137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73" name="Freeform 139">
                    <a:extLst>
                      <a:ext uri="{FF2B5EF4-FFF2-40B4-BE49-F238E27FC236}">
                        <a16:creationId xmlns:a16="http://schemas.microsoft.com/office/drawing/2014/main" id="{9B378D48-7A7C-297D-0469-5E9D354EBC2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70" name="Line 140">
                  <a:extLst>
                    <a:ext uri="{FF2B5EF4-FFF2-40B4-BE49-F238E27FC236}">
                      <a16:creationId xmlns:a16="http://schemas.microsoft.com/office/drawing/2014/main" id="{2774C4F5-ACD4-5EAF-7775-53785D70CDF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71" name="Line 141">
                  <a:extLst>
                    <a:ext uri="{FF2B5EF4-FFF2-40B4-BE49-F238E27FC236}">
                      <a16:creationId xmlns:a16="http://schemas.microsoft.com/office/drawing/2014/main" id="{06AE6793-FE00-8805-F16D-46BEC876FC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539" name="Group 133">
                <a:extLst>
                  <a:ext uri="{FF2B5EF4-FFF2-40B4-BE49-F238E27FC236}">
                    <a16:creationId xmlns:a16="http://schemas.microsoft.com/office/drawing/2014/main" id="{51A422B6-C834-6491-C32E-A53E29CC119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32661" y="2882876"/>
                <a:ext cx="532759" cy="184809"/>
                <a:chOff x="2356" y="1300"/>
                <a:chExt cx="555" cy="194"/>
              </a:xfrm>
            </p:grpSpPr>
            <p:sp>
              <p:nvSpPr>
                <p:cNvPr id="212558" name="Oval 407">
                  <a:extLst>
                    <a:ext uri="{FF2B5EF4-FFF2-40B4-BE49-F238E27FC236}">
                      <a16:creationId xmlns:a16="http://schemas.microsoft.com/office/drawing/2014/main" id="{393C7BAB-94EB-A5C8-6B4B-3A2B04A813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59" name="Rectangle 410">
                  <a:extLst>
                    <a:ext uri="{FF2B5EF4-FFF2-40B4-BE49-F238E27FC236}">
                      <a16:creationId xmlns:a16="http://schemas.microsoft.com/office/drawing/2014/main" id="{76F0EC7A-B587-FFA4-D8E7-4583E2F2DF8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60" name="Oval 411">
                  <a:extLst>
                    <a:ext uri="{FF2B5EF4-FFF2-40B4-BE49-F238E27FC236}">
                      <a16:creationId xmlns:a16="http://schemas.microsoft.com/office/drawing/2014/main" id="{45C4C815-BEE8-02A3-70C5-AEB2D92A0F5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61" name="Group 137">
                  <a:extLst>
                    <a:ext uri="{FF2B5EF4-FFF2-40B4-BE49-F238E27FC236}">
                      <a16:creationId xmlns:a16="http://schemas.microsoft.com/office/drawing/2014/main" id="{FD87DACF-FDFB-A3B6-BAF3-BB281DA8914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64" name="Freeform 138">
                    <a:extLst>
                      <a:ext uri="{FF2B5EF4-FFF2-40B4-BE49-F238E27FC236}">
                        <a16:creationId xmlns:a16="http://schemas.microsoft.com/office/drawing/2014/main" id="{B70248DD-2C01-0D36-7CDC-F313750ECA7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65" name="Freeform 139">
                    <a:extLst>
                      <a:ext uri="{FF2B5EF4-FFF2-40B4-BE49-F238E27FC236}">
                        <a16:creationId xmlns:a16="http://schemas.microsoft.com/office/drawing/2014/main" id="{24E2AEA3-D462-62C4-93CC-C0920E24422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62" name="Line 140">
                  <a:extLst>
                    <a:ext uri="{FF2B5EF4-FFF2-40B4-BE49-F238E27FC236}">
                      <a16:creationId xmlns:a16="http://schemas.microsoft.com/office/drawing/2014/main" id="{F1A810D4-2A62-FF3A-DE5A-761D5472333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63" name="Line 141">
                  <a:extLst>
                    <a:ext uri="{FF2B5EF4-FFF2-40B4-BE49-F238E27FC236}">
                      <a16:creationId xmlns:a16="http://schemas.microsoft.com/office/drawing/2014/main" id="{8B8F00DF-5EBF-2D5F-C5B9-4B75B2CEE6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540" name="Group 133">
                <a:extLst>
                  <a:ext uri="{FF2B5EF4-FFF2-40B4-BE49-F238E27FC236}">
                    <a16:creationId xmlns:a16="http://schemas.microsoft.com/office/drawing/2014/main" id="{59BF2253-7BC3-8985-97E4-0A2801880E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30660" y="3072767"/>
                <a:ext cx="532759" cy="184809"/>
                <a:chOff x="2356" y="1300"/>
                <a:chExt cx="555" cy="194"/>
              </a:xfrm>
            </p:grpSpPr>
            <p:sp>
              <p:nvSpPr>
                <p:cNvPr id="212550" name="Oval 407">
                  <a:extLst>
                    <a:ext uri="{FF2B5EF4-FFF2-40B4-BE49-F238E27FC236}">
                      <a16:creationId xmlns:a16="http://schemas.microsoft.com/office/drawing/2014/main" id="{9D9B20EE-3A90-37DF-9DDC-98ED5C77181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51" name="Rectangle 410">
                  <a:extLst>
                    <a:ext uri="{FF2B5EF4-FFF2-40B4-BE49-F238E27FC236}">
                      <a16:creationId xmlns:a16="http://schemas.microsoft.com/office/drawing/2014/main" id="{9A26D927-FEB7-D48E-EF9E-96931F127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52" name="Oval 411">
                  <a:extLst>
                    <a:ext uri="{FF2B5EF4-FFF2-40B4-BE49-F238E27FC236}">
                      <a16:creationId xmlns:a16="http://schemas.microsoft.com/office/drawing/2014/main" id="{D6A8AA5C-936C-BF97-CE0B-3E4F7012A07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53" name="Group 137">
                  <a:extLst>
                    <a:ext uri="{FF2B5EF4-FFF2-40B4-BE49-F238E27FC236}">
                      <a16:creationId xmlns:a16="http://schemas.microsoft.com/office/drawing/2014/main" id="{2D0546F3-063C-EE40-E635-E5354237251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56" name="Freeform 138">
                    <a:extLst>
                      <a:ext uri="{FF2B5EF4-FFF2-40B4-BE49-F238E27FC236}">
                        <a16:creationId xmlns:a16="http://schemas.microsoft.com/office/drawing/2014/main" id="{8EA719BB-B927-C351-697F-9A8D982FA6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57" name="Freeform 139">
                    <a:extLst>
                      <a:ext uri="{FF2B5EF4-FFF2-40B4-BE49-F238E27FC236}">
                        <a16:creationId xmlns:a16="http://schemas.microsoft.com/office/drawing/2014/main" id="{01382A37-FCDF-D420-66C7-0AFA1D1FC31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54" name="Line 140">
                  <a:extLst>
                    <a:ext uri="{FF2B5EF4-FFF2-40B4-BE49-F238E27FC236}">
                      <a16:creationId xmlns:a16="http://schemas.microsoft.com/office/drawing/2014/main" id="{A44E6370-CB88-D5EF-FDF5-C14FE1C2858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55" name="Line 141">
                  <a:extLst>
                    <a:ext uri="{FF2B5EF4-FFF2-40B4-BE49-F238E27FC236}">
                      <a16:creationId xmlns:a16="http://schemas.microsoft.com/office/drawing/2014/main" id="{558C9B1D-86C4-04E5-CB4C-CEB73572ACA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541" name="Group 133">
                <a:extLst>
                  <a:ext uri="{FF2B5EF4-FFF2-40B4-BE49-F238E27FC236}">
                    <a16:creationId xmlns:a16="http://schemas.microsoft.com/office/drawing/2014/main" id="{1B14C55B-A5C7-D2D9-6684-AB7C1C0BC66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438032" y="3018963"/>
                <a:ext cx="532759" cy="184809"/>
                <a:chOff x="2356" y="1300"/>
                <a:chExt cx="555" cy="194"/>
              </a:xfrm>
            </p:grpSpPr>
            <p:sp>
              <p:nvSpPr>
                <p:cNvPr id="212542" name="Oval 407">
                  <a:extLst>
                    <a:ext uri="{FF2B5EF4-FFF2-40B4-BE49-F238E27FC236}">
                      <a16:creationId xmlns:a16="http://schemas.microsoft.com/office/drawing/2014/main" id="{6F8818F7-23BD-976E-DCA3-90BA56B9A98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43" name="Rectangle 410">
                  <a:extLst>
                    <a:ext uri="{FF2B5EF4-FFF2-40B4-BE49-F238E27FC236}">
                      <a16:creationId xmlns:a16="http://schemas.microsoft.com/office/drawing/2014/main" id="{261603BB-7064-169B-26A2-3DD811936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44" name="Oval 411">
                  <a:extLst>
                    <a:ext uri="{FF2B5EF4-FFF2-40B4-BE49-F238E27FC236}">
                      <a16:creationId xmlns:a16="http://schemas.microsoft.com/office/drawing/2014/main" id="{C68668AB-FB03-42EB-0388-309EE1818B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45" name="Group 137">
                  <a:extLst>
                    <a:ext uri="{FF2B5EF4-FFF2-40B4-BE49-F238E27FC236}">
                      <a16:creationId xmlns:a16="http://schemas.microsoft.com/office/drawing/2014/main" id="{5159143C-C367-74A4-F5C8-9B9CAED1D9B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48" name="Freeform 138">
                    <a:extLst>
                      <a:ext uri="{FF2B5EF4-FFF2-40B4-BE49-F238E27FC236}">
                        <a16:creationId xmlns:a16="http://schemas.microsoft.com/office/drawing/2014/main" id="{CCD98BFA-88F5-C722-1875-5E5646A0119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49" name="Freeform 139">
                    <a:extLst>
                      <a:ext uri="{FF2B5EF4-FFF2-40B4-BE49-F238E27FC236}">
                        <a16:creationId xmlns:a16="http://schemas.microsoft.com/office/drawing/2014/main" id="{1228AAA7-4322-C5A7-D9D6-F75C33AFD8A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46" name="Line 140">
                  <a:extLst>
                    <a:ext uri="{FF2B5EF4-FFF2-40B4-BE49-F238E27FC236}">
                      <a16:creationId xmlns:a16="http://schemas.microsoft.com/office/drawing/2014/main" id="{7F8CE3F0-6683-CC92-DCC0-D75BBC27BE0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47" name="Line 141">
                  <a:extLst>
                    <a:ext uri="{FF2B5EF4-FFF2-40B4-BE49-F238E27FC236}">
                      <a16:creationId xmlns:a16="http://schemas.microsoft.com/office/drawing/2014/main" id="{CFE589A0-A559-A0E2-8BD2-B4E40A968FE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10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</p:grpSp>
        <p:grpSp>
          <p:nvGrpSpPr>
            <p:cNvPr id="212329" name="Group 331">
              <a:extLst>
                <a:ext uri="{FF2B5EF4-FFF2-40B4-BE49-F238E27FC236}">
                  <a16:creationId xmlns:a16="http://schemas.microsoft.com/office/drawing/2014/main" id="{804606F9-FD1F-AF36-744C-CA9BF401317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03400" y="2755900"/>
              <a:ext cx="3467100" cy="1193800"/>
              <a:chOff x="7848600" y="2044700"/>
              <a:chExt cx="3200399" cy="1371600"/>
            </a:xfrm>
          </p:grpSpPr>
          <p:sp>
            <p:nvSpPr>
              <p:cNvPr id="212442" name="Oval 332">
                <a:extLst>
                  <a:ext uri="{FF2B5EF4-FFF2-40B4-BE49-F238E27FC236}">
                    <a16:creationId xmlns:a16="http://schemas.microsoft.com/office/drawing/2014/main" id="{527FC5D1-9C22-670B-9170-C7A6DD915A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48600" y="2044700"/>
                <a:ext cx="3200399" cy="1371600"/>
              </a:xfrm>
              <a:prstGeom prst="ellipse">
                <a:avLst/>
              </a:prstGeom>
              <a:solidFill>
                <a:srgbClr val="3C6C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443" name="Group 133">
                <a:extLst>
                  <a:ext uri="{FF2B5EF4-FFF2-40B4-BE49-F238E27FC236}">
                    <a16:creationId xmlns:a16="http://schemas.microsoft.com/office/drawing/2014/main" id="{0AEB5B4A-07FC-73BA-C377-55227E6DC0B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526482" y="2160804"/>
                <a:ext cx="532759" cy="184809"/>
                <a:chOff x="2356" y="1300"/>
                <a:chExt cx="555" cy="194"/>
              </a:xfrm>
            </p:grpSpPr>
            <p:sp>
              <p:nvSpPr>
                <p:cNvPr id="212516" name="Oval 407">
                  <a:extLst>
                    <a:ext uri="{FF2B5EF4-FFF2-40B4-BE49-F238E27FC236}">
                      <a16:creationId xmlns:a16="http://schemas.microsoft.com/office/drawing/2014/main" id="{79F91432-057E-3D80-9D55-C15D2F906E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17" name="Rectangle 410">
                  <a:extLst>
                    <a:ext uri="{FF2B5EF4-FFF2-40B4-BE49-F238E27FC236}">
                      <a16:creationId xmlns:a16="http://schemas.microsoft.com/office/drawing/2014/main" id="{0D7DD18D-E308-468E-D2C2-C4F80FA31C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18" name="Oval 411">
                  <a:extLst>
                    <a:ext uri="{FF2B5EF4-FFF2-40B4-BE49-F238E27FC236}">
                      <a16:creationId xmlns:a16="http://schemas.microsoft.com/office/drawing/2014/main" id="{5154990B-55BF-6E94-BA0E-AEBF1889E9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19" name="Group 137">
                  <a:extLst>
                    <a:ext uri="{FF2B5EF4-FFF2-40B4-BE49-F238E27FC236}">
                      <a16:creationId xmlns:a16="http://schemas.microsoft.com/office/drawing/2014/main" id="{C3DA184F-180C-83AD-3420-379B1CB988F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22" name="Freeform 138">
                    <a:extLst>
                      <a:ext uri="{FF2B5EF4-FFF2-40B4-BE49-F238E27FC236}">
                        <a16:creationId xmlns:a16="http://schemas.microsoft.com/office/drawing/2014/main" id="{6C5D75A0-6A26-4A27-B9E7-48706F314C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23" name="Freeform 139">
                    <a:extLst>
                      <a:ext uri="{FF2B5EF4-FFF2-40B4-BE49-F238E27FC236}">
                        <a16:creationId xmlns:a16="http://schemas.microsoft.com/office/drawing/2014/main" id="{2BA730E5-74BD-648D-D7B7-3AAF1614AC5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20" name="Line 140">
                  <a:extLst>
                    <a:ext uri="{FF2B5EF4-FFF2-40B4-BE49-F238E27FC236}">
                      <a16:creationId xmlns:a16="http://schemas.microsoft.com/office/drawing/2014/main" id="{DA694F34-94BD-F1AE-459A-3020BC436C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21" name="Line 141">
                  <a:extLst>
                    <a:ext uri="{FF2B5EF4-FFF2-40B4-BE49-F238E27FC236}">
                      <a16:creationId xmlns:a16="http://schemas.microsoft.com/office/drawing/2014/main" id="{F81E2941-A55F-AAE6-55BE-42F6631267E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cxnSp>
            <p:nvCxnSpPr>
              <p:cNvPr id="212444" name="Straight Connector 334">
                <a:extLst>
                  <a:ext uri="{FF2B5EF4-FFF2-40B4-BE49-F238E27FC236}">
                    <a16:creationId xmlns:a16="http://schemas.microsoft.com/office/drawing/2014/main" id="{03BCDDA4-34D0-3C69-6E15-F4EE45D0C2DB}"/>
                  </a:ext>
                </a:extLst>
              </p:cNvPr>
              <p:cNvCxnSpPr>
                <a:cxnSpLocks noChangeShapeType="1"/>
                <a:stCxn id="212521" idx="0"/>
              </p:cNvCxnSpPr>
              <p:nvPr/>
            </p:nvCxnSpPr>
            <p:spPr bwMode="auto">
              <a:xfrm>
                <a:off x="9055401" y="2220819"/>
                <a:ext cx="975377" cy="13653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45" name="Straight Connector 335">
                <a:extLst>
                  <a:ext uri="{FF2B5EF4-FFF2-40B4-BE49-F238E27FC236}">
                    <a16:creationId xmlns:a16="http://schemas.microsoft.com/office/drawing/2014/main" id="{9DBC7089-8850-6ABC-2FEF-A774D88B44E4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9522191" y="2583188"/>
                <a:ext cx="120745" cy="8339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46" name="Straight Connector 336">
                <a:extLst>
                  <a:ext uri="{FF2B5EF4-FFF2-40B4-BE49-F238E27FC236}">
                    <a16:creationId xmlns:a16="http://schemas.microsoft.com/office/drawing/2014/main" id="{A69A292F-A48A-DAFA-A0B8-6F371C46DE0B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323081" y="2786992"/>
                <a:ext cx="243358" cy="4562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47" name="Straight Connector 337">
                <a:extLst>
                  <a:ext uri="{FF2B5EF4-FFF2-40B4-BE49-F238E27FC236}">
                    <a16:creationId xmlns:a16="http://schemas.microsoft.com/office/drawing/2014/main" id="{D56B92B3-15E9-BA69-FDC3-AC9F1E96D1A6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028147" y="2611644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48" name="Straight Connector 338">
                <a:extLst>
                  <a:ext uri="{FF2B5EF4-FFF2-40B4-BE49-F238E27FC236}">
                    <a16:creationId xmlns:a16="http://schemas.microsoft.com/office/drawing/2014/main" id="{8F3CEB80-9A75-3FA0-030E-8E130D463805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8729859" y="2909476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49" name="Straight Connector 339">
                <a:extLst>
                  <a:ext uri="{FF2B5EF4-FFF2-40B4-BE49-F238E27FC236}">
                    <a16:creationId xmlns:a16="http://schemas.microsoft.com/office/drawing/2014/main" id="{12172452-4A20-6DD4-2518-6B43E60EC270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537887" y="2836224"/>
                <a:ext cx="252969" cy="25294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50" name="Straight Connector 340">
                <a:extLst>
                  <a:ext uri="{FF2B5EF4-FFF2-40B4-BE49-F238E27FC236}">
                    <a16:creationId xmlns:a16="http://schemas.microsoft.com/office/drawing/2014/main" id="{E3A5E568-81E5-E83C-ABD8-B60DFDC595E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10029359" y="2822067"/>
                <a:ext cx="354959" cy="12439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51" name="Straight Connector 341">
                <a:extLst>
                  <a:ext uri="{FF2B5EF4-FFF2-40B4-BE49-F238E27FC236}">
                    <a16:creationId xmlns:a16="http://schemas.microsoft.com/office/drawing/2014/main" id="{C9DAC4E3-4F38-EE76-CE2F-2F27868B08F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10015190" y="2475242"/>
                <a:ext cx="283363" cy="19566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52" name="Straight Connector 342">
                <a:extLst>
                  <a:ext uri="{FF2B5EF4-FFF2-40B4-BE49-F238E27FC236}">
                    <a16:creationId xmlns:a16="http://schemas.microsoft.com/office/drawing/2014/main" id="{5E122789-B8DC-12BB-18BE-C6C0339DAB36}"/>
                  </a:ext>
                </a:extLst>
              </p:cNvPr>
              <p:cNvCxnSpPr>
                <a:cxnSpLocks noChangeShapeType="1"/>
                <a:endCxn id="212516" idx="4"/>
              </p:cNvCxnSpPr>
              <p:nvPr/>
            </p:nvCxnSpPr>
            <p:spPr bwMode="auto">
              <a:xfrm flipH="1" flipV="1">
                <a:off x="8791902" y="2345614"/>
                <a:ext cx="410984" cy="871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grpSp>
            <p:nvGrpSpPr>
              <p:cNvPr id="212453" name="Group 133">
                <a:extLst>
                  <a:ext uri="{FF2B5EF4-FFF2-40B4-BE49-F238E27FC236}">
                    <a16:creationId xmlns:a16="http://schemas.microsoft.com/office/drawing/2014/main" id="{18948FC3-0402-998F-C208-F3E3C62B77E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555206" y="2650627"/>
                <a:ext cx="532759" cy="184809"/>
                <a:chOff x="2356" y="1300"/>
                <a:chExt cx="555" cy="194"/>
              </a:xfrm>
            </p:grpSpPr>
            <p:sp>
              <p:nvSpPr>
                <p:cNvPr id="212508" name="Oval 407">
                  <a:extLst>
                    <a:ext uri="{FF2B5EF4-FFF2-40B4-BE49-F238E27FC236}">
                      <a16:creationId xmlns:a16="http://schemas.microsoft.com/office/drawing/2014/main" id="{465E201B-3873-D123-B8D3-3DAC098A3F9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09" name="Rectangle 410">
                  <a:extLst>
                    <a:ext uri="{FF2B5EF4-FFF2-40B4-BE49-F238E27FC236}">
                      <a16:creationId xmlns:a16="http://schemas.microsoft.com/office/drawing/2014/main" id="{F0B0AA01-07F8-29C9-0015-EDEE7CE386F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10" name="Oval 411">
                  <a:extLst>
                    <a:ext uri="{FF2B5EF4-FFF2-40B4-BE49-F238E27FC236}">
                      <a16:creationId xmlns:a16="http://schemas.microsoft.com/office/drawing/2014/main" id="{360DC8C3-01FE-87F1-905E-04A668A80DB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11" name="Group 137">
                  <a:extLst>
                    <a:ext uri="{FF2B5EF4-FFF2-40B4-BE49-F238E27FC236}">
                      <a16:creationId xmlns:a16="http://schemas.microsoft.com/office/drawing/2014/main" id="{79E8C8CA-F438-D180-B992-7353B8E6D00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14" name="Freeform 138">
                    <a:extLst>
                      <a:ext uri="{FF2B5EF4-FFF2-40B4-BE49-F238E27FC236}">
                        <a16:creationId xmlns:a16="http://schemas.microsoft.com/office/drawing/2014/main" id="{F34E7307-421E-6C3B-026B-32156AC15CD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15" name="Freeform 139">
                    <a:extLst>
                      <a:ext uri="{FF2B5EF4-FFF2-40B4-BE49-F238E27FC236}">
                        <a16:creationId xmlns:a16="http://schemas.microsoft.com/office/drawing/2014/main" id="{022B52CA-7DAF-D08D-4964-A6E28373484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12" name="Line 140">
                  <a:extLst>
                    <a:ext uri="{FF2B5EF4-FFF2-40B4-BE49-F238E27FC236}">
                      <a16:creationId xmlns:a16="http://schemas.microsoft.com/office/drawing/2014/main" id="{C2223AC6-EF2B-341F-4633-5C01F90DA8F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13" name="Line 141">
                  <a:extLst>
                    <a:ext uri="{FF2B5EF4-FFF2-40B4-BE49-F238E27FC236}">
                      <a16:creationId xmlns:a16="http://schemas.microsoft.com/office/drawing/2014/main" id="{E55772F9-1DDA-5E0E-BA02-CFEA4B17A09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454" name="Group 133">
                <a:extLst>
                  <a:ext uri="{FF2B5EF4-FFF2-40B4-BE49-F238E27FC236}">
                    <a16:creationId xmlns:a16="http://schemas.microsoft.com/office/drawing/2014/main" id="{E5289016-1BD5-8562-6355-8CFD377D3D6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772607" y="2725609"/>
                <a:ext cx="532759" cy="184809"/>
                <a:chOff x="2356" y="1300"/>
                <a:chExt cx="555" cy="194"/>
              </a:xfrm>
            </p:grpSpPr>
            <p:sp>
              <p:nvSpPr>
                <p:cNvPr id="212500" name="Oval 407">
                  <a:extLst>
                    <a:ext uri="{FF2B5EF4-FFF2-40B4-BE49-F238E27FC236}">
                      <a16:creationId xmlns:a16="http://schemas.microsoft.com/office/drawing/2014/main" id="{3798ADDE-2418-438B-0171-D6097E85B8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01" name="Rectangle 410">
                  <a:extLst>
                    <a:ext uri="{FF2B5EF4-FFF2-40B4-BE49-F238E27FC236}">
                      <a16:creationId xmlns:a16="http://schemas.microsoft.com/office/drawing/2014/main" id="{A821C389-B60E-C87C-E461-83C98DC9EC1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02" name="Oval 411">
                  <a:extLst>
                    <a:ext uri="{FF2B5EF4-FFF2-40B4-BE49-F238E27FC236}">
                      <a16:creationId xmlns:a16="http://schemas.microsoft.com/office/drawing/2014/main" id="{B76504BE-D670-F254-1DEB-73BFE2CAF7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03" name="Group 137">
                  <a:extLst>
                    <a:ext uri="{FF2B5EF4-FFF2-40B4-BE49-F238E27FC236}">
                      <a16:creationId xmlns:a16="http://schemas.microsoft.com/office/drawing/2014/main" id="{82AED0F0-958F-FFEE-CDC3-6E35FC7BE50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06" name="Freeform 138">
                    <a:extLst>
                      <a:ext uri="{FF2B5EF4-FFF2-40B4-BE49-F238E27FC236}">
                        <a16:creationId xmlns:a16="http://schemas.microsoft.com/office/drawing/2014/main" id="{32A1561D-EC71-AFFB-88C4-C8B560BDE78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07" name="Freeform 139">
                    <a:extLst>
                      <a:ext uri="{FF2B5EF4-FFF2-40B4-BE49-F238E27FC236}">
                        <a16:creationId xmlns:a16="http://schemas.microsoft.com/office/drawing/2014/main" id="{A6B252CA-E0D7-1B72-255E-0038E42440C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04" name="Line 140">
                  <a:extLst>
                    <a:ext uri="{FF2B5EF4-FFF2-40B4-BE49-F238E27FC236}">
                      <a16:creationId xmlns:a16="http://schemas.microsoft.com/office/drawing/2014/main" id="{6EAF4B56-5257-18A9-0F12-1B2D51315BF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05" name="Line 141">
                  <a:extLst>
                    <a:ext uri="{FF2B5EF4-FFF2-40B4-BE49-F238E27FC236}">
                      <a16:creationId xmlns:a16="http://schemas.microsoft.com/office/drawing/2014/main" id="{A65608DB-7643-8C92-AE95-7DB4EF67524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455" name="Group 133">
                <a:extLst>
                  <a:ext uri="{FF2B5EF4-FFF2-40B4-BE49-F238E27FC236}">
                    <a16:creationId xmlns:a16="http://schemas.microsoft.com/office/drawing/2014/main" id="{A5C78420-7D82-78AF-5056-743D36C4D8C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060908" y="2428111"/>
                <a:ext cx="532759" cy="184809"/>
                <a:chOff x="2356" y="1300"/>
                <a:chExt cx="555" cy="194"/>
              </a:xfrm>
            </p:grpSpPr>
            <p:sp>
              <p:nvSpPr>
                <p:cNvPr id="212492" name="Oval 407">
                  <a:extLst>
                    <a:ext uri="{FF2B5EF4-FFF2-40B4-BE49-F238E27FC236}">
                      <a16:creationId xmlns:a16="http://schemas.microsoft.com/office/drawing/2014/main" id="{FCDEE061-7EDF-89AC-C53A-2E976C6401F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93" name="Rectangle 410">
                  <a:extLst>
                    <a:ext uri="{FF2B5EF4-FFF2-40B4-BE49-F238E27FC236}">
                      <a16:creationId xmlns:a16="http://schemas.microsoft.com/office/drawing/2014/main" id="{1B1170BC-F412-ED04-DC49-6E3776E25D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94" name="Oval 411">
                  <a:extLst>
                    <a:ext uri="{FF2B5EF4-FFF2-40B4-BE49-F238E27FC236}">
                      <a16:creationId xmlns:a16="http://schemas.microsoft.com/office/drawing/2014/main" id="{60AFE698-DEF9-3220-1338-68FBBBC11FA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495" name="Group 137">
                  <a:extLst>
                    <a:ext uri="{FF2B5EF4-FFF2-40B4-BE49-F238E27FC236}">
                      <a16:creationId xmlns:a16="http://schemas.microsoft.com/office/drawing/2014/main" id="{8D6A3771-9705-CFFA-592C-4935958DD64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498" name="Freeform 138">
                    <a:extLst>
                      <a:ext uri="{FF2B5EF4-FFF2-40B4-BE49-F238E27FC236}">
                        <a16:creationId xmlns:a16="http://schemas.microsoft.com/office/drawing/2014/main" id="{0084FE5A-CFB6-8AD2-F00C-7C22AE45C87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499" name="Freeform 139">
                    <a:extLst>
                      <a:ext uri="{FF2B5EF4-FFF2-40B4-BE49-F238E27FC236}">
                        <a16:creationId xmlns:a16="http://schemas.microsoft.com/office/drawing/2014/main" id="{21D33E09-67FA-EDA5-A8A0-3C8324F39A5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496" name="Line 140">
                  <a:extLst>
                    <a:ext uri="{FF2B5EF4-FFF2-40B4-BE49-F238E27FC236}">
                      <a16:creationId xmlns:a16="http://schemas.microsoft.com/office/drawing/2014/main" id="{A5B398A8-AF98-0452-B8F5-2BF91F9ED75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97" name="Line 141">
                  <a:extLst>
                    <a:ext uri="{FF2B5EF4-FFF2-40B4-BE49-F238E27FC236}">
                      <a16:creationId xmlns:a16="http://schemas.microsoft.com/office/drawing/2014/main" id="{DFCAED3F-AD0D-436D-71DA-51EDDF1DC2B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456" name="Group 133">
                <a:extLst>
                  <a:ext uri="{FF2B5EF4-FFF2-40B4-BE49-F238E27FC236}">
                    <a16:creationId xmlns:a16="http://schemas.microsoft.com/office/drawing/2014/main" id="{C6D558A4-588F-87CC-9F14-F5DA702A6C4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05281" y="2289952"/>
                <a:ext cx="532759" cy="184809"/>
                <a:chOff x="2356" y="1300"/>
                <a:chExt cx="555" cy="194"/>
              </a:xfrm>
            </p:grpSpPr>
            <p:sp>
              <p:nvSpPr>
                <p:cNvPr id="212484" name="Oval 407">
                  <a:extLst>
                    <a:ext uri="{FF2B5EF4-FFF2-40B4-BE49-F238E27FC236}">
                      <a16:creationId xmlns:a16="http://schemas.microsoft.com/office/drawing/2014/main" id="{9BE08261-D0F1-D061-0420-1DA8455804C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85" name="Rectangle 410">
                  <a:extLst>
                    <a:ext uri="{FF2B5EF4-FFF2-40B4-BE49-F238E27FC236}">
                      <a16:creationId xmlns:a16="http://schemas.microsoft.com/office/drawing/2014/main" id="{A505A95A-B02A-007F-B551-6BD6EAAD74D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86" name="Oval 411">
                  <a:extLst>
                    <a:ext uri="{FF2B5EF4-FFF2-40B4-BE49-F238E27FC236}">
                      <a16:creationId xmlns:a16="http://schemas.microsoft.com/office/drawing/2014/main" id="{C943C965-C739-A3F8-45DA-4B873E706A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487" name="Group 137">
                  <a:extLst>
                    <a:ext uri="{FF2B5EF4-FFF2-40B4-BE49-F238E27FC236}">
                      <a16:creationId xmlns:a16="http://schemas.microsoft.com/office/drawing/2014/main" id="{EF4C4CF7-9155-D3C4-1AFA-D924F845A54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490" name="Freeform 138">
                    <a:extLst>
                      <a:ext uri="{FF2B5EF4-FFF2-40B4-BE49-F238E27FC236}">
                        <a16:creationId xmlns:a16="http://schemas.microsoft.com/office/drawing/2014/main" id="{C16B8FF0-1235-23A0-FEE7-756DFD6F289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491" name="Freeform 139">
                    <a:extLst>
                      <a:ext uri="{FF2B5EF4-FFF2-40B4-BE49-F238E27FC236}">
                        <a16:creationId xmlns:a16="http://schemas.microsoft.com/office/drawing/2014/main" id="{7E8CF60D-0131-66B8-DE2D-30DA21E4EF5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488" name="Line 140">
                  <a:extLst>
                    <a:ext uri="{FF2B5EF4-FFF2-40B4-BE49-F238E27FC236}">
                      <a16:creationId xmlns:a16="http://schemas.microsoft.com/office/drawing/2014/main" id="{7AB6EB27-5E89-EE57-BC78-E9BCF61933A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0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89" name="Line 141">
                  <a:extLst>
                    <a:ext uri="{FF2B5EF4-FFF2-40B4-BE49-F238E27FC236}">
                      <a16:creationId xmlns:a16="http://schemas.microsoft.com/office/drawing/2014/main" id="{BBB3ACBA-CF1B-9964-21F0-8C946EB0CC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457" name="Group 133">
                <a:extLst>
                  <a:ext uri="{FF2B5EF4-FFF2-40B4-BE49-F238E27FC236}">
                    <a16:creationId xmlns:a16="http://schemas.microsoft.com/office/drawing/2014/main" id="{45172624-E479-3410-92CA-FD352141C4E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32661" y="2882876"/>
                <a:ext cx="532759" cy="184809"/>
                <a:chOff x="2356" y="1300"/>
                <a:chExt cx="555" cy="194"/>
              </a:xfrm>
            </p:grpSpPr>
            <p:sp>
              <p:nvSpPr>
                <p:cNvPr id="212476" name="Oval 407">
                  <a:extLst>
                    <a:ext uri="{FF2B5EF4-FFF2-40B4-BE49-F238E27FC236}">
                      <a16:creationId xmlns:a16="http://schemas.microsoft.com/office/drawing/2014/main" id="{0FEC82EC-9A01-5777-218B-DB90CE09E22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77" name="Rectangle 410">
                  <a:extLst>
                    <a:ext uri="{FF2B5EF4-FFF2-40B4-BE49-F238E27FC236}">
                      <a16:creationId xmlns:a16="http://schemas.microsoft.com/office/drawing/2014/main" id="{D33EC606-1699-4B25-48B6-CDF263DEEA8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78" name="Oval 411">
                  <a:extLst>
                    <a:ext uri="{FF2B5EF4-FFF2-40B4-BE49-F238E27FC236}">
                      <a16:creationId xmlns:a16="http://schemas.microsoft.com/office/drawing/2014/main" id="{8478DADE-D169-E2A3-420D-8F6E7741BB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479" name="Group 137">
                  <a:extLst>
                    <a:ext uri="{FF2B5EF4-FFF2-40B4-BE49-F238E27FC236}">
                      <a16:creationId xmlns:a16="http://schemas.microsoft.com/office/drawing/2014/main" id="{D4944E6C-24B0-38B8-3E18-AF62DA39FDD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482" name="Freeform 138">
                    <a:extLst>
                      <a:ext uri="{FF2B5EF4-FFF2-40B4-BE49-F238E27FC236}">
                        <a16:creationId xmlns:a16="http://schemas.microsoft.com/office/drawing/2014/main" id="{61BE4806-AE4A-47D4-F3CA-3B023E58F14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483" name="Freeform 139">
                    <a:extLst>
                      <a:ext uri="{FF2B5EF4-FFF2-40B4-BE49-F238E27FC236}">
                        <a16:creationId xmlns:a16="http://schemas.microsoft.com/office/drawing/2014/main" id="{EB2B2EC7-6509-2666-1605-CCADA1B9430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480" name="Line 140">
                  <a:extLst>
                    <a:ext uri="{FF2B5EF4-FFF2-40B4-BE49-F238E27FC236}">
                      <a16:creationId xmlns:a16="http://schemas.microsoft.com/office/drawing/2014/main" id="{038547C1-B0D7-9811-3EEE-EBBBA893243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81" name="Line 141">
                  <a:extLst>
                    <a:ext uri="{FF2B5EF4-FFF2-40B4-BE49-F238E27FC236}">
                      <a16:creationId xmlns:a16="http://schemas.microsoft.com/office/drawing/2014/main" id="{6A50DF0B-BCB7-C6BF-03FD-19867DE9008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458" name="Group 133">
                <a:extLst>
                  <a:ext uri="{FF2B5EF4-FFF2-40B4-BE49-F238E27FC236}">
                    <a16:creationId xmlns:a16="http://schemas.microsoft.com/office/drawing/2014/main" id="{04F508B8-9106-FB1D-F503-BAA97BC332E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30660" y="3072767"/>
                <a:ext cx="532759" cy="184809"/>
                <a:chOff x="2356" y="1300"/>
                <a:chExt cx="555" cy="194"/>
              </a:xfrm>
            </p:grpSpPr>
            <p:sp>
              <p:nvSpPr>
                <p:cNvPr id="212468" name="Oval 407">
                  <a:extLst>
                    <a:ext uri="{FF2B5EF4-FFF2-40B4-BE49-F238E27FC236}">
                      <a16:creationId xmlns:a16="http://schemas.microsoft.com/office/drawing/2014/main" id="{538CE935-9967-FEB3-BE09-20AE524F915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69" name="Rectangle 410">
                  <a:extLst>
                    <a:ext uri="{FF2B5EF4-FFF2-40B4-BE49-F238E27FC236}">
                      <a16:creationId xmlns:a16="http://schemas.microsoft.com/office/drawing/2014/main" id="{A3DC81F9-E06F-B474-9540-5598A9A5B9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70" name="Oval 411">
                  <a:extLst>
                    <a:ext uri="{FF2B5EF4-FFF2-40B4-BE49-F238E27FC236}">
                      <a16:creationId xmlns:a16="http://schemas.microsoft.com/office/drawing/2014/main" id="{E6D1D025-CBB8-D9CF-565F-91E510AC76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471" name="Group 137">
                  <a:extLst>
                    <a:ext uri="{FF2B5EF4-FFF2-40B4-BE49-F238E27FC236}">
                      <a16:creationId xmlns:a16="http://schemas.microsoft.com/office/drawing/2014/main" id="{5C9BDCEE-7F2E-3BF7-A7CB-41CE958CDE1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474" name="Freeform 138">
                    <a:extLst>
                      <a:ext uri="{FF2B5EF4-FFF2-40B4-BE49-F238E27FC236}">
                        <a16:creationId xmlns:a16="http://schemas.microsoft.com/office/drawing/2014/main" id="{91322026-8160-8288-D77D-2E2859815CC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475" name="Freeform 139">
                    <a:extLst>
                      <a:ext uri="{FF2B5EF4-FFF2-40B4-BE49-F238E27FC236}">
                        <a16:creationId xmlns:a16="http://schemas.microsoft.com/office/drawing/2014/main" id="{AC5580CB-7FF6-329D-FAE8-4FA5E1DC9DF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472" name="Line 140">
                  <a:extLst>
                    <a:ext uri="{FF2B5EF4-FFF2-40B4-BE49-F238E27FC236}">
                      <a16:creationId xmlns:a16="http://schemas.microsoft.com/office/drawing/2014/main" id="{C8B8F8AD-3689-A4F2-670B-FC9BF440656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73" name="Line 141">
                  <a:extLst>
                    <a:ext uri="{FF2B5EF4-FFF2-40B4-BE49-F238E27FC236}">
                      <a16:creationId xmlns:a16="http://schemas.microsoft.com/office/drawing/2014/main" id="{D457E558-54C9-EF5D-FBAF-68709A22E60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459" name="Group 133">
                <a:extLst>
                  <a:ext uri="{FF2B5EF4-FFF2-40B4-BE49-F238E27FC236}">
                    <a16:creationId xmlns:a16="http://schemas.microsoft.com/office/drawing/2014/main" id="{9F8E1221-A153-9025-56D0-C38F0542018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438032" y="3018963"/>
                <a:ext cx="532759" cy="184809"/>
                <a:chOff x="2356" y="1300"/>
                <a:chExt cx="555" cy="194"/>
              </a:xfrm>
            </p:grpSpPr>
            <p:sp>
              <p:nvSpPr>
                <p:cNvPr id="212460" name="Oval 407">
                  <a:extLst>
                    <a:ext uri="{FF2B5EF4-FFF2-40B4-BE49-F238E27FC236}">
                      <a16:creationId xmlns:a16="http://schemas.microsoft.com/office/drawing/2014/main" id="{C58362E2-C105-B148-4D3D-E2327BAE6A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61" name="Rectangle 410">
                  <a:extLst>
                    <a:ext uri="{FF2B5EF4-FFF2-40B4-BE49-F238E27FC236}">
                      <a16:creationId xmlns:a16="http://schemas.microsoft.com/office/drawing/2014/main" id="{703D3B34-4273-23EC-4E3D-4F4EB3C76C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62" name="Oval 411">
                  <a:extLst>
                    <a:ext uri="{FF2B5EF4-FFF2-40B4-BE49-F238E27FC236}">
                      <a16:creationId xmlns:a16="http://schemas.microsoft.com/office/drawing/2014/main" id="{D3D26432-D34C-DE8B-B110-65B049314F1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463" name="Group 137">
                  <a:extLst>
                    <a:ext uri="{FF2B5EF4-FFF2-40B4-BE49-F238E27FC236}">
                      <a16:creationId xmlns:a16="http://schemas.microsoft.com/office/drawing/2014/main" id="{A11C8348-67CB-DA7F-95BD-E5E49C2EC22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466" name="Freeform 138">
                    <a:extLst>
                      <a:ext uri="{FF2B5EF4-FFF2-40B4-BE49-F238E27FC236}">
                        <a16:creationId xmlns:a16="http://schemas.microsoft.com/office/drawing/2014/main" id="{52E1593C-2D05-5426-A281-C6E290883C8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467" name="Freeform 139">
                    <a:extLst>
                      <a:ext uri="{FF2B5EF4-FFF2-40B4-BE49-F238E27FC236}">
                        <a16:creationId xmlns:a16="http://schemas.microsoft.com/office/drawing/2014/main" id="{029F2E7C-B244-0911-35D4-758F10F5813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464" name="Line 140">
                  <a:extLst>
                    <a:ext uri="{FF2B5EF4-FFF2-40B4-BE49-F238E27FC236}">
                      <a16:creationId xmlns:a16="http://schemas.microsoft.com/office/drawing/2014/main" id="{591BA961-1360-0490-6680-D942E763A5F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79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65" name="Line 141">
                  <a:extLst>
                    <a:ext uri="{FF2B5EF4-FFF2-40B4-BE49-F238E27FC236}">
                      <a16:creationId xmlns:a16="http://schemas.microsoft.com/office/drawing/2014/main" id="{F7824E6D-3ECE-1B03-48F0-FABD68E5F87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</p:grpSp>
        <p:sp>
          <p:nvSpPr>
            <p:cNvPr id="212330" name="Oval 417">
              <a:extLst>
                <a:ext uri="{FF2B5EF4-FFF2-40B4-BE49-F238E27FC236}">
                  <a16:creationId xmlns:a16="http://schemas.microsoft.com/office/drawing/2014/main" id="{85C0F250-08A2-5F72-D5D1-7F16261BC1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8600" y="4165600"/>
              <a:ext cx="3086100" cy="1168400"/>
            </a:xfrm>
            <a:prstGeom prst="ellipse">
              <a:avLst/>
            </a:prstGeom>
            <a:solidFill>
              <a:srgbClr val="3C6C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12331" name="Group 133">
              <a:extLst>
                <a:ext uri="{FF2B5EF4-FFF2-40B4-BE49-F238E27FC236}">
                  <a16:creationId xmlns:a16="http://schemas.microsoft.com/office/drawing/2014/main" id="{FC554363-8DDB-F458-A192-B64D07B80E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52272" y="4264503"/>
              <a:ext cx="513732" cy="157430"/>
              <a:chOff x="2356" y="1300"/>
              <a:chExt cx="555" cy="194"/>
            </a:xfrm>
          </p:grpSpPr>
          <p:sp>
            <p:nvSpPr>
              <p:cNvPr id="212434" name="Oval 492">
                <a:extLst>
                  <a:ext uri="{FF2B5EF4-FFF2-40B4-BE49-F238E27FC236}">
                    <a16:creationId xmlns:a16="http://schemas.microsoft.com/office/drawing/2014/main" id="{E85F0E09-9530-24CD-65E9-F3DA5390A0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35" name="Rectangle 410">
                <a:extLst>
                  <a:ext uri="{FF2B5EF4-FFF2-40B4-BE49-F238E27FC236}">
                    <a16:creationId xmlns:a16="http://schemas.microsoft.com/office/drawing/2014/main" id="{75E5A2B9-C02D-7C2F-0226-3CF991E1EC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36" name="Oval 411">
                <a:extLst>
                  <a:ext uri="{FF2B5EF4-FFF2-40B4-BE49-F238E27FC236}">
                    <a16:creationId xmlns:a16="http://schemas.microsoft.com/office/drawing/2014/main" id="{CB147BCC-B7DD-B126-A4F6-0A08B04DA5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437" name="Group 137">
                <a:extLst>
                  <a:ext uri="{FF2B5EF4-FFF2-40B4-BE49-F238E27FC236}">
                    <a16:creationId xmlns:a16="http://schemas.microsoft.com/office/drawing/2014/main" id="{A3944274-DE88-9DFB-D56C-CA6555AEAAC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40" name="Freeform 138">
                  <a:extLst>
                    <a:ext uri="{FF2B5EF4-FFF2-40B4-BE49-F238E27FC236}">
                      <a16:creationId xmlns:a16="http://schemas.microsoft.com/office/drawing/2014/main" id="{95D4EDA5-ED59-5DBF-D169-A859B131CF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41" name="Freeform 139">
                  <a:extLst>
                    <a:ext uri="{FF2B5EF4-FFF2-40B4-BE49-F238E27FC236}">
                      <a16:creationId xmlns:a16="http://schemas.microsoft.com/office/drawing/2014/main" id="{0B79C2BE-B541-A8F6-9D21-4433015046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438" name="Line 140">
                <a:extLst>
                  <a:ext uri="{FF2B5EF4-FFF2-40B4-BE49-F238E27FC236}">
                    <a16:creationId xmlns:a16="http://schemas.microsoft.com/office/drawing/2014/main" id="{B66BFA95-CC41-97FE-A6E4-3FF55A8256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0"/>
                <a:ext cx="0" cy="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39" name="Line 141">
                <a:extLst>
                  <a:ext uri="{FF2B5EF4-FFF2-40B4-BE49-F238E27FC236}">
                    <a16:creationId xmlns:a16="http://schemas.microsoft.com/office/drawing/2014/main" id="{0F712428-45AF-3033-7979-4FA6243477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2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cxnSp>
          <p:nvCxnSpPr>
            <p:cNvPr id="212332" name="Straight Connector 419">
              <a:extLst>
                <a:ext uri="{FF2B5EF4-FFF2-40B4-BE49-F238E27FC236}">
                  <a16:creationId xmlns:a16="http://schemas.microsoft.com/office/drawing/2014/main" id="{825162EE-B286-6734-1B41-8B1516C57ED0}"/>
                </a:ext>
              </a:extLst>
            </p:cNvPr>
            <p:cNvCxnSpPr>
              <a:cxnSpLocks noChangeShapeType="1"/>
              <a:stCxn id="212439" idx="0"/>
            </p:cNvCxnSpPr>
            <p:nvPr/>
          </p:nvCxnSpPr>
          <p:spPr bwMode="auto">
            <a:xfrm>
              <a:off x="2662301" y="4315627"/>
              <a:ext cx="940542" cy="11630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3" name="Straight Connector 420">
              <a:extLst>
                <a:ext uri="{FF2B5EF4-FFF2-40B4-BE49-F238E27FC236}">
                  <a16:creationId xmlns:a16="http://schemas.microsoft.com/office/drawing/2014/main" id="{0DB51CB9-9ADE-ADF5-919B-0BFBA8545FC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112420" y="4624312"/>
              <a:ext cx="116433" cy="710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4" name="Straight Connector 421">
              <a:extLst>
                <a:ext uri="{FF2B5EF4-FFF2-40B4-BE49-F238E27FC236}">
                  <a16:creationId xmlns:a16="http://schemas.microsoft.com/office/drawing/2014/main" id="{1CF3609B-B0FA-45A6-3F90-3209C58E2E7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920421" y="4797923"/>
              <a:ext cx="234667" cy="38865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5" name="Straight Connector 422">
              <a:extLst>
                <a:ext uri="{FF2B5EF4-FFF2-40B4-BE49-F238E27FC236}">
                  <a16:creationId xmlns:a16="http://schemas.microsoft.com/office/drawing/2014/main" id="{943D32D5-3844-F765-3591-E1BAC15E5DD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636021" y="4648552"/>
              <a:ext cx="185893" cy="9334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6" name="Straight Connector 423">
              <a:extLst>
                <a:ext uri="{FF2B5EF4-FFF2-40B4-BE49-F238E27FC236}">
                  <a16:creationId xmlns:a16="http://schemas.microsoft.com/office/drawing/2014/main" id="{43144E07-DE8A-8BA9-73A8-4AC4EA777F2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348386" y="4902261"/>
              <a:ext cx="185893" cy="9334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7" name="Straight Connector 424">
              <a:extLst>
                <a:ext uri="{FF2B5EF4-FFF2-40B4-BE49-F238E27FC236}">
                  <a16:creationId xmlns:a16="http://schemas.microsoft.com/office/drawing/2014/main" id="{EE112780-3E0E-39AB-D090-0650AE9D713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127556" y="4839861"/>
              <a:ext cx="243934" cy="21546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8" name="Straight Connector 425">
              <a:extLst>
                <a:ext uri="{FF2B5EF4-FFF2-40B4-BE49-F238E27FC236}">
                  <a16:creationId xmlns:a16="http://schemas.microsoft.com/office/drawing/2014/main" id="{8871E353-1A63-DFEF-6A4D-A743A2344CC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3601475" y="4827802"/>
              <a:ext cx="342282" cy="1059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9" name="Straight Connector 426">
              <a:extLst>
                <a:ext uri="{FF2B5EF4-FFF2-40B4-BE49-F238E27FC236}">
                  <a16:creationId xmlns:a16="http://schemas.microsoft.com/office/drawing/2014/main" id="{C430C24C-7AA8-74F3-1B4B-6313834169A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587812" y="4532358"/>
              <a:ext cx="273243" cy="16667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40" name="Straight Connector 427">
              <a:extLst>
                <a:ext uri="{FF2B5EF4-FFF2-40B4-BE49-F238E27FC236}">
                  <a16:creationId xmlns:a16="http://schemas.microsoft.com/office/drawing/2014/main" id="{B04FFD8E-61E0-68E8-8CDD-B8CB86091B03}"/>
                </a:ext>
              </a:extLst>
            </p:cNvPr>
            <p:cNvCxnSpPr>
              <a:cxnSpLocks noChangeShapeType="1"/>
              <a:endCxn id="212434" idx="4"/>
            </p:cNvCxnSpPr>
            <p:nvPr/>
          </p:nvCxnSpPr>
          <p:spPr bwMode="auto">
            <a:xfrm flipH="1" flipV="1">
              <a:off x="2408213" y="4421934"/>
              <a:ext cx="396306" cy="74264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212341" name="Group 133">
              <a:extLst>
                <a:ext uri="{FF2B5EF4-FFF2-40B4-BE49-F238E27FC236}">
                  <a16:creationId xmlns:a16="http://schemas.microsoft.com/office/drawing/2014/main" id="{40DF175A-A7BA-299E-C19E-D0F5798617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44256" y="4681760"/>
              <a:ext cx="513732" cy="157430"/>
              <a:chOff x="2356" y="1300"/>
              <a:chExt cx="555" cy="194"/>
            </a:xfrm>
          </p:grpSpPr>
          <p:sp>
            <p:nvSpPr>
              <p:cNvPr id="212426" name="Oval 407">
                <a:extLst>
                  <a:ext uri="{FF2B5EF4-FFF2-40B4-BE49-F238E27FC236}">
                    <a16:creationId xmlns:a16="http://schemas.microsoft.com/office/drawing/2014/main" id="{D7CD5241-AA41-13DC-8464-EDA903A283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27" name="Rectangle 410">
                <a:extLst>
                  <a:ext uri="{FF2B5EF4-FFF2-40B4-BE49-F238E27FC236}">
                    <a16:creationId xmlns:a16="http://schemas.microsoft.com/office/drawing/2014/main" id="{25DDF6C6-1C06-BECB-AE1B-5B9ED26588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28" name="Oval 411">
                <a:extLst>
                  <a:ext uri="{FF2B5EF4-FFF2-40B4-BE49-F238E27FC236}">
                    <a16:creationId xmlns:a16="http://schemas.microsoft.com/office/drawing/2014/main" id="{610D6B8F-1B27-DE71-EA44-36639DEF0F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429" name="Group 137">
                <a:extLst>
                  <a:ext uri="{FF2B5EF4-FFF2-40B4-BE49-F238E27FC236}">
                    <a16:creationId xmlns:a16="http://schemas.microsoft.com/office/drawing/2014/main" id="{1DFD0713-A9F9-45A9-CC96-6294A076AF8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32" name="Freeform 138">
                  <a:extLst>
                    <a:ext uri="{FF2B5EF4-FFF2-40B4-BE49-F238E27FC236}">
                      <a16:creationId xmlns:a16="http://schemas.microsoft.com/office/drawing/2014/main" id="{20C2EB94-5F38-7CAE-6170-0DEC0BC1C4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33" name="Freeform 139">
                  <a:extLst>
                    <a:ext uri="{FF2B5EF4-FFF2-40B4-BE49-F238E27FC236}">
                      <a16:creationId xmlns:a16="http://schemas.microsoft.com/office/drawing/2014/main" id="{EF0EECF2-C855-ACFA-931A-26483CEB01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430" name="Line 140">
                <a:extLst>
                  <a:ext uri="{FF2B5EF4-FFF2-40B4-BE49-F238E27FC236}">
                    <a16:creationId xmlns:a16="http://schemas.microsoft.com/office/drawing/2014/main" id="{4B91BE26-292D-D76A-CDF6-65C206AFE7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0"/>
                <a:ext cx="0" cy="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31" name="Line 141">
                <a:extLst>
                  <a:ext uri="{FF2B5EF4-FFF2-40B4-BE49-F238E27FC236}">
                    <a16:creationId xmlns:a16="http://schemas.microsoft.com/office/drawing/2014/main" id="{9D280FC8-8F65-E7A5-57B9-C0DE9AAB97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2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212342" name="Group 133">
              <a:extLst>
                <a:ext uri="{FF2B5EF4-FFF2-40B4-BE49-F238E27FC236}">
                  <a16:creationId xmlns:a16="http://schemas.microsoft.com/office/drawing/2014/main" id="{29F85845-7B38-E230-29AA-2543FBA637B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89607" y="4745634"/>
              <a:ext cx="513732" cy="157430"/>
              <a:chOff x="2356" y="1300"/>
              <a:chExt cx="555" cy="194"/>
            </a:xfrm>
          </p:grpSpPr>
          <p:sp>
            <p:nvSpPr>
              <p:cNvPr id="212418" name="Oval 407">
                <a:extLst>
                  <a:ext uri="{FF2B5EF4-FFF2-40B4-BE49-F238E27FC236}">
                    <a16:creationId xmlns:a16="http://schemas.microsoft.com/office/drawing/2014/main" id="{64D6D96C-DF6F-C6EF-5E4C-9278C5B0E1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19" name="Rectangle 410">
                <a:extLst>
                  <a:ext uri="{FF2B5EF4-FFF2-40B4-BE49-F238E27FC236}">
                    <a16:creationId xmlns:a16="http://schemas.microsoft.com/office/drawing/2014/main" id="{21A76DDD-CF2E-3508-697B-BDFC75DBD2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20" name="Oval 411">
                <a:extLst>
                  <a:ext uri="{FF2B5EF4-FFF2-40B4-BE49-F238E27FC236}">
                    <a16:creationId xmlns:a16="http://schemas.microsoft.com/office/drawing/2014/main" id="{C8A43B9E-8774-55D8-81F5-F1F15796F2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421" name="Group 137">
                <a:extLst>
                  <a:ext uri="{FF2B5EF4-FFF2-40B4-BE49-F238E27FC236}">
                    <a16:creationId xmlns:a16="http://schemas.microsoft.com/office/drawing/2014/main" id="{80B3AA83-B95D-0C98-FBF6-112D8AC30D5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24" name="Freeform 138">
                  <a:extLst>
                    <a:ext uri="{FF2B5EF4-FFF2-40B4-BE49-F238E27FC236}">
                      <a16:creationId xmlns:a16="http://schemas.microsoft.com/office/drawing/2014/main" id="{42155259-379F-BBDA-F9D4-DC62E1A183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25" name="Freeform 139">
                  <a:extLst>
                    <a:ext uri="{FF2B5EF4-FFF2-40B4-BE49-F238E27FC236}">
                      <a16:creationId xmlns:a16="http://schemas.microsoft.com/office/drawing/2014/main" id="{41A14317-ED09-7584-3F91-B0B9B2FB7F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422" name="Line 140">
                <a:extLst>
                  <a:ext uri="{FF2B5EF4-FFF2-40B4-BE49-F238E27FC236}">
                    <a16:creationId xmlns:a16="http://schemas.microsoft.com/office/drawing/2014/main" id="{4D2C9664-63D4-8D71-F2EB-B152BD99FE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0"/>
                <a:ext cx="0" cy="86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23" name="Line 141">
                <a:extLst>
                  <a:ext uri="{FF2B5EF4-FFF2-40B4-BE49-F238E27FC236}">
                    <a16:creationId xmlns:a16="http://schemas.microsoft.com/office/drawing/2014/main" id="{82E04875-8E93-8AC4-8810-D442A004F9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2"/>
                <a:ext cx="0" cy="86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212343" name="Group 133">
              <a:extLst>
                <a:ext uri="{FF2B5EF4-FFF2-40B4-BE49-F238E27FC236}">
                  <a16:creationId xmlns:a16="http://schemas.microsoft.com/office/drawing/2014/main" id="{9E200F7A-71BA-6FE7-1F20-E7EE53B64F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67612" y="4492209"/>
              <a:ext cx="513732" cy="157430"/>
              <a:chOff x="2356" y="1300"/>
              <a:chExt cx="555" cy="194"/>
            </a:xfrm>
          </p:grpSpPr>
          <p:sp>
            <p:nvSpPr>
              <p:cNvPr id="212410" name="Oval 407">
                <a:extLst>
                  <a:ext uri="{FF2B5EF4-FFF2-40B4-BE49-F238E27FC236}">
                    <a16:creationId xmlns:a16="http://schemas.microsoft.com/office/drawing/2014/main" id="{4C0D8719-3365-9125-695A-74EE201A37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11" name="Rectangle 410">
                <a:extLst>
                  <a:ext uri="{FF2B5EF4-FFF2-40B4-BE49-F238E27FC236}">
                    <a16:creationId xmlns:a16="http://schemas.microsoft.com/office/drawing/2014/main" id="{7B173A0E-5B54-902B-685A-7B89924503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12" name="Oval 411">
                <a:extLst>
                  <a:ext uri="{FF2B5EF4-FFF2-40B4-BE49-F238E27FC236}">
                    <a16:creationId xmlns:a16="http://schemas.microsoft.com/office/drawing/2014/main" id="{B0C4F42E-220D-8705-3F12-6E18120691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413" name="Group 137">
                <a:extLst>
                  <a:ext uri="{FF2B5EF4-FFF2-40B4-BE49-F238E27FC236}">
                    <a16:creationId xmlns:a16="http://schemas.microsoft.com/office/drawing/2014/main" id="{6DC30E91-C1BD-D54B-540C-5D01AF03A69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16" name="Freeform 138">
                  <a:extLst>
                    <a:ext uri="{FF2B5EF4-FFF2-40B4-BE49-F238E27FC236}">
                      <a16:creationId xmlns:a16="http://schemas.microsoft.com/office/drawing/2014/main" id="{DA1733E3-7A65-56B8-70EA-1927386AAA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17" name="Freeform 139">
                  <a:extLst>
                    <a:ext uri="{FF2B5EF4-FFF2-40B4-BE49-F238E27FC236}">
                      <a16:creationId xmlns:a16="http://schemas.microsoft.com/office/drawing/2014/main" id="{7AF38D95-BD8B-1684-5255-47650D8FBC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414" name="Line 140">
                <a:extLst>
                  <a:ext uri="{FF2B5EF4-FFF2-40B4-BE49-F238E27FC236}">
                    <a16:creationId xmlns:a16="http://schemas.microsoft.com/office/drawing/2014/main" id="{198B1B02-7D7C-70C6-77A8-8C16C1623A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15" name="Line 141">
                <a:extLst>
                  <a:ext uri="{FF2B5EF4-FFF2-40B4-BE49-F238E27FC236}">
                    <a16:creationId xmlns:a16="http://schemas.microsoft.com/office/drawing/2014/main" id="{BD3ECFF5-B8A1-9671-34FD-A51BD61558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212344" name="Group 133">
              <a:extLst>
                <a:ext uri="{FF2B5EF4-FFF2-40B4-BE49-F238E27FC236}">
                  <a16:creationId xmlns:a16="http://schemas.microsoft.com/office/drawing/2014/main" id="{1A2C3BFD-763F-E141-73BA-860114AB2B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78257" y="4374518"/>
              <a:ext cx="513732" cy="157430"/>
              <a:chOff x="2356" y="1300"/>
              <a:chExt cx="555" cy="194"/>
            </a:xfrm>
          </p:grpSpPr>
          <p:sp>
            <p:nvSpPr>
              <p:cNvPr id="212402" name="Oval 407">
                <a:extLst>
                  <a:ext uri="{FF2B5EF4-FFF2-40B4-BE49-F238E27FC236}">
                    <a16:creationId xmlns:a16="http://schemas.microsoft.com/office/drawing/2014/main" id="{E1273194-870F-371D-D181-E3E4961FCF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03" name="Rectangle 410">
                <a:extLst>
                  <a:ext uri="{FF2B5EF4-FFF2-40B4-BE49-F238E27FC236}">
                    <a16:creationId xmlns:a16="http://schemas.microsoft.com/office/drawing/2014/main" id="{21422BA0-909E-8BF4-B663-FF3F3C562B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04" name="Oval 411">
                <a:extLst>
                  <a:ext uri="{FF2B5EF4-FFF2-40B4-BE49-F238E27FC236}">
                    <a16:creationId xmlns:a16="http://schemas.microsoft.com/office/drawing/2014/main" id="{F2B1AB8A-7E76-E6D5-AA71-9496760106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405" name="Group 137">
                <a:extLst>
                  <a:ext uri="{FF2B5EF4-FFF2-40B4-BE49-F238E27FC236}">
                    <a16:creationId xmlns:a16="http://schemas.microsoft.com/office/drawing/2014/main" id="{7F66129D-7F8A-D85E-879B-CD5B6845788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08" name="Freeform 138">
                  <a:extLst>
                    <a:ext uri="{FF2B5EF4-FFF2-40B4-BE49-F238E27FC236}">
                      <a16:creationId xmlns:a16="http://schemas.microsoft.com/office/drawing/2014/main" id="{59F195B0-78E2-4C07-CCE3-3F62C423E7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09" name="Freeform 139">
                  <a:extLst>
                    <a:ext uri="{FF2B5EF4-FFF2-40B4-BE49-F238E27FC236}">
                      <a16:creationId xmlns:a16="http://schemas.microsoft.com/office/drawing/2014/main" id="{B2CFDA82-65FD-FD7D-D1C5-415B634D5F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406" name="Line 140">
                <a:extLst>
                  <a:ext uri="{FF2B5EF4-FFF2-40B4-BE49-F238E27FC236}">
                    <a16:creationId xmlns:a16="http://schemas.microsoft.com/office/drawing/2014/main" id="{C1434E7C-FBFF-FF73-63E2-F270A78C8C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07" name="Line 141">
                <a:extLst>
                  <a:ext uri="{FF2B5EF4-FFF2-40B4-BE49-F238E27FC236}">
                    <a16:creationId xmlns:a16="http://schemas.microsoft.com/office/drawing/2014/main" id="{4571DD39-892D-872B-A627-7111F4C628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212345" name="Group 133">
              <a:extLst>
                <a:ext uri="{FF2B5EF4-FFF2-40B4-BE49-F238E27FC236}">
                  <a16:creationId xmlns:a16="http://schemas.microsoft.com/office/drawing/2014/main" id="{A003EEB0-85B0-18ED-2C61-8C2DBFCC297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97517" y="4879602"/>
              <a:ext cx="513732" cy="157430"/>
              <a:chOff x="2356" y="1300"/>
              <a:chExt cx="555" cy="194"/>
            </a:xfrm>
          </p:grpSpPr>
          <p:sp>
            <p:nvSpPr>
              <p:cNvPr id="212394" name="Oval 407">
                <a:extLst>
                  <a:ext uri="{FF2B5EF4-FFF2-40B4-BE49-F238E27FC236}">
                    <a16:creationId xmlns:a16="http://schemas.microsoft.com/office/drawing/2014/main" id="{5C5913B9-B288-80B3-CDAA-9A7D5A0B00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95" name="Rectangle 410">
                <a:extLst>
                  <a:ext uri="{FF2B5EF4-FFF2-40B4-BE49-F238E27FC236}">
                    <a16:creationId xmlns:a16="http://schemas.microsoft.com/office/drawing/2014/main" id="{6885906C-6C4A-157F-9DA5-AA260258A8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96" name="Oval 411">
                <a:extLst>
                  <a:ext uri="{FF2B5EF4-FFF2-40B4-BE49-F238E27FC236}">
                    <a16:creationId xmlns:a16="http://schemas.microsoft.com/office/drawing/2014/main" id="{2EACEE6F-7BD4-00DA-EB42-5856B08D64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397" name="Group 137">
                <a:extLst>
                  <a:ext uri="{FF2B5EF4-FFF2-40B4-BE49-F238E27FC236}">
                    <a16:creationId xmlns:a16="http://schemas.microsoft.com/office/drawing/2014/main" id="{EF10278A-E477-FE87-A6C6-AA49CF701F6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00" name="Freeform 138">
                  <a:extLst>
                    <a:ext uri="{FF2B5EF4-FFF2-40B4-BE49-F238E27FC236}">
                      <a16:creationId xmlns:a16="http://schemas.microsoft.com/office/drawing/2014/main" id="{11641AA9-813A-36D3-C943-A71D3BA22A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01" name="Freeform 139">
                  <a:extLst>
                    <a:ext uri="{FF2B5EF4-FFF2-40B4-BE49-F238E27FC236}">
                      <a16:creationId xmlns:a16="http://schemas.microsoft.com/office/drawing/2014/main" id="{E494B52C-CBD1-1914-8D68-7711B719B4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398" name="Line 140">
                <a:extLst>
                  <a:ext uri="{FF2B5EF4-FFF2-40B4-BE49-F238E27FC236}">
                    <a16:creationId xmlns:a16="http://schemas.microsoft.com/office/drawing/2014/main" id="{ED116528-9237-0867-8781-DC18F2A004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99" name="Line 141">
                <a:extLst>
                  <a:ext uri="{FF2B5EF4-FFF2-40B4-BE49-F238E27FC236}">
                    <a16:creationId xmlns:a16="http://schemas.microsoft.com/office/drawing/2014/main" id="{95512B4D-0A98-1465-C115-35DA685146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212346" name="Group 133">
              <a:extLst>
                <a:ext uri="{FF2B5EF4-FFF2-40B4-BE49-F238E27FC236}">
                  <a16:creationId xmlns:a16="http://schemas.microsoft.com/office/drawing/2014/main" id="{F8D179FB-7021-B745-9E0C-827E83BC42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27730" y="5041361"/>
              <a:ext cx="513732" cy="157430"/>
              <a:chOff x="2356" y="1300"/>
              <a:chExt cx="555" cy="194"/>
            </a:xfrm>
          </p:grpSpPr>
          <p:sp>
            <p:nvSpPr>
              <p:cNvPr id="212386" name="Oval 407">
                <a:extLst>
                  <a:ext uri="{FF2B5EF4-FFF2-40B4-BE49-F238E27FC236}">
                    <a16:creationId xmlns:a16="http://schemas.microsoft.com/office/drawing/2014/main" id="{F59BC754-E676-4B6D-41E6-FE8C0AFBD6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87" name="Rectangle 410">
                <a:extLst>
                  <a:ext uri="{FF2B5EF4-FFF2-40B4-BE49-F238E27FC236}">
                    <a16:creationId xmlns:a16="http://schemas.microsoft.com/office/drawing/2014/main" id="{C1BE1E81-FA03-14B2-48E4-EE3BEAD8DC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88" name="Oval 411">
                <a:extLst>
                  <a:ext uri="{FF2B5EF4-FFF2-40B4-BE49-F238E27FC236}">
                    <a16:creationId xmlns:a16="http://schemas.microsoft.com/office/drawing/2014/main" id="{F8FD3990-B2EF-FA47-3633-7BFBA9604E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389" name="Group 137">
                <a:extLst>
                  <a:ext uri="{FF2B5EF4-FFF2-40B4-BE49-F238E27FC236}">
                    <a16:creationId xmlns:a16="http://schemas.microsoft.com/office/drawing/2014/main" id="{0C1D69D6-E2CC-C8A1-3ACD-3222789BD9F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392" name="Freeform 138">
                  <a:extLst>
                    <a:ext uri="{FF2B5EF4-FFF2-40B4-BE49-F238E27FC236}">
                      <a16:creationId xmlns:a16="http://schemas.microsoft.com/office/drawing/2014/main" id="{9C83E98B-DF08-EF4F-5520-6348DD516E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393" name="Freeform 139">
                  <a:extLst>
                    <a:ext uri="{FF2B5EF4-FFF2-40B4-BE49-F238E27FC236}">
                      <a16:creationId xmlns:a16="http://schemas.microsoft.com/office/drawing/2014/main" id="{6D1E7EBD-C53F-91D8-983A-344C18646B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390" name="Line 140">
                <a:extLst>
                  <a:ext uri="{FF2B5EF4-FFF2-40B4-BE49-F238E27FC236}">
                    <a16:creationId xmlns:a16="http://schemas.microsoft.com/office/drawing/2014/main" id="{E1C64AD5-6EB4-EDA1-7858-8B81699A89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91" name="Line 141">
                <a:extLst>
                  <a:ext uri="{FF2B5EF4-FFF2-40B4-BE49-F238E27FC236}">
                    <a16:creationId xmlns:a16="http://schemas.microsoft.com/office/drawing/2014/main" id="{FAC8FCB9-D541-97BF-2B53-0257BD4B51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212347" name="Group 133">
              <a:extLst>
                <a:ext uri="{FF2B5EF4-FFF2-40B4-BE49-F238E27FC236}">
                  <a16:creationId xmlns:a16="http://schemas.microsoft.com/office/drawing/2014/main" id="{4A1D0840-1AAA-BE6A-AA34-DFBDC60E0DB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66981" y="4995528"/>
              <a:ext cx="513732" cy="157430"/>
              <a:chOff x="2356" y="1300"/>
              <a:chExt cx="555" cy="194"/>
            </a:xfrm>
          </p:grpSpPr>
          <p:sp>
            <p:nvSpPr>
              <p:cNvPr id="212378" name="Oval 407">
                <a:extLst>
                  <a:ext uri="{FF2B5EF4-FFF2-40B4-BE49-F238E27FC236}">
                    <a16:creationId xmlns:a16="http://schemas.microsoft.com/office/drawing/2014/main" id="{73007424-8E58-729D-D596-2C10612291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79" name="Rectangle 410">
                <a:extLst>
                  <a:ext uri="{FF2B5EF4-FFF2-40B4-BE49-F238E27FC236}">
                    <a16:creationId xmlns:a16="http://schemas.microsoft.com/office/drawing/2014/main" id="{ABA615B9-BC18-AD2B-949A-FDECF8486E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80" name="Oval 411">
                <a:extLst>
                  <a:ext uri="{FF2B5EF4-FFF2-40B4-BE49-F238E27FC236}">
                    <a16:creationId xmlns:a16="http://schemas.microsoft.com/office/drawing/2014/main" id="{7CD0AC5B-384F-4D08-39B0-DEF1F2BC5D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381" name="Group 137">
                <a:extLst>
                  <a:ext uri="{FF2B5EF4-FFF2-40B4-BE49-F238E27FC236}">
                    <a16:creationId xmlns:a16="http://schemas.microsoft.com/office/drawing/2014/main" id="{7109EE89-D284-D4DF-1D3F-EB9207BC201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384" name="Freeform 138">
                  <a:extLst>
                    <a:ext uri="{FF2B5EF4-FFF2-40B4-BE49-F238E27FC236}">
                      <a16:creationId xmlns:a16="http://schemas.microsoft.com/office/drawing/2014/main" id="{6B13F45F-305E-99AD-3F8F-70A9657BE2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385" name="Freeform 139">
                  <a:extLst>
                    <a:ext uri="{FF2B5EF4-FFF2-40B4-BE49-F238E27FC236}">
                      <a16:creationId xmlns:a16="http://schemas.microsoft.com/office/drawing/2014/main" id="{AF752715-7C24-13C5-C740-47D03C0EA2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382" name="Line 140">
                <a:extLst>
                  <a:ext uri="{FF2B5EF4-FFF2-40B4-BE49-F238E27FC236}">
                    <a16:creationId xmlns:a16="http://schemas.microsoft.com/office/drawing/2014/main" id="{D0CC4907-E35C-E4CB-BA21-95F3E48007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83" name="Line 141">
                <a:extLst>
                  <a:ext uri="{FF2B5EF4-FFF2-40B4-BE49-F238E27FC236}">
                    <a16:creationId xmlns:a16="http://schemas.microsoft.com/office/drawing/2014/main" id="{E4E40AB1-FF46-BC17-B233-8C1C435153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cxnSp>
          <p:nvCxnSpPr>
            <p:cNvPr id="212348" name="Straight Connector 12">
              <a:extLst>
                <a:ext uri="{FF2B5EF4-FFF2-40B4-BE49-F238E27FC236}">
                  <a16:creationId xmlns:a16="http://schemas.microsoft.com/office/drawing/2014/main" id="{E3BFA9C4-D8C2-4BE3-5636-B7B129D38875}"/>
                </a:ext>
              </a:extLst>
            </p:cNvPr>
            <p:cNvCxnSpPr>
              <a:cxnSpLocks noChangeShapeType="1"/>
              <a:endCxn id="212518" idx="1"/>
            </p:cNvCxnSpPr>
            <p:nvPr/>
          </p:nvCxnSpPr>
          <p:spPr bwMode="auto">
            <a:xfrm>
              <a:off x="2382838" y="2609850"/>
              <a:ext cx="238125" cy="2619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49" name="Straight Connector 500">
              <a:extLst>
                <a:ext uri="{FF2B5EF4-FFF2-40B4-BE49-F238E27FC236}">
                  <a16:creationId xmlns:a16="http://schemas.microsoft.com/office/drawing/2014/main" id="{A840848B-B0C2-2E1F-65EB-4F46751B430E}"/>
                </a:ext>
              </a:extLst>
            </p:cNvPr>
            <p:cNvCxnSpPr>
              <a:cxnSpLocks noChangeShapeType="1"/>
              <a:stCxn id="212314" idx="8"/>
              <a:endCxn id="212375" idx="2"/>
            </p:cNvCxnSpPr>
            <p:nvPr/>
          </p:nvCxnSpPr>
          <p:spPr bwMode="auto">
            <a:xfrm>
              <a:off x="1455738" y="2990850"/>
              <a:ext cx="38100" cy="309563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0" name="Straight Connector 501">
              <a:extLst>
                <a:ext uri="{FF2B5EF4-FFF2-40B4-BE49-F238E27FC236}">
                  <a16:creationId xmlns:a16="http://schemas.microsoft.com/office/drawing/2014/main" id="{31456805-B96F-DF8B-D9FD-5EAC76E3440C}"/>
                </a:ext>
              </a:extLst>
            </p:cNvPr>
            <p:cNvCxnSpPr>
              <a:cxnSpLocks noChangeShapeType="1"/>
              <a:endCxn id="212375" idx="3"/>
            </p:cNvCxnSpPr>
            <p:nvPr/>
          </p:nvCxnSpPr>
          <p:spPr bwMode="auto">
            <a:xfrm>
              <a:off x="1235075" y="3271838"/>
              <a:ext cx="123825" cy="212725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1" name="Straight Connector 502">
              <a:extLst>
                <a:ext uri="{FF2B5EF4-FFF2-40B4-BE49-F238E27FC236}">
                  <a16:creationId xmlns:a16="http://schemas.microsoft.com/office/drawing/2014/main" id="{4735034C-C363-076F-0FDF-58F1E302B8E2}"/>
                </a:ext>
              </a:extLst>
            </p:cNvPr>
            <p:cNvCxnSpPr>
              <a:cxnSpLocks noChangeShapeType="1"/>
              <a:endCxn id="212486" idx="1"/>
            </p:cNvCxnSpPr>
            <p:nvPr/>
          </p:nvCxnSpPr>
          <p:spPr bwMode="auto">
            <a:xfrm>
              <a:off x="3916363" y="2411413"/>
              <a:ext cx="307975" cy="57308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2" name="Straight Connector 503">
              <a:extLst>
                <a:ext uri="{FF2B5EF4-FFF2-40B4-BE49-F238E27FC236}">
                  <a16:creationId xmlns:a16="http://schemas.microsoft.com/office/drawing/2014/main" id="{412EA610-B118-A66C-D847-C95F6C21AB78}"/>
                </a:ext>
              </a:extLst>
            </p:cNvPr>
            <p:cNvCxnSpPr>
              <a:cxnSpLocks noChangeShapeType="1"/>
              <a:endCxn id="212486" idx="0"/>
            </p:cNvCxnSpPr>
            <p:nvPr/>
          </p:nvCxnSpPr>
          <p:spPr bwMode="auto">
            <a:xfrm flipH="1">
              <a:off x="4425950" y="2389188"/>
              <a:ext cx="384175" cy="57943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3" name="Straight Connector 504">
              <a:extLst>
                <a:ext uri="{FF2B5EF4-FFF2-40B4-BE49-F238E27FC236}">
                  <a16:creationId xmlns:a16="http://schemas.microsoft.com/office/drawing/2014/main" id="{B367AC53-E338-28AE-D5DF-3674C1C414E2}"/>
                </a:ext>
              </a:extLst>
            </p:cNvPr>
            <p:cNvCxnSpPr>
              <a:cxnSpLocks noChangeShapeType="1"/>
              <a:endCxn id="212568" idx="0"/>
            </p:cNvCxnSpPr>
            <p:nvPr/>
          </p:nvCxnSpPr>
          <p:spPr bwMode="auto">
            <a:xfrm>
              <a:off x="6770688" y="2900363"/>
              <a:ext cx="215900" cy="10461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4" name="Straight Connector 505">
              <a:extLst>
                <a:ext uri="{FF2B5EF4-FFF2-40B4-BE49-F238E27FC236}">
                  <a16:creationId xmlns:a16="http://schemas.microsoft.com/office/drawing/2014/main" id="{77B5A85C-49D4-3175-B9A8-ABF9D20334F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7137400" y="3251200"/>
              <a:ext cx="241300" cy="69215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5" name="Straight Connector 506">
              <a:extLst>
                <a:ext uri="{FF2B5EF4-FFF2-40B4-BE49-F238E27FC236}">
                  <a16:creationId xmlns:a16="http://schemas.microsoft.com/office/drawing/2014/main" id="{4D67E709-71AC-33A8-F202-C5694419C0BA}"/>
                </a:ext>
              </a:extLst>
            </p:cNvPr>
            <p:cNvCxnSpPr>
              <a:cxnSpLocks noChangeShapeType="1"/>
              <a:stCxn id="212318" idx="4"/>
              <a:endCxn id="212563" idx="0"/>
            </p:cNvCxnSpPr>
            <p:nvPr/>
          </p:nvCxnSpPr>
          <p:spPr bwMode="auto">
            <a:xfrm flipH="1">
              <a:off x="7483475" y="4229100"/>
              <a:ext cx="541338" cy="2492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6" name="Straight Connector 507">
              <a:extLst>
                <a:ext uri="{FF2B5EF4-FFF2-40B4-BE49-F238E27FC236}">
                  <a16:creationId xmlns:a16="http://schemas.microsoft.com/office/drawing/2014/main" id="{70F37A0E-5338-63A5-F42F-3ED57F13159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7454900" y="4573588"/>
              <a:ext cx="796925" cy="6143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7" name="Straight Connector 508">
              <a:extLst>
                <a:ext uri="{FF2B5EF4-FFF2-40B4-BE49-F238E27FC236}">
                  <a16:creationId xmlns:a16="http://schemas.microsoft.com/office/drawing/2014/main" id="{8561ECA5-E233-F10B-A31B-0582D45DD3FE}"/>
                </a:ext>
              </a:extLst>
            </p:cNvPr>
            <p:cNvCxnSpPr>
              <a:cxnSpLocks noChangeShapeType="1"/>
              <a:endCxn id="212550" idx="5"/>
            </p:cNvCxnSpPr>
            <p:nvPr/>
          </p:nvCxnSpPr>
          <p:spPr bwMode="auto">
            <a:xfrm flipH="1" flipV="1">
              <a:off x="6496050" y="4722813"/>
              <a:ext cx="1047750" cy="96678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8" name="Straight Connector 509">
              <a:extLst>
                <a:ext uri="{FF2B5EF4-FFF2-40B4-BE49-F238E27FC236}">
                  <a16:creationId xmlns:a16="http://schemas.microsoft.com/office/drawing/2014/main" id="{A039BB30-3EC3-6B26-1069-55E728992F83}"/>
                </a:ext>
              </a:extLst>
            </p:cNvPr>
            <p:cNvCxnSpPr>
              <a:cxnSpLocks noChangeShapeType="1"/>
              <a:stCxn id="212319" idx="0"/>
              <a:endCxn id="212374" idx="5"/>
            </p:cNvCxnSpPr>
            <p:nvPr/>
          </p:nvCxnSpPr>
          <p:spPr bwMode="auto">
            <a:xfrm flipH="1" flipV="1">
              <a:off x="5084763" y="5684838"/>
              <a:ext cx="520700" cy="1698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9" name="Straight Connector 510">
              <a:extLst>
                <a:ext uri="{FF2B5EF4-FFF2-40B4-BE49-F238E27FC236}">
                  <a16:creationId xmlns:a16="http://schemas.microsoft.com/office/drawing/2014/main" id="{53213188-0152-FAFB-02BA-BB9A7FFC578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4068763" y="5045075"/>
              <a:ext cx="371475" cy="9731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0" name="Straight Connector 511">
              <a:extLst>
                <a:ext uri="{FF2B5EF4-FFF2-40B4-BE49-F238E27FC236}">
                  <a16:creationId xmlns:a16="http://schemas.microsoft.com/office/drawing/2014/main" id="{B7AA2AA2-2361-98A4-912B-CDACDB4F766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389313" y="5689600"/>
              <a:ext cx="306387" cy="16510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1" name="Straight Connector 512">
              <a:extLst>
                <a:ext uri="{FF2B5EF4-FFF2-40B4-BE49-F238E27FC236}">
                  <a16:creationId xmlns:a16="http://schemas.microsoft.com/office/drawing/2014/main" id="{DFD8848D-C258-173A-A9F6-B8B30E07205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790700" y="5160963"/>
              <a:ext cx="401638" cy="20955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2" name="Straight Connector 513">
              <a:extLst>
                <a:ext uri="{FF2B5EF4-FFF2-40B4-BE49-F238E27FC236}">
                  <a16:creationId xmlns:a16="http://schemas.microsoft.com/office/drawing/2014/main" id="{5C8C285F-A8CA-99E6-14EC-8FC92809A99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179513" y="4467225"/>
              <a:ext cx="227012" cy="282575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3" name="Straight Connector 514">
              <a:extLst>
                <a:ext uri="{FF2B5EF4-FFF2-40B4-BE49-F238E27FC236}">
                  <a16:creationId xmlns:a16="http://schemas.microsoft.com/office/drawing/2014/main" id="{F8E4DAB1-F2ED-E335-D3D3-17A7F33BC306}"/>
                </a:ext>
              </a:extLst>
            </p:cNvPr>
            <p:cNvCxnSpPr>
              <a:cxnSpLocks noChangeShapeType="1"/>
              <a:endCxn id="212375" idx="5"/>
            </p:cNvCxnSpPr>
            <p:nvPr/>
          </p:nvCxnSpPr>
          <p:spPr bwMode="auto">
            <a:xfrm flipV="1">
              <a:off x="1155700" y="4368800"/>
              <a:ext cx="203200" cy="79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2364" name="Oval 14">
              <a:extLst>
                <a:ext uri="{FF2B5EF4-FFF2-40B4-BE49-F238E27FC236}">
                  <a16:creationId xmlns:a16="http://schemas.microsoft.com/office/drawing/2014/main" id="{8B83EC81-841B-3C99-9004-045B69AA04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77595" y="2896842"/>
              <a:ext cx="528046" cy="304770"/>
            </a:xfrm>
            <a:prstGeom prst="ellipse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212365" name="Straight Connector 18">
              <a:extLst>
                <a:ext uri="{FF2B5EF4-FFF2-40B4-BE49-F238E27FC236}">
                  <a16:creationId xmlns:a16="http://schemas.microsoft.com/office/drawing/2014/main" id="{286ED062-0A64-2231-A8D4-416E0BF1EBD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713288" y="3051291"/>
              <a:ext cx="964307" cy="26892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6" name="Straight Connector 516">
              <a:extLst>
                <a:ext uri="{FF2B5EF4-FFF2-40B4-BE49-F238E27FC236}">
                  <a16:creationId xmlns:a16="http://schemas.microsoft.com/office/drawing/2014/main" id="{8107FE32-8A4B-C2C2-4348-AF0B52B33DD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39457" y="3169615"/>
              <a:ext cx="691556" cy="784846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7" name="Straight Connector 515">
              <a:extLst>
                <a:ext uri="{FF2B5EF4-FFF2-40B4-BE49-F238E27FC236}">
                  <a16:creationId xmlns:a16="http://schemas.microsoft.com/office/drawing/2014/main" id="{CB848835-86B4-3160-91C2-C0FCD6B49D7E}"/>
                </a:ext>
              </a:extLst>
            </p:cNvPr>
            <p:cNvCxnSpPr>
              <a:cxnSpLocks noChangeShapeType="1"/>
              <a:stCxn id="212404" idx="0"/>
            </p:cNvCxnSpPr>
            <p:nvPr/>
          </p:nvCxnSpPr>
          <p:spPr bwMode="auto">
            <a:xfrm flipV="1">
              <a:off x="3832888" y="4233720"/>
              <a:ext cx="190494" cy="14143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2368" name="Oval 521">
              <a:extLst>
                <a:ext uri="{FF2B5EF4-FFF2-40B4-BE49-F238E27FC236}">
                  <a16:creationId xmlns:a16="http://schemas.microsoft.com/office/drawing/2014/main" id="{39530CE2-BCF8-202D-EB58-FDDD875E2C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2543" y="3959560"/>
              <a:ext cx="528230" cy="305050"/>
            </a:xfrm>
            <a:prstGeom prst="ellipse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   </a:t>
              </a:r>
            </a:p>
          </p:txBody>
        </p:sp>
        <p:cxnSp>
          <p:nvCxnSpPr>
            <p:cNvPr id="212369" name="Straight Connector 519">
              <a:extLst>
                <a:ext uri="{FF2B5EF4-FFF2-40B4-BE49-F238E27FC236}">
                  <a16:creationId xmlns:a16="http://schemas.microsoft.com/office/drawing/2014/main" id="{30A05E87-8958-44A8-9A9C-305D7B2A2DED}"/>
                </a:ext>
              </a:extLst>
            </p:cNvPr>
            <p:cNvCxnSpPr>
              <a:cxnSpLocks noChangeShapeType="1"/>
              <a:stCxn id="212368" idx="6"/>
              <a:endCxn id="212602" idx="1"/>
            </p:cNvCxnSpPr>
            <p:nvPr/>
          </p:nvCxnSpPr>
          <p:spPr bwMode="auto">
            <a:xfrm flipV="1">
              <a:off x="4460773" y="3953940"/>
              <a:ext cx="770040" cy="158145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70" name="Straight Connector 520">
              <a:extLst>
                <a:ext uri="{FF2B5EF4-FFF2-40B4-BE49-F238E27FC236}">
                  <a16:creationId xmlns:a16="http://schemas.microsoft.com/office/drawing/2014/main" id="{E99280B8-D9F7-629D-49F2-FE95BFF37B9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692525" y="3789363"/>
              <a:ext cx="342828" cy="205015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71" name="Straight Connector 7">
              <a:extLst>
                <a:ext uri="{FF2B5EF4-FFF2-40B4-BE49-F238E27FC236}">
                  <a16:creationId xmlns:a16="http://schemas.microsoft.com/office/drawing/2014/main" id="{3AF41840-5DD5-D65A-2213-A419E269534A}"/>
                </a:ext>
              </a:extLst>
            </p:cNvPr>
            <p:cNvCxnSpPr>
              <a:cxnSpLocks noChangeShapeType="1"/>
              <a:stCxn id="212476" idx="5"/>
              <a:endCxn id="212600" idx="1"/>
            </p:cNvCxnSpPr>
            <p:nvPr/>
          </p:nvCxnSpPr>
          <p:spPr bwMode="auto">
            <a:xfrm>
              <a:off x="4876727" y="3633788"/>
              <a:ext cx="431873" cy="22237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72" name="Straight Connector 415">
              <a:extLst>
                <a:ext uri="{FF2B5EF4-FFF2-40B4-BE49-F238E27FC236}">
                  <a16:creationId xmlns:a16="http://schemas.microsoft.com/office/drawing/2014/main" id="{8D891337-5B14-A071-2F65-CBF71501753A}"/>
                </a:ext>
              </a:extLst>
            </p:cNvPr>
            <p:cNvCxnSpPr>
              <a:cxnSpLocks noChangeShapeType="1"/>
              <a:endCxn id="212436" idx="0"/>
            </p:cNvCxnSpPr>
            <p:nvPr/>
          </p:nvCxnSpPr>
          <p:spPr bwMode="auto">
            <a:xfrm flipH="1">
              <a:off x="2406650" y="3753813"/>
              <a:ext cx="282556" cy="511097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73" name="Straight Connector 523">
              <a:extLst>
                <a:ext uri="{FF2B5EF4-FFF2-40B4-BE49-F238E27FC236}">
                  <a16:creationId xmlns:a16="http://schemas.microsoft.com/office/drawing/2014/main" id="{B5D64F56-D156-4370-B9B3-EF87ED1585C4}"/>
                </a:ext>
              </a:extLst>
            </p:cNvPr>
            <p:cNvCxnSpPr>
              <a:cxnSpLocks noChangeShapeType="1"/>
              <a:stCxn id="212399" idx="0"/>
            </p:cNvCxnSpPr>
            <p:nvPr/>
          </p:nvCxnSpPr>
          <p:spPr bwMode="auto">
            <a:xfrm flipV="1">
              <a:off x="4307761" y="4626483"/>
              <a:ext cx="844015" cy="304292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2374" name="Oval 6">
              <a:extLst>
                <a:ext uri="{FF2B5EF4-FFF2-40B4-BE49-F238E27FC236}">
                  <a16:creationId xmlns:a16="http://schemas.microsoft.com/office/drawing/2014/main" id="{CA3D4378-92F3-DEFD-F75C-97713B6CBF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0100" y="5359400"/>
              <a:ext cx="2044700" cy="381000"/>
            </a:xfrm>
            <a:prstGeom prst="ellipse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75" name="Oval 517">
              <a:extLst>
                <a:ext uri="{FF2B5EF4-FFF2-40B4-BE49-F238E27FC236}">
                  <a16:creationId xmlns:a16="http://schemas.microsoft.com/office/drawing/2014/main" id="{8D5AFA36-C75E-5C99-971A-2C03F1993F8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67569" y="3736182"/>
              <a:ext cx="1252537" cy="381000"/>
            </a:xfrm>
            <a:prstGeom prst="ellipse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212376" name="Straight Connector 39941">
              <a:extLst>
                <a:ext uri="{FF2B5EF4-FFF2-40B4-BE49-F238E27FC236}">
                  <a16:creationId xmlns:a16="http://schemas.microsoft.com/office/drawing/2014/main" id="{37969356-63DB-2C97-59AA-767017E85CBB}"/>
                </a:ext>
              </a:extLst>
            </p:cNvPr>
            <p:cNvCxnSpPr>
              <a:cxnSpLocks noChangeShapeType="1"/>
              <a:stCxn id="212375" idx="0"/>
              <a:endCxn id="212464" idx="0"/>
            </p:cNvCxnSpPr>
            <p:nvPr/>
          </p:nvCxnSpPr>
          <p:spPr bwMode="auto">
            <a:xfrm flipV="1">
              <a:off x="1684338" y="3654425"/>
              <a:ext cx="758825" cy="27305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77" name="Straight Connector 524">
              <a:extLst>
                <a:ext uri="{FF2B5EF4-FFF2-40B4-BE49-F238E27FC236}">
                  <a16:creationId xmlns:a16="http://schemas.microsoft.com/office/drawing/2014/main" id="{7D4FF69D-2C57-A1C4-25EF-C2F26C353316}"/>
                </a:ext>
              </a:extLst>
            </p:cNvPr>
            <p:cNvCxnSpPr>
              <a:cxnSpLocks noChangeShapeType="1"/>
              <a:endCxn id="212438" idx="1"/>
            </p:cNvCxnSpPr>
            <p:nvPr/>
          </p:nvCxnSpPr>
          <p:spPr bwMode="auto">
            <a:xfrm>
              <a:off x="1685925" y="4111625"/>
              <a:ext cx="466725" cy="269875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11973" name="Group 418">
            <a:extLst>
              <a:ext uri="{FF2B5EF4-FFF2-40B4-BE49-F238E27FC236}">
                <a16:creationId xmlns:a16="http://schemas.microsoft.com/office/drawing/2014/main" id="{E1C3A6F3-8E3F-D154-66D9-8E16A977BD53}"/>
              </a:ext>
            </a:extLst>
          </p:cNvPr>
          <p:cNvGrpSpPr>
            <a:grpSpLocks/>
          </p:cNvGrpSpPr>
          <p:nvPr/>
        </p:nvGrpSpPr>
        <p:grpSpPr bwMode="auto">
          <a:xfrm>
            <a:off x="1963738" y="4827588"/>
            <a:ext cx="874712" cy="506412"/>
            <a:chOff x="2889" y="1631"/>
            <a:chExt cx="980" cy="743"/>
          </a:xfrm>
        </p:grpSpPr>
        <p:sp>
          <p:nvSpPr>
            <p:cNvPr id="212304" name="Rectangle 419">
              <a:extLst>
                <a:ext uri="{FF2B5EF4-FFF2-40B4-BE49-F238E27FC236}">
                  <a16:creationId xmlns:a16="http://schemas.microsoft.com/office/drawing/2014/main" id="{9921399A-FDCD-909A-BAB4-BDAB3240EA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5249" name="AutoShape 420">
              <a:extLst>
                <a:ext uri="{FF2B5EF4-FFF2-40B4-BE49-F238E27FC236}">
                  <a16:creationId xmlns:a16="http://schemas.microsoft.com/office/drawing/2014/main" id="{3729B4C1-A759-9C0F-60F2-DC7DBF2274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4"/>
            </a:xfrm>
            <a:prstGeom prst="triangle">
              <a:avLst>
                <a:gd name="adj" fmla="val 50000"/>
              </a:avLst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CCFF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211974" name="Line 424">
            <a:extLst>
              <a:ext uri="{FF2B5EF4-FFF2-40B4-BE49-F238E27FC236}">
                <a16:creationId xmlns:a16="http://schemas.microsoft.com/office/drawing/2014/main" id="{5A544833-BE74-C033-B5CD-0FC6A92E357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686051" y="5280026"/>
            <a:ext cx="144463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673" name="Title 1">
            <a:extLst>
              <a:ext uri="{FF2B5EF4-FFF2-40B4-BE49-F238E27FC236}">
                <a16:creationId xmlns:a16="http://schemas.microsoft.com/office/drawing/2014/main" id="{DC9E7775-2C91-EDB2-955E-6E651508174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09441" y="180762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Example: Netflix (4)</a:t>
            </a:r>
            <a:endParaRPr lang="en-US" altLang="en-US" sz="4400" dirty="0">
              <a:ea typeface="ＭＳ Ｐゴシック" panose="020B0600070205080204" pitchFamily="34" charset="-128"/>
            </a:endParaRPr>
          </a:p>
        </p:txBody>
      </p:sp>
      <p:grpSp>
        <p:nvGrpSpPr>
          <p:cNvPr id="793" name="Group 792">
            <a:extLst>
              <a:ext uri="{FF2B5EF4-FFF2-40B4-BE49-F238E27FC236}">
                <a16:creationId xmlns:a16="http://schemas.microsoft.com/office/drawing/2014/main" id="{7525225B-4B23-841A-F8EE-7F5A876B2249}"/>
              </a:ext>
            </a:extLst>
          </p:cNvPr>
          <p:cNvGrpSpPr>
            <a:grpSpLocks/>
          </p:cNvGrpSpPr>
          <p:nvPr/>
        </p:nvGrpSpPr>
        <p:grpSpPr bwMode="auto">
          <a:xfrm>
            <a:off x="4745038" y="5776913"/>
            <a:ext cx="349250" cy="679450"/>
            <a:chOff x="7923189" y="2486664"/>
            <a:chExt cx="360377" cy="884585"/>
          </a:xfrm>
        </p:grpSpPr>
        <p:pic>
          <p:nvPicPr>
            <p:cNvPr id="212270" name="Picture 3">
              <a:extLst>
                <a:ext uri="{FF2B5EF4-FFF2-40B4-BE49-F238E27FC236}">
                  <a16:creationId xmlns:a16="http://schemas.microsoft.com/office/drawing/2014/main" id="{A0A1CDE8-9368-9E3C-4F29-2B2C50864E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271" name="Group 950">
              <a:extLst>
                <a:ext uri="{FF2B5EF4-FFF2-40B4-BE49-F238E27FC236}">
                  <a16:creationId xmlns:a16="http://schemas.microsoft.com/office/drawing/2014/main" id="{0F6A18E2-146B-EFF6-F78D-431301A4DC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272" name="Freeform 951">
                <a:extLst>
                  <a:ext uri="{FF2B5EF4-FFF2-40B4-BE49-F238E27FC236}">
                    <a16:creationId xmlns:a16="http://schemas.microsoft.com/office/drawing/2014/main" id="{73D86D39-4367-0B0B-BB9F-F7B0E7563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73" name="Rectangle 952">
                <a:extLst>
                  <a:ext uri="{FF2B5EF4-FFF2-40B4-BE49-F238E27FC236}">
                    <a16:creationId xmlns:a16="http://schemas.microsoft.com/office/drawing/2014/main" id="{24B96C00-B744-9ED0-D630-3BB07198D9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74" name="Freeform 953">
                <a:extLst>
                  <a:ext uri="{FF2B5EF4-FFF2-40B4-BE49-F238E27FC236}">
                    <a16:creationId xmlns:a16="http://schemas.microsoft.com/office/drawing/2014/main" id="{6A97C067-D166-2BE1-36A1-50103DC37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75" name="Freeform 954">
                <a:extLst>
                  <a:ext uri="{FF2B5EF4-FFF2-40B4-BE49-F238E27FC236}">
                    <a16:creationId xmlns:a16="http://schemas.microsoft.com/office/drawing/2014/main" id="{3A4BCC0B-C18E-75C8-17E6-A6598E552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76" name="Rectangle 955">
                <a:extLst>
                  <a:ext uri="{FF2B5EF4-FFF2-40B4-BE49-F238E27FC236}">
                    <a16:creationId xmlns:a16="http://schemas.microsoft.com/office/drawing/2014/main" id="{992CA4D4-B31D-BCED-AAF6-1F899970E2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77" name="Group 956">
                <a:extLst>
                  <a:ext uri="{FF2B5EF4-FFF2-40B4-BE49-F238E27FC236}">
                    <a16:creationId xmlns:a16="http://schemas.microsoft.com/office/drawing/2014/main" id="{EC93DA24-1AC0-29F7-2D91-48E2BFE95B5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302" name="AutoShape 957">
                  <a:extLst>
                    <a:ext uri="{FF2B5EF4-FFF2-40B4-BE49-F238E27FC236}">
                      <a16:creationId xmlns:a16="http://schemas.microsoft.com/office/drawing/2014/main" id="{CEF5F317-0061-5521-172F-9184DC3367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303" name="AutoShape 958">
                  <a:extLst>
                    <a:ext uri="{FF2B5EF4-FFF2-40B4-BE49-F238E27FC236}">
                      <a16:creationId xmlns:a16="http://schemas.microsoft.com/office/drawing/2014/main" id="{BF0CD868-3905-71CE-9A66-5EC43522CB1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78" name="Rectangle 959">
                <a:extLst>
                  <a:ext uri="{FF2B5EF4-FFF2-40B4-BE49-F238E27FC236}">
                    <a16:creationId xmlns:a16="http://schemas.microsoft.com/office/drawing/2014/main" id="{13AB38DA-640E-0618-CE76-A62704DD1C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79" name="Group 960">
                <a:extLst>
                  <a:ext uri="{FF2B5EF4-FFF2-40B4-BE49-F238E27FC236}">
                    <a16:creationId xmlns:a16="http://schemas.microsoft.com/office/drawing/2014/main" id="{CA7A057D-A77F-DAA6-78A7-7DF1D0D889F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300" name="AutoShape 961">
                  <a:extLst>
                    <a:ext uri="{FF2B5EF4-FFF2-40B4-BE49-F238E27FC236}">
                      <a16:creationId xmlns:a16="http://schemas.microsoft.com/office/drawing/2014/main" id="{905E4842-E03E-AEE7-3EB3-EC324D2D1B3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301" name="AutoShape 962">
                  <a:extLst>
                    <a:ext uri="{FF2B5EF4-FFF2-40B4-BE49-F238E27FC236}">
                      <a16:creationId xmlns:a16="http://schemas.microsoft.com/office/drawing/2014/main" id="{5E8BF44E-8B60-90D5-B6CD-76E59600E3E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80" name="Rectangle 963">
                <a:extLst>
                  <a:ext uri="{FF2B5EF4-FFF2-40B4-BE49-F238E27FC236}">
                    <a16:creationId xmlns:a16="http://schemas.microsoft.com/office/drawing/2014/main" id="{66A1A923-F18B-4829-ED7D-47F35A6D87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81" name="Rectangle 964">
                <a:extLst>
                  <a:ext uri="{FF2B5EF4-FFF2-40B4-BE49-F238E27FC236}">
                    <a16:creationId xmlns:a16="http://schemas.microsoft.com/office/drawing/2014/main" id="{F2D34AF2-5215-38AF-2EDB-D484B7D87D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82" name="Group 965">
                <a:extLst>
                  <a:ext uri="{FF2B5EF4-FFF2-40B4-BE49-F238E27FC236}">
                    <a16:creationId xmlns:a16="http://schemas.microsoft.com/office/drawing/2014/main" id="{7F574621-72AC-AA11-6465-442ABB1CB1F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298" name="AutoShape 966">
                  <a:extLst>
                    <a:ext uri="{FF2B5EF4-FFF2-40B4-BE49-F238E27FC236}">
                      <a16:creationId xmlns:a16="http://schemas.microsoft.com/office/drawing/2014/main" id="{037B5008-24EB-9962-E362-4F8D5197B05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99" name="AutoShape 967">
                  <a:extLst>
                    <a:ext uri="{FF2B5EF4-FFF2-40B4-BE49-F238E27FC236}">
                      <a16:creationId xmlns:a16="http://schemas.microsoft.com/office/drawing/2014/main" id="{E40B88E1-F47D-7551-AF85-C5E33744DC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83" name="Freeform 968">
                <a:extLst>
                  <a:ext uri="{FF2B5EF4-FFF2-40B4-BE49-F238E27FC236}">
                    <a16:creationId xmlns:a16="http://schemas.microsoft.com/office/drawing/2014/main" id="{7DF534CD-244D-7EAB-F113-9417B9961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84" name="Group 969">
                <a:extLst>
                  <a:ext uri="{FF2B5EF4-FFF2-40B4-BE49-F238E27FC236}">
                    <a16:creationId xmlns:a16="http://schemas.microsoft.com/office/drawing/2014/main" id="{BF9ED985-FF25-9E61-8171-C8CA8C80C3B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296" name="AutoShape 970">
                  <a:extLst>
                    <a:ext uri="{FF2B5EF4-FFF2-40B4-BE49-F238E27FC236}">
                      <a16:creationId xmlns:a16="http://schemas.microsoft.com/office/drawing/2014/main" id="{C453B646-573D-E602-A3A9-2CF9C985808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97" name="AutoShape 971">
                  <a:extLst>
                    <a:ext uri="{FF2B5EF4-FFF2-40B4-BE49-F238E27FC236}">
                      <a16:creationId xmlns:a16="http://schemas.microsoft.com/office/drawing/2014/main" id="{80210DE1-6203-11F8-054F-C4A6277894B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85" name="Rectangle 972">
                <a:extLst>
                  <a:ext uri="{FF2B5EF4-FFF2-40B4-BE49-F238E27FC236}">
                    <a16:creationId xmlns:a16="http://schemas.microsoft.com/office/drawing/2014/main" id="{D12386E7-26B6-BF69-77F9-2886CFA52A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86" name="Freeform 973">
                <a:extLst>
                  <a:ext uri="{FF2B5EF4-FFF2-40B4-BE49-F238E27FC236}">
                    <a16:creationId xmlns:a16="http://schemas.microsoft.com/office/drawing/2014/main" id="{4AB61717-A860-B401-3E57-9CB9883F8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87" name="Freeform 974">
                <a:extLst>
                  <a:ext uri="{FF2B5EF4-FFF2-40B4-BE49-F238E27FC236}">
                    <a16:creationId xmlns:a16="http://schemas.microsoft.com/office/drawing/2014/main" id="{9EE05785-8F61-D688-B37E-2280C58F3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88" name="Oval 975">
                <a:extLst>
                  <a:ext uri="{FF2B5EF4-FFF2-40B4-BE49-F238E27FC236}">
                    <a16:creationId xmlns:a16="http://schemas.microsoft.com/office/drawing/2014/main" id="{D35FE196-C9F6-DF45-F8E6-0CE7B94287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89" name="Freeform 976">
                <a:extLst>
                  <a:ext uri="{FF2B5EF4-FFF2-40B4-BE49-F238E27FC236}">
                    <a16:creationId xmlns:a16="http://schemas.microsoft.com/office/drawing/2014/main" id="{5AB357B3-034B-74D0-0AF0-E5DE7B388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90" name="AutoShape 977">
                <a:extLst>
                  <a:ext uri="{FF2B5EF4-FFF2-40B4-BE49-F238E27FC236}">
                    <a16:creationId xmlns:a16="http://schemas.microsoft.com/office/drawing/2014/main" id="{F7E24747-AA2F-8D61-63C1-E3C89244F1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91" name="AutoShape 978">
                <a:extLst>
                  <a:ext uri="{FF2B5EF4-FFF2-40B4-BE49-F238E27FC236}">
                    <a16:creationId xmlns:a16="http://schemas.microsoft.com/office/drawing/2014/main" id="{6FEA955C-0A15-FAE2-6405-B437461712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92" name="Oval 979">
                <a:extLst>
                  <a:ext uri="{FF2B5EF4-FFF2-40B4-BE49-F238E27FC236}">
                    <a16:creationId xmlns:a16="http://schemas.microsoft.com/office/drawing/2014/main" id="{6CA38D4E-A2B9-5A27-EB45-6F547C536F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93" name="Oval 980">
                <a:extLst>
                  <a:ext uri="{FF2B5EF4-FFF2-40B4-BE49-F238E27FC236}">
                    <a16:creationId xmlns:a16="http://schemas.microsoft.com/office/drawing/2014/main" id="{A558DF72-3CAD-7D37-ED96-0FCD6D3197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94" name="Oval 981">
                <a:extLst>
                  <a:ext uri="{FF2B5EF4-FFF2-40B4-BE49-F238E27FC236}">
                    <a16:creationId xmlns:a16="http://schemas.microsoft.com/office/drawing/2014/main" id="{8C005310-8340-EE54-A6B6-95564ABBD4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95" name="Rectangle 982">
                <a:extLst>
                  <a:ext uri="{FF2B5EF4-FFF2-40B4-BE49-F238E27FC236}">
                    <a16:creationId xmlns:a16="http://schemas.microsoft.com/office/drawing/2014/main" id="{056443D9-7028-A6E7-E144-27065A1021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828" name="Group 827">
            <a:extLst>
              <a:ext uri="{FF2B5EF4-FFF2-40B4-BE49-F238E27FC236}">
                <a16:creationId xmlns:a16="http://schemas.microsoft.com/office/drawing/2014/main" id="{0C46D703-CAC0-C6B2-FC7B-1649BB03EFB8}"/>
              </a:ext>
            </a:extLst>
          </p:cNvPr>
          <p:cNvGrpSpPr>
            <a:grpSpLocks/>
          </p:cNvGrpSpPr>
          <p:nvPr/>
        </p:nvGrpSpPr>
        <p:grpSpPr bwMode="auto">
          <a:xfrm>
            <a:off x="5911851" y="3556000"/>
            <a:ext cx="347663" cy="679450"/>
            <a:chOff x="7923189" y="2486664"/>
            <a:chExt cx="360377" cy="884585"/>
          </a:xfrm>
        </p:grpSpPr>
        <p:pic>
          <p:nvPicPr>
            <p:cNvPr id="212236" name="Picture 3">
              <a:extLst>
                <a:ext uri="{FF2B5EF4-FFF2-40B4-BE49-F238E27FC236}">
                  <a16:creationId xmlns:a16="http://schemas.microsoft.com/office/drawing/2014/main" id="{76ACE156-8725-BEFD-2CC0-C8880C7694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237" name="Group 950">
              <a:extLst>
                <a:ext uri="{FF2B5EF4-FFF2-40B4-BE49-F238E27FC236}">
                  <a16:creationId xmlns:a16="http://schemas.microsoft.com/office/drawing/2014/main" id="{20ED7876-47AB-A572-F2D6-4468DEB52A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238" name="Freeform 951">
                <a:extLst>
                  <a:ext uri="{FF2B5EF4-FFF2-40B4-BE49-F238E27FC236}">
                    <a16:creationId xmlns:a16="http://schemas.microsoft.com/office/drawing/2014/main" id="{1E970705-0731-CB31-1F2F-7A04EE5E08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39" name="Rectangle 952">
                <a:extLst>
                  <a:ext uri="{FF2B5EF4-FFF2-40B4-BE49-F238E27FC236}">
                    <a16:creationId xmlns:a16="http://schemas.microsoft.com/office/drawing/2014/main" id="{DE7374C0-CF3F-B5F5-DFFE-B3D33F9E2A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40" name="Freeform 953">
                <a:extLst>
                  <a:ext uri="{FF2B5EF4-FFF2-40B4-BE49-F238E27FC236}">
                    <a16:creationId xmlns:a16="http://schemas.microsoft.com/office/drawing/2014/main" id="{3C5753FF-FF5A-51FB-FC84-0D05700E9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41" name="Freeform 954">
                <a:extLst>
                  <a:ext uri="{FF2B5EF4-FFF2-40B4-BE49-F238E27FC236}">
                    <a16:creationId xmlns:a16="http://schemas.microsoft.com/office/drawing/2014/main" id="{2CCBF56D-D750-31E5-82DF-EF06FE5EA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42" name="Rectangle 955">
                <a:extLst>
                  <a:ext uri="{FF2B5EF4-FFF2-40B4-BE49-F238E27FC236}">
                    <a16:creationId xmlns:a16="http://schemas.microsoft.com/office/drawing/2014/main" id="{5B9343D1-D0CD-9303-8816-BCFC10EA57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43" name="Group 956">
                <a:extLst>
                  <a:ext uri="{FF2B5EF4-FFF2-40B4-BE49-F238E27FC236}">
                    <a16:creationId xmlns:a16="http://schemas.microsoft.com/office/drawing/2014/main" id="{FBBF4C61-87F7-BBBC-B0E1-7D818579B86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268" name="AutoShape 957">
                  <a:extLst>
                    <a:ext uri="{FF2B5EF4-FFF2-40B4-BE49-F238E27FC236}">
                      <a16:creationId xmlns:a16="http://schemas.microsoft.com/office/drawing/2014/main" id="{651B3B28-ED77-BAE7-E3F2-B0C85B3320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69" name="AutoShape 958">
                  <a:extLst>
                    <a:ext uri="{FF2B5EF4-FFF2-40B4-BE49-F238E27FC236}">
                      <a16:creationId xmlns:a16="http://schemas.microsoft.com/office/drawing/2014/main" id="{03452CA4-B97E-4055-7067-2F931246A2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44" name="Rectangle 959">
                <a:extLst>
                  <a:ext uri="{FF2B5EF4-FFF2-40B4-BE49-F238E27FC236}">
                    <a16:creationId xmlns:a16="http://schemas.microsoft.com/office/drawing/2014/main" id="{3A1D1684-8FBB-732A-B28F-F09546448E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45" name="Group 960">
                <a:extLst>
                  <a:ext uri="{FF2B5EF4-FFF2-40B4-BE49-F238E27FC236}">
                    <a16:creationId xmlns:a16="http://schemas.microsoft.com/office/drawing/2014/main" id="{1C863A30-D31F-8D24-808D-08032E53D3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266" name="AutoShape 961">
                  <a:extLst>
                    <a:ext uri="{FF2B5EF4-FFF2-40B4-BE49-F238E27FC236}">
                      <a16:creationId xmlns:a16="http://schemas.microsoft.com/office/drawing/2014/main" id="{CB9FABCE-3798-E860-7326-8E75B8CC556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67" name="AutoShape 962">
                  <a:extLst>
                    <a:ext uri="{FF2B5EF4-FFF2-40B4-BE49-F238E27FC236}">
                      <a16:creationId xmlns:a16="http://schemas.microsoft.com/office/drawing/2014/main" id="{C821767A-5FBF-9A5B-AEBA-C8762C9A30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46" name="Rectangle 963">
                <a:extLst>
                  <a:ext uri="{FF2B5EF4-FFF2-40B4-BE49-F238E27FC236}">
                    <a16:creationId xmlns:a16="http://schemas.microsoft.com/office/drawing/2014/main" id="{DC79868B-584F-EEBE-9F3A-D85AB48990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47" name="Rectangle 964">
                <a:extLst>
                  <a:ext uri="{FF2B5EF4-FFF2-40B4-BE49-F238E27FC236}">
                    <a16:creationId xmlns:a16="http://schemas.microsoft.com/office/drawing/2014/main" id="{10097929-8E7F-1873-556C-0A9EB7977C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48" name="Group 965">
                <a:extLst>
                  <a:ext uri="{FF2B5EF4-FFF2-40B4-BE49-F238E27FC236}">
                    <a16:creationId xmlns:a16="http://schemas.microsoft.com/office/drawing/2014/main" id="{F3B1874E-7230-022D-6F32-2FCBF7C806A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264" name="AutoShape 966">
                  <a:extLst>
                    <a:ext uri="{FF2B5EF4-FFF2-40B4-BE49-F238E27FC236}">
                      <a16:creationId xmlns:a16="http://schemas.microsoft.com/office/drawing/2014/main" id="{608F391A-1F73-92E2-2CC0-73BA31F76A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65" name="AutoShape 967">
                  <a:extLst>
                    <a:ext uri="{FF2B5EF4-FFF2-40B4-BE49-F238E27FC236}">
                      <a16:creationId xmlns:a16="http://schemas.microsoft.com/office/drawing/2014/main" id="{710BF28F-C36F-2E1A-C71D-127DA49796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49" name="Freeform 968">
                <a:extLst>
                  <a:ext uri="{FF2B5EF4-FFF2-40B4-BE49-F238E27FC236}">
                    <a16:creationId xmlns:a16="http://schemas.microsoft.com/office/drawing/2014/main" id="{D63FF460-67B7-068F-55B8-806A57B2F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50" name="Group 969">
                <a:extLst>
                  <a:ext uri="{FF2B5EF4-FFF2-40B4-BE49-F238E27FC236}">
                    <a16:creationId xmlns:a16="http://schemas.microsoft.com/office/drawing/2014/main" id="{6C9E717A-81D4-9A7C-E065-CF16FFE77C1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262" name="AutoShape 970">
                  <a:extLst>
                    <a:ext uri="{FF2B5EF4-FFF2-40B4-BE49-F238E27FC236}">
                      <a16:creationId xmlns:a16="http://schemas.microsoft.com/office/drawing/2014/main" id="{D89D33B5-6B3F-0EF9-8369-430C348168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63" name="AutoShape 971">
                  <a:extLst>
                    <a:ext uri="{FF2B5EF4-FFF2-40B4-BE49-F238E27FC236}">
                      <a16:creationId xmlns:a16="http://schemas.microsoft.com/office/drawing/2014/main" id="{87BFB176-8D08-EE02-68C0-825978BD8E5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51" name="Rectangle 972">
                <a:extLst>
                  <a:ext uri="{FF2B5EF4-FFF2-40B4-BE49-F238E27FC236}">
                    <a16:creationId xmlns:a16="http://schemas.microsoft.com/office/drawing/2014/main" id="{644F17ED-21D3-670F-B252-26955CCAFF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52" name="Freeform 973">
                <a:extLst>
                  <a:ext uri="{FF2B5EF4-FFF2-40B4-BE49-F238E27FC236}">
                    <a16:creationId xmlns:a16="http://schemas.microsoft.com/office/drawing/2014/main" id="{374AB2CC-2A59-A30A-05EC-A2A9BFAD4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53" name="Freeform 974">
                <a:extLst>
                  <a:ext uri="{FF2B5EF4-FFF2-40B4-BE49-F238E27FC236}">
                    <a16:creationId xmlns:a16="http://schemas.microsoft.com/office/drawing/2014/main" id="{1DB68ED7-39F2-9141-EA0C-375A7F9E9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54" name="Oval 975">
                <a:extLst>
                  <a:ext uri="{FF2B5EF4-FFF2-40B4-BE49-F238E27FC236}">
                    <a16:creationId xmlns:a16="http://schemas.microsoft.com/office/drawing/2014/main" id="{A953582A-4965-7D79-E264-5CC7419BBE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55" name="Freeform 976">
                <a:extLst>
                  <a:ext uri="{FF2B5EF4-FFF2-40B4-BE49-F238E27FC236}">
                    <a16:creationId xmlns:a16="http://schemas.microsoft.com/office/drawing/2014/main" id="{57B7E118-B4AF-0D47-67C9-168811E9F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56" name="AutoShape 977">
                <a:extLst>
                  <a:ext uri="{FF2B5EF4-FFF2-40B4-BE49-F238E27FC236}">
                    <a16:creationId xmlns:a16="http://schemas.microsoft.com/office/drawing/2014/main" id="{C70FAB1B-8EB0-0152-2717-444E1E8AB5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57" name="AutoShape 978">
                <a:extLst>
                  <a:ext uri="{FF2B5EF4-FFF2-40B4-BE49-F238E27FC236}">
                    <a16:creationId xmlns:a16="http://schemas.microsoft.com/office/drawing/2014/main" id="{CCC3C310-3944-1196-55E4-EEA8F13BBF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58" name="Oval 979">
                <a:extLst>
                  <a:ext uri="{FF2B5EF4-FFF2-40B4-BE49-F238E27FC236}">
                    <a16:creationId xmlns:a16="http://schemas.microsoft.com/office/drawing/2014/main" id="{CC479210-5DC8-9A1E-27CE-05EA9FD11B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59" name="Oval 980">
                <a:extLst>
                  <a:ext uri="{FF2B5EF4-FFF2-40B4-BE49-F238E27FC236}">
                    <a16:creationId xmlns:a16="http://schemas.microsoft.com/office/drawing/2014/main" id="{74CA219D-B1C9-0ADB-BBE5-A8ACC0D4C6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60" name="Oval 981">
                <a:extLst>
                  <a:ext uri="{FF2B5EF4-FFF2-40B4-BE49-F238E27FC236}">
                    <a16:creationId xmlns:a16="http://schemas.microsoft.com/office/drawing/2014/main" id="{E97BBC15-75BE-76E9-BA4C-530585D22D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61" name="Rectangle 982">
                <a:extLst>
                  <a:ext uri="{FF2B5EF4-FFF2-40B4-BE49-F238E27FC236}">
                    <a16:creationId xmlns:a16="http://schemas.microsoft.com/office/drawing/2014/main" id="{12EFA474-39B5-9669-DCAE-8680325599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id="{D71E0FBE-1CAD-2265-1E78-B7EFC6219C5A}"/>
              </a:ext>
            </a:extLst>
          </p:cNvPr>
          <p:cNvGrpSpPr>
            <a:grpSpLocks/>
          </p:cNvGrpSpPr>
          <p:nvPr/>
        </p:nvGrpSpPr>
        <p:grpSpPr bwMode="auto">
          <a:xfrm>
            <a:off x="6608763" y="5611814"/>
            <a:ext cx="347662" cy="681037"/>
            <a:chOff x="7923189" y="2486664"/>
            <a:chExt cx="360377" cy="884585"/>
          </a:xfrm>
        </p:grpSpPr>
        <p:pic>
          <p:nvPicPr>
            <p:cNvPr id="212202" name="Picture 3">
              <a:extLst>
                <a:ext uri="{FF2B5EF4-FFF2-40B4-BE49-F238E27FC236}">
                  <a16:creationId xmlns:a16="http://schemas.microsoft.com/office/drawing/2014/main" id="{0CE6F835-1BEF-F8E4-523A-FDF842F1DE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203" name="Group 950">
              <a:extLst>
                <a:ext uri="{FF2B5EF4-FFF2-40B4-BE49-F238E27FC236}">
                  <a16:creationId xmlns:a16="http://schemas.microsoft.com/office/drawing/2014/main" id="{BF74FFA9-122B-A94E-455A-182BB6D2EC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204" name="Freeform 951">
                <a:extLst>
                  <a:ext uri="{FF2B5EF4-FFF2-40B4-BE49-F238E27FC236}">
                    <a16:creationId xmlns:a16="http://schemas.microsoft.com/office/drawing/2014/main" id="{B40CC730-AA70-E0F1-170A-728D5C014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05" name="Rectangle 952">
                <a:extLst>
                  <a:ext uri="{FF2B5EF4-FFF2-40B4-BE49-F238E27FC236}">
                    <a16:creationId xmlns:a16="http://schemas.microsoft.com/office/drawing/2014/main" id="{4DEC3604-4295-299F-B12F-889508B898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06" name="Freeform 953">
                <a:extLst>
                  <a:ext uri="{FF2B5EF4-FFF2-40B4-BE49-F238E27FC236}">
                    <a16:creationId xmlns:a16="http://schemas.microsoft.com/office/drawing/2014/main" id="{29AD2F3F-38C4-0EC0-8ACD-1C32481E9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07" name="Freeform 954">
                <a:extLst>
                  <a:ext uri="{FF2B5EF4-FFF2-40B4-BE49-F238E27FC236}">
                    <a16:creationId xmlns:a16="http://schemas.microsoft.com/office/drawing/2014/main" id="{DAE5BEE9-53A1-A900-D849-435B30636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08" name="Rectangle 955">
                <a:extLst>
                  <a:ext uri="{FF2B5EF4-FFF2-40B4-BE49-F238E27FC236}">
                    <a16:creationId xmlns:a16="http://schemas.microsoft.com/office/drawing/2014/main" id="{32EC6CA9-A806-981D-81E8-17D88B0C71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09" name="Group 956">
                <a:extLst>
                  <a:ext uri="{FF2B5EF4-FFF2-40B4-BE49-F238E27FC236}">
                    <a16:creationId xmlns:a16="http://schemas.microsoft.com/office/drawing/2014/main" id="{5E37DDE3-B211-00F8-9DB0-8B7BEE57B2E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234" name="AutoShape 957">
                  <a:extLst>
                    <a:ext uri="{FF2B5EF4-FFF2-40B4-BE49-F238E27FC236}">
                      <a16:creationId xmlns:a16="http://schemas.microsoft.com/office/drawing/2014/main" id="{85E256EC-6379-3089-B6CB-006B6EB910F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35" name="AutoShape 958">
                  <a:extLst>
                    <a:ext uri="{FF2B5EF4-FFF2-40B4-BE49-F238E27FC236}">
                      <a16:creationId xmlns:a16="http://schemas.microsoft.com/office/drawing/2014/main" id="{AB4E2E12-F15E-7AF0-8F28-130C1BE60C2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10" name="Rectangle 959">
                <a:extLst>
                  <a:ext uri="{FF2B5EF4-FFF2-40B4-BE49-F238E27FC236}">
                    <a16:creationId xmlns:a16="http://schemas.microsoft.com/office/drawing/2014/main" id="{CAF20EEC-834D-3D19-AA51-D9896233B5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11" name="Group 960">
                <a:extLst>
                  <a:ext uri="{FF2B5EF4-FFF2-40B4-BE49-F238E27FC236}">
                    <a16:creationId xmlns:a16="http://schemas.microsoft.com/office/drawing/2014/main" id="{BA1A4A01-0E9E-004B-D199-A66B2E92EA1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232" name="AutoShape 961">
                  <a:extLst>
                    <a:ext uri="{FF2B5EF4-FFF2-40B4-BE49-F238E27FC236}">
                      <a16:creationId xmlns:a16="http://schemas.microsoft.com/office/drawing/2014/main" id="{78B5429C-19D7-5683-7E94-3C29B50BF8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33" name="AutoShape 962">
                  <a:extLst>
                    <a:ext uri="{FF2B5EF4-FFF2-40B4-BE49-F238E27FC236}">
                      <a16:creationId xmlns:a16="http://schemas.microsoft.com/office/drawing/2014/main" id="{1735D36D-FFE8-BEAE-0D95-3FA202850C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12" name="Rectangle 963">
                <a:extLst>
                  <a:ext uri="{FF2B5EF4-FFF2-40B4-BE49-F238E27FC236}">
                    <a16:creationId xmlns:a16="http://schemas.microsoft.com/office/drawing/2014/main" id="{46281435-652D-6F3D-A261-BDD16545E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13" name="Rectangle 964">
                <a:extLst>
                  <a:ext uri="{FF2B5EF4-FFF2-40B4-BE49-F238E27FC236}">
                    <a16:creationId xmlns:a16="http://schemas.microsoft.com/office/drawing/2014/main" id="{3DAFAA1E-DE52-BF48-C8C0-F9CDACFE1D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14" name="Group 965">
                <a:extLst>
                  <a:ext uri="{FF2B5EF4-FFF2-40B4-BE49-F238E27FC236}">
                    <a16:creationId xmlns:a16="http://schemas.microsoft.com/office/drawing/2014/main" id="{3AEE8CDB-0EFC-281C-5E48-6C43E57A6A4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230" name="AutoShape 966">
                  <a:extLst>
                    <a:ext uri="{FF2B5EF4-FFF2-40B4-BE49-F238E27FC236}">
                      <a16:creationId xmlns:a16="http://schemas.microsoft.com/office/drawing/2014/main" id="{1E88C9EB-17A2-FB0F-9BD1-4B2D0F5C1C8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31" name="AutoShape 967">
                  <a:extLst>
                    <a:ext uri="{FF2B5EF4-FFF2-40B4-BE49-F238E27FC236}">
                      <a16:creationId xmlns:a16="http://schemas.microsoft.com/office/drawing/2014/main" id="{99D37207-9136-8D54-B1ED-F0E3BE5C151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15" name="Freeform 968">
                <a:extLst>
                  <a:ext uri="{FF2B5EF4-FFF2-40B4-BE49-F238E27FC236}">
                    <a16:creationId xmlns:a16="http://schemas.microsoft.com/office/drawing/2014/main" id="{DABC126D-19E4-D713-7767-666EB9C09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16" name="Group 969">
                <a:extLst>
                  <a:ext uri="{FF2B5EF4-FFF2-40B4-BE49-F238E27FC236}">
                    <a16:creationId xmlns:a16="http://schemas.microsoft.com/office/drawing/2014/main" id="{9BDED9D2-7231-CD83-794A-5507B771997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228" name="AutoShape 970">
                  <a:extLst>
                    <a:ext uri="{FF2B5EF4-FFF2-40B4-BE49-F238E27FC236}">
                      <a16:creationId xmlns:a16="http://schemas.microsoft.com/office/drawing/2014/main" id="{1B9C9CE4-547C-0B0C-3663-ECBB58D545B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29" name="AutoShape 971">
                  <a:extLst>
                    <a:ext uri="{FF2B5EF4-FFF2-40B4-BE49-F238E27FC236}">
                      <a16:creationId xmlns:a16="http://schemas.microsoft.com/office/drawing/2014/main" id="{0C381B13-04C0-B09C-61BA-FBDAC55961F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17" name="Rectangle 972">
                <a:extLst>
                  <a:ext uri="{FF2B5EF4-FFF2-40B4-BE49-F238E27FC236}">
                    <a16:creationId xmlns:a16="http://schemas.microsoft.com/office/drawing/2014/main" id="{F13957CC-14DA-5170-8595-E0AC9A7496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18" name="Freeform 973">
                <a:extLst>
                  <a:ext uri="{FF2B5EF4-FFF2-40B4-BE49-F238E27FC236}">
                    <a16:creationId xmlns:a16="http://schemas.microsoft.com/office/drawing/2014/main" id="{FB534DA9-1DE1-AEB2-FCF4-73D2AA047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19" name="Freeform 974">
                <a:extLst>
                  <a:ext uri="{FF2B5EF4-FFF2-40B4-BE49-F238E27FC236}">
                    <a16:creationId xmlns:a16="http://schemas.microsoft.com/office/drawing/2014/main" id="{BCBEC960-426E-B10B-4721-6685B8747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20" name="Oval 975">
                <a:extLst>
                  <a:ext uri="{FF2B5EF4-FFF2-40B4-BE49-F238E27FC236}">
                    <a16:creationId xmlns:a16="http://schemas.microsoft.com/office/drawing/2014/main" id="{4577DFA3-8808-F525-0DF6-812515E2F3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21" name="Freeform 976">
                <a:extLst>
                  <a:ext uri="{FF2B5EF4-FFF2-40B4-BE49-F238E27FC236}">
                    <a16:creationId xmlns:a16="http://schemas.microsoft.com/office/drawing/2014/main" id="{CA9F65D6-E0B5-AB24-6925-EE43A7984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22" name="AutoShape 977">
                <a:extLst>
                  <a:ext uri="{FF2B5EF4-FFF2-40B4-BE49-F238E27FC236}">
                    <a16:creationId xmlns:a16="http://schemas.microsoft.com/office/drawing/2014/main" id="{02E77488-DF12-6BA9-13C4-7A23674788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23" name="AutoShape 978">
                <a:extLst>
                  <a:ext uri="{FF2B5EF4-FFF2-40B4-BE49-F238E27FC236}">
                    <a16:creationId xmlns:a16="http://schemas.microsoft.com/office/drawing/2014/main" id="{D139ACF5-765B-C640-D30C-3F92CCAD38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24" name="Oval 979">
                <a:extLst>
                  <a:ext uri="{FF2B5EF4-FFF2-40B4-BE49-F238E27FC236}">
                    <a16:creationId xmlns:a16="http://schemas.microsoft.com/office/drawing/2014/main" id="{66C4EE8E-6096-7463-61C4-3213F03437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25" name="Oval 980">
                <a:extLst>
                  <a:ext uri="{FF2B5EF4-FFF2-40B4-BE49-F238E27FC236}">
                    <a16:creationId xmlns:a16="http://schemas.microsoft.com/office/drawing/2014/main" id="{AA7CE86E-1ED9-CF31-452D-59C92BCAF9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26" name="Oval 981">
                <a:extLst>
                  <a:ext uri="{FF2B5EF4-FFF2-40B4-BE49-F238E27FC236}">
                    <a16:creationId xmlns:a16="http://schemas.microsoft.com/office/drawing/2014/main" id="{D72FBEA5-23A4-0BF1-F3DA-68CE10C812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27" name="Rectangle 982">
                <a:extLst>
                  <a:ext uri="{FF2B5EF4-FFF2-40B4-BE49-F238E27FC236}">
                    <a16:creationId xmlns:a16="http://schemas.microsoft.com/office/drawing/2014/main" id="{A570F482-E215-13EC-2FC4-2207F01B0A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898" name="Group 897">
            <a:extLst>
              <a:ext uri="{FF2B5EF4-FFF2-40B4-BE49-F238E27FC236}">
                <a16:creationId xmlns:a16="http://schemas.microsoft.com/office/drawing/2014/main" id="{AA0437B0-FD1A-5667-5C88-40FABAB13901}"/>
              </a:ext>
            </a:extLst>
          </p:cNvPr>
          <p:cNvGrpSpPr>
            <a:grpSpLocks/>
          </p:cNvGrpSpPr>
          <p:nvPr/>
        </p:nvGrpSpPr>
        <p:grpSpPr bwMode="auto">
          <a:xfrm>
            <a:off x="7591426" y="3829050"/>
            <a:ext cx="347663" cy="681038"/>
            <a:chOff x="7923189" y="2486664"/>
            <a:chExt cx="360377" cy="884585"/>
          </a:xfrm>
        </p:grpSpPr>
        <p:pic>
          <p:nvPicPr>
            <p:cNvPr id="212168" name="Picture 3">
              <a:extLst>
                <a:ext uri="{FF2B5EF4-FFF2-40B4-BE49-F238E27FC236}">
                  <a16:creationId xmlns:a16="http://schemas.microsoft.com/office/drawing/2014/main" id="{D667ABF6-CDE7-4E59-B961-F84FF1676B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169" name="Group 950">
              <a:extLst>
                <a:ext uri="{FF2B5EF4-FFF2-40B4-BE49-F238E27FC236}">
                  <a16:creationId xmlns:a16="http://schemas.microsoft.com/office/drawing/2014/main" id="{E1925A36-3E3B-172B-CA26-2004389FF1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170" name="Freeform 951">
                <a:extLst>
                  <a:ext uri="{FF2B5EF4-FFF2-40B4-BE49-F238E27FC236}">
                    <a16:creationId xmlns:a16="http://schemas.microsoft.com/office/drawing/2014/main" id="{EB6A8D0B-3B9C-F920-5134-935DC437B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71" name="Rectangle 952">
                <a:extLst>
                  <a:ext uri="{FF2B5EF4-FFF2-40B4-BE49-F238E27FC236}">
                    <a16:creationId xmlns:a16="http://schemas.microsoft.com/office/drawing/2014/main" id="{1673B1A9-9F0C-DE60-2917-9DE98A306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72" name="Freeform 953">
                <a:extLst>
                  <a:ext uri="{FF2B5EF4-FFF2-40B4-BE49-F238E27FC236}">
                    <a16:creationId xmlns:a16="http://schemas.microsoft.com/office/drawing/2014/main" id="{F8CE38E5-FAAE-96C9-C361-6D31017ED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73" name="Freeform 954">
                <a:extLst>
                  <a:ext uri="{FF2B5EF4-FFF2-40B4-BE49-F238E27FC236}">
                    <a16:creationId xmlns:a16="http://schemas.microsoft.com/office/drawing/2014/main" id="{405917A4-4B9A-1342-5F91-C74708EB2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74" name="Rectangle 955">
                <a:extLst>
                  <a:ext uri="{FF2B5EF4-FFF2-40B4-BE49-F238E27FC236}">
                    <a16:creationId xmlns:a16="http://schemas.microsoft.com/office/drawing/2014/main" id="{56C07B38-23FB-D4DB-CDDE-F74FA46AB2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75" name="Group 956">
                <a:extLst>
                  <a:ext uri="{FF2B5EF4-FFF2-40B4-BE49-F238E27FC236}">
                    <a16:creationId xmlns:a16="http://schemas.microsoft.com/office/drawing/2014/main" id="{ACA9F11E-677C-F115-FD68-4A07E9FF2C5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200" name="AutoShape 957">
                  <a:extLst>
                    <a:ext uri="{FF2B5EF4-FFF2-40B4-BE49-F238E27FC236}">
                      <a16:creationId xmlns:a16="http://schemas.microsoft.com/office/drawing/2014/main" id="{E5BE04D7-F02B-52B1-09D1-54BDC653E6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01" name="AutoShape 958">
                  <a:extLst>
                    <a:ext uri="{FF2B5EF4-FFF2-40B4-BE49-F238E27FC236}">
                      <a16:creationId xmlns:a16="http://schemas.microsoft.com/office/drawing/2014/main" id="{3C806939-CBB0-FDAB-4678-6D17D40173A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176" name="Rectangle 959">
                <a:extLst>
                  <a:ext uri="{FF2B5EF4-FFF2-40B4-BE49-F238E27FC236}">
                    <a16:creationId xmlns:a16="http://schemas.microsoft.com/office/drawing/2014/main" id="{E209009E-F54C-E128-C85E-C4A683E91E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77" name="Group 960">
                <a:extLst>
                  <a:ext uri="{FF2B5EF4-FFF2-40B4-BE49-F238E27FC236}">
                    <a16:creationId xmlns:a16="http://schemas.microsoft.com/office/drawing/2014/main" id="{71A40F72-5901-C9AC-1E48-DEFFA05FDA1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198" name="AutoShape 961">
                  <a:extLst>
                    <a:ext uri="{FF2B5EF4-FFF2-40B4-BE49-F238E27FC236}">
                      <a16:creationId xmlns:a16="http://schemas.microsoft.com/office/drawing/2014/main" id="{C9C83CD6-9D94-B1E3-4A34-98195C1844D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199" name="AutoShape 962">
                  <a:extLst>
                    <a:ext uri="{FF2B5EF4-FFF2-40B4-BE49-F238E27FC236}">
                      <a16:creationId xmlns:a16="http://schemas.microsoft.com/office/drawing/2014/main" id="{E4ADF6A0-E047-5C5A-F834-DCB478E2F6B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178" name="Rectangle 963">
                <a:extLst>
                  <a:ext uri="{FF2B5EF4-FFF2-40B4-BE49-F238E27FC236}">
                    <a16:creationId xmlns:a16="http://schemas.microsoft.com/office/drawing/2014/main" id="{485C9866-A4B9-FD26-65EE-D76008A607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79" name="Rectangle 964">
                <a:extLst>
                  <a:ext uri="{FF2B5EF4-FFF2-40B4-BE49-F238E27FC236}">
                    <a16:creationId xmlns:a16="http://schemas.microsoft.com/office/drawing/2014/main" id="{11EEF73A-8E0C-050C-247B-B297DB9AE6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80" name="Group 965">
                <a:extLst>
                  <a:ext uri="{FF2B5EF4-FFF2-40B4-BE49-F238E27FC236}">
                    <a16:creationId xmlns:a16="http://schemas.microsoft.com/office/drawing/2014/main" id="{62D97F9E-3937-80AE-532B-FB7B85B11E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196" name="AutoShape 966">
                  <a:extLst>
                    <a:ext uri="{FF2B5EF4-FFF2-40B4-BE49-F238E27FC236}">
                      <a16:creationId xmlns:a16="http://schemas.microsoft.com/office/drawing/2014/main" id="{FB9B5D69-E0E1-6124-DE7C-33B74C1156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197" name="AutoShape 967">
                  <a:extLst>
                    <a:ext uri="{FF2B5EF4-FFF2-40B4-BE49-F238E27FC236}">
                      <a16:creationId xmlns:a16="http://schemas.microsoft.com/office/drawing/2014/main" id="{9B0C4DDE-D05B-ED0F-AB96-33E8558FF82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181" name="Freeform 968">
                <a:extLst>
                  <a:ext uri="{FF2B5EF4-FFF2-40B4-BE49-F238E27FC236}">
                    <a16:creationId xmlns:a16="http://schemas.microsoft.com/office/drawing/2014/main" id="{61C5103C-940F-80D1-8824-5EEDEA790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82" name="Group 969">
                <a:extLst>
                  <a:ext uri="{FF2B5EF4-FFF2-40B4-BE49-F238E27FC236}">
                    <a16:creationId xmlns:a16="http://schemas.microsoft.com/office/drawing/2014/main" id="{0988FA6C-844A-9B0F-F61F-5990096AEE3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194" name="AutoShape 970">
                  <a:extLst>
                    <a:ext uri="{FF2B5EF4-FFF2-40B4-BE49-F238E27FC236}">
                      <a16:creationId xmlns:a16="http://schemas.microsoft.com/office/drawing/2014/main" id="{CFC9AD00-AABB-2138-0F7B-709622058F5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195" name="AutoShape 971">
                  <a:extLst>
                    <a:ext uri="{FF2B5EF4-FFF2-40B4-BE49-F238E27FC236}">
                      <a16:creationId xmlns:a16="http://schemas.microsoft.com/office/drawing/2014/main" id="{024404F9-F18B-8538-753A-8782DC8664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183" name="Rectangle 972">
                <a:extLst>
                  <a:ext uri="{FF2B5EF4-FFF2-40B4-BE49-F238E27FC236}">
                    <a16:creationId xmlns:a16="http://schemas.microsoft.com/office/drawing/2014/main" id="{CA877138-B00B-E02D-7B02-2FDAA8F379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84" name="Freeform 973">
                <a:extLst>
                  <a:ext uri="{FF2B5EF4-FFF2-40B4-BE49-F238E27FC236}">
                    <a16:creationId xmlns:a16="http://schemas.microsoft.com/office/drawing/2014/main" id="{464EF03A-1FFC-2ECC-6A6C-F0E4C5E8B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85" name="Freeform 974">
                <a:extLst>
                  <a:ext uri="{FF2B5EF4-FFF2-40B4-BE49-F238E27FC236}">
                    <a16:creationId xmlns:a16="http://schemas.microsoft.com/office/drawing/2014/main" id="{D47B6C12-6BC6-2D14-5737-1E9AF4383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86" name="Oval 975">
                <a:extLst>
                  <a:ext uri="{FF2B5EF4-FFF2-40B4-BE49-F238E27FC236}">
                    <a16:creationId xmlns:a16="http://schemas.microsoft.com/office/drawing/2014/main" id="{07AE5F7E-C20C-636C-F1DC-A365B76E32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87" name="Freeform 976">
                <a:extLst>
                  <a:ext uri="{FF2B5EF4-FFF2-40B4-BE49-F238E27FC236}">
                    <a16:creationId xmlns:a16="http://schemas.microsoft.com/office/drawing/2014/main" id="{EA46AD4A-F566-632A-BE5A-65B54EDC7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88" name="AutoShape 977">
                <a:extLst>
                  <a:ext uri="{FF2B5EF4-FFF2-40B4-BE49-F238E27FC236}">
                    <a16:creationId xmlns:a16="http://schemas.microsoft.com/office/drawing/2014/main" id="{8E226A85-21AF-8FF5-9E3C-8EDF04E598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89" name="AutoShape 978">
                <a:extLst>
                  <a:ext uri="{FF2B5EF4-FFF2-40B4-BE49-F238E27FC236}">
                    <a16:creationId xmlns:a16="http://schemas.microsoft.com/office/drawing/2014/main" id="{794FBBB4-5813-6BD2-8275-E3379E9A5A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90" name="Oval 979">
                <a:extLst>
                  <a:ext uri="{FF2B5EF4-FFF2-40B4-BE49-F238E27FC236}">
                    <a16:creationId xmlns:a16="http://schemas.microsoft.com/office/drawing/2014/main" id="{6B6C7CEF-629C-C7D5-D41E-3F5D70E159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91" name="Oval 980">
                <a:extLst>
                  <a:ext uri="{FF2B5EF4-FFF2-40B4-BE49-F238E27FC236}">
                    <a16:creationId xmlns:a16="http://schemas.microsoft.com/office/drawing/2014/main" id="{DA352677-76BC-AFC7-55D3-4E0991B811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92" name="Oval 981">
                <a:extLst>
                  <a:ext uri="{FF2B5EF4-FFF2-40B4-BE49-F238E27FC236}">
                    <a16:creationId xmlns:a16="http://schemas.microsoft.com/office/drawing/2014/main" id="{98B01E40-54E5-59BD-DB17-5791F0E40F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93" name="Rectangle 982">
                <a:extLst>
                  <a:ext uri="{FF2B5EF4-FFF2-40B4-BE49-F238E27FC236}">
                    <a16:creationId xmlns:a16="http://schemas.microsoft.com/office/drawing/2014/main" id="{EB2E44B4-15C9-93FE-9333-3F4134271C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933" name="Group 932">
            <a:extLst>
              <a:ext uri="{FF2B5EF4-FFF2-40B4-BE49-F238E27FC236}">
                <a16:creationId xmlns:a16="http://schemas.microsoft.com/office/drawing/2014/main" id="{DC4C0F2B-2AC5-0D1D-4699-CD8C68390BE7}"/>
              </a:ext>
            </a:extLst>
          </p:cNvPr>
          <p:cNvGrpSpPr>
            <a:grpSpLocks/>
          </p:cNvGrpSpPr>
          <p:nvPr/>
        </p:nvGrpSpPr>
        <p:grpSpPr bwMode="auto">
          <a:xfrm>
            <a:off x="3646488" y="5629275"/>
            <a:ext cx="347662" cy="681038"/>
            <a:chOff x="7923189" y="2486664"/>
            <a:chExt cx="360377" cy="884585"/>
          </a:xfrm>
        </p:grpSpPr>
        <p:pic>
          <p:nvPicPr>
            <p:cNvPr id="212134" name="Picture 3">
              <a:extLst>
                <a:ext uri="{FF2B5EF4-FFF2-40B4-BE49-F238E27FC236}">
                  <a16:creationId xmlns:a16="http://schemas.microsoft.com/office/drawing/2014/main" id="{8B48F23E-8748-220D-E429-2AA7921027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135" name="Group 950">
              <a:extLst>
                <a:ext uri="{FF2B5EF4-FFF2-40B4-BE49-F238E27FC236}">
                  <a16:creationId xmlns:a16="http://schemas.microsoft.com/office/drawing/2014/main" id="{171C6899-4EBE-0768-334A-CA6BF4BA11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136" name="Freeform 951">
                <a:extLst>
                  <a:ext uri="{FF2B5EF4-FFF2-40B4-BE49-F238E27FC236}">
                    <a16:creationId xmlns:a16="http://schemas.microsoft.com/office/drawing/2014/main" id="{CD1D1D39-D847-8A3D-3F45-6C784BCD9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37" name="Rectangle 952">
                <a:extLst>
                  <a:ext uri="{FF2B5EF4-FFF2-40B4-BE49-F238E27FC236}">
                    <a16:creationId xmlns:a16="http://schemas.microsoft.com/office/drawing/2014/main" id="{94B3E6F2-733D-126B-92DD-C5C6F226BD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38" name="Freeform 953">
                <a:extLst>
                  <a:ext uri="{FF2B5EF4-FFF2-40B4-BE49-F238E27FC236}">
                    <a16:creationId xmlns:a16="http://schemas.microsoft.com/office/drawing/2014/main" id="{E3C00AB0-FA7C-F319-FF0A-2854535B1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39" name="Freeform 954">
                <a:extLst>
                  <a:ext uri="{FF2B5EF4-FFF2-40B4-BE49-F238E27FC236}">
                    <a16:creationId xmlns:a16="http://schemas.microsoft.com/office/drawing/2014/main" id="{8A45CFC3-2D51-BF6B-8C07-DDB6C3E5B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40" name="Rectangle 955">
                <a:extLst>
                  <a:ext uri="{FF2B5EF4-FFF2-40B4-BE49-F238E27FC236}">
                    <a16:creationId xmlns:a16="http://schemas.microsoft.com/office/drawing/2014/main" id="{85180185-322C-08B3-CAFD-9CCC4E66D2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41" name="Group 956">
                <a:extLst>
                  <a:ext uri="{FF2B5EF4-FFF2-40B4-BE49-F238E27FC236}">
                    <a16:creationId xmlns:a16="http://schemas.microsoft.com/office/drawing/2014/main" id="{9CAF869B-F3E4-DCE8-192C-919B5217830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166" name="AutoShape 957">
                  <a:extLst>
                    <a:ext uri="{FF2B5EF4-FFF2-40B4-BE49-F238E27FC236}">
                      <a16:creationId xmlns:a16="http://schemas.microsoft.com/office/drawing/2014/main" id="{FFD96CE9-30DA-B01F-7029-6D8134F342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167" name="AutoShape 958">
                  <a:extLst>
                    <a:ext uri="{FF2B5EF4-FFF2-40B4-BE49-F238E27FC236}">
                      <a16:creationId xmlns:a16="http://schemas.microsoft.com/office/drawing/2014/main" id="{8C48FADD-A5BA-6218-4D1F-C134DCFB7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142" name="Rectangle 959">
                <a:extLst>
                  <a:ext uri="{FF2B5EF4-FFF2-40B4-BE49-F238E27FC236}">
                    <a16:creationId xmlns:a16="http://schemas.microsoft.com/office/drawing/2014/main" id="{379F9A8F-D184-8D06-1A01-34B8421432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43" name="Group 960">
                <a:extLst>
                  <a:ext uri="{FF2B5EF4-FFF2-40B4-BE49-F238E27FC236}">
                    <a16:creationId xmlns:a16="http://schemas.microsoft.com/office/drawing/2014/main" id="{26C1F55A-2F62-2782-62CA-6F559843B6F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164" name="AutoShape 961">
                  <a:extLst>
                    <a:ext uri="{FF2B5EF4-FFF2-40B4-BE49-F238E27FC236}">
                      <a16:creationId xmlns:a16="http://schemas.microsoft.com/office/drawing/2014/main" id="{91259CA3-A2CE-211D-0E18-7C5C6DFA776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165" name="AutoShape 962">
                  <a:extLst>
                    <a:ext uri="{FF2B5EF4-FFF2-40B4-BE49-F238E27FC236}">
                      <a16:creationId xmlns:a16="http://schemas.microsoft.com/office/drawing/2014/main" id="{03A8E609-F4C9-F2AC-788D-39A24B3218E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144" name="Rectangle 963">
                <a:extLst>
                  <a:ext uri="{FF2B5EF4-FFF2-40B4-BE49-F238E27FC236}">
                    <a16:creationId xmlns:a16="http://schemas.microsoft.com/office/drawing/2014/main" id="{4C74F9FF-1206-FACE-9D83-D97972EB02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45" name="Rectangle 964">
                <a:extLst>
                  <a:ext uri="{FF2B5EF4-FFF2-40B4-BE49-F238E27FC236}">
                    <a16:creationId xmlns:a16="http://schemas.microsoft.com/office/drawing/2014/main" id="{D8667A85-1D82-9219-02D0-38979AF34F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46" name="Group 965">
                <a:extLst>
                  <a:ext uri="{FF2B5EF4-FFF2-40B4-BE49-F238E27FC236}">
                    <a16:creationId xmlns:a16="http://schemas.microsoft.com/office/drawing/2014/main" id="{8B38A879-5934-6A69-055B-389519AAC21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162" name="AutoShape 966">
                  <a:extLst>
                    <a:ext uri="{FF2B5EF4-FFF2-40B4-BE49-F238E27FC236}">
                      <a16:creationId xmlns:a16="http://schemas.microsoft.com/office/drawing/2014/main" id="{FBFBFEF5-2070-5013-6BFC-ADFDD9FC0F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163" name="AutoShape 967">
                  <a:extLst>
                    <a:ext uri="{FF2B5EF4-FFF2-40B4-BE49-F238E27FC236}">
                      <a16:creationId xmlns:a16="http://schemas.microsoft.com/office/drawing/2014/main" id="{68FE0114-D97A-000C-701D-C2D78C4D3F2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147" name="Freeform 968">
                <a:extLst>
                  <a:ext uri="{FF2B5EF4-FFF2-40B4-BE49-F238E27FC236}">
                    <a16:creationId xmlns:a16="http://schemas.microsoft.com/office/drawing/2014/main" id="{5573AC05-939B-F0F1-1F84-DD8883BDE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48" name="Group 969">
                <a:extLst>
                  <a:ext uri="{FF2B5EF4-FFF2-40B4-BE49-F238E27FC236}">
                    <a16:creationId xmlns:a16="http://schemas.microsoft.com/office/drawing/2014/main" id="{6A088D84-5512-57E9-8F69-008E90EAA78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160" name="AutoShape 970">
                  <a:extLst>
                    <a:ext uri="{FF2B5EF4-FFF2-40B4-BE49-F238E27FC236}">
                      <a16:creationId xmlns:a16="http://schemas.microsoft.com/office/drawing/2014/main" id="{A4EC71A3-7663-B111-5DAB-BF5EF3B20A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161" name="AutoShape 971">
                  <a:extLst>
                    <a:ext uri="{FF2B5EF4-FFF2-40B4-BE49-F238E27FC236}">
                      <a16:creationId xmlns:a16="http://schemas.microsoft.com/office/drawing/2014/main" id="{A9106E79-6941-D15B-B7CC-1101B4CAAB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149" name="Rectangle 972">
                <a:extLst>
                  <a:ext uri="{FF2B5EF4-FFF2-40B4-BE49-F238E27FC236}">
                    <a16:creationId xmlns:a16="http://schemas.microsoft.com/office/drawing/2014/main" id="{1E839863-3D43-B2B9-F43A-62EDF7217A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0" name="Freeform 973">
                <a:extLst>
                  <a:ext uri="{FF2B5EF4-FFF2-40B4-BE49-F238E27FC236}">
                    <a16:creationId xmlns:a16="http://schemas.microsoft.com/office/drawing/2014/main" id="{1370D910-4C7E-E0AB-EE33-7DA171A96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1" name="Freeform 974">
                <a:extLst>
                  <a:ext uri="{FF2B5EF4-FFF2-40B4-BE49-F238E27FC236}">
                    <a16:creationId xmlns:a16="http://schemas.microsoft.com/office/drawing/2014/main" id="{12B842F7-DF1C-26B2-8D0F-F7C7F12C1D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2" name="Oval 975">
                <a:extLst>
                  <a:ext uri="{FF2B5EF4-FFF2-40B4-BE49-F238E27FC236}">
                    <a16:creationId xmlns:a16="http://schemas.microsoft.com/office/drawing/2014/main" id="{54CA2CD8-584B-4104-DB9A-791A40A8C3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3" name="Freeform 976">
                <a:extLst>
                  <a:ext uri="{FF2B5EF4-FFF2-40B4-BE49-F238E27FC236}">
                    <a16:creationId xmlns:a16="http://schemas.microsoft.com/office/drawing/2014/main" id="{7ABAA943-8EBC-348C-4E19-C62D43E74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4" name="AutoShape 977">
                <a:extLst>
                  <a:ext uri="{FF2B5EF4-FFF2-40B4-BE49-F238E27FC236}">
                    <a16:creationId xmlns:a16="http://schemas.microsoft.com/office/drawing/2014/main" id="{830F8764-D2B8-DA53-585E-A12B083004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5" name="AutoShape 978">
                <a:extLst>
                  <a:ext uri="{FF2B5EF4-FFF2-40B4-BE49-F238E27FC236}">
                    <a16:creationId xmlns:a16="http://schemas.microsoft.com/office/drawing/2014/main" id="{0F3D6C7E-9984-5843-01E0-63B41D179A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6" name="Oval 979">
                <a:extLst>
                  <a:ext uri="{FF2B5EF4-FFF2-40B4-BE49-F238E27FC236}">
                    <a16:creationId xmlns:a16="http://schemas.microsoft.com/office/drawing/2014/main" id="{8C8E05F4-21B8-30AB-A99D-0753214A88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7" name="Oval 980">
                <a:extLst>
                  <a:ext uri="{FF2B5EF4-FFF2-40B4-BE49-F238E27FC236}">
                    <a16:creationId xmlns:a16="http://schemas.microsoft.com/office/drawing/2014/main" id="{FC04542B-AEC8-5629-C857-B91DAD49E2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8" name="Oval 981">
                <a:extLst>
                  <a:ext uri="{FF2B5EF4-FFF2-40B4-BE49-F238E27FC236}">
                    <a16:creationId xmlns:a16="http://schemas.microsoft.com/office/drawing/2014/main" id="{002F26FF-3CC5-4C63-C3C1-EDE94C9D07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9" name="Rectangle 982">
                <a:extLst>
                  <a:ext uri="{FF2B5EF4-FFF2-40B4-BE49-F238E27FC236}">
                    <a16:creationId xmlns:a16="http://schemas.microsoft.com/office/drawing/2014/main" id="{DD6C4F26-FDED-3CA8-0C8F-678DD5B205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211981" name="Group 15">
            <a:extLst>
              <a:ext uri="{FF2B5EF4-FFF2-40B4-BE49-F238E27FC236}">
                <a16:creationId xmlns:a16="http://schemas.microsoft.com/office/drawing/2014/main" id="{5F2C760F-E0A5-0CF1-1AA3-A096B94E8C65}"/>
              </a:ext>
            </a:extLst>
          </p:cNvPr>
          <p:cNvGrpSpPr>
            <a:grpSpLocks/>
          </p:cNvGrpSpPr>
          <p:nvPr/>
        </p:nvGrpSpPr>
        <p:grpSpPr bwMode="auto">
          <a:xfrm>
            <a:off x="9231313" y="4368800"/>
            <a:ext cx="990600" cy="731838"/>
            <a:chOff x="7707615" y="4368892"/>
            <a:chExt cx="990551" cy="731635"/>
          </a:xfrm>
        </p:grpSpPr>
        <p:pic>
          <p:nvPicPr>
            <p:cNvPr id="212034" name="Picture 14">
              <a:extLst>
                <a:ext uri="{FF2B5EF4-FFF2-40B4-BE49-F238E27FC236}">
                  <a16:creationId xmlns:a16="http://schemas.microsoft.com/office/drawing/2014/main" id="{E15F9B27-1CFA-FD2F-E5E2-2A1868F0A9A1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771833" y="4640202"/>
              <a:ext cx="822008" cy="460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12035" name="Group 249">
              <a:extLst>
                <a:ext uri="{FF2B5EF4-FFF2-40B4-BE49-F238E27FC236}">
                  <a16:creationId xmlns:a16="http://schemas.microsoft.com/office/drawing/2014/main" id="{623A4C4F-1F3F-7ED2-DE4D-0EFEA09D58F0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707615" y="4368892"/>
              <a:ext cx="225953" cy="395900"/>
              <a:chOff x="4140" y="429"/>
              <a:chExt cx="1425" cy="2396"/>
            </a:xfrm>
          </p:grpSpPr>
          <p:sp>
            <p:nvSpPr>
              <p:cNvPr id="212102" name="Freeform 250">
                <a:extLst>
                  <a:ext uri="{FF2B5EF4-FFF2-40B4-BE49-F238E27FC236}">
                    <a16:creationId xmlns:a16="http://schemas.microsoft.com/office/drawing/2014/main" id="{273FE05E-C832-16E7-3EAB-B780FFD43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9 w 354"/>
                  <a:gd name="T1" fmla="*/ 0 h 2742"/>
                  <a:gd name="T2" fmla="*/ 47 w 354"/>
                  <a:gd name="T3" fmla="*/ 66 h 2742"/>
                  <a:gd name="T4" fmla="*/ 46 w 354"/>
                  <a:gd name="T5" fmla="*/ 510 h 2742"/>
                  <a:gd name="T6" fmla="*/ 0 w 354"/>
                  <a:gd name="T7" fmla="*/ 534 h 2742"/>
                  <a:gd name="T8" fmla="*/ 9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971" name="Rectangle 251">
                <a:extLst>
                  <a:ext uri="{FF2B5EF4-FFF2-40B4-BE49-F238E27FC236}">
                    <a16:creationId xmlns:a16="http://schemas.microsoft.com/office/drawing/2014/main" id="{FD654AE2-12DE-E625-812F-9304AFAAD2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429"/>
                <a:ext cx="1051" cy="2276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104" name="Freeform 252">
                <a:extLst>
                  <a:ext uri="{FF2B5EF4-FFF2-40B4-BE49-F238E27FC236}">
                    <a16:creationId xmlns:a16="http://schemas.microsoft.com/office/drawing/2014/main" id="{B71B184F-755F-5B32-BFAF-1215284AE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9 w 211"/>
                  <a:gd name="T3" fmla="*/ 43 h 2537"/>
                  <a:gd name="T4" fmla="*/ 2 w 211"/>
                  <a:gd name="T5" fmla="*/ 48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05" name="Freeform 253">
                <a:extLst>
                  <a:ext uri="{FF2B5EF4-FFF2-40B4-BE49-F238E27FC236}">
                    <a16:creationId xmlns:a16="http://schemas.microsoft.com/office/drawing/2014/main" id="{2B03B5C9-AA79-14E0-0AD3-59CAD240D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5 h 226"/>
                  <a:gd name="T4" fmla="*/ 45 w 328"/>
                  <a:gd name="T5" fmla="*/ 45 h 226"/>
                  <a:gd name="T6" fmla="*/ 0 w 328"/>
                  <a:gd name="T7" fmla="*/ 19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974" name="Rectangle 254">
                <a:extLst>
                  <a:ext uri="{FF2B5EF4-FFF2-40B4-BE49-F238E27FC236}">
                    <a16:creationId xmlns:a16="http://schemas.microsoft.com/office/drawing/2014/main" id="{5732BE63-A332-5FC0-0B9F-82957827EA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3" y="688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107" name="Group 255">
                <a:extLst>
                  <a:ext uri="{FF2B5EF4-FFF2-40B4-BE49-F238E27FC236}">
                    <a16:creationId xmlns:a16="http://schemas.microsoft.com/office/drawing/2014/main" id="{A4564892-F725-6E7D-5EDD-83354E0C49C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000" name="AutoShape 256">
                  <a:extLst>
                    <a:ext uri="{FF2B5EF4-FFF2-40B4-BE49-F238E27FC236}">
                      <a16:creationId xmlns:a16="http://schemas.microsoft.com/office/drawing/2014/main" id="{5300E9D8-F23D-7667-81EC-360FA3C46DA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0" y="2569"/>
                  <a:ext cx="725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01" name="AutoShape 257">
                  <a:extLst>
                    <a:ext uri="{FF2B5EF4-FFF2-40B4-BE49-F238E27FC236}">
                      <a16:creationId xmlns:a16="http://schemas.microsoft.com/office/drawing/2014/main" id="{82BCE0C9-BE60-062E-E92E-27136A2F02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45" y="2587"/>
                  <a:ext cx="700" cy="10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976" name="Rectangle 258">
                <a:extLst>
                  <a:ext uri="{FF2B5EF4-FFF2-40B4-BE49-F238E27FC236}">
                    <a16:creationId xmlns:a16="http://schemas.microsoft.com/office/drawing/2014/main" id="{49750063-306B-B28C-9689-494776545C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5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109" name="Group 259">
                <a:extLst>
                  <a:ext uri="{FF2B5EF4-FFF2-40B4-BE49-F238E27FC236}">
                    <a16:creationId xmlns:a16="http://schemas.microsoft.com/office/drawing/2014/main" id="{83C177D4-6F92-69BE-B384-3B534D6D85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998" name="AutoShape 260">
                  <a:extLst>
                    <a:ext uri="{FF2B5EF4-FFF2-40B4-BE49-F238E27FC236}">
                      <a16:creationId xmlns:a16="http://schemas.microsoft.com/office/drawing/2014/main" id="{69CC4ABD-8A3E-7C5C-54D9-C4F7F332EB6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0" y="2570"/>
                  <a:ext cx="725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999" name="AutoShape 261">
                  <a:extLst>
                    <a:ext uri="{FF2B5EF4-FFF2-40B4-BE49-F238E27FC236}">
                      <a16:creationId xmlns:a16="http://schemas.microsoft.com/office/drawing/2014/main" id="{9079DB7D-FD33-C8F1-19BF-8B0E58104E0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3" y="2590"/>
                  <a:ext cx="687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978" name="Rectangle 262">
                <a:extLst>
                  <a:ext uri="{FF2B5EF4-FFF2-40B4-BE49-F238E27FC236}">
                    <a16:creationId xmlns:a16="http://schemas.microsoft.com/office/drawing/2014/main" id="{C73B4E92-52D1-FF3E-64C0-5779D43F36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361"/>
                <a:ext cx="591" cy="3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79" name="Rectangle 263">
                <a:extLst>
                  <a:ext uri="{FF2B5EF4-FFF2-40B4-BE49-F238E27FC236}">
                    <a16:creationId xmlns:a16="http://schemas.microsoft.com/office/drawing/2014/main" id="{9E62201E-9A83-C476-3514-8D0D07D44E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4" y="1649"/>
                <a:ext cx="59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112" name="Group 264">
                <a:extLst>
                  <a:ext uri="{FF2B5EF4-FFF2-40B4-BE49-F238E27FC236}">
                    <a16:creationId xmlns:a16="http://schemas.microsoft.com/office/drawing/2014/main" id="{C248C495-3422-40AF-B9A9-2ACEF41AD26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996" name="AutoShape 265">
                  <a:extLst>
                    <a:ext uri="{FF2B5EF4-FFF2-40B4-BE49-F238E27FC236}">
                      <a16:creationId xmlns:a16="http://schemas.microsoft.com/office/drawing/2014/main" id="{F2A1A744-D69D-D9FC-0C7D-1843CBACD9D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0"/>
                  <a:ext cx="711" cy="13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997" name="AutoShape 266">
                  <a:extLst>
                    <a:ext uri="{FF2B5EF4-FFF2-40B4-BE49-F238E27FC236}">
                      <a16:creationId xmlns:a16="http://schemas.microsoft.com/office/drawing/2014/main" id="{BF79A01D-53B8-2376-4C36-A1E86D82BA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8"/>
                  <a:ext cx="673" cy="9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212113" name="Freeform 267">
                <a:extLst>
                  <a:ext uri="{FF2B5EF4-FFF2-40B4-BE49-F238E27FC236}">
                    <a16:creationId xmlns:a16="http://schemas.microsoft.com/office/drawing/2014/main" id="{8439CBEF-41C4-3AF4-9654-0ADF45354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4 h 226"/>
                  <a:gd name="T4" fmla="*/ 45 w 328"/>
                  <a:gd name="T5" fmla="*/ 43 h 226"/>
                  <a:gd name="T6" fmla="*/ 0 w 328"/>
                  <a:gd name="T7" fmla="*/ 1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14" name="Group 268">
                <a:extLst>
                  <a:ext uri="{FF2B5EF4-FFF2-40B4-BE49-F238E27FC236}">
                    <a16:creationId xmlns:a16="http://schemas.microsoft.com/office/drawing/2014/main" id="{EAC404D0-A968-B8A9-A1C8-60D363044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994" name="AutoShape 269">
                  <a:extLst>
                    <a:ext uri="{FF2B5EF4-FFF2-40B4-BE49-F238E27FC236}">
                      <a16:creationId xmlns:a16="http://schemas.microsoft.com/office/drawing/2014/main" id="{41C61609-A027-83A5-C9D8-97EA28A672C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0" y="2544"/>
                  <a:ext cx="723" cy="16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995" name="AutoShape 270">
                  <a:extLst>
                    <a:ext uri="{FF2B5EF4-FFF2-40B4-BE49-F238E27FC236}">
                      <a16:creationId xmlns:a16="http://schemas.microsoft.com/office/drawing/2014/main" id="{0783F404-CB0E-E02F-4542-8748C4D4EE7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45" y="2582"/>
                  <a:ext cx="673" cy="11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983" name="Rectangle 271">
                <a:extLst>
                  <a:ext uri="{FF2B5EF4-FFF2-40B4-BE49-F238E27FC236}">
                    <a16:creationId xmlns:a16="http://schemas.microsoft.com/office/drawing/2014/main" id="{D6E72A41-B189-6FF2-68AF-E7AEE5FE45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5" y="429"/>
                <a:ext cx="60" cy="2286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116" name="Freeform 272">
                <a:extLst>
                  <a:ext uri="{FF2B5EF4-FFF2-40B4-BE49-F238E27FC236}">
                    <a16:creationId xmlns:a16="http://schemas.microsoft.com/office/drawing/2014/main" id="{CD04AF9B-6A9F-05D9-F479-7DEC206CB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40 w 296"/>
                  <a:gd name="T3" fmla="*/ 27 h 256"/>
                  <a:gd name="T4" fmla="*/ 40 w 296"/>
                  <a:gd name="T5" fmla="*/ 49 h 256"/>
                  <a:gd name="T6" fmla="*/ 0 w 296"/>
                  <a:gd name="T7" fmla="*/ 18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17" name="Freeform 273">
                <a:extLst>
                  <a:ext uri="{FF2B5EF4-FFF2-40B4-BE49-F238E27FC236}">
                    <a16:creationId xmlns:a16="http://schemas.microsoft.com/office/drawing/2014/main" id="{038C6E15-924B-4423-B761-9D3E97DF7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42 w 304"/>
                  <a:gd name="T3" fmla="*/ 32 h 288"/>
                  <a:gd name="T4" fmla="*/ 39 w 304"/>
                  <a:gd name="T5" fmla="*/ 57 h 288"/>
                  <a:gd name="T6" fmla="*/ 2 w 304"/>
                  <a:gd name="T7" fmla="*/ 24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986" name="Oval 274">
                <a:extLst>
                  <a:ext uri="{FF2B5EF4-FFF2-40B4-BE49-F238E27FC236}">
                    <a16:creationId xmlns:a16="http://schemas.microsoft.com/office/drawing/2014/main" id="{01C4E894-3CC5-6CAF-F357-2E87B3EC1E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09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119" name="Freeform 275">
                <a:extLst>
                  <a:ext uri="{FF2B5EF4-FFF2-40B4-BE49-F238E27FC236}">
                    <a16:creationId xmlns:a16="http://schemas.microsoft.com/office/drawing/2014/main" id="{635335DE-9DF9-C56B-6F3D-7EAFC397A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21 h 240"/>
                  <a:gd name="T2" fmla="*/ 2 w 306"/>
                  <a:gd name="T3" fmla="*/ 48 h 240"/>
                  <a:gd name="T4" fmla="*/ 42 w 306"/>
                  <a:gd name="T5" fmla="*/ 22 h 240"/>
                  <a:gd name="T6" fmla="*/ 40 w 306"/>
                  <a:gd name="T7" fmla="*/ 0 h 240"/>
                  <a:gd name="T8" fmla="*/ 0 w 306"/>
                  <a:gd name="T9" fmla="*/ 21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988" name="AutoShape 276">
                <a:extLst>
                  <a:ext uri="{FF2B5EF4-FFF2-40B4-BE49-F238E27FC236}">
                    <a16:creationId xmlns:a16="http://schemas.microsoft.com/office/drawing/2014/main" id="{0EF2F84D-9BC4-D289-F9DD-B5BE7D8198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3" y="2677"/>
                <a:ext cx="1201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89" name="AutoShape 277">
                <a:extLst>
                  <a:ext uri="{FF2B5EF4-FFF2-40B4-BE49-F238E27FC236}">
                    <a16:creationId xmlns:a16="http://schemas.microsoft.com/office/drawing/2014/main" id="{36A18F50-DCB9-2606-5D98-B752B0C9A7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2705"/>
                <a:ext cx="1071" cy="7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90" name="Oval 278">
                <a:extLst>
                  <a:ext uri="{FF2B5EF4-FFF2-40B4-BE49-F238E27FC236}">
                    <a16:creationId xmlns:a16="http://schemas.microsoft.com/office/drawing/2014/main" id="{8B6FE9DD-F835-5F42-AA28-B1D0DE4DC7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4" y="2379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91" name="Oval 279">
                <a:extLst>
                  <a:ext uri="{FF2B5EF4-FFF2-40B4-BE49-F238E27FC236}">
                    <a16:creationId xmlns:a16="http://schemas.microsoft.com/office/drawing/2014/main" id="{EB22606D-EEA4-AB35-365E-9208F9AAF6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4" y="2379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92" name="Oval 280">
                <a:extLst>
                  <a:ext uri="{FF2B5EF4-FFF2-40B4-BE49-F238E27FC236}">
                    <a16:creationId xmlns:a16="http://schemas.microsoft.com/office/drawing/2014/main" id="{F759A454-01C4-9941-8EB3-39D4375DAB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2379"/>
                <a:ext cx="160" cy="13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93" name="Rectangle 281">
                <a:extLst>
                  <a:ext uri="{FF2B5EF4-FFF2-40B4-BE49-F238E27FC236}">
                    <a16:creationId xmlns:a16="http://schemas.microsoft.com/office/drawing/2014/main" id="{35C26A74-13D5-A8EF-D9EA-7A754EBF3A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1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212036" name="Group 249">
              <a:extLst>
                <a:ext uri="{FF2B5EF4-FFF2-40B4-BE49-F238E27FC236}">
                  <a16:creationId xmlns:a16="http://schemas.microsoft.com/office/drawing/2014/main" id="{6CE591A9-1411-6939-6B8A-756285AC5EB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39866" y="4369199"/>
              <a:ext cx="225953" cy="395900"/>
              <a:chOff x="4140" y="429"/>
              <a:chExt cx="1425" cy="2396"/>
            </a:xfrm>
          </p:grpSpPr>
          <p:sp>
            <p:nvSpPr>
              <p:cNvPr id="212070" name="Freeform 250">
                <a:extLst>
                  <a:ext uri="{FF2B5EF4-FFF2-40B4-BE49-F238E27FC236}">
                    <a16:creationId xmlns:a16="http://schemas.microsoft.com/office/drawing/2014/main" id="{363BCE7B-B6DD-3D86-C9B4-7C1ED8881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9 w 354"/>
                  <a:gd name="T1" fmla="*/ 0 h 2742"/>
                  <a:gd name="T2" fmla="*/ 47 w 354"/>
                  <a:gd name="T3" fmla="*/ 66 h 2742"/>
                  <a:gd name="T4" fmla="*/ 46 w 354"/>
                  <a:gd name="T5" fmla="*/ 510 h 2742"/>
                  <a:gd name="T6" fmla="*/ 0 w 354"/>
                  <a:gd name="T7" fmla="*/ 534 h 2742"/>
                  <a:gd name="T8" fmla="*/ 9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04" name="Rectangle 251">
                <a:extLst>
                  <a:ext uri="{FF2B5EF4-FFF2-40B4-BE49-F238E27FC236}">
                    <a16:creationId xmlns:a16="http://schemas.microsoft.com/office/drawing/2014/main" id="{555B64AA-561A-FC7E-D304-DF926256D5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7" y="427"/>
                <a:ext cx="1051" cy="2286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072" name="Freeform 252">
                <a:extLst>
                  <a:ext uri="{FF2B5EF4-FFF2-40B4-BE49-F238E27FC236}">
                    <a16:creationId xmlns:a16="http://schemas.microsoft.com/office/drawing/2014/main" id="{5CB01F0B-B1A8-C45A-8D65-ED8F61459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9 w 211"/>
                  <a:gd name="T3" fmla="*/ 43 h 2537"/>
                  <a:gd name="T4" fmla="*/ 2 w 211"/>
                  <a:gd name="T5" fmla="*/ 48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73" name="Freeform 253">
                <a:extLst>
                  <a:ext uri="{FF2B5EF4-FFF2-40B4-BE49-F238E27FC236}">
                    <a16:creationId xmlns:a16="http://schemas.microsoft.com/office/drawing/2014/main" id="{95660E19-07EA-E8C0-6B80-FCF5A8872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5 h 226"/>
                  <a:gd name="T4" fmla="*/ 45 w 328"/>
                  <a:gd name="T5" fmla="*/ 45 h 226"/>
                  <a:gd name="T6" fmla="*/ 0 w 328"/>
                  <a:gd name="T7" fmla="*/ 19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07" name="Rectangle 254">
                <a:extLst>
                  <a:ext uri="{FF2B5EF4-FFF2-40B4-BE49-F238E27FC236}">
                    <a16:creationId xmlns:a16="http://schemas.microsoft.com/office/drawing/2014/main" id="{FF1E6A88-5F11-33CB-6D0A-CD6FD8046A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7" y="696"/>
                <a:ext cx="601" cy="3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075" name="Group 255">
                <a:extLst>
                  <a:ext uri="{FF2B5EF4-FFF2-40B4-BE49-F238E27FC236}">
                    <a16:creationId xmlns:a16="http://schemas.microsoft.com/office/drawing/2014/main" id="{11F35E12-7769-56D6-93A3-C28C5FC8C02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033" name="AutoShape 256">
                  <a:extLst>
                    <a:ext uri="{FF2B5EF4-FFF2-40B4-BE49-F238E27FC236}">
                      <a16:creationId xmlns:a16="http://schemas.microsoft.com/office/drawing/2014/main" id="{62317208-877E-7F42-522F-FA11DD8A7B5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67"/>
                  <a:ext cx="725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34" name="AutoShape 257">
                  <a:extLst>
                    <a:ext uri="{FF2B5EF4-FFF2-40B4-BE49-F238E27FC236}">
                      <a16:creationId xmlns:a16="http://schemas.microsoft.com/office/drawing/2014/main" id="{7CD5523D-4CC6-F73A-3E9F-A5876EFC6C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4" y="2586"/>
                  <a:ext cx="700" cy="10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1009" name="Rectangle 258">
                <a:extLst>
                  <a:ext uri="{FF2B5EF4-FFF2-40B4-BE49-F238E27FC236}">
                    <a16:creationId xmlns:a16="http://schemas.microsoft.com/office/drawing/2014/main" id="{11BF9A5F-A4F1-6008-BF78-823F53ED65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023"/>
                <a:ext cx="591" cy="3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077" name="Group 259">
                <a:extLst>
                  <a:ext uri="{FF2B5EF4-FFF2-40B4-BE49-F238E27FC236}">
                    <a16:creationId xmlns:a16="http://schemas.microsoft.com/office/drawing/2014/main" id="{014CD0A9-FB2D-1144-0D22-97EDDE6827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031" name="AutoShape 260">
                  <a:extLst>
                    <a:ext uri="{FF2B5EF4-FFF2-40B4-BE49-F238E27FC236}">
                      <a16:creationId xmlns:a16="http://schemas.microsoft.com/office/drawing/2014/main" id="{5CD06EFA-8020-6444-2A28-72993B9994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68"/>
                  <a:ext cx="725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32" name="AutoShape 261">
                  <a:extLst>
                    <a:ext uri="{FF2B5EF4-FFF2-40B4-BE49-F238E27FC236}">
                      <a16:creationId xmlns:a16="http://schemas.microsoft.com/office/drawing/2014/main" id="{A22A140C-8220-64DD-5A7C-B7FB0390BF8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8"/>
                  <a:ext cx="687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1011" name="Rectangle 262">
                <a:extLst>
                  <a:ext uri="{FF2B5EF4-FFF2-40B4-BE49-F238E27FC236}">
                    <a16:creationId xmlns:a16="http://schemas.microsoft.com/office/drawing/2014/main" id="{14242FF1-A582-21C9-DF77-DFB528B0E2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9"/>
                <a:ext cx="59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12" name="Rectangle 263">
                <a:extLst>
                  <a:ext uri="{FF2B5EF4-FFF2-40B4-BE49-F238E27FC236}">
                    <a16:creationId xmlns:a16="http://schemas.microsoft.com/office/drawing/2014/main" id="{2BD1EE90-F1D9-F84D-1008-747A808EE4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657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080" name="Group 264">
                <a:extLst>
                  <a:ext uri="{FF2B5EF4-FFF2-40B4-BE49-F238E27FC236}">
                    <a16:creationId xmlns:a16="http://schemas.microsoft.com/office/drawing/2014/main" id="{3BC84FBF-4CA5-8899-9FB4-1E4E4A14E23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029" name="AutoShape 265">
                  <a:extLst>
                    <a:ext uri="{FF2B5EF4-FFF2-40B4-BE49-F238E27FC236}">
                      <a16:creationId xmlns:a16="http://schemas.microsoft.com/office/drawing/2014/main" id="{573966BD-6507-AFF3-F53D-D506C565C2B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9"/>
                  <a:ext cx="711" cy="141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30" name="AutoShape 266">
                  <a:extLst>
                    <a:ext uri="{FF2B5EF4-FFF2-40B4-BE49-F238E27FC236}">
                      <a16:creationId xmlns:a16="http://schemas.microsoft.com/office/drawing/2014/main" id="{49EA247B-9678-B693-F189-F7A2B967F81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6"/>
                  <a:ext cx="673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212081" name="Freeform 267">
                <a:extLst>
                  <a:ext uri="{FF2B5EF4-FFF2-40B4-BE49-F238E27FC236}">
                    <a16:creationId xmlns:a16="http://schemas.microsoft.com/office/drawing/2014/main" id="{3D295093-BB6F-1DDF-4DD4-01C014EEC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4 h 226"/>
                  <a:gd name="T4" fmla="*/ 45 w 328"/>
                  <a:gd name="T5" fmla="*/ 43 h 226"/>
                  <a:gd name="T6" fmla="*/ 0 w 328"/>
                  <a:gd name="T7" fmla="*/ 1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082" name="Group 268">
                <a:extLst>
                  <a:ext uri="{FF2B5EF4-FFF2-40B4-BE49-F238E27FC236}">
                    <a16:creationId xmlns:a16="http://schemas.microsoft.com/office/drawing/2014/main" id="{3AB2D45B-7337-302E-7675-6ADFA145C57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027" name="AutoShape 269">
                  <a:extLst>
                    <a:ext uri="{FF2B5EF4-FFF2-40B4-BE49-F238E27FC236}">
                      <a16:creationId xmlns:a16="http://schemas.microsoft.com/office/drawing/2014/main" id="{E6565EDF-DA5D-2CA1-4C4E-E058568453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71"/>
                  <a:ext cx="761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28" name="AutoShape 270">
                  <a:extLst>
                    <a:ext uri="{FF2B5EF4-FFF2-40B4-BE49-F238E27FC236}">
                      <a16:creationId xmlns:a16="http://schemas.microsoft.com/office/drawing/2014/main" id="{67FAA817-1AF4-36BC-6E5C-C1D2DC17BE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4" y="2590"/>
                  <a:ext cx="723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1016" name="Rectangle 271">
                <a:extLst>
                  <a:ext uri="{FF2B5EF4-FFF2-40B4-BE49-F238E27FC236}">
                    <a16:creationId xmlns:a16="http://schemas.microsoft.com/office/drawing/2014/main" id="{A5130552-AAFB-22DD-A172-1A958DBA47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8" y="427"/>
                <a:ext cx="70" cy="2296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084" name="Freeform 272">
                <a:extLst>
                  <a:ext uri="{FF2B5EF4-FFF2-40B4-BE49-F238E27FC236}">
                    <a16:creationId xmlns:a16="http://schemas.microsoft.com/office/drawing/2014/main" id="{1CB66CC6-2B05-0981-4E66-9C6404698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40 w 296"/>
                  <a:gd name="T3" fmla="*/ 27 h 256"/>
                  <a:gd name="T4" fmla="*/ 40 w 296"/>
                  <a:gd name="T5" fmla="*/ 49 h 256"/>
                  <a:gd name="T6" fmla="*/ 0 w 296"/>
                  <a:gd name="T7" fmla="*/ 18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85" name="Freeform 273">
                <a:extLst>
                  <a:ext uri="{FF2B5EF4-FFF2-40B4-BE49-F238E27FC236}">
                    <a16:creationId xmlns:a16="http://schemas.microsoft.com/office/drawing/2014/main" id="{EBF7BB81-FA6F-9182-58BA-4B0442EE0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42 w 304"/>
                  <a:gd name="T3" fmla="*/ 32 h 288"/>
                  <a:gd name="T4" fmla="*/ 39 w 304"/>
                  <a:gd name="T5" fmla="*/ 57 h 288"/>
                  <a:gd name="T6" fmla="*/ 2 w 304"/>
                  <a:gd name="T7" fmla="*/ 24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19" name="Oval 274">
                <a:extLst>
                  <a:ext uri="{FF2B5EF4-FFF2-40B4-BE49-F238E27FC236}">
                    <a16:creationId xmlns:a16="http://schemas.microsoft.com/office/drawing/2014/main" id="{2E147F55-C821-18C1-3351-4B04F2A239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8" y="2617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087" name="Freeform 275">
                <a:extLst>
                  <a:ext uri="{FF2B5EF4-FFF2-40B4-BE49-F238E27FC236}">
                    <a16:creationId xmlns:a16="http://schemas.microsoft.com/office/drawing/2014/main" id="{F33F7F24-D7D3-B439-DC5D-8B7AB720A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21 h 240"/>
                  <a:gd name="T2" fmla="*/ 2 w 306"/>
                  <a:gd name="T3" fmla="*/ 48 h 240"/>
                  <a:gd name="T4" fmla="*/ 42 w 306"/>
                  <a:gd name="T5" fmla="*/ 22 h 240"/>
                  <a:gd name="T6" fmla="*/ 40 w 306"/>
                  <a:gd name="T7" fmla="*/ 0 h 240"/>
                  <a:gd name="T8" fmla="*/ 0 w 306"/>
                  <a:gd name="T9" fmla="*/ 21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21" name="AutoShape 276">
                <a:extLst>
                  <a:ext uri="{FF2B5EF4-FFF2-40B4-BE49-F238E27FC236}">
                    <a16:creationId xmlns:a16="http://schemas.microsoft.com/office/drawing/2014/main" id="{0E07F783-D870-18E3-63E9-56C2AD63A2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6" y="2684"/>
                <a:ext cx="1201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22" name="AutoShape 277">
                <a:extLst>
                  <a:ext uri="{FF2B5EF4-FFF2-40B4-BE49-F238E27FC236}">
                    <a16:creationId xmlns:a16="http://schemas.microsoft.com/office/drawing/2014/main" id="{470AF16D-658D-5D8E-0F33-EFC2BE6E58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7" y="2713"/>
                <a:ext cx="1071" cy="8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23" name="Oval 278">
                <a:extLst>
                  <a:ext uri="{FF2B5EF4-FFF2-40B4-BE49-F238E27FC236}">
                    <a16:creationId xmlns:a16="http://schemas.microsoft.com/office/drawing/2014/main" id="{E0249F77-2266-E745-2F77-31173C98CE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7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24" name="Oval 279">
                <a:extLst>
                  <a:ext uri="{FF2B5EF4-FFF2-40B4-BE49-F238E27FC236}">
                    <a16:creationId xmlns:a16="http://schemas.microsoft.com/office/drawing/2014/main" id="{08D7573D-88CC-61E5-DEE1-62D1ECEB15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7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25" name="Oval 280">
                <a:extLst>
                  <a:ext uri="{FF2B5EF4-FFF2-40B4-BE49-F238E27FC236}">
                    <a16:creationId xmlns:a16="http://schemas.microsoft.com/office/drawing/2014/main" id="{CD687B37-D267-2F9D-769A-B1DAD2E69C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7" y="2387"/>
                <a:ext cx="160" cy="13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26" name="Rectangle 281">
                <a:extLst>
                  <a:ext uri="{FF2B5EF4-FFF2-40B4-BE49-F238E27FC236}">
                    <a16:creationId xmlns:a16="http://schemas.microsoft.com/office/drawing/2014/main" id="{15E1D582-48F6-880C-C936-31692EDD2F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8" y="1839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212037" name="Group 249">
              <a:extLst>
                <a:ext uri="{FF2B5EF4-FFF2-40B4-BE49-F238E27FC236}">
                  <a16:creationId xmlns:a16="http://schemas.microsoft.com/office/drawing/2014/main" id="{AADA5F85-5EEA-A269-D255-0467FF0E40CF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8472213" y="4384408"/>
              <a:ext cx="225953" cy="395900"/>
              <a:chOff x="4140" y="429"/>
              <a:chExt cx="1425" cy="2396"/>
            </a:xfrm>
          </p:grpSpPr>
          <p:sp>
            <p:nvSpPr>
              <p:cNvPr id="212038" name="Freeform 250">
                <a:extLst>
                  <a:ext uri="{FF2B5EF4-FFF2-40B4-BE49-F238E27FC236}">
                    <a16:creationId xmlns:a16="http://schemas.microsoft.com/office/drawing/2014/main" id="{52988827-2C28-F6C6-B718-D67737A13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9 w 354"/>
                  <a:gd name="T1" fmla="*/ 0 h 2742"/>
                  <a:gd name="T2" fmla="*/ 47 w 354"/>
                  <a:gd name="T3" fmla="*/ 66 h 2742"/>
                  <a:gd name="T4" fmla="*/ 46 w 354"/>
                  <a:gd name="T5" fmla="*/ 510 h 2742"/>
                  <a:gd name="T6" fmla="*/ 0 w 354"/>
                  <a:gd name="T7" fmla="*/ 534 h 2742"/>
                  <a:gd name="T8" fmla="*/ 9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37" name="Rectangle 251">
                <a:extLst>
                  <a:ext uri="{FF2B5EF4-FFF2-40B4-BE49-F238E27FC236}">
                    <a16:creationId xmlns:a16="http://schemas.microsoft.com/office/drawing/2014/main" id="{E87E86DA-53A2-064C-B685-53CC630B2A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0" y="431"/>
                <a:ext cx="1051" cy="2276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040" name="Freeform 252">
                <a:extLst>
                  <a:ext uri="{FF2B5EF4-FFF2-40B4-BE49-F238E27FC236}">
                    <a16:creationId xmlns:a16="http://schemas.microsoft.com/office/drawing/2014/main" id="{9768D8D9-0C99-BF83-9ABF-45E1DCFBB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9 w 211"/>
                  <a:gd name="T3" fmla="*/ 43 h 2537"/>
                  <a:gd name="T4" fmla="*/ 2 w 211"/>
                  <a:gd name="T5" fmla="*/ 48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41" name="Freeform 253">
                <a:extLst>
                  <a:ext uri="{FF2B5EF4-FFF2-40B4-BE49-F238E27FC236}">
                    <a16:creationId xmlns:a16="http://schemas.microsoft.com/office/drawing/2014/main" id="{9A6DD8C9-3411-048F-99CA-DC19FD499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5 h 226"/>
                  <a:gd name="T4" fmla="*/ 45 w 328"/>
                  <a:gd name="T5" fmla="*/ 45 h 226"/>
                  <a:gd name="T6" fmla="*/ 0 w 328"/>
                  <a:gd name="T7" fmla="*/ 19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40" name="Rectangle 254">
                <a:extLst>
                  <a:ext uri="{FF2B5EF4-FFF2-40B4-BE49-F238E27FC236}">
                    <a16:creationId xmlns:a16="http://schemas.microsoft.com/office/drawing/2014/main" id="{71AEDBE5-4D54-6316-749C-A176838771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043" name="Group 255">
                <a:extLst>
                  <a:ext uri="{FF2B5EF4-FFF2-40B4-BE49-F238E27FC236}">
                    <a16:creationId xmlns:a16="http://schemas.microsoft.com/office/drawing/2014/main" id="{B8BF49BA-BE4A-530B-C2C6-44334F2462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066" name="AutoShape 256">
                  <a:extLst>
                    <a:ext uri="{FF2B5EF4-FFF2-40B4-BE49-F238E27FC236}">
                      <a16:creationId xmlns:a16="http://schemas.microsoft.com/office/drawing/2014/main" id="{37B1C401-24FD-A864-E349-743E825435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71"/>
                  <a:ext cx="725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67" name="AutoShape 257">
                  <a:extLst>
                    <a:ext uri="{FF2B5EF4-FFF2-40B4-BE49-F238E27FC236}">
                      <a16:creationId xmlns:a16="http://schemas.microsoft.com/office/drawing/2014/main" id="{4E917BB2-3406-571D-236C-90581C954ED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90"/>
                  <a:ext cx="700" cy="10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1042" name="Rectangle 258">
                <a:extLst>
                  <a:ext uri="{FF2B5EF4-FFF2-40B4-BE49-F238E27FC236}">
                    <a16:creationId xmlns:a16="http://schemas.microsoft.com/office/drawing/2014/main" id="{8E62FCDB-ADF7-EBC7-C774-B8BF182C22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17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045" name="Group 259">
                <a:extLst>
                  <a:ext uri="{FF2B5EF4-FFF2-40B4-BE49-F238E27FC236}">
                    <a16:creationId xmlns:a16="http://schemas.microsoft.com/office/drawing/2014/main" id="{F224CFAF-A3EB-CAFE-302C-58F869F7EB9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064" name="AutoShape 260">
                  <a:extLst>
                    <a:ext uri="{FF2B5EF4-FFF2-40B4-BE49-F238E27FC236}">
                      <a16:creationId xmlns:a16="http://schemas.microsoft.com/office/drawing/2014/main" id="{36E4F761-1DE6-459B-44B7-0C967A6DEB4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81" y="2572"/>
                  <a:ext cx="725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65" name="AutoShape 261">
                  <a:extLst>
                    <a:ext uri="{FF2B5EF4-FFF2-40B4-BE49-F238E27FC236}">
                      <a16:creationId xmlns:a16="http://schemas.microsoft.com/office/drawing/2014/main" id="{8401EFBA-52C7-D485-6122-114308DFA0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94" y="2592"/>
                  <a:ext cx="687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1044" name="Rectangle 262">
                <a:extLst>
                  <a:ext uri="{FF2B5EF4-FFF2-40B4-BE49-F238E27FC236}">
                    <a16:creationId xmlns:a16="http://schemas.microsoft.com/office/drawing/2014/main" id="{E26EB2BA-3F03-30AC-550F-2342C26E03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63"/>
                <a:ext cx="591" cy="3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45" name="Rectangle 263">
                <a:extLst>
                  <a:ext uri="{FF2B5EF4-FFF2-40B4-BE49-F238E27FC236}">
                    <a16:creationId xmlns:a16="http://schemas.microsoft.com/office/drawing/2014/main" id="{7AE0D5B4-1719-F4FD-198C-E0CF8D846F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1"/>
                <a:ext cx="59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048" name="Group 264">
                <a:extLst>
                  <a:ext uri="{FF2B5EF4-FFF2-40B4-BE49-F238E27FC236}">
                    <a16:creationId xmlns:a16="http://schemas.microsoft.com/office/drawing/2014/main" id="{22F9C42C-AE05-A1DB-2E15-B2087239F9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062" name="AutoShape 265">
                  <a:extLst>
                    <a:ext uri="{FF2B5EF4-FFF2-40B4-BE49-F238E27FC236}">
                      <a16:creationId xmlns:a16="http://schemas.microsoft.com/office/drawing/2014/main" id="{12068D55-1B8E-4D8F-C665-03A25547EF0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09" y="2572"/>
                  <a:ext cx="686" cy="13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63" name="AutoShape 266">
                  <a:extLst>
                    <a:ext uri="{FF2B5EF4-FFF2-40B4-BE49-F238E27FC236}">
                      <a16:creationId xmlns:a16="http://schemas.microsoft.com/office/drawing/2014/main" id="{D493F221-6D2C-744D-CEC4-7E1CE963C70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1" y="2590"/>
                  <a:ext cx="648" cy="9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212049" name="Freeform 267">
                <a:extLst>
                  <a:ext uri="{FF2B5EF4-FFF2-40B4-BE49-F238E27FC236}">
                    <a16:creationId xmlns:a16="http://schemas.microsoft.com/office/drawing/2014/main" id="{CCEA635F-065D-C551-7358-A05EC13E6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4 h 226"/>
                  <a:gd name="T4" fmla="*/ 45 w 328"/>
                  <a:gd name="T5" fmla="*/ 43 h 226"/>
                  <a:gd name="T6" fmla="*/ 0 w 328"/>
                  <a:gd name="T7" fmla="*/ 1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050" name="Group 268">
                <a:extLst>
                  <a:ext uri="{FF2B5EF4-FFF2-40B4-BE49-F238E27FC236}">
                    <a16:creationId xmlns:a16="http://schemas.microsoft.com/office/drawing/2014/main" id="{826BE1E5-47CF-801D-E2D4-15462BE8EC0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060" name="AutoShape 269">
                  <a:extLst>
                    <a:ext uri="{FF2B5EF4-FFF2-40B4-BE49-F238E27FC236}">
                      <a16:creationId xmlns:a16="http://schemas.microsoft.com/office/drawing/2014/main" id="{CC49C2FC-DC53-4400-D3E4-16A77BFACE3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5"/>
                  <a:ext cx="723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61" name="AutoShape 270">
                  <a:extLst>
                    <a:ext uri="{FF2B5EF4-FFF2-40B4-BE49-F238E27FC236}">
                      <a16:creationId xmlns:a16="http://schemas.microsoft.com/office/drawing/2014/main" id="{B436DAC4-582F-A74C-CB88-B483663009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5"/>
                  <a:ext cx="686" cy="11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1049" name="Rectangle 271">
                <a:extLst>
                  <a:ext uri="{FF2B5EF4-FFF2-40B4-BE49-F238E27FC236}">
                    <a16:creationId xmlns:a16="http://schemas.microsoft.com/office/drawing/2014/main" id="{C9384FCC-6F1D-C13A-0F6E-E8737B5A5E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1" y="431"/>
                <a:ext cx="60" cy="2286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052" name="Freeform 272">
                <a:extLst>
                  <a:ext uri="{FF2B5EF4-FFF2-40B4-BE49-F238E27FC236}">
                    <a16:creationId xmlns:a16="http://schemas.microsoft.com/office/drawing/2014/main" id="{23CBA932-08F0-7269-CA01-A16E6DEA4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40 w 296"/>
                  <a:gd name="T3" fmla="*/ 27 h 256"/>
                  <a:gd name="T4" fmla="*/ 40 w 296"/>
                  <a:gd name="T5" fmla="*/ 49 h 256"/>
                  <a:gd name="T6" fmla="*/ 0 w 296"/>
                  <a:gd name="T7" fmla="*/ 18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53" name="Freeform 273">
                <a:extLst>
                  <a:ext uri="{FF2B5EF4-FFF2-40B4-BE49-F238E27FC236}">
                    <a16:creationId xmlns:a16="http://schemas.microsoft.com/office/drawing/2014/main" id="{3E7AB45B-B0E4-C530-F3A2-6EC3DC433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42 w 304"/>
                  <a:gd name="T3" fmla="*/ 32 h 288"/>
                  <a:gd name="T4" fmla="*/ 39 w 304"/>
                  <a:gd name="T5" fmla="*/ 57 h 288"/>
                  <a:gd name="T6" fmla="*/ 2 w 304"/>
                  <a:gd name="T7" fmla="*/ 24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2" name="Oval 274">
                <a:extLst>
                  <a:ext uri="{FF2B5EF4-FFF2-40B4-BE49-F238E27FC236}">
                    <a16:creationId xmlns:a16="http://schemas.microsoft.com/office/drawing/2014/main" id="{DF6594E9-29F4-B4AD-0D76-A51A3862D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2" y="2611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055" name="Freeform 275">
                <a:extLst>
                  <a:ext uri="{FF2B5EF4-FFF2-40B4-BE49-F238E27FC236}">
                    <a16:creationId xmlns:a16="http://schemas.microsoft.com/office/drawing/2014/main" id="{4C23F088-5B7D-3073-BD05-A059F042E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21 h 240"/>
                  <a:gd name="T2" fmla="*/ 2 w 306"/>
                  <a:gd name="T3" fmla="*/ 48 h 240"/>
                  <a:gd name="T4" fmla="*/ 42 w 306"/>
                  <a:gd name="T5" fmla="*/ 22 h 240"/>
                  <a:gd name="T6" fmla="*/ 40 w 306"/>
                  <a:gd name="T7" fmla="*/ 0 h 240"/>
                  <a:gd name="T8" fmla="*/ 0 w 306"/>
                  <a:gd name="T9" fmla="*/ 21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" name="AutoShape 276">
                <a:extLst>
                  <a:ext uri="{FF2B5EF4-FFF2-40B4-BE49-F238E27FC236}">
                    <a16:creationId xmlns:a16="http://schemas.microsoft.com/office/drawing/2014/main" id="{E676549F-0001-17D5-E79B-49A3425073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9"/>
                <a:ext cx="1201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55" name="AutoShape 277">
                <a:extLst>
                  <a:ext uri="{FF2B5EF4-FFF2-40B4-BE49-F238E27FC236}">
                    <a16:creationId xmlns:a16="http://schemas.microsoft.com/office/drawing/2014/main" id="{96C31B50-577F-5C94-D8AB-E2E5EEE722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0" y="2708"/>
                <a:ext cx="1071" cy="8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56" name="Oval 278">
                <a:extLst>
                  <a:ext uri="{FF2B5EF4-FFF2-40B4-BE49-F238E27FC236}">
                    <a16:creationId xmlns:a16="http://schemas.microsoft.com/office/drawing/2014/main" id="{385EC368-E346-F98B-3F6F-CF424FABC7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81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57" name="Oval 279">
                <a:extLst>
                  <a:ext uri="{FF2B5EF4-FFF2-40B4-BE49-F238E27FC236}">
                    <a16:creationId xmlns:a16="http://schemas.microsoft.com/office/drawing/2014/main" id="{B278F19E-E119-69E5-B6BB-920A971369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0" y="2381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58" name="Oval 280">
                <a:extLst>
                  <a:ext uri="{FF2B5EF4-FFF2-40B4-BE49-F238E27FC236}">
                    <a16:creationId xmlns:a16="http://schemas.microsoft.com/office/drawing/2014/main" id="{6FD9ECCE-C991-42A8-3419-05793ED811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381"/>
                <a:ext cx="160" cy="13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59" name="Rectangle 281">
                <a:extLst>
                  <a:ext uri="{FF2B5EF4-FFF2-40B4-BE49-F238E27FC236}">
                    <a16:creationId xmlns:a16="http://schemas.microsoft.com/office/drawing/2014/main" id="{652191B8-053A-A1FB-D0C0-7FBE8A077A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1" y="1833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</p:grpSp>
      <p:grpSp>
        <p:nvGrpSpPr>
          <p:cNvPr id="1069" name="Group 1068">
            <a:extLst>
              <a:ext uri="{FF2B5EF4-FFF2-40B4-BE49-F238E27FC236}">
                <a16:creationId xmlns:a16="http://schemas.microsoft.com/office/drawing/2014/main" id="{90258837-C340-BBCF-90B6-0683AB15C75D}"/>
              </a:ext>
            </a:extLst>
          </p:cNvPr>
          <p:cNvGrpSpPr>
            <a:grpSpLocks/>
          </p:cNvGrpSpPr>
          <p:nvPr/>
        </p:nvGrpSpPr>
        <p:grpSpPr bwMode="auto">
          <a:xfrm>
            <a:off x="8710613" y="5734050"/>
            <a:ext cx="347662" cy="681038"/>
            <a:chOff x="7923189" y="2486664"/>
            <a:chExt cx="360377" cy="884585"/>
          </a:xfrm>
        </p:grpSpPr>
        <p:pic>
          <p:nvPicPr>
            <p:cNvPr id="212000" name="Picture 3">
              <a:extLst>
                <a:ext uri="{FF2B5EF4-FFF2-40B4-BE49-F238E27FC236}">
                  <a16:creationId xmlns:a16="http://schemas.microsoft.com/office/drawing/2014/main" id="{AE689B0A-2140-1E44-66C8-42B2450D3A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001" name="Group 950">
              <a:extLst>
                <a:ext uri="{FF2B5EF4-FFF2-40B4-BE49-F238E27FC236}">
                  <a16:creationId xmlns:a16="http://schemas.microsoft.com/office/drawing/2014/main" id="{3C1945A3-5420-A5DE-9FD5-C34E188F63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002" name="Freeform 951">
                <a:extLst>
                  <a:ext uri="{FF2B5EF4-FFF2-40B4-BE49-F238E27FC236}">
                    <a16:creationId xmlns:a16="http://schemas.microsoft.com/office/drawing/2014/main" id="{5D90B289-220F-7DA8-1A43-1C007BD6A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03" name="Rectangle 952">
                <a:extLst>
                  <a:ext uri="{FF2B5EF4-FFF2-40B4-BE49-F238E27FC236}">
                    <a16:creationId xmlns:a16="http://schemas.microsoft.com/office/drawing/2014/main" id="{4211FB43-F26C-3693-C47A-08E1F45651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04" name="Freeform 953">
                <a:extLst>
                  <a:ext uri="{FF2B5EF4-FFF2-40B4-BE49-F238E27FC236}">
                    <a16:creationId xmlns:a16="http://schemas.microsoft.com/office/drawing/2014/main" id="{7AB8955F-F539-6B71-BF47-CCEDEB10A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05" name="Freeform 954">
                <a:extLst>
                  <a:ext uri="{FF2B5EF4-FFF2-40B4-BE49-F238E27FC236}">
                    <a16:creationId xmlns:a16="http://schemas.microsoft.com/office/drawing/2014/main" id="{F0D68511-0CD1-58A7-9F7D-5FBFCD003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06" name="Rectangle 955">
                <a:extLst>
                  <a:ext uri="{FF2B5EF4-FFF2-40B4-BE49-F238E27FC236}">
                    <a16:creationId xmlns:a16="http://schemas.microsoft.com/office/drawing/2014/main" id="{5DFA3C2E-7400-5B66-DF99-E8E722A69D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007" name="Group 956">
                <a:extLst>
                  <a:ext uri="{FF2B5EF4-FFF2-40B4-BE49-F238E27FC236}">
                    <a16:creationId xmlns:a16="http://schemas.microsoft.com/office/drawing/2014/main" id="{D8EE03C5-8FBF-FF1D-AF76-4925CA097A3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032" name="AutoShape 957">
                  <a:extLst>
                    <a:ext uri="{FF2B5EF4-FFF2-40B4-BE49-F238E27FC236}">
                      <a16:creationId xmlns:a16="http://schemas.microsoft.com/office/drawing/2014/main" id="{305AF46C-0E41-069A-C593-175769CBE6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033" name="AutoShape 958">
                  <a:extLst>
                    <a:ext uri="{FF2B5EF4-FFF2-40B4-BE49-F238E27FC236}">
                      <a16:creationId xmlns:a16="http://schemas.microsoft.com/office/drawing/2014/main" id="{9F902E0C-BF57-B693-D7E7-66B22E49FB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008" name="Rectangle 959">
                <a:extLst>
                  <a:ext uri="{FF2B5EF4-FFF2-40B4-BE49-F238E27FC236}">
                    <a16:creationId xmlns:a16="http://schemas.microsoft.com/office/drawing/2014/main" id="{4C102854-DD03-177B-AFB1-15B1AA28E6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009" name="Group 960">
                <a:extLst>
                  <a:ext uri="{FF2B5EF4-FFF2-40B4-BE49-F238E27FC236}">
                    <a16:creationId xmlns:a16="http://schemas.microsoft.com/office/drawing/2014/main" id="{F6D2E252-80ED-5BFF-C224-0C703529036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030" name="AutoShape 961">
                  <a:extLst>
                    <a:ext uri="{FF2B5EF4-FFF2-40B4-BE49-F238E27FC236}">
                      <a16:creationId xmlns:a16="http://schemas.microsoft.com/office/drawing/2014/main" id="{3A9A1E10-C1F4-08C2-1CBA-85C3ABB823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031" name="AutoShape 962">
                  <a:extLst>
                    <a:ext uri="{FF2B5EF4-FFF2-40B4-BE49-F238E27FC236}">
                      <a16:creationId xmlns:a16="http://schemas.microsoft.com/office/drawing/2014/main" id="{F95B55C9-F24C-2E38-98EC-B5841241F7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010" name="Rectangle 963">
                <a:extLst>
                  <a:ext uri="{FF2B5EF4-FFF2-40B4-BE49-F238E27FC236}">
                    <a16:creationId xmlns:a16="http://schemas.microsoft.com/office/drawing/2014/main" id="{1B513D5C-B3C6-289A-39F1-FFE967F50C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11" name="Rectangle 964">
                <a:extLst>
                  <a:ext uri="{FF2B5EF4-FFF2-40B4-BE49-F238E27FC236}">
                    <a16:creationId xmlns:a16="http://schemas.microsoft.com/office/drawing/2014/main" id="{8E8BAC46-C51A-65A3-E32B-0D16E7C061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012" name="Group 965">
                <a:extLst>
                  <a:ext uri="{FF2B5EF4-FFF2-40B4-BE49-F238E27FC236}">
                    <a16:creationId xmlns:a16="http://schemas.microsoft.com/office/drawing/2014/main" id="{04638A58-CB3C-AD78-2C7D-8DBFF95DCCF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028" name="AutoShape 966">
                  <a:extLst>
                    <a:ext uri="{FF2B5EF4-FFF2-40B4-BE49-F238E27FC236}">
                      <a16:creationId xmlns:a16="http://schemas.microsoft.com/office/drawing/2014/main" id="{B3F2071F-CCF0-E863-1568-B3A8608078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029" name="AutoShape 967">
                  <a:extLst>
                    <a:ext uri="{FF2B5EF4-FFF2-40B4-BE49-F238E27FC236}">
                      <a16:creationId xmlns:a16="http://schemas.microsoft.com/office/drawing/2014/main" id="{ECD7E73A-63F5-3C8D-D1F6-CA36795655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013" name="Freeform 968">
                <a:extLst>
                  <a:ext uri="{FF2B5EF4-FFF2-40B4-BE49-F238E27FC236}">
                    <a16:creationId xmlns:a16="http://schemas.microsoft.com/office/drawing/2014/main" id="{F5BDBA8B-B77D-BB9E-85AB-C8F70A13F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014" name="Group 969">
                <a:extLst>
                  <a:ext uri="{FF2B5EF4-FFF2-40B4-BE49-F238E27FC236}">
                    <a16:creationId xmlns:a16="http://schemas.microsoft.com/office/drawing/2014/main" id="{AB494BF0-818A-A603-91AB-C680430EF23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026" name="AutoShape 970">
                  <a:extLst>
                    <a:ext uri="{FF2B5EF4-FFF2-40B4-BE49-F238E27FC236}">
                      <a16:creationId xmlns:a16="http://schemas.microsoft.com/office/drawing/2014/main" id="{6526DA77-9BDC-38DC-B4AD-12B2C76D400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027" name="AutoShape 971">
                  <a:extLst>
                    <a:ext uri="{FF2B5EF4-FFF2-40B4-BE49-F238E27FC236}">
                      <a16:creationId xmlns:a16="http://schemas.microsoft.com/office/drawing/2014/main" id="{28DE5D19-68D5-630F-1972-1ED0F327270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015" name="Rectangle 972">
                <a:extLst>
                  <a:ext uri="{FF2B5EF4-FFF2-40B4-BE49-F238E27FC236}">
                    <a16:creationId xmlns:a16="http://schemas.microsoft.com/office/drawing/2014/main" id="{11F9FD3C-3229-BC54-A691-C3C54180FA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16" name="Freeform 973">
                <a:extLst>
                  <a:ext uri="{FF2B5EF4-FFF2-40B4-BE49-F238E27FC236}">
                    <a16:creationId xmlns:a16="http://schemas.microsoft.com/office/drawing/2014/main" id="{09A0B5AF-9B75-0281-CDB9-B4BB94B64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17" name="Freeform 974">
                <a:extLst>
                  <a:ext uri="{FF2B5EF4-FFF2-40B4-BE49-F238E27FC236}">
                    <a16:creationId xmlns:a16="http://schemas.microsoft.com/office/drawing/2014/main" id="{ACCDB35D-AF51-9391-B452-67A7D6F4E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18" name="Oval 975">
                <a:extLst>
                  <a:ext uri="{FF2B5EF4-FFF2-40B4-BE49-F238E27FC236}">
                    <a16:creationId xmlns:a16="http://schemas.microsoft.com/office/drawing/2014/main" id="{BF00FA81-7D5C-E3E1-57AD-86957F88FC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19" name="Freeform 976">
                <a:extLst>
                  <a:ext uri="{FF2B5EF4-FFF2-40B4-BE49-F238E27FC236}">
                    <a16:creationId xmlns:a16="http://schemas.microsoft.com/office/drawing/2014/main" id="{72F443E0-104E-81B3-F2CA-3C9CAA895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20" name="AutoShape 977">
                <a:extLst>
                  <a:ext uri="{FF2B5EF4-FFF2-40B4-BE49-F238E27FC236}">
                    <a16:creationId xmlns:a16="http://schemas.microsoft.com/office/drawing/2014/main" id="{BF59B871-EEC7-F266-92AC-975CAEBA10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21" name="AutoShape 978">
                <a:extLst>
                  <a:ext uri="{FF2B5EF4-FFF2-40B4-BE49-F238E27FC236}">
                    <a16:creationId xmlns:a16="http://schemas.microsoft.com/office/drawing/2014/main" id="{F10606B1-AD98-EDCF-5765-9E17526325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22" name="Oval 979">
                <a:extLst>
                  <a:ext uri="{FF2B5EF4-FFF2-40B4-BE49-F238E27FC236}">
                    <a16:creationId xmlns:a16="http://schemas.microsoft.com/office/drawing/2014/main" id="{685843F1-BC4A-43AD-5E08-EE9BD802BD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23" name="Oval 980">
                <a:extLst>
                  <a:ext uri="{FF2B5EF4-FFF2-40B4-BE49-F238E27FC236}">
                    <a16:creationId xmlns:a16="http://schemas.microsoft.com/office/drawing/2014/main" id="{D969D7CD-7789-D972-62CC-4F5FA22E1B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24" name="Oval 981">
                <a:extLst>
                  <a:ext uri="{FF2B5EF4-FFF2-40B4-BE49-F238E27FC236}">
                    <a16:creationId xmlns:a16="http://schemas.microsoft.com/office/drawing/2014/main" id="{6463E9A4-4F03-ADE2-6017-8E876546B6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25" name="Rectangle 982">
                <a:extLst>
                  <a:ext uri="{FF2B5EF4-FFF2-40B4-BE49-F238E27FC236}">
                    <a16:creationId xmlns:a16="http://schemas.microsoft.com/office/drawing/2014/main" id="{D6944A00-53BC-75DA-2B18-F7A9EE931B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B959ED05-24BC-2540-121A-ADE7835B2D27}"/>
              </a:ext>
            </a:extLst>
          </p:cNvPr>
          <p:cNvGrpSpPr>
            <a:grpSpLocks/>
          </p:cNvGrpSpPr>
          <p:nvPr/>
        </p:nvGrpSpPr>
        <p:grpSpPr bwMode="auto">
          <a:xfrm>
            <a:off x="1751013" y="3719513"/>
            <a:ext cx="982662" cy="1585912"/>
            <a:chOff x="226804" y="3719080"/>
            <a:chExt cx="982820" cy="1586234"/>
          </a:xfrm>
        </p:grpSpPr>
        <p:pic>
          <p:nvPicPr>
            <p:cNvPr id="211997" name="Picture 9">
              <a:extLst>
                <a:ext uri="{FF2B5EF4-FFF2-40B4-BE49-F238E27FC236}">
                  <a16:creationId xmlns:a16="http://schemas.microsoft.com/office/drawing/2014/main" id="{81885F5B-58F7-3A92-1177-ECB7B4502FF3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3109" y="5014480"/>
              <a:ext cx="405029" cy="2908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1998" name="Cloud Callout 16">
              <a:extLst>
                <a:ext uri="{FF2B5EF4-FFF2-40B4-BE49-F238E27FC236}">
                  <a16:creationId xmlns:a16="http://schemas.microsoft.com/office/drawing/2014/main" id="{77F20508-3D00-326D-564B-7BCC88A63AA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226804" y="3719080"/>
              <a:ext cx="982820" cy="514019"/>
            </a:xfrm>
            <a:prstGeom prst="cloudCallout">
              <a:avLst>
                <a:gd name="adj1" fmla="val -7606"/>
                <a:gd name="adj2" fmla="val 147866"/>
              </a:avLst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pic>
          <p:nvPicPr>
            <p:cNvPr id="211999" name="Picture 18" descr="madman.jpg">
              <a:extLst>
                <a:ext uri="{FF2B5EF4-FFF2-40B4-BE49-F238E27FC236}">
                  <a16:creationId xmlns:a16="http://schemas.microsoft.com/office/drawing/2014/main" id="{0110F45D-2726-6111-4630-DDDA3FE197F3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7767" y="3870258"/>
              <a:ext cx="767350" cy="2116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11984" name="Content Placeholder 12">
            <a:extLst>
              <a:ext uri="{FF2B5EF4-FFF2-40B4-BE49-F238E27FC236}">
                <a16:creationId xmlns:a16="http://schemas.microsoft.com/office/drawing/2014/main" id="{045F540F-5169-5555-70DF-7CC1DB658611}"/>
              </a:ext>
            </a:extLst>
          </p:cNvPr>
          <p:cNvSpPr txBox="1">
            <a:spLocks/>
          </p:cNvSpPr>
          <p:nvPr/>
        </p:nvSpPr>
        <p:spPr bwMode="auto">
          <a:xfrm>
            <a:off x="1109771" y="1064063"/>
            <a:ext cx="9901388" cy="9265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87338" indent="-28733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681038" indent="-22383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287338" marR="0" lvl="0" indent="-287338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Using manifest file, client retrieves content at highest supportable rate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 </a:t>
            </a:r>
          </a:p>
        </p:txBody>
      </p:sp>
      <p:sp>
        <p:nvSpPr>
          <p:cNvPr id="28" name="Freeform 27">
            <a:extLst>
              <a:ext uri="{FF2B5EF4-FFF2-40B4-BE49-F238E27FC236}">
                <a16:creationId xmlns:a16="http://schemas.microsoft.com/office/drawing/2014/main" id="{2BAE0691-77F3-D354-C4AE-0DD787C75185}"/>
              </a:ext>
            </a:extLst>
          </p:cNvPr>
          <p:cNvSpPr>
            <a:spLocks/>
          </p:cNvSpPr>
          <p:nvPr/>
        </p:nvSpPr>
        <p:spPr bwMode="auto">
          <a:xfrm>
            <a:off x="2571029" y="4229534"/>
            <a:ext cx="1008062" cy="881062"/>
          </a:xfrm>
          <a:custGeom>
            <a:avLst/>
            <a:gdLst>
              <a:gd name="T0" fmla="*/ 542251 w 1284637"/>
              <a:gd name="T1" fmla="*/ 0 h 1108430"/>
              <a:gd name="T2" fmla="*/ 620508 w 1284637"/>
              <a:gd name="T3" fmla="*/ 556152 h 1108430"/>
              <a:gd name="T4" fmla="*/ 0 w 1284637"/>
              <a:gd name="T5" fmla="*/ 555512 h 110843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284637" h="1108430">
                <a:moveTo>
                  <a:pt x="1122624" y="0"/>
                </a:moveTo>
                <a:lnTo>
                  <a:pt x="1284637" y="1108430"/>
                </a:lnTo>
                <a:lnTo>
                  <a:pt x="0" y="1107156"/>
                </a:lnTo>
              </a:path>
            </a:pathLst>
          </a:cu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670" name="Slide Number Placeholder 2">
            <a:extLst>
              <a:ext uri="{FF2B5EF4-FFF2-40B4-BE49-F238E27FC236}">
                <a16:creationId xmlns:a16="http://schemas.microsoft.com/office/drawing/2014/main" id="{DA2A4490-00D9-F70C-EF80-2AE8CFF68C3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100" kern="1200">
                <a:solidFill>
                  <a:schemeClr val="bg1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Transport Layer: 3-</a:t>
            </a:r>
            <a:fld id="{C4204591-24BD-A542-B9D5-F8D8A88D2FEE}" type="slidenum">
              <a:rPr lang="en-US" smtClean="0"/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66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2AE18B69-13C1-0E6D-338A-9BDB66B40CF6}"/>
              </a:ext>
            </a:extLst>
          </p:cNvPr>
          <p:cNvGrpSpPr>
            <a:grpSpLocks/>
          </p:cNvGrpSpPr>
          <p:nvPr/>
        </p:nvGrpSpPr>
        <p:grpSpPr bwMode="auto">
          <a:xfrm>
            <a:off x="1291504" y="5455799"/>
            <a:ext cx="1279525" cy="338138"/>
            <a:chOff x="5931471" y="-30236"/>
            <a:chExt cx="1279747" cy="338971"/>
          </a:xfrm>
        </p:grpSpPr>
        <p:sp>
          <p:nvSpPr>
            <p:cNvPr id="5" name="Rectangle 1113">
              <a:extLst>
                <a:ext uri="{FF2B5EF4-FFF2-40B4-BE49-F238E27FC236}">
                  <a16:creationId xmlns:a16="http://schemas.microsoft.com/office/drawing/2014/main" id="{53D8F886-C460-1A2C-9A2E-C98B5FC6A3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57398" y="13898"/>
              <a:ext cx="1225865" cy="258229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" name="TextBox 1114">
              <a:extLst>
                <a:ext uri="{FF2B5EF4-FFF2-40B4-BE49-F238E27FC236}">
                  <a16:creationId xmlns:a16="http://schemas.microsoft.com/office/drawing/2014/main" id="{25C882F2-78A5-D613-5A3C-D22AA35602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1471" y="-30236"/>
              <a:ext cx="1279747" cy="3389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manifest file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750072369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6DD3CE-8B0B-5811-410C-A82F1B206B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 13">
            <a:extLst>
              <a:ext uri="{FF2B5EF4-FFF2-40B4-BE49-F238E27FC236}">
                <a16:creationId xmlns:a16="http://schemas.microsoft.com/office/drawing/2014/main" id="{F3A34E75-2811-0C34-9E80-E331F7C77650}"/>
              </a:ext>
            </a:extLst>
          </p:cNvPr>
          <p:cNvGrpSpPr>
            <a:grpSpLocks/>
          </p:cNvGrpSpPr>
          <p:nvPr/>
        </p:nvGrpSpPr>
        <p:grpSpPr bwMode="auto">
          <a:xfrm>
            <a:off x="3201988" y="3854450"/>
            <a:ext cx="347662" cy="681038"/>
            <a:chOff x="7923189" y="2486664"/>
            <a:chExt cx="360377" cy="884585"/>
          </a:xfrm>
        </p:grpSpPr>
        <p:pic>
          <p:nvPicPr>
            <p:cNvPr id="212606" name="Picture 3">
              <a:extLst>
                <a:ext uri="{FF2B5EF4-FFF2-40B4-BE49-F238E27FC236}">
                  <a16:creationId xmlns:a16="http://schemas.microsoft.com/office/drawing/2014/main" id="{3C959AD6-D76E-EBF3-82E7-9CBAB08C83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607" name="Group 950">
              <a:extLst>
                <a:ext uri="{FF2B5EF4-FFF2-40B4-BE49-F238E27FC236}">
                  <a16:creationId xmlns:a16="http://schemas.microsoft.com/office/drawing/2014/main" id="{1F68C916-EC6F-4000-F67A-64AEFD5A59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608" name="Freeform 951">
                <a:extLst>
                  <a:ext uri="{FF2B5EF4-FFF2-40B4-BE49-F238E27FC236}">
                    <a16:creationId xmlns:a16="http://schemas.microsoft.com/office/drawing/2014/main" id="{32AE03A9-A108-81A4-DC6A-1438EB1E9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09" name="Rectangle 952">
                <a:extLst>
                  <a:ext uri="{FF2B5EF4-FFF2-40B4-BE49-F238E27FC236}">
                    <a16:creationId xmlns:a16="http://schemas.microsoft.com/office/drawing/2014/main" id="{E78FACF5-30D2-5DDE-6745-9934B5BAC0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10" name="Freeform 953">
                <a:extLst>
                  <a:ext uri="{FF2B5EF4-FFF2-40B4-BE49-F238E27FC236}">
                    <a16:creationId xmlns:a16="http://schemas.microsoft.com/office/drawing/2014/main" id="{98F6F060-3A8B-A476-F394-D28FAFEE1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11" name="Freeform 954">
                <a:extLst>
                  <a:ext uri="{FF2B5EF4-FFF2-40B4-BE49-F238E27FC236}">
                    <a16:creationId xmlns:a16="http://schemas.microsoft.com/office/drawing/2014/main" id="{223D1938-5718-382E-BB56-73015FFCC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12" name="Rectangle 955">
                <a:extLst>
                  <a:ext uri="{FF2B5EF4-FFF2-40B4-BE49-F238E27FC236}">
                    <a16:creationId xmlns:a16="http://schemas.microsoft.com/office/drawing/2014/main" id="{F93D55B6-4C10-2761-EEDE-A0DBAE9CC8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613" name="Group 956">
                <a:extLst>
                  <a:ext uri="{FF2B5EF4-FFF2-40B4-BE49-F238E27FC236}">
                    <a16:creationId xmlns:a16="http://schemas.microsoft.com/office/drawing/2014/main" id="{DD77CDC9-5625-E765-9CBA-6BB13AF3863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638" name="AutoShape 957">
                  <a:extLst>
                    <a:ext uri="{FF2B5EF4-FFF2-40B4-BE49-F238E27FC236}">
                      <a16:creationId xmlns:a16="http://schemas.microsoft.com/office/drawing/2014/main" id="{29E3E5D2-B330-F137-0E9A-E664C35D12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639" name="AutoShape 958">
                  <a:extLst>
                    <a:ext uri="{FF2B5EF4-FFF2-40B4-BE49-F238E27FC236}">
                      <a16:creationId xmlns:a16="http://schemas.microsoft.com/office/drawing/2014/main" id="{0F6C5ED6-1DD7-6651-A679-22CCFB8036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614" name="Rectangle 959">
                <a:extLst>
                  <a:ext uri="{FF2B5EF4-FFF2-40B4-BE49-F238E27FC236}">
                    <a16:creationId xmlns:a16="http://schemas.microsoft.com/office/drawing/2014/main" id="{940EC290-CB8D-258F-D987-81A30CAB56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615" name="Group 960">
                <a:extLst>
                  <a:ext uri="{FF2B5EF4-FFF2-40B4-BE49-F238E27FC236}">
                    <a16:creationId xmlns:a16="http://schemas.microsoft.com/office/drawing/2014/main" id="{71D0BCAB-810C-0EC6-698D-0F42A12C15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636" name="AutoShape 961">
                  <a:extLst>
                    <a:ext uri="{FF2B5EF4-FFF2-40B4-BE49-F238E27FC236}">
                      <a16:creationId xmlns:a16="http://schemas.microsoft.com/office/drawing/2014/main" id="{9B935BF4-AD13-4E3D-2460-D1DC8632F5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637" name="AutoShape 962">
                  <a:extLst>
                    <a:ext uri="{FF2B5EF4-FFF2-40B4-BE49-F238E27FC236}">
                      <a16:creationId xmlns:a16="http://schemas.microsoft.com/office/drawing/2014/main" id="{105F429A-70E0-679F-3261-260E3868ED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616" name="Rectangle 963">
                <a:extLst>
                  <a:ext uri="{FF2B5EF4-FFF2-40B4-BE49-F238E27FC236}">
                    <a16:creationId xmlns:a16="http://schemas.microsoft.com/office/drawing/2014/main" id="{918B027A-B94F-AA0D-28C1-87F7D18D5B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17" name="Rectangle 964">
                <a:extLst>
                  <a:ext uri="{FF2B5EF4-FFF2-40B4-BE49-F238E27FC236}">
                    <a16:creationId xmlns:a16="http://schemas.microsoft.com/office/drawing/2014/main" id="{27CCB681-B075-AFF2-8EEB-C00C0C9D41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618" name="Group 965">
                <a:extLst>
                  <a:ext uri="{FF2B5EF4-FFF2-40B4-BE49-F238E27FC236}">
                    <a16:creationId xmlns:a16="http://schemas.microsoft.com/office/drawing/2014/main" id="{E80DF2B3-57EB-C7B0-1BC8-5198DF9F433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634" name="AutoShape 966">
                  <a:extLst>
                    <a:ext uri="{FF2B5EF4-FFF2-40B4-BE49-F238E27FC236}">
                      <a16:creationId xmlns:a16="http://schemas.microsoft.com/office/drawing/2014/main" id="{27270202-E612-DABE-FC8A-C1E64637BB5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635" name="AutoShape 967">
                  <a:extLst>
                    <a:ext uri="{FF2B5EF4-FFF2-40B4-BE49-F238E27FC236}">
                      <a16:creationId xmlns:a16="http://schemas.microsoft.com/office/drawing/2014/main" id="{03556091-052C-77F4-1FCD-C230B289AE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619" name="Freeform 968">
                <a:extLst>
                  <a:ext uri="{FF2B5EF4-FFF2-40B4-BE49-F238E27FC236}">
                    <a16:creationId xmlns:a16="http://schemas.microsoft.com/office/drawing/2014/main" id="{238D475C-98AB-7D08-A971-F8B88B969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620" name="Group 969">
                <a:extLst>
                  <a:ext uri="{FF2B5EF4-FFF2-40B4-BE49-F238E27FC236}">
                    <a16:creationId xmlns:a16="http://schemas.microsoft.com/office/drawing/2014/main" id="{FD3F2FA6-0BA7-F0E4-AE26-979666FEB41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632" name="AutoShape 970">
                  <a:extLst>
                    <a:ext uri="{FF2B5EF4-FFF2-40B4-BE49-F238E27FC236}">
                      <a16:creationId xmlns:a16="http://schemas.microsoft.com/office/drawing/2014/main" id="{C192D009-7266-AC6E-A2C4-0F1AF2CFE87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633" name="AutoShape 971">
                  <a:extLst>
                    <a:ext uri="{FF2B5EF4-FFF2-40B4-BE49-F238E27FC236}">
                      <a16:creationId xmlns:a16="http://schemas.microsoft.com/office/drawing/2014/main" id="{D4B7BFB7-9C32-7BC5-0428-4D8D5443E9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621" name="Rectangle 972">
                <a:extLst>
                  <a:ext uri="{FF2B5EF4-FFF2-40B4-BE49-F238E27FC236}">
                    <a16:creationId xmlns:a16="http://schemas.microsoft.com/office/drawing/2014/main" id="{9FC19ED0-B6BB-4E70-8486-F653663FBF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22" name="Freeform 973">
                <a:extLst>
                  <a:ext uri="{FF2B5EF4-FFF2-40B4-BE49-F238E27FC236}">
                    <a16:creationId xmlns:a16="http://schemas.microsoft.com/office/drawing/2014/main" id="{1E9861C6-2B4D-D17A-4314-EB455D513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23" name="Freeform 974">
                <a:extLst>
                  <a:ext uri="{FF2B5EF4-FFF2-40B4-BE49-F238E27FC236}">
                    <a16:creationId xmlns:a16="http://schemas.microsoft.com/office/drawing/2014/main" id="{695F1757-4111-A8DC-6D91-E25E29931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24" name="Oval 975">
                <a:extLst>
                  <a:ext uri="{FF2B5EF4-FFF2-40B4-BE49-F238E27FC236}">
                    <a16:creationId xmlns:a16="http://schemas.microsoft.com/office/drawing/2014/main" id="{7EDA6FD1-4BC2-3C66-2603-613DE106B9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25" name="Freeform 976">
                <a:extLst>
                  <a:ext uri="{FF2B5EF4-FFF2-40B4-BE49-F238E27FC236}">
                    <a16:creationId xmlns:a16="http://schemas.microsoft.com/office/drawing/2014/main" id="{5325E24C-CA39-1C61-624C-DE7730F35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26" name="AutoShape 977">
                <a:extLst>
                  <a:ext uri="{FF2B5EF4-FFF2-40B4-BE49-F238E27FC236}">
                    <a16:creationId xmlns:a16="http://schemas.microsoft.com/office/drawing/2014/main" id="{94918C8E-B7AC-C1B5-D75D-BE52A0BF74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27" name="AutoShape 978">
                <a:extLst>
                  <a:ext uri="{FF2B5EF4-FFF2-40B4-BE49-F238E27FC236}">
                    <a16:creationId xmlns:a16="http://schemas.microsoft.com/office/drawing/2014/main" id="{9BAEE064-609C-CB92-DF0F-BB1F615B37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28" name="Oval 979">
                <a:extLst>
                  <a:ext uri="{FF2B5EF4-FFF2-40B4-BE49-F238E27FC236}">
                    <a16:creationId xmlns:a16="http://schemas.microsoft.com/office/drawing/2014/main" id="{2914BB81-6972-B330-0913-7A73CE77FD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29" name="Oval 980">
                <a:extLst>
                  <a:ext uri="{FF2B5EF4-FFF2-40B4-BE49-F238E27FC236}">
                    <a16:creationId xmlns:a16="http://schemas.microsoft.com/office/drawing/2014/main" id="{9D8B9842-FC80-9371-B4FD-572D093034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30" name="Oval 981">
                <a:extLst>
                  <a:ext uri="{FF2B5EF4-FFF2-40B4-BE49-F238E27FC236}">
                    <a16:creationId xmlns:a16="http://schemas.microsoft.com/office/drawing/2014/main" id="{7C72A5FF-820F-9155-8F30-E855263F6A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31" name="Rectangle 982">
                <a:extLst>
                  <a:ext uri="{FF2B5EF4-FFF2-40B4-BE49-F238E27FC236}">
                    <a16:creationId xmlns:a16="http://schemas.microsoft.com/office/drawing/2014/main" id="{C316E7E4-B973-E5DE-6160-7027747F30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211972" name="Group 485">
            <a:extLst>
              <a:ext uri="{FF2B5EF4-FFF2-40B4-BE49-F238E27FC236}">
                <a16:creationId xmlns:a16="http://schemas.microsoft.com/office/drawing/2014/main" id="{AFE9ADCE-46C4-6B64-C014-13D538746543}"/>
              </a:ext>
            </a:extLst>
          </p:cNvPr>
          <p:cNvGrpSpPr>
            <a:grpSpLocks/>
          </p:cNvGrpSpPr>
          <p:nvPr/>
        </p:nvGrpSpPr>
        <p:grpSpPr bwMode="auto">
          <a:xfrm>
            <a:off x="2644455" y="3773226"/>
            <a:ext cx="7044059" cy="2764362"/>
            <a:chOff x="399121" y="1433583"/>
            <a:chExt cx="8437850" cy="5258268"/>
          </a:xfrm>
        </p:grpSpPr>
        <p:sp>
          <p:nvSpPr>
            <p:cNvPr id="212306" name="Freeform 84">
              <a:extLst>
                <a:ext uri="{FF2B5EF4-FFF2-40B4-BE49-F238E27FC236}">
                  <a16:creationId xmlns:a16="http://schemas.microsoft.com/office/drawing/2014/main" id="{982EADAD-1F10-3D65-F6DB-50E572FF6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539" y="2241382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07" name="Freeform 84">
              <a:extLst>
                <a:ext uri="{FF2B5EF4-FFF2-40B4-BE49-F238E27FC236}">
                  <a16:creationId xmlns:a16="http://schemas.microsoft.com/office/drawing/2014/main" id="{9732966E-D560-0141-7442-6F570ED7A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683" y="3041420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08" name="Freeform 84">
              <a:extLst>
                <a:ext uri="{FF2B5EF4-FFF2-40B4-BE49-F238E27FC236}">
                  <a16:creationId xmlns:a16="http://schemas.microsoft.com/office/drawing/2014/main" id="{213E8063-228F-784A-DDF3-722DD3A60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4646" y="2495362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09" name="Freeform 84">
              <a:extLst>
                <a:ext uri="{FF2B5EF4-FFF2-40B4-BE49-F238E27FC236}">
                  <a16:creationId xmlns:a16="http://schemas.microsoft.com/office/drawing/2014/main" id="{2C21BB9E-6599-CD42-1D76-21C22F220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260" y="5352642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0" name="Freeform 84">
              <a:extLst>
                <a:ext uri="{FF2B5EF4-FFF2-40B4-BE49-F238E27FC236}">
                  <a16:creationId xmlns:a16="http://schemas.microsoft.com/office/drawing/2014/main" id="{AFFFEF16-8D3A-B3D6-8003-DD1EA5E1B34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104" y="4730390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1" name="Freeform 84">
              <a:extLst>
                <a:ext uri="{FF2B5EF4-FFF2-40B4-BE49-F238E27FC236}">
                  <a16:creationId xmlns:a16="http://schemas.microsoft.com/office/drawing/2014/main" id="{4BE6DF87-1831-A18C-22E0-51B4E9F00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473" y="4070041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2" name="Freeform 84">
              <a:extLst>
                <a:ext uri="{FF2B5EF4-FFF2-40B4-BE49-F238E27FC236}">
                  <a16:creationId xmlns:a16="http://schemas.microsoft.com/office/drawing/2014/main" id="{1FA8DABD-9DFB-5881-A85C-E23D2B442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4047" y="2927129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3" name="Freeform 84">
              <a:extLst>
                <a:ext uri="{FF2B5EF4-FFF2-40B4-BE49-F238E27FC236}">
                  <a16:creationId xmlns:a16="http://schemas.microsoft.com/office/drawing/2014/main" id="{2E90FE5C-5662-AE35-B1C1-08B97A526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955" y="2000100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4" name="Freeform 84">
              <a:extLst>
                <a:ext uri="{FF2B5EF4-FFF2-40B4-BE49-F238E27FC236}">
                  <a16:creationId xmlns:a16="http://schemas.microsoft.com/office/drawing/2014/main" id="{F568A72E-67BA-AACA-69FD-1301C2D4A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735" y="2647751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5" name="Freeform 84">
              <a:extLst>
                <a:ext uri="{FF2B5EF4-FFF2-40B4-BE49-F238E27FC236}">
                  <a16:creationId xmlns:a16="http://schemas.microsoft.com/office/drawing/2014/main" id="{0BEFC3B8-2B74-F764-EA29-D2DB2D494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0478" y="1974702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6" name="Freeform 84">
              <a:extLst>
                <a:ext uri="{FF2B5EF4-FFF2-40B4-BE49-F238E27FC236}">
                  <a16:creationId xmlns:a16="http://schemas.microsoft.com/office/drawing/2014/main" id="{CC646083-6127-2FA1-AD49-2F22A4F54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1590" y="5606623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7" name="Freeform 84">
              <a:extLst>
                <a:ext uri="{FF2B5EF4-FFF2-40B4-BE49-F238E27FC236}">
                  <a16:creationId xmlns:a16="http://schemas.microsoft.com/office/drawing/2014/main" id="{C64BB7AD-8D29-4F93-C858-2F09BBB02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9903" y="4958973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8" name="Freeform 84">
              <a:extLst>
                <a:ext uri="{FF2B5EF4-FFF2-40B4-BE49-F238E27FC236}">
                  <a16:creationId xmlns:a16="http://schemas.microsoft.com/office/drawing/2014/main" id="{78519172-656E-4215-C438-CAF06DBB3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272" y="4044643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9" name="Freeform 84">
              <a:extLst>
                <a:ext uri="{FF2B5EF4-FFF2-40B4-BE49-F238E27FC236}">
                  <a16:creationId xmlns:a16="http://schemas.microsoft.com/office/drawing/2014/main" id="{70914585-C2A1-EB8A-2700-173740C51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6089" y="5847904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20" name="Freeform 84">
              <a:extLst>
                <a:ext uri="{FF2B5EF4-FFF2-40B4-BE49-F238E27FC236}">
                  <a16:creationId xmlns:a16="http://schemas.microsoft.com/office/drawing/2014/main" id="{1CE5D9A0-057C-A7C7-B27E-78046C791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566" y="5987593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21" name="Freeform 84">
              <a:extLst>
                <a:ext uri="{FF2B5EF4-FFF2-40B4-BE49-F238E27FC236}">
                  <a16:creationId xmlns:a16="http://schemas.microsoft.com/office/drawing/2014/main" id="{2149071C-BC3D-4589-847D-051D3A060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202" y="5835205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22" name="TextBox 4">
              <a:extLst>
                <a:ext uri="{FF2B5EF4-FFF2-40B4-BE49-F238E27FC236}">
                  <a16:creationId xmlns:a16="http://schemas.microsoft.com/office/drawing/2014/main" id="{C436F0E9-4C94-5A55-0102-68D3A5ADA2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307360">
              <a:off x="5241475" y="1433583"/>
              <a:ext cx="651327" cy="995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…</a:t>
              </a:r>
            </a:p>
          </p:txBody>
        </p:sp>
        <p:sp>
          <p:nvSpPr>
            <p:cNvPr id="212323" name="TextBox 179">
              <a:extLst>
                <a:ext uri="{FF2B5EF4-FFF2-40B4-BE49-F238E27FC236}">
                  <a16:creationId xmlns:a16="http://schemas.microsoft.com/office/drawing/2014/main" id="{1C2E27E6-AB03-652F-223E-2CEA242AEB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390643" y="3033433"/>
              <a:ext cx="1034280" cy="6267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…</a:t>
              </a:r>
            </a:p>
          </p:txBody>
        </p:sp>
        <p:sp>
          <p:nvSpPr>
            <p:cNvPr id="212324" name="TextBox 180">
              <a:extLst>
                <a:ext uri="{FF2B5EF4-FFF2-40B4-BE49-F238E27FC236}">
                  <a16:creationId xmlns:a16="http://schemas.microsoft.com/office/drawing/2014/main" id="{9E2D0960-0868-F24E-A125-22CD41C7CD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341242" y="5649524"/>
              <a:ext cx="651327" cy="995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…</a:t>
              </a:r>
            </a:p>
          </p:txBody>
        </p:sp>
        <p:sp>
          <p:nvSpPr>
            <p:cNvPr id="212325" name="TextBox 181">
              <a:extLst>
                <a:ext uri="{FF2B5EF4-FFF2-40B4-BE49-F238E27FC236}">
                  <a16:creationId xmlns:a16="http://schemas.microsoft.com/office/drawing/2014/main" id="{47245DAD-0907-CDA0-B451-8D3D60F2DF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1651262">
              <a:off x="2063761" y="5696601"/>
              <a:ext cx="651327" cy="995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…</a:t>
              </a:r>
            </a:p>
          </p:txBody>
        </p:sp>
        <p:sp>
          <p:nvSpPr>
            <p:cNvPr id="212326" name="TextBox 182">
              <a:extLst>
                <a:ext uri="{FF2B5EF4-FFF2-40B4-BE49-F238E27FC236}">
                  <a16:creationId xmlns:a16="http://schemas.microsoft.com/office/drawing/2014/main" id="{8EB3D28E-71A9-9BB3-58DE-416E391F41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607303">
              <a:off x="195355" y="3660810"/>
              <a:ext cx="1034280" cy="6267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…</a:t>
              </a:r>
            </a:p>
          </p:txBody>
        </p:sp>
        <p:sp>
          <p:nvSpPr>
            <p:cNvPr id="212327" name="TextBox 183">
              <a:extLst>
                <a:ext uri="{FF2B5EF4-FFF2-40B4-BE49-F238E27FC236}">
                  <a16:creationId xmlns:a16="http://schemas.microsoft.com/office/drawing/2014/main" id="{F78151E3-731C-7136-251F-DBC627BA4C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1079349">
              <a:off x="2482309" y="1498435"/>
              <a:ext cx="651327" cy="995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…</a:t>
              </a:r>
            </a:p>
          </p:txBody>
        </p:sp>
        <p:grpSp>
          <p:nvGrpSpPr>
            <p:cNvPr id="212328" name="Group 8">
              <a:extLst>
                <a:ext uri="{FF2B5EF4-FFF2-40B4-BE49-F238E27FC236}">
                  <a16:creationId xmlns:a16="http://schemas.microsoft.com/office/drawing/2014/main" id="{23D770E0-96E8-BD34-1F47-AE4E7A739CA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46600" y="3746500"/>
              <a:ext cx="3225800" cy="1117600"/>
              <a:chOff x="7848600" y="2044700"/>
              <a:chExt cx="3200399" cy="1371600"/>
            </a:xfrm>
          </p:grpSpPr>
          <p:sp>
            <p:nvSpPr>
              <p:cNvPr id="212524" name="Oval 3">
                <a:extLst>
                  <a:ext uri="{FF2B5EF4-FFF2-40B4-BE49-F238E27FC236}">
                    <a16:creationId xmlns:a16="http://schemas.microsoft.com/office/drawing/2014/main" id="{57858259-6817-0669-D8AC-D4A6326B27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48600" y="2044700"/>
                <a:ext cx="3200399" cy="1371600"/>
              </a:xfrm>
              <a:prstGeom prst="ellipse">
                <a:avLst/>
              </a:prstGeom>
              <a:solidFill>
                <a:srgbClr val="3C6C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525" name="Group 133">
                <a:extLst>
                  <a:ext uri="{FF2B5EF4-FFF2-40B4-BE49-F238E27FC236}">
                    <a16:creationId xmlns:a16="http://schemas.microsoft.com/office/drawing/2014/main" id="{7980445A-B96E-9DF3-AD45-8EB5816FA0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526482" y="2160804"/>
                <a:ext cx="532759" cy="184809"/>
                <a:chOff x="2356" y="1300"/>
                <a:chExt cx="555" cy="194"/>
              </a:xfrm>
            </p:grpSpPr>
            <p:sp>
              <p:nvSpPr>
                <p:cNvPr id="212598" name="Oval 407">
                  <a:extLst>
                    <a:ext uri="{FF2B5EF4-FFF2-40B4-BE49-F238E27FC236}">
                      <a16:creationId xmlns:a16="http://schemas.microsoft.com/office/drawing/2014/main" id="{3D6A6070-F7A6-4C7F-3508-229775C99B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99" name="Rectangle 410">
                  <a:extLst>
                    <a:ext uri="{FF2B5EF4-FFF2-40B4-BE49-F238E27FC236}">
                      <a16:creationId xmlns:a16="http://schemas.microsoft.com/office/drawing/2014/main" id="{72034EC4-AE33-CED0-AD6D-51A0381C4BB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600" name="Oval 411">
                  <a:extLst>
                    <a:ext uri="{FF2B5EF4-FFF2-40B4-BE49-F238E27FC236}">
                      <a16:creationId xmlns:a16="http://schemas.microsoft.com/office/drawing/2014/main" id="{ED961F8F-F9A3-7375-8464-D02D0BE61D4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601" name="Group 137">
                  <a:extLst>
                    <a:ext uri="{FF2B5EF4-FFF2-40B4-BE49-F238E27FC236}">
                      <a16:creationId xmlns:a16="http://schemas.microsoft.com/office/drawing/2014/main" id="{67533526-3BD7-A82A-A670-090ACCA5193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604" name="Freeform 138">
                    <a:extLst>
                      <a:ext uri="{FF2B5EF4-FFF2-40B4-BE49-F238E27FC236}">
                        <a16:creationId xmlns:a16="http://schemas.microsoft.com/office/drawing/2014/main" id="{F2C0B17D-5801-A32A-8F86-A15093A1A6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605" name="Freeform 139">
                    <a:extLst>
                      <a:ext uri="{FF2B5EF4-FFF2-40B4-BE49-F238E27FC236}">
                        <a16:creationId xmlns:a16="http://schemas.microsoft.com/office/drawing/2014/main" id="{5884CE4F-3E5B-3A40-3071-B1A590642B5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602" name="Line 140">
                  <a:extLst>
                    <a:ext uri="{FF2B5EF4-FFF2-40B4-BE49-F238E27FC236}">
                      <a16:creationId xmlns:a16="http://schemas.microsoft.com/office/drawing/2014/main" id="{4CC6462E-21C5-3CBF-6334-B4E269DBF65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603" name="Line 141">
                  <a:extLst>
                    <a:ext uri="{FF2B5EF4-FFF2-40B4-BE49-F238E27FC236}">
                      <a16:creationId xmlns:a16="http://schemas.microsoft.com/office/drawing/2014/main" id="{2C42BD27-59C7-D5B5-0074-25D07884AD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cxnSp>
            <p:nvCxnSpPr>
              <p:cNvPr id="212526" name="Straight Connector 10">
                <a:extLst>
                  <a:ext uri="{FF2B5EF4-FFF2-40B4-BE49-F238E27FC236}">
                    <a16:creationId xmlns:a16="http://schemas.microsoft.com/office/drawing/2014/main" id="{2329F88F-7735-B424-9810-F096793470CA}"/>
                  </a:ext>
                </a:extLst>
              </p:cNvPr>
              <p:cNvCxnSpPr>
                <a:cxnSpLocks noChangeShapeType="1"/>
                <a:stCxn id="212603" idx="0"/>
              </p:cNvCxnSpPr>
              <p:nvPr/>
            </p:nvCxnSpPr>
            <p:spPr bwMode="auto">
              <a:xfrm>
                <a:off x="9055401" y="2220819"/>
                <a:ext cx="975377" cy="13653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27" name="Straight Connector 297">
                <a:extLst>
                  <a:ext uri="{FF2B5EF4-FFF2-40B4-BE49-F238E27FC236}">
                    <a16:creationId xmlns:a16="http://schemas.microsoft.com/office/drawing/2014/main" id="{8A69C311-4582-82AD-AFB9-377B45A2A6BB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9522191" y="2583188"/>
                <a:ext cx="120745" cy="8339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28" name="Straight Connector 298">
                <a:extLst>
                  <a:ext uri="{FF2B5EF4-FFF2-40B4-BE49-F238E27FC236}">
                    <a16:creationId xmlns:a16="http://schemas.microsoft.com/office/drawing/2014/main" id="{EC83B366-396C-CB26-91E0-6EEE58F7CA5B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323081" y="2786992"/>
                <a:ext cx="243358" cy="4562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29" name="Straight Connector 299">
                <a:extLst>
                  <a:ext uri="{FF2B5EF4-FFF2-40B4-BE49-F238E27FC236}">
                    <a16:creationId xmlns:a16="http://schemas.microsoft.com/office/drawing/2014/main" id="{0B30E300-F785-3093-D8DD-1E63DDF312E5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028147" y="2611644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30" name="Straight Connector 300">
                <a:extLst>
                  <a:ext uri="{FF2B5EF4-FFF2-40B4-BE49-F238E27FC236}">
                    <a16:creationId xmlns:a16="http://schemas.microsoft.com/office/drawing/2014/main" id="{E5D212B2-4ABA-BA35-97D5-A9F813A78171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8729859" y="2909476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31" name="Straight Connector 301">
                <a:extLst>
                  <a:ext uri="{FF2B5EF4-FFF2-40B4-BE49-F238E27FC236}">
                    <a16:creationId xmlns:a16="http://schemas.microsoft.com/office/drawing/2014/main" id="{7120AE82-2DA2-9DC8-0866-1A495F35E562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537887" y="2836224"/>
                <a:ext cx="252969" cy="25294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32" name="Straight Connector 302">
                <a:extLst>
                  <a:ext uri="{FF2B5EF4-FFF2-40B4-BE49-F238E27FC236}">
                    <a16:creationId xmlns:a16="http://schemas.microsoft.com/office/drawing/2014/main" id="{ACDBB2BB-3A66-B2EA-B123-15B61BC35428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10029359" y="2822067"/>
                <a:ext cx="354959" cy="12439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33" name="Straight Connector 303">
                <a:extLst>
                  <a:ext uri="{FF2B5EF4-FFF2-40B4-BE49-F238E27FC236}">
                    <a16:creationId xmlns:a16="http://schemas.microsoft.com/office/drawing/2014/main" id="{B34D0ED6-50C2-68D6-C3CA-31B33BF40631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10015190" y="2475242"/>
                <a:ext cx="283363" cy="19566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34" name="Straight Connector 304">
                <a:extLst>
                  <a:ext uri="{FF2B5EF4-FFF2-40B4-BE49-F238E27FC236}">
                    <a16:creationId xmlns:a16="http://schemas.microsoft.com/office/drawing/2014/main" id="{90A937AC-D12B-E1F3-B123-00552E34B6A5}"/>
                  </a:ext>
                </a:extLst>
              </p:cNvPr>
              <p:cNvCxnSpPr>
                <a:cxnSpLocks noChangeShapeType="1"/>
                <a:endCxn id="212598" idx="4"/>
              </p:cNvCxnSpPr>
              <p:nvPr/>
            </p:nvCxnSpPr>
            <p:spPr bwMode="auto">
              <a:xfrm flipH="1" flipV="1">
                <a:off x="8791902" y="2345614"/>
                <a:ext cx="410984" cy="871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grpSp>
            <p:nvGrpSpPr>
              <p:cNvPr id="212535" name="Group 133">
                <a:extLst>
                  <a:ext uri="{FF2B5EF4-FFF2-40B4-BE49-F238E27FC236}">
                    <a16:creationId xmlns:a16="http://schemas.microsoft.com/office/drawing/2014/main" id="{2DD44CD8-3355-3321-86C9-0ED2DCBA20F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555206" y="2650627"/>
                <a:ext cx="532759" cy="184809"/>
                <a:chOff x="2356" y="1300"/>
                <a:chExt cx="555" cy="194"/>
              </a:xfrm>
            </p:grpSpPr>
            <p:sp>
              <p:nvSpPr>
                <p:cNvPr id="212590" name="Oval 407">
                  <a:extLst>
                    <a:ext uri="{FF2B5EF4-FFF2-40B4-BE49-F238E27FC236}">
                      <a16:creationId xmlns:a16="http://schemas.microsoft.com/office/drawing/2014/main" id="{DA935609-D75F-82E6-828F-3A5F5AB3D2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91" name="Rectangle 410">
                  <a:extLst>
                    <a:ext uri="{FF2B5EF4-FFF2-40B4-BE49-F238E27FC236}">
                      <a16:creationId xmlns:a16="http://schemas.microsoft.com/office/drawing/2014/main" id="{16288963-F235-C11E-A706-AB0B7AEE0E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92" name="Oval 411">
                  <a:extLst>
                    <a:ext uri="{FF2B5EF4-FFF2-40B4-BE49-F238E27FC236}">
                      <a16:creationId xmlns:a16="http://schemas.microsoft.com/office/drawing/2014/main" id="{258F508A-7051-01BF-DF17-2BBA5B9A977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93" name="Group 137">
                  <a:extLst>
                    <a:ext uri="{FF2B5EF4-FFF2-40B4-BE49-F238E27FC236}">
                      <a16:creationId xmlns:a16="http://schemas.microsoft.com/office/drawing/2014/main" id="{5003E896-5A55-7C90-120E-7727CBCD775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96" name="Freeform 138">
                    <a:extLst>
                      <a:ext uri="{FF2B5EF4-FFF2-40B4-BE49-F238E27FC236}">
                        <a16:creationId xmlns:a16="http://schemas.microsoft.com/office/drawing/2014/main" id="{E7719409-F7D5-E7FD-1541-28CB5E1D12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97" name="Freeform 139">
                    <a:extLst>
                      <a:ext uri="{FF2B5EF4-FFF2-40B4-BE49-F238E27FC236}">
                        <a16:creationId xmlns:a16="http://schemas.microsoft.com/office/drawing/2014/main" id="{D7EF0B50-EA4C-230D-6421-73AE1CBD1C7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94" name="Line 140">
                  <a:extLst>
                    <a:ext uri="{FF2B5EF4-FFF2-40B4-BE49-F238E27FC236}">
                      <a16:creationId xmlns:a16="http://schemas.microsoft.com/office/drawing/2014/main" id="{49D3DED4-6BC8-9B65-9E6F-1F9F316FD6D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95" name="Line 141">
                  <a:extLst>
                    <a:ext uri="{FF2B5EF4-FFF2-40B4-BE49-F238E27FC236}">
                      <a16:creationId xmlns:a16="http://schemas.microsoft.com/office/drawing/2014/main" id="{A9E67184-55EB-78CD-34E0-CE0044E2FCB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536" name="Group 133">
                <a:extLst>
                  <a:ext uri="{FF2B5EF4-FFF2-40B4-BE49-F238E27FC236}">
                    <a16:creationId xmlns:a16="http://schemas.microsoft.com/office/drawing/2014/main" id="{60EBB1A9-EAD2-9CC8-0116-91DEE46CE25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772607" y="2725609"/>
                <a:ext cx="532759" cy="184809"/>
                <a:chOff x="2356" y="1300"/>
                <a:chExt cx="555" cy="194"/>
              </a:xfrm>
            </p:grpSpPr>
            <p:sp>
              <p:nvSpPr>
                <p:cNvPr id="212582" name="Oval 407">
                  <a:extLst>
                    <a:ext uri="{FF2B5EF4-FFF2-40B4-BE49-F238E27FC236}">
                      <a16:creationId xmlns:a16="http://schemas.microsoft.com/office/drawing/2014/main" id="{5478E9E9-A19C-A238-1292-F4AB8F8AEF1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83" name="Rectangle 410">
                  <a:extLst>
                    <a:ext uri="{FF2B5EF4-FFF2-40B4-BE49-F238E27FC236}">
                      <a16:creationId xmlns:a16="http://schemas.microsoft.com/office/drawing/2014/main" id="{0753653A-C697-7CAC-815D-170E751719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84" name="Oval 411">
                  <a:extLst>
                    <a:ext uri="{FF2B5EF4-FFF2-40B4-BE49-F238E27FC236}">
                      <a16:creationId xmlns:a16="http://schemas.microsoft.com/office/drawing/2014/main" id="{C2A23B73-8BD9-0E43-29A9-F257922B862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85" name="Group 137">
                  <a:extLst>
                    <a:ext uri="{FF2B5EF4-FFF2-40B4-BE49-F238E27FC236}">
                      <a16:creationId xmlns:a16="http://schemas.microsoft.com/office/drawing/2014/main" id="{A3F9268E-0F08-72BC-DA52-CB9FD65D19B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88" name="Freeform 138">
                    <a:extLst>
                      <a:ext uri="{FF2B5EF4-FFF2-40B4-BE49-F238E27FC236}">
                        <a16:creationId xmlns:a16="http://schemas.microsoft.com/office/drawing/2014/main" id="{86F43D32-8E43-B536-632C-66701168053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89" name="Freeform 139">
                    <a:extLst>
                      <a:ext uri="{FF2B5EF4-FFF2-40B4-BE49-F238E27FC236}">
                        <a16:creationId xmlns:a16="http://schemas.microsoft.com/office/drawing/2014/main" id="{67B48172-5F88-7006-99ED-491C1D025FF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86" name="Line 140">
                  <a:extLst>
                    <a:ext uri="{FF2B5EF4-FFF2-40B4-BE49-F238E27FC236}">
                      <a16:creationId xmlns:a16="http://schemas.microsoft.com/office/drawing/2014/main" id="{4010E4D9-B682-723D-BD98-43A9151F785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56"/>
                  <a:ext cx="0" cy="88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87" name="Line 141">
                  <a:extLst>
                    <a:ext uri="{FF2B5EF4-FFF2-40B4-BE49-F238E27FC236}">
                      <a16:creationId xmlns:a16="http://schemas.microsoft.com/office/drawing/2014/main" id="{E8C47094-EFE6-5FC6-705B-265CA680B2D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58"/>
                  <a:ext cx="0" cy="86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537" name="Group 133">
                <a:extLst>
                  <a:ext uri="{FF2B5EF4-FFF2-40B4-BE49-F238E27FC236}">
                    <a16:creationId xmlns:a16="http://schemas.microsoft.com/office/drawing/2014/main" id="{88D93CE9-B467-934F-7B1C-FEC63329346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060908" y="2428111"/>
                <a:ext cx="532759" cy="184809"/>
                <a:chOff x="2356" y="1300"/>
                <a:chExt cx="555" cy="194"/>
              </a:xfrm>
            </p:grpSpPr>
            <p:sp>
              <p:nvSpPr>
                <p:cNvPr id="212574" name="Oval 407">
                  <a:extLst>
                    <a:ext uri="{FF2B5EF4-FFF2-40B4-BE49-F238E27FC236}">
                      <a16:creationId xmlns:a16="http://schemas.microsoft.com/office/drawing/2014/main" id="{B6EDB06E-5A02-5227-46BA-657E57DC0B2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75" name="Rectangle 410">
                  <a:extLst>
                    <a:ext uri="{FF2B5EF4-FFF2-40B4-BE49-F238E27FC236}">
                      <a16:creationId xmlns:a16="http://schemas.microsoft.com/office/drawing/2014/main" id="{D2B77DA8-7C92-32F9-0703-F274C37204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76" name="Oval 411">
                  <a:extLst>
                    <a:ext uri="{FF2B5EF4-FFF2-40B4-BE49-F238E27FC236}">
                      <a16:creationId xmlns:a16="http://schemas.microsoft.com/office/drawing/2014/main" id="{B9731C0E-0D59-1BB3-5B7C-328ECFC9121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77" name="Group 137">
                  <a:extLst>
                    <a:ext uri="{FF2B5EF4-FFF2-40B4-BE49-F238E27FC236}">
                      <a16:creationId xmlns:a16="http://schemas.microsoft.com/office/drawing/2014/main" id="{A39031DB-EB9E-D400-60F1-3DC69473AD9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80" name="Freeform 138">
                    <a:extLst>
                      <a:ext uri="{FF2B5EF4-FFF2-40B4-BE49-F238E27FC236}">
                        <a16:creationId xmlns:a16="http://schemas.microsoft.com/office/drawing/2014/main" id="{1FB7C851-CDD9-7DE9-67E5-E14623FCF8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81" name="Freeform 139">
                    <a:extLst>
                      <a:ext uri="{FF2B5EF4-FFF2-40B4-BE49-F238E27FC236}">
                        <a16:creationId xmlns:a16="http://schemas.microsoft.com/office/drawing/2014/main" id="{BE629D48-7FED-08A3-323F-C072F07B207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78" name="Line 140">
                  <a:extLst>
                    <a:ext uri="{FF2B5EF4-FFF2-40B4-BE49-F238E27FC236}">
                      <a16:creationId xmlns:a16="http://schemas.microsoft.com/office/drawing/2014/main" id="{DA48B72C-E6F4-9A3F-CFFE-9AB8CAF5B2C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79" name="Line 141">
                  <a:extLst>
                    <a:ext uri="{FF2B5EF4-FFF2-40B4-BE49-F238E27FC236}">
                      <a16:creationId xmlns:a16="http://schemas.microsoft.com/office/drawing/2014/main" id="{65782C5D-7B21-6436-F84F-91FCD0328F0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538" name="Group 133">
                <a:extLst>
                  <a:ext uri="{FF2B5EF4-FFF2-40B4-BE49-F238E27FC236}">
                    <a16:creationId xmlns:a16="http://schemas.microsoft.com/office/drawing/2014/main" id="{7DDC2DA5-61A2-D1C9-D9D8-8239D1A3464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05281" y="2289952"/>
                <a:ext cx="532759" cy="184809"/>
                <a:chOff x="2356" y="1300"/>
                <a:chExt cx="555" cy="194"/>
              </a:xfrm>
            </p:grpSpPr>
            <p:sp>
              <p:nvSpPr>
                <p:cNvPr id="212566" name="Oval 407">
                  <a:extLst>
                    <a:ext uri="{FF2B5EF4-FFF2-40B4-BE49-F238E27FC236}">
                      <a16:creationId xmlns:a16="http://schemas.microsoft.com/office/drawing/2014/main" id="{69350CCC-99E5-8076-2EC6-3F07CDA92E3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67" name="Rectangle 410">
                  <a:extLst>
                    <a:ext uri="{FF2B5EF4-FFF2-40B4-BE49-F238E27FC236}">
                      <a16:creationId xmlns:a16="http://schemas.microsoft.com/office/drawing/2014/main" id="{7162545E-4804-EF76-CF4B-128CEB251A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68" name="Oval 411">
                  <a:extLst>
                    <a:ext uri="{FF2B5EF4-FFF2-40B4-BE49-F238E27FC236}">
                      <a16:creationId xmlns:a16="http://schemas.microsoft.com/office/drawing/2014/main" id="{7CD11091-D9F4-F7A8-8CB3-C9308DF5CF2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69" name="Group 137">
                  <a:extLst>
                    <a:ext uri="{FF2B5EF4-FFF2-40B4-BE49-F238E27FC236}">
                      <a16:creationId xmlns:a16="http://schemas.microsoft.com/office/drawing/2014/main" id="{FF6EEAE0-52D6-B2FE-9EDA-E8E7F7A6B9E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72" name="Freeform 138">
                    <a:extLst>
                      <a:ext uri="{FF2B5EF4-FFF2-40B4-BE49-F238E27FC236}">
                        <a16:creationId xmlns:a16="http://schemas.microsoft.com/office/drawing/2014/main" id="{71178877-61BF-61B2-0965-A03F4B23484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73" name="Freeform 139">
                    <a:extLst>
                      <a:ext uri="{FF2B5EF4-FFF2-40B4-BE49-F238E27FC236}">
                        <a16:creationId xmlns:a16="http://schemas.microsoft.com/office/drawing/2014/main" id="{BCFE58F7-E128-82C9-A7FC-BB1598A2A0D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70" name="Line 140">
                  <a:extLst>
                    <a:ext uri="{FF2B5EF4-FFF2-40B4-BE49-F238E27FC236}">
                      <a16:creationId xmlns:a16="http://schemas.microsoft.com/office/drawing/2014/main" id="{A758B9BC-4FE3-79F7-68E0-AE3DFD5B6FF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71" name="Line 141">
                  <a:extLst>
                    <a:ext uri="{FF2B5EF4-FFF2-40B4-BE49-F238E27FC236}">
                      <a16:creationId xmlns:a16="http://schemas.microsoft.com/office/drawing/2014/main" id="{D5DD887B-89D6-7315-4634-ECC591E52F4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539" name="Group 133">
                <a:extLst>
                  <a:ext uri="{FF2B5EF4-FFF2-40B4-BE49-F238E27FC236}">
                    <a16:creationId xmlns:a16="http://schemas.microsoft.com/office/drawing/2014/main" id="{15BFAE1A-EB73-454C-027C-35073FDE097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32661" y="2882876"/>
                <a:ext cx="532759" cy="184809"/>
                <a:chOff x="2356" y="1300"/>
                <a:chExt cx="555" cy="194"/>
              </a:xfrm>
            </p:grpSpPr>
            <p:sp>
              <p:nvSpPr>
                <p:cNvPr id="212558" name="Oval 407">
                  <a:extLst>
                    <a:ext uri="{FF2B5EF4-FFF2-40B4-BE49-F238E27FC236}">
                      <a16:creationId xmlns:a16="http://schemas.microsoft.com/office/drawing/2014/main" id="{62C652F2-6973-669E-251B-24B10C7C588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59" name="Rectangle 410">
                  <a:extLst>
                    <a:ext uri="{FF2B5EF4-FFF2-40B4-BE49-F238E27FC236}">
                      <a16:creationId xmlns:a16="http://schemas.microsoft.com/office/drawing/2014/main" id="{BEF01D59-5C2D-BAB7-7DE0-6B7B4D91EC8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60" name="Oval 411">
                  <a:extLst>
                    <a:ext uri="{FF2B5EF4-FFF2-40B4-BE49-F238E27FC236}">
                      <a16:creationId xmlns:a16="http://schemas.microsoft.com/office/drawing/2014/main" id="{2826A57C-DF50-269B-08F5-5F42654231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61" name="Group 137">
                  <a:extLst>
                    <a:ext uri="{FF2B5EF4-FFF2-40B4-BE49-F238E27FC236}">
                      <a16:creationId xmlns:a16="http://schemas.microsoft.com/office/drawing/2014/main" id="{1AC6A70C-67B2-A134-E3A7-88CB9FF6929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64" name="Freeform 138">
                    <a:extLst>
                      <a:ext uri="{FF2B5EF4-FFF2-40B4-BE49-F238E27FC236}">
                        <a16:creationId xmlns:a16="http://schemas.microsoft.com/office/drawing/2014/main" id="{F8EFF86A-FCC8-3391-50D8-621F18D1878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65" name="Freeform 139">
                    <a:extLst>
                      <a:ext uri="{FF2B5EF4-FFF2-40B4-BE49-F238E27FC236}">
                        <a16:creationId xmlns:a16="http://schemas.microsoft.com/office/drawing/2014/main" id="{F33A41F9-B94C-F93C-EDAC-44972C23092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62" name="Line 140">
                  <a:extLst>
                    <a:ext uri="{FF2B5EF4-FFF2-40B4-BE49-F238E27FC236}">
                      <a16:creationId xmlns:a16="http://schemas.microsoft.com/office/drawing/2014/main" id="{49C40226-F9CC-E794-4384-18D2D9025A8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63" name="Line 141">
                  <a:extLst>
                    <a:ext uri="{FF2B5EF4-FFF2-40B4-BE49-F238E27FC236}">
                      <a16:creationId xmlns:a16="http://schemas.microsoft.com/office/drawing/2014/main" id="{85191758-8ED1-0B7F-C76F-F33C9C52FA4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540" name="Group 133">
                <a:extLst>
                  <a:ext uri="{FF2B5EF4-FFF2-40B4-BE49-F238E27FC236}">
                    <a16:creationId xmlns:a16="http://schemas.microsoft.com/office/drawing/2014/main" id="{486B926E-F74D-8E2C-9404-B02154EA05D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30660" y="3072767"/>
                <a:ext cx="532759" cy="184809"/>
                <a:chOff x="2356" y="1300"/>
                <a:chExt cx="555" cy="194"/>
              </a:xfrm>
            </p:grpSpPr>
            <p:sp>
              <p:nvSpPr>
                <p:cNvPr id="212550" name="Oval 407">
                  <a:extLst>
                    <a:ext uri="{FF2B5EF4-FFF2-40B4-BE49-F238E27FC236}">
                      <a16:creationId xmlns:a16="http://schemas.microsoft.com/office/drawing/2014/main" id="{1A9274D2-D4DE-D777-1D6C-D6435EA5C40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51" name="Rectangle 410">
                  <a:extLst>
                    <a:ext uri="{FF2B5EF4-FFF2-40B4-BE49-F238E27FC236}">
                      <a16:creationId xmlns:a16="http://schemas.microsoft.com/office/drawing/2014/main" id="{97CF1A4D-8B24-5A00-595E-96903E174CB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52" name="Oval 411">
                  <a:extLst>
                    <a:ext uri="{FF2B5EF4-FFF2-40B4-BE49-F238E27FC236}">
                      <a16:creationId xmlns:a16="http://schemas.microsoft.com/office/drawing/2014/main" id="{1FED5ACF-3674-941B-E76B-FAB919E002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53" name="Group 137">
                  <a:extLst>
                    <a:ext uri="{FF2B5EF4-FFF2-40B4-BE49-F238E27FC236}">
                      <a16:creationId xmlns:a16="http://schemas.microsoft.com/office/drawing/2014/main" id="{C77271D8-18A9-1A1E-04E3-9D3DA816F8D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56" name="Freeform 138">
                    <a:extLst>
                      <a:ext uri="{FF2B5EF4-FFF2-40B4-BE49-F238E27FC236}">
                        <a16:creationId xmlns:a16="http://schemas.microsoft.com/office/drawing/2014/main" id="{4C7A020C-3574-2ECE-972A-B93B288D7AC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57" name="Freeform 139">
                    <a:extLst>
                      <a:ext uri="{FF2B5EF4-FFF2-40B4-BE49-F238E27FC236}">
                        <a16:creationId xmlns:a16="http://schemas.microsoft.com/office/drawing/2014/main" id="{9BB8DD3B-EC54-83C9-8D78-6841957E980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54" name="Line 140">
                  <a:extLst>
                    <a:ext uri="{FF2B5EF4-FFF2-40B4-BE49-F238E27FC236}">
                      <a16:creationId xmlns:a16="http://schemas.microsoft.com/office/drawing/2014/main" id="{DB166619-3C4A-FCB2-1A24-B3BC5E65863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55" name="Line 141">
                  <a:extLst>
                    <a:ext uri="{FF2B5EF4-FFF2-40B4-BE49-F238E27FC236}">
                      <a16:creationId xmlns:a16="http://schemas.microsoft.com/office/drawing/2014/main" id="{B19CD571-B270-DA38-DCA3-667F62C017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541" name="Group 133">
                <a:extLst>
                  <a:ext uri="{FF2B5EF4-FFF2-40B4-BE49-F238E27FC236}">
                    <a16:creationId xmlns:a16="http://schemas.microsoft.com/office/drawing/2014/main" id="{FA27D69A-C955-D684-7CBB-46B9BD081F7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438032" y="3018963"/>
                <a:ext cx="532759" cy="184809"/>
                <a:chOff x="2356" y="1300"/>
                <a:chExt cx="555" cy="194"/>
              </a:xfrm>
            </p:grpSpPr>
            <p:sp>
              <p:nvSpPr>
                <p:cNvPr id="212542" name="Oval 407">
                  <a:extLst>
                    <a:ext uri="{FF2B5EF4-FFF2-40B4-BE49-F238E27FC236}">
                      <a16:creationId xmlns:a16="http://schemas.microsoft.com/office/drawing/2014/main" id="{29BA13D0-D0A5-E927-FB9B-730E4F6BE3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43" name="Rectangle 410">
                  <a:extLst>
                    <a:ext uri="{FF2B5EF4-FFF2-40B4-BE49-F238E27FC236}">
                      <a16:creationId xmlns:a16="http://schemas.microsoft.com/office/drawing/2014/main" id="{84665995-6B0A-3426-B9BA-AC1DB29AFB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44" name="Oval 411">
                  <a:extLst>
                    <a:ext uri="{FF2B5EF4-FFF2-40B4-BE49-F238E27FC236}">
                      <a16:creationId xmlns:a16="http://schemas.microsoft.com/office/drawing/2014/main" id="{821AB111-D619-31C3-9C95-CD7469A506F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45" name="Group 137">
                  <a:extLst>
                    <a:ext uri="{FF2B5EF4-FFF2-40B4-BE49-F238E27FC236}">
                      <a16:creationId xmlns:a16="http://schemas.microsoft.com/office/drawing/2014/main" id="{016C520F-7575-4E4B-B743-8F6BF452EAC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48" name="Freeform 138">
                    <a:extLst>
                      <a:ext uri="{FF2B5EF4-FFF2-40B4-BE49-F238E27FC236}">
                        <a16:creationId xmlns:a16="http://schemas.microsoft.com/office/drawing/2014/main" id="{9BFB4EA3-B4D0-C310-5AC6-202E8EBBB26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49" name="Freeform 139">
                    <a:extLst>
                      <a:ext uri="{FF2B5EF4-FFF2-40B4-BE49-F238E27FC236}">
                        <a16:creationId xmlns:a16="http://schemas.microsoft.com/office/drawing/2014/main" id="{196A9096-5605-93DA-189F-EEAD98CF368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46" name="Line 140">
                  <a:extLst>
                    <a:ext uri="{FF2B5EF4-FFF2-40B4-BE49-F238E27FC236}">
                      <a16:creationId xmlns:a16="http://schemas.microsoft.com/office/drawing/2014/main" id="{A06832AA-70DC-6010-5542-FD588C2670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47" name="Line 141">
                  <a:extLst>
                    <a:ext uri="{FF2B5EF4-FFF2-40B4-BE49-F238E27FC236}">
                      <a16:creationId xmlns:a16="http://schemas.microsoft.com/office/drawing/2014/main" id="{D49F1257-696E-AE52-D74E-262ABFAE8E6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10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</p:grpSp>
        <p:grpSp>
          <p:nvGrpSpPr>
            <p:cNvPr id="212329" name="Group 331">
              <a:extLst>
                <a:ext uri="{FF2B5EF4-FFF2-40B4-BE49-F238E27FC236}">
                  <a16:creationId xmlns:a16="http://schemas.microsoft.com/office/drawing/2014/main" id="{022C8334-421B-4809-AE89-C80B9BDA3CB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03400" y="2755900"/>
              <a:ext cx="3467100" cy="1193800"/>
              <a:chOff x="7848600" y="2044700"/>
              <a:chExt cx="3200399" cy="1371600"/>
            </a:xfrm>
          </p:grpSpPr>
          <p:sp>
            <p:nvSpPr>
              <p:cNvPr id="212442" name="Oval 332">
                <a:extLst>
                  <a:ext uri="{FF2B5EF4-FFF2-40B4-BE49-F238E27FC236}">
                    <a16:creationId xmlns:a16="http://schemas.microsoft.com/office/drawing/2014/main" id="{D7B1FCF4-A411-7ABF-C923-4E42D447B5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48600" y="2044700"/>
                <a:ext cx="3200399" cy="1371600"/>
              </a:xfrm>
              <a:prstGeom prst="ellipse">
                <a:avLst/>
              </a:prstGeom>
              <a:solidFill>
                <a:srgbClr val="3C6C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443" name="Group 133">
                <a:extLst>
                  <a:ext uri="{FF2B5EF4-FFF2-40B4-BE49-F238E27FC236}">
                    <a16:creationId xmlns:a16="http://schemas.microsoft.com/office/drawing/2014/main" id="{3241F343-1BB1-2AEE-D170-34B9D79FCBE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526482" y="2160804"/>
                <a:ext cx="532759" cy="184809"/>
                <a:chOff x="2356" y="1300"/>
                <a:chExt cx="555" cy="194"/>
              </a:xfrm>
            </p:grpSpPr>
            <p:sp>
              <p:nvSpPr>
                <p:cNvPr id="212516" name="Oval 407">
                  <a:extLst>
                    <a:ext uri="{FF2B5EF4-FFF2-40B4-BE49-F238E27FC236}">
                      <a16:creationId xmlns:a16="http://schemas.microsoft.com/office/drawing/2014/main" id="{C3ED83E0-011A-A251-2528-E507E402EA4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17" name="Rectangle 410">
                  <a:extLst>
                    <a:ext uri="{FF2B5EF4-FFF2-40B4-BE49-F238E27FC236}">
                      <a16:creationId xmlns:a16="http://schemas.microsoft.com/office/drawing/2014/main" id="{B74C371A-600F-9A43-6C8F-188B0CA3CB7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18" name="Oval 411">
                  <a:extLst>
                    <a:ext uri="{FF2B5EF4-FFF2-40B4-BE49-F238E27FC236}">
                      <a16:creationId xmlns:a16="http://schemas.microsoft.com/office/drawing/2014/main" id="{321B4353-8FC4-1C4B-EE3B-33AB0AD1D8C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19" name="Group 137">
                  <a:extLst>
                    <a:ext uri="{FF2B5EF4-FFF2-40B4-BE49-F238E27FC236}">
                      <a16:creationId xmlns:a16="http://schemas.microsoft.com/office/drawing/2014/main" id="{84FE7565-0578-450F-AB52-FB9484242FE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22" name="Freeform 138">
                    <a:extLst>
                      <a:ext uri="{FF2B5EF4-FFF2-40B4-BE49-F238E27FC236}">
                        <a16:creationId xmlns:a16="http://schemas.microsoft.com/office/drawing/2014/main" id="{CB715042-D82C-E1E7-9240-2E54112EBA2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23" name="Freeform 139">
                    <a:extLst>
                      <a:ext uri="{FF2B5EF4-FFF2-40B4-BE49-F238E27FC236}">
                        <a16:creationId xmlns:a16="http://schemas.microsoft.com/office/drawing/2014/main" id="{4417EBC7-E769-0470-58F3-B478E6D2BDD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20" name="Line 140">
                  <a:extLst>
                    <a:ext uri="{FF2B5EF4-FFF2-40B4-BE49-F238E27FC236}">
                      <a16:creationId xmlns:a16="http://schemas.microsoft.com/office/drawing/2014/main" id="{F96EFB9C-BAF0-A890-DF8C-A6B59E910F6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21" name="Line 141">
                  <a:extLst>
                    <a:ext uri="{FF2B5EF4-FFF2-40B4-BE49-F238E27FC236}">
                      <a16:creationId xmlns:a16="http://schemas.microsoft.com/office/drawing/2014/main" id="{88A604BC-92D8-DB7E-AF97-22AAA51B05D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cxnSp>
            <p:nvCxnSpPr>
              <p:cNvPr id="212444" name="Straight Connector 334">
                <a:extLst>
                  <a:ext uri="{FF2B5EF4-FFF2-40B4-BE49-F238E27FC236}">
                    <a16:creationId xmlns:a16="http://schemas.microsoft.com/office/drawing/2014/main" id="{39897FE0-2B0D-B15C-5CD1-1C12252D2BF8}"/>
                  </a:ext>
                </a:extLst>
              </p:cNvPr>
              <p:cNvCxnSpPr>
                <a:cxnSpLocks noChangeShapeType="1"/>
                <a:stCxn id="212521" idx="0"/>
              </p:cNvCxnSpPr>
              <p:nvPr/>
            </p:nvCxnSpPr>
            <p:spPr bwMode="auto">
              <a:xfrm>
                <a:off x="9055401" y="2220819"/>
                <a:ext cx="975377" cy="13653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45" name="Straight Connector 335">
                <a:extLst>
                  <a:ext uri="{FF2B5EF4-FFF2-40B4-BE49-F238E27FC236}">
                    <a16:creationId xmlns:a16="http://schemas.microsoft.com/office/drawing/2014/main" id="{A5AB43B5-8C83-AB02-495D-11014BB0E160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9522191" y="2583188"/>
                <a:ext cx="120745" cy="8339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46" name="Straight Connector 336">
                <a:extLst>
                  <a:ext uri="{FF2B5EF4-FFF2-40B4-BE49-F238E27FC236}">
                    <a16:creationId xmlns:a16="http://schemas.microsoft.com/office/drawing/2014/main" id="{90A1D6B8-A3FF-98C0-B084-520204251173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323081" y="2786992"/>
                <a:ext cx="243358" cy="4562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47" name="Straight Connector 337">
                <a:extLst>
                  <a:ext uri="{FF2B5EF4-FFF2-40B4-BE49-F238E27FC236}">
                    <a16:creationId xmlns:a16="http://schemas.microsoft.com/office/drawing/2014/main" id="{B8509BF6-3F94-1DE1-A1C0-40DA6E2D1ADA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028147" y="2611644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48" name="Straight Connector 338">
                <a:extLst>
                  <a:ext uri="{FF2B5EF4-FFF2-40B4-BE49-F238E27FC236}">
                    <a16:creationId xmlns:a16="http://schemas.microsoft.com/office/drawing/2014/main" id="{F8A7B1C2-9097-F5F8-7CF9-65C9971F4B8A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8729859" y="2909476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49" name="Straight Connector 339">
                <a:extLst>
                  <a:ext uri="{FF2B5EF4-FFF2-40B4-BE49-F238E27FC236}">
                    <a16:creationId xmlns:a16="http://schemas.microsoft.com/office/drawing/2014/main" id="{1948B004-36A9-F999-21CC-4917DCE46216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537887" y="2836224"/>
                <a:ext cx="252969" cy="25294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50" name="Straight Connector 340">
                <a:extLst>
                  <a:ext uri="{FF2B5EF4-FFF2-40B4-BE49-F238E27FC236}">
                    <a16:creationId xmlns:a16="http://schemas.microsoft.com/office/drawing/2014/main" id="{F345A2A1-B296-9532-316B-241C2B49AB17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10029359" y="2822067"/>
                <a:ext cx="354959" cy="12439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51" name="Straight Connector 341">
                <a:extLst>
                  <a:ext uri="{FF2B5EF4-FFF2-40B4-BE49-F238E27FC236}">
                    <a16:creationId xmlns:a16="http://schemas.microsoft.com/office/drawing/2014/main" id="{1F5E48E2-8328-3B0D-4BFD-45133CE95A76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10015190" y="2475242"/>
                <a:ext cx="283363" cy="19566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52" name="Straight Connector 342">
                <a:extLst>
                  <a:ext uri="{FF2B5EF4-FFF2-40B4-BE49-F238E27FC236}">
                    <a16:creationId xmlns:a16="http://schemas.microsoft.com/office/drawing/2014/main" id="{32B556FA-3D36-BFA1-22AD-A8B1B13CC1FA}"/>
                  </a:ext>
                </a:extLst>
              </p:cNvPr>
              <p:cNvCxnSpPr>
                <a:cxnSpLocks noChangeShapeType="1"/>
                <a:endCxn id="212516" idx="4"/>
              </p:cNvCxnSpPr>
              <p:nvPr/>
            </p:nvCxnSpPr>
            <p:spPr bwMode="auto">
              <a:xfrm flipH="1" flipV="1">
                <a:off x="8791902" y="2345614"/>
                <a:ext cx="410984" cy="871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grpSp>
            <p:nvGrpSpPr>
              <p:cNvPr id="212453" name="Group 133">
                <a:extLst>
                  <a:ext uri="{FF2B5EF4-FFF2-40B4-BE49-F238E27FC236}">
                    <a16:creationId xmlns:a16="http://schemas.microsoft.com/office/drawing/2014/main" id="{B1541B28-130E-537B-EB44-89DF32A954C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555206" y="2650627"/>
                <a:ext cx="532759" cy="184809"/>
                <a:chOff x="2356" y="1300"/>
                <a:chExt cx="555" cy="194"/>
              </a:xfrm>
            </p:grpSpPr>
            <p:sp>
              <p:nvSpPr>
                <p:cNvPr id="212508" name="Oval 407">
                  <a:extLst>
                    <a:ext uri="{FF2B5EF4-FFF2-40B4-BE49-F238E27FC236}">
                      <a16:creationId xmlns:a16="http://schemas.microsoft.com/office/drawing/2014/main" id="{B7A39B36-0C94-89B0-1000-06E6A5176B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09" name="Rectangle 410">
                  <a:extLst>
                    <a:ext uri="{FF2B5EF4-FFF2-40B4-BE49-F238E27FC236}">
                      <a16:creationId xmlns:a16="http://schemas.microsoft.com/office/drawing/2014/main" id="{B1F61170-69DA-EA71-2478-D1D391EF45C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10" name="Oval 411">
                  <a:extLst>
                    <a:ext uri="{FF2B5EF4-FFF2-40B4-BE49-F238E27FC236}">
                      <a16:creationId xmlns:a16="http://schemas.microsoft.com/office/drawing/2014/main" id="{3F90E82E-E8BE-6299-785E-4456D72F9A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11" name="Group 137">
                  <a:extLst>
                    <a:ext uri="{FF2B5EF4-FFF2-40B4-BE49-F238E27FC236}">
                      <a16:creationId xmlns:a16="http://schemas.microsoft.com/office/drawing/2014/main" id="{04EA1507-3390-F912-52FA-FDBC3AF08B2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14" name="Freeform 138">
                    <a:extLst>
                      <a:ext uri="{FF2B5EF4-FFF2-40B4-BE49-F238E27FC236}">
                        <a16:creationId xmlns:a16="http://schemas.microsoft.com/office/drawing/2014/main" id="{A9C39006-132F-5E88-1C0E-30B2A137B30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15" name="Freeform 139">
                    <a:extLst>
                      <a:ext uri="{FF2B5EF4-FFF2-40B4-BE49-F238E27FC236}">
                        <a16:creationId xmlns:a16="http://schemas.microsoft.com/office/drawing/2014/main" id="{7FFEFD77-AA82-4B08-DF46-2DDE188B6C1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12" name="Line 140">
                  <a:extLst>
                    <a:ext uri="{FF2B5EF4-FFF2-40B4-BE49-F238E27FC236}">
                      <a16:creationId xmlns:a16="http://schemas.microsoft.com/office/drawing/2014/main" id="{F29E3FDD-0A2E-4A65-6386-314CCC238EB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13" name="Line 141">
                  <a:extLst>
                    <a:ext uri="{FF2B5EF4-FFF2-40B4-BE49-F238E27FC236}">
                      <a16:creationId xmlns:a16="http://schemas.microsoft.com/office/drawing/2014/main" id="{29733D8D-2DE4-214F-E2CB-FABF9C372D4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454" name="Group 133">
                <a:extLst>
                  <a:ext uri="{FF2B5EF4-FFF2-40B4-BE49-F238E27FC236}">
                    <a16:creationId xmlns:a16="http://schemas.microsoft.com/office/drawing/2014/main" id="{9C21FDA8-2D96-1AC6-56E2-29A75F6CACC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772607" y="2725609"/>
                <a:ext cx="532759" cy="184809"/>
                <a:chOff x="2356" y="1300"/>
                <a:chExt cx="555" cy="194"/>
              </a:xfrm>
            </p:grpSpPr>
            <p:sp>
              <p:nvSpPr>
                <p:cNvPr id="212500" name="Oval 407">
                  <a:extLst>
                    <a:ext uri="{FF2B5EF4-FFF2-40B4-BE49-F238E27FC236}">
                      <a16:creationId xmlns:a16="http://schemas.microsoft.com/office/drawing/2014/main" id="{10077AF9-879C-1610-430B-0A42F47EC7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01" name="Rectangle 410">
                  <a:extLst>
                    <a:ext uri="{FF2B5EF4-FFF2-40B4-BE49-F238E27FC236}">
                      <a16:creationId xmlns:a16="http://schemas.microsoft.com/office/drawing/2014/main" id="{482580FB-676C-6F5B-CA29-A92473DD1E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02" name="Oval 411">
                  <a:extLst>
                    <a:ext uri="{FF2B5EF4-FFF2-40B4-BE49-F238E27FC236}">
                      <a16:creationId xmlns:a16="http://schemas.microsoft.com/office/drawing/2014/main" id="{CA60A05B-8851-9982-8A81-F363E15E6E2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503" name="Group 137">
                  <a:extLst>
                    <a:ext uri="{FF2B5EF4-FFF2-40B4-BE49-F238E27FC236}">
                      <a16:creationId xmlns:a16="http://schemas.microsoft.com/office/drawing/2014/main" id="{76B2688D-CAD3-79B6-736C-7310E4516BE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06" name="Freeform 138">
                    <a:extLst>
                      <a:ext uri="{FF2B5EF4-FFF2-40B4-BE49-F238E27FC236}">
                        <a16:creationId xmlns:a16="http://schemas.microsoft.com/office/drawing/2014/main" id="{7B4A5AB5-9237-762C-EE36-FFB74D4B56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07" name="Freeform 139">
                    <a:extLst>
                      <a:ext uri="{FF2B5EF4-FFF2-40B4-BE49-F238E27FC236}">
                        <a16:creationId xmlns:a16="http://schemas.microsoft.com/office/drawing/2014/main" id="{5FFC3475-1464-70DD-3863-8B5AB3E0F7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04" name="Line 140">
                  <a:extLst>
                    <a:ext uri="{FF2B5EF4-FFF2-40B4-BE49-F238E27FC236}">
                      <a16:creationId xmlns:a16="http://schemas.microsoft.com/office/drawing/2014/main" id="{63B28940-E846-2C8F-45CE-CBFF334EE4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05" name="Line 141">
                  <a:extLst>
                    <a:ext uri="{FF2B5EF4-FFF2-40B4-BE49-F238E27FC236}">
                      <a16:creationId xmlns:a16="http://schemas.microsoft.com/office/drawing/2014/main" id="{3BA1B3A0-3546-8C34-3D09-E9F9192500A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455" name="Group 133">
                <a:extLst>
                  <a:ext uri="{FF2B5EF4-FFF2-40B4-BE49-F238E27FC236}">
                    <a16:creationId xmlns:a16="http://schemas.microsoft.com/office/drawing/2014/main" id="{7CE92879-1B7D-11A0-83CD-27599210AD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060908" y="2428111"/>
                <a:ext cx="532759" cy="184809"/>
                <a:chOff x="2356" y="1300"/>
                <a:chExt cx="555" cy="194"/>
              </a:xfrm>
            </p:grpSpPr>
            <p:sp>
              <p:nvSpPr>
                <p:cNvPr id="212492" name="Oval 407">
                  <a:extLst>
                    <a:ext uri="{FF2B5EF4-FFF2-40B4-BE49-F238E27FC236}">
                      <a16:creationId xmlns:a16="http://schemas.microsoft.com/office/drawing/2014/main" id="{B6BC3AF8-397F-8C96-08F9-AA0A3C6DF10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93" name="Rectangle 410">
                  <a:extLst>
                    <a:ext uri="{FF2B5EF4-FFF2-40B4-BE49-F238E27FC236}">
                      <a16:creationId xmlns:a16="http://schemas.microsoft.com/office/drawing/2014/main" id="{BC79B3AF-AE21-A7E6-BAAD-77052760D18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94" name="Oval 411">
                  <a:extLst>
                    <a:ext uri="{FF2B5EF4-FFF2-40B4-BE49-F238E27FC236}">
                      <a16:creationId xmlns:a16="http://schemas.microsoft.com/office/drawing/2014/main" id="{88B63F5B-6CB0-836D-7ADC-5CEB84FDE1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495" name="Group 137">
                  <a:extLst>
                    <a:ext uri="{FF2B5EF4-FFF2-40B4-BE49-F238E27FC236}">
                      <a16:creationId xmlns:a16="http://schemas.microsoft.com/office/drawing/2014/main" id="{FD94ABD5-7165-EDDB-DE7B-649022E09AE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498" name="Freeform 138">
                    <a:extLst>
                      <a:ext uri="{FF2B5EF4-FFF2-40B4-BE49-F238E27FC236}">
                        <a16:creationId xmlns:a16="http://schemas.microsoft.com/office/drawing/2014/main" id="{C8CE85E0-4FB0-708C-8EAC-D2D33241A87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499" name="Freeform 139">
                    <a:extLst>
                      <a:ext uri="{FF2B5EF4-FFF2-40B4-BE49-F238E27FC236}">
                        <a16:creationId xmlns:a16="http://schemas.microsoft.com/office/drawing/2014/main" id="{DC82444E-086E-5167-CFAB-DA1C84C7AB3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496" name="Line 140">
                  <a:extLst>
                    <a:ext uri="{FF2B5EF4-FFF2-40B4-BE49-F238E27FC236}">
                      <a16:creationId xmlns:a16="http://schemas.microsoft.com/office/drawing/2014/main" id="{28A0BCED-4C6A-83FC-BF0A-642127AF2D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97" name="Line 141">
                  <a:extLst>
                    <a:ext uri="{FF2B5EF4-FFF2-40B4-BE49-F238E27FC236}">
                      <a16:creationId xmlns:a16="http://schemas.microsoft.com/office/drawing/2014/main" id="{CABA836C-C205-4BE1-D18A-2962F47343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456" name="Group 133">
                <a:extLst>
                  <a:ext uri="{FF2B5EF4-FFF2-40B4-BE49-F238E27FC236}">
                    <a16:creationId xmlns:a16="http://schemas.microsoft.com/office/drawing/2014/main" id="{C390C82B-7F81-31E4-865B-B95161C1D28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05281" y="2289952"/>
                <a:ext cx="532759" cy="184809"/>
                <a:chOff x="2356" y="1300"/>
                <a:chExt cx="555" cy="194"/>
              </a:xfrm>
            </p:grpSpPr>
            <p:sp>
              <p:nvSpPr>
                <p:cNvPr id="212484" name="Oval 407">
                  <a:extLst>
                    <a:ext uri="{FF2B5EF4-FFF2-40B4-BE49-F238E27FC236}">
                      <a16:creationId xmlns:a16="http://schemas.microsoft.com/office/drawing/2014/main" id="{70D794BE-A816-8341-9DAC-9AA8D148543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85" name="Rectangle 410">
                  <a:extLst>
                    <a:ext uri="{FF2B5EF4-FFF2-40B4-BE49-F238E27FC236}">
                      <a16:creationId xmlns:a16="http://schemas.microsoft.com/office/drawing/2014/main" id="{4FF64D88-97EF-5706-BCBC-58A5D99F080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86" name="Oval 411">
                  <a:extLst>
                    <a:ext uri="{FF2B5EF4-FFF2-40B4-BE49-F238E27FC236}">
                      <a16:creationId xmlns:a16="http://schemas.microsoft.com/office/drawing/2014/main" id="{C4A6C848-8EBB-953A-F282-9089706EB2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487" name="Group 137">
                  <a:extLst>
                    <a:ext uri="{FF2B5EF4-FFF2-40B4-BE49-F238E27FC236}">
                      <a16:creationId xmlns:a16="http://schemas.microsoft.com/office/drawing/2014/main" id="{0BA626EB-2527-20AD-9F99-7F940EC49F3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490" name="Freeform 138">
                    <a:extLst>
                      <a:ext uri="{FF2B5EF4-FFF2-40B4-BE49-F238E27FC236}">
                        <a16:creationId xmlns:a16="http://schemas.microsoft.com/office/drawing/2014/main" id="{283004FB-4C5A-069D-662C-9F97779099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491" name="Freeform 139">
                    <a:extLst>
                      <a:ext uri="{FF2B5EF4-FFF2-40B4-BE49-F238E27FC236}">
                        <a16:creationId xmlns:a16="http://schemas.microsoft.com/office/drawing/2014/main" id="{B5D55252-367C-A942-CBE2-C6D7A021692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488" name="Line 140">
                  <a:extLst>
                    <a:ext uri="{FF2B5EF4-FFF2-40B4-BE49-F238E27FC236}">
                      <a16:creationId xmlns:a16="http://schemas.microsoft.com/office/drawing/2014/main" id="{168D2F1D-2AAC-156A-B220-66EEB31293D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0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89" name="Line 141">
                  <a:extLst>
                    <a:ext uri="{FF2B5EF4-FFF2-40B4-BE49-F238E27FC236}">
                      <a16:creationId xmlns:a16="http://schemas.microsoft.com/office/drawing/2014/main" id="{1CEF9263-1DCB-F08A-354F-44AF74AD68A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457" name="Group 133">
                <a:extLst>
                  <a:ext uri="{FF2B5EF4-FFF2-40B4-BE49-F238E27FC236}">
                    <a16:creationId xmlns:a16="http://schemas.microsoft.com/office/drawing/2014/main" id="{85FAE3D5-B5D2-88EE-4468-4D3914D7CC3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32661" y="2882876"/>
                <a:ext cx="532759" cy="184809"/>
                <a:chOff x="2356" y="1300"/>
                <a:chExt cx="555" cy="194"/>
              </a:xfrm>
            </p:grpSpPr>
            <p:sp>
              <p:nvSpPr>
                <p:cNvPr id="212476" name="Oval 407">
                  <a:extLst>
                    <a:ext uri="{FF2B5EF4-FFF2-40B4-BE49-F238E27FC236}">
                      <a16:creationId xmlns:a16="http://schemas.microsoft.com/office/drawing/2014/main" id="{4B8361CC-D060-A008-37E9-ED72D4DD505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77" name="Rectangle 410">
                  <a:extLst>
                    <a:ext uri="{FF2B5EF4-FFF2-40B4-BE49-F238E27FC236}">
                      <a16:creationId xmlns:a16="http://schemas.microsoft.com/office/drawing/2014/main" id="{4C8B41AE-1E3E-A569-E293-F309620173F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78" name="Oval 411">
                  <a:extLst>
                    <a:ext uri="{FF2B5EF4-FFF2-40B4-BE49-F238E27FC236}">
                      <a16:creationId xmlns:a16="http://schemas.microsoft.com/office/drawing/2014/main" id="{2E81BCDB-362D-3AD8-199D-142CDE922EE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479" name="Group 137">
                  <a:extLst>
                    <a:ext uri="{FF2B5EF4-FFF2-40B4-BE49-F238E27FC236}">
                      <a16:creationId xmlns:a16="http://schemas.microsoft.com/office/drawing/2014/main" id="{7BC5EA5D-A846-F9DA-7461-58FC7F3B916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482" name="Freeform 138">
                    <a:extLst>
                      <a:ext uri="{FF2B5EF4-FFF2-40B4-BE49-F238E27FC236}">
                        <a16:creationId xmlns:a16="http://schemas.microsoft.com/office/drawing/2014/main" id="{B043088A-1329-7F6B-7E85-E162A115A1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483" name="Freeform 139">
                    <a:extLst>
                      <a:ext uri="{FF2B5EF4-FFF2-40B4-BE49-F238E27FC236}">
                        <a16:creationId xmlns:a16="http://schemas.microsoft.com/office/drawing/2014/main" id="{C2E3A4A7-606F-2D42-2B96-BCA43A46CE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480" name="Line 140">
                  <a:extLst>
                    <a:ext uri="{FF2B5EF4-FFF2-40B4-BE49-F238E27FC236}">
                      <a16:creationId xmlns:a16="http://schemas.microsoft.com/office/drawing/2014/main" id="{B395E709-54BA-D36E-AC23-6742C1F592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81" name="Line 141">
                  <a:extLst>
                    <a:ext uri="{FF2B5EF4-FFF2-40B4-BE49-F238E27FC236}">
                      <a16:creationId xmlns:a16="http://schemas.microsoft.com/office/drawing/2014/main" id="{6D71D7EF-E7DB-1DF7-5973-6AFEE9A3BC3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458" name="Group 133">
                <a:extLst>
                  <a:ext uri="{FF2B5EF4-FFF2-40B4-BE49-F238E27FC236}">
                    <a16:creationId xmlns:a16="http://schemas.microsoft.com/office/drawing/2014/main" id="{BDF78429-9369-B661-4A8E-ADAE073C47C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30660" y="3072767"/>
                <a:ext cx="532759" cy="184809"/>
                <a:chOff x="2356" y="1300"/>
                <a:chExt cx="555" cy="194"/>
              </a:xfrm>
            </p:grpSpPr>
            <p:sp>
              <p:nvSpPr>
                <p:cNvPr id="212468" name="Oval 407">
                  <a:extLst>
                    <a:ext uri="{FF2B5EF4-FFF2-40B4-BE49-F238E27FC236}">
                      <a16:creationId xmlns:a16="http://schemas.microsoft.com/office/drawing/2014/main" id="{C10AA7D4-174C-56E3-0604-DCBD2CB2FB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69" name="Rectangle 410">
                  <a:extLst>
                    <a:ext uri="{FF2B5EF4-FFF2-40B4-BE49-F238E27FC236}">
                      <a16:creationId xmlns:a16="http://schemas.microsoft.com/office/drawing/2014/main" id="{B5A681F2-48AF-4EE0-F33D-9EEF4A5FAE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70" name="Oval 411">
                  <a:extLst>
                    <a:ext uri="{FF2B5EF4-FFF2-40B4-BE49-F238E27FC236}">
                      <a16:creationId xmlns:a16="http://schemas.microsoft.com/office/drawing/2014/main" id="{DBED27D2-154E-8A9F-43D9-9D70F23889E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471" name="Group 137">
                  <a:extLst>
                    <a:ext uri="{FF2B5EF4-FFF2-40B4-BE49-F238E27FC236}">
                      <a16:creationId xmlns:a16="http://schemas.microsoft.com/office/drawing/2014/main" id="{4B1B309F-BBB7-5665-6B6F-8EF2357907B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474" name="Freeform 138">
                    <a:extLst>
                      <a:ext uri="{FF2B5EF4-FFF2-40B4-BE49-F238E27FC236}">
                        <a16:creationId xmlns:a16="http://schemas.microsoft.com/office/drawing/2014/main" id="{F92A3662-54D2-592F-6CEC-863E88B3D9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475" name="Freeform 139">
                    <a:extLst>
                      <a:ext uri="{FF2B5EF4-FFF2-40B4-BE49-F238E27FC236}">
                        <a16:creationId xmlns:a16="http://schemas.microsoft.com/office/drawing/2014/main" id="{82E31B19-50AA-02F7-AAC4-363A3947D33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472" name="Line 140">
                  <a:extLst>
                    <a:ext uri="{FF2B5EF4-FFF2-40B4-BE49-F238E27FC236}">
                      <a16:creationId xmlns:a16="http://schemas.microsoft.com/office/drawing/2014/main" id="{DB28BB8D-ADD0-BD5D-B558-53935A133E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73" name="Line 141">
                  <a:extLst>
                    <a:ext uri="{FF2B5EF4-FFF2-40B4-BE49-F238E27FC236}">
                      <a16:creationId xmlns:a16="http://schemas.microsoft.com/office/drawing/2014/main" id="{2359ECC8-1B99-EDCF-08CF-4878FCFD1DD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459" name="Group 133">
                <a:extLst>
                  <a:ext uri="{FF2B5EF4-FFF2-40B4-BE49-F238E27FC236}">
                    <a16:creationId xmlns:a16="http://schemas.microsoft.com/office/drawing/2014/main" id="{1ED38150-8D0A-B186-BB96-81E5A0203CA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438032" y="3018963"/>
                <a:ext cx="532759" cy="184809"/>
                <a:chOff x="2356" y="1300"/>
                <a:chExt cx="555" cy="194"/>
              </a:xfrm>
            </p:grpSpPr>
            <p:sp>
              <p:nvSpPr>
                <p:cNvPr id="212460" name="Oval 407">
                  <a:extLst>
                    <a:ext uri="{FF2B5EF4-FFF2-40B4-BE49-F238E27FC236}">
                      <a16:creationId xmlns:a16="http://schemas.microsoft.com/office/drawing/2014/main" id="{3CD553D5-D1FD-491D-4D0E-3EBD248825C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61" name="Rectangle 410">
                  <a:extLst>
                    <a:ext uri="{FF2B5EF4-FFF2-40B4-BE49-F238E27FC236}">
                      <a16:creationId xmlns:a16="http://schemas.microsoft.com/office/drawing/2014/main" id="{51213853-A2D7-CB3B-416A-C87E0E2DF60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62" name="Oval 411">
                  <a:extLst>
                    <a:ext uri="{FF2B5EF4-FFF2-40B4-BE49-F238E27FC236}">
                      <a16:creationId xmlns:a16="http://schemas.microsoft.com/office/drawing/2014/main" id="{1169D6A2-D393-4161-1130-C9EEDAA0666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grpSp>
              <p:nvGrpSpPr>
                <p:cNvPr id="212463" name="Group 137">
                  <a:extLst>
                    <a:ext uri="{FF2B5EF4-FFF2-40B4-BE49-F238E27FC236}">
                      <a16:creationId xmlns:a16="http://schemas.microsoft.com/office/drawing/2014/main" id="{DD76ABBB-ADA7-4D04-5F23-ADBEFBCB263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466" name="Freeform 138">
                    <a:extLst>
                      <a:ext uri="{FF2B5EF4-FFF2-40B4-BE49-F238E27FC236}">
                        <a16:creationId xmlns:a16="http://schemas.microsoft.com/office/drawing/2014/main" id="{F80D7BB3-6541-A9AD-687A-8D04B8FF0B2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467" name="Freeform 139">
                    <a:extLst>
                      <a:ext uri="{FF2B5EF4-FFF2-40B4-BE49-F238E27FC236}">
                        <a16:creationId xmlns:a16="http://schemas.microsoft.com/office/drawing/2014/main" id="{E1BDEB52-F5CD-C0F7-51D1-618E0106641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464" name="Line 140">
                  <a:extLst>
                    <a:ext uri="{FF2B5EF4-FFF2-40B4-BE49-F238E27FC236}">
                      <a16:creationId xmlns:a16="http://schemas.microsoft.com/office/drawing/2014/main" id="{BCF07ACC-A9E4-0896-45A8-C07C8DA0203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79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65" name="Line 141">
                  <a:extLst>
                    <a:ext uri="{FF2B5EF4-FFF2-40B4-BE49-F238E27FC236}">
                      <a16:creationId xmlns:a16="http://schemas.microsoft.com/office/drawing/2014/main" id="{B0108AE9-0049-9FF6-683D-AE3EB9DF01E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</p:grpSp>
        <p:sp>
          <p:nvSpPr>
            <p:cNvPr id="212330" name="Oval 417">
              <a:extLst>
                <a:ext uri="{FF2B5EF4-FFF2-40B4-BE49-F238E27FC236}">
                  <a16:creationId xmlns:a16="http://schemas.microsoft.com/office/drawing/2014/main" id="{9B21CC30-0484-3433-2978-40AFAA28B7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8600" y="4165600"/>
              <a:ext cx="3086100" cy="1168400"/>
            </a:xfrm>
            <a:prstGeom prst="ellipse">
              <a:avLst/>
            </a:prstGeom>
            <a:solidFill>
              <a:srgbClr val="3C6C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12331" name="Group 133">
              <a:extLst>
                <a:ext uri="{FF2B5EF4-FFF2-40B4-BE49-F238E27FC236}">
                  <a16:creationId xmlns:a16="http://schemas.microsoft.com/office/drawing/2014/main" id="{999567F1-8F2A-1FBC-9907-AF56A9DDF4B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52272" y="4264503"/>
              <a:ext cx="513732" cy="157430"/>
              <a:chOff x="2356" y="1300"/>
              <a:chExt cx="555" cy="194"/>
            </a:xfrm>
          </p:grpSpPr>
          <p:sp>
            <p:nvSpPr>
              <p:cNvPr id="212434" name="Oval 492">
                <a:extLst>
                  <a:ext uri="{FF2B5EF4-FFF2-40B4-BE49-F238E27FC236}">
                    <a16:creationId xmlns:a16="http://schemas.microsoft.com/office/drawing/2014/main" id="{8D0A5B70-0BDA-3DDD-3BD6-5B422B75A9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35" name="Rectangle 410">
                <a:extLst>
                  <a:ext uri="{FF2B5EF4-FFF2-40B4-BE49-F238E27FC236}">
                    <a16:creationId xmlns:a16="http://schemas.microsoft.com/office/drawing/2014/main" id="{D91DB12B-B273-E803-0F43-4CF5CF167F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36" name="Oval 411">
                <a:extLst>
                  <a:ext uri="{FF2B5EF4-FFF2-40B4-BE49-F238E27FC236}">
                    <a16:creationId xmlns:a16="http://schemas.microsoft.com/office/drawing/2014/main" id="{F2B2AE49-F341-EF0D-4508-9D7D45C1C8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437" name="Group 137">
                <a:extLst>
                  <a:ext uri="{FF2B5EF4-FFF2-40B4-BE49-F238E27FC236}">
                    <a16:creationId xmlns:a16="http://schemas.microsoft.com/office/drawing/2014/main" id="{395D5C84-76F9-EB99-896C-F2488786B8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40" name="Freeform 138">
                  <a:extLst>
                    <a:ext uri="{FF2B5EF4-FFF2-40B4-BE49-F238E27FC236}">
                      <a16:creationId xmlns:a16="http://schemas.microsoft.com/office/drawing/2014/main" id="{DCED81A3-F427-0D1A-0D6C-60BE1C6EBD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41" name="Freeform 139">
                  <a:extLst>
                    <a:ext uri="{FF2B5EF4-FFF2-40B4-BE49-F238E27FC236}">
                      <a16:creationId xmlns:a16="http://schemas.microsoft.com/office/drawing/2014/main" id="{DD0979DA-D38B-FAB5-CA1A-33A709A310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438" name="Line 140">
                <a:extLst>
                  <a:ext uri="{FF2B5EF4-FFF2-40B4-BE49-F238E27FC236}">
                    <a16:creationId xmlns:a16="http://schemas.microsoft.com/office/drawing/2014/main" id="{6C03DA54-59DF-8EFE-2615-00DF023470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0"/>
                <a:ext cx="0" cy="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39" name="Line 141">
                <a:extLst>
                  <a:ext uri="{FF2B5EF4-FFF2-40B4-BE49-F238E27FC236}">
                    <a16:creationId xmlns:a16="http://schemas.microsoft.com/office/drawing/2014/main" id="{C860A403-9D8F-2FDC-049C-B81DA75910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2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cxnSp>
          <p:nvCxnSpPr>
            <p:cNvPr id="212332" name="Straight Connector 419">
              <a:extLst>
                <a:ext uri="{FF2B5EF4-FFF2-40B4-BE49-F238E27FC236}">
                  <a16:creationId xmlns:a16="http://schemas.microsoft.com/office/drawing/2014/main" id="{95ECE815-4DF6-F3C7-8878-4ABE4454DF94}"/>
                </a:ext>
              </a:extLst>
            </p:cNvPr>
            <p:cNvCxnSpPr>
              <a:cxnSpLocks noChangeShapeType="1"/>
              <a:stCxn id="212439" idx="0"/>
            </p:cNvCxnSpPr>
            <p:nvPr/>
          </p:nvCxnSpPr>
          <p:spPr bwMode="auto">
            <a:xfrm>
              <a:off x="2662301" y="4315627"/>
              <a:ext cx="940542" cy="11630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3" name="Straight Connector 420">
              <a:extLst>
                <a:ext uri="{FF2B5EF4-FFF2-40B4-BE49-F238E27FC236}">
                  <a16:creationId xmlns:a16="http://schemas.microsoft.com/office/drawing/2014/main" id="{D29A4131-DB6C-616E-B682-BBC59E428BE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112420" y="4624312"/>
              <a:ext cx="116433" cy="710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4" name="Straight Connector 421">
              <a:extLst>
                <a:ext uri="{FF2B5EF4-FFF2-40B4-BE49-F238E27FC236}">
                  <a16:creationId xmlns:a16="http://schemas.microsoft.com/office/drawing/2014/main" id="{2A5688FB-FFDF-8C14-FBD6-174E3952BED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920421" y="4797923"/>
              <a:ext cx="234667" cy="38865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5" name="Straight Connector 422">
              <a:extLst>
                <a:ext uri="{FF2B5EF4-FFF2-40B4-BE49-F238E27FC236}">
                  <a16:creationId xmlns:a16="http://schemas.microsoft.com/office/drawing/2014/main" id="{D0063619-9808-7600-A024-7BD0213D84F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636021" y="4648552"/>
              <a:ext cx="185893" cy="9334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6" name="Straight Connector 423">
              <a:extLst>
                <a:ext uri="{FF2B5EF4-FFF2-40B4-BE49-F238E27FC236}">
                  <a16:creationId xmlns:a16="http://schemas.microsoft.com/office/drawing/2014/main" id="{06F00FA7-8F3B-95C8-F174-7FB5EEEE8BF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348386" y="4902261"/>
              <a:ext cx="185893" cy="9334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7" name="Straight Connector 424">
              <a:extLst>
                <a:ext uri="{FF2B5EF4-FFF2-40B4-BE49-F238E27FC236}">
                  <a16:creationId xmlns:a16="http://schemas.microsoft.com/office/drawing/2014/main" id="{5A915CE8-4932-49B9-E617-4401455B97B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127556" y="4839861"/>
              <a:ext cx="243934" cy="21546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8" name="Straight Connector 425">
              <a:extLst>
                <a:ext uri="{FF2B5EF4-FFF2-40B4-BE49-F238E27FC236}">
                  <a16:creationId xmlns:a16="http://schemas.microsoft.com/office/drawing/2014/main" id="{6956A37F-61FA-D142-4EA8-C054876D972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3601475" y="4827802"/>
              <a:ext cx="342282" cy="1059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9" name="Straight Connector 426">
              <a:extLst>
                <a:ext uri="{FF2B5EF4-FFF2-40B4-BE49-F238E27FC236}">
                  <a16:creationId xmlns:a16="http://schemas.microsoft.com/office/drawing/2014/main" id="{A0E25A99-A8B9-A35F-1EA8-231950F4D54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587812" y="4532358"/>
              <a:ext cx="273243" cy="16667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40" name="Straight Connector 427">
              <a:extLst>
                <a:ext uri="{FF2B5EF4-FFF2-40B4-BE49-F238E27FC236}">
                  <a16:creationId xmlns:a16="http://schemas.microsoft.com/office/drawing/2014/main" id="{FE8C9BFA-7791-EBA9-A5B1-62BB72ADBF09}"/>
                </a:ext>
              </a:extLst>
            </p:cNvPr>
            <p:cNvCxnSpPr>
              <a:cxnSpLocks noChangeShapeType="1"/>
              <a:endCxn id="212434" idx="4"/>
            </p:cNvCxnSpPr>
            <p:nvPr/>
          </p:nvCxnSpPr>
          <p:spPr bwMode="auto">
            <a:xfrm flipH="1" flipV="1">
              <a:off x="2408213" y="4421934"/>
              <a:ext cx="396306" cy="74264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212341" name="Group 133">
              <a:extLst>
                <a:ext uri="{FF2B5EF4-FFF2-40B4-BE49-F238E27FC236}">
                  <a16:creationId xmlns:a16="http://schemas.microsoft.com/office/drawing/2014/main" id="{5458F247-5917-90B5-EF80-F78EA25DD6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44256" y="4681760"/>
              <a:ext cx="513732" cy="157430"/>
              <a:chOff x="2356" y="1300"/>
              <a:chExt cx="555" cy="194"/>
            </a:xfrm>
          </p:grpSpPr>
          <p:sp>
            <p:nvSpPr>
              <p:cNvPr id="212426" name="Oval 407">
                <a:extLst>
                  <a:ext uri="{FF2B5EF4-FFF2-40B4-BE49-F238E27FC236}">
                    <a16:creationId xmlns:a16="http://schemas.microsoft.com/office/drawing/2014/main" id="{83239B7E-DD71-291F-578F-C5F17D9AEE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27" name="Rectangle 410">
                <a:extLst>
                  <a:ext uri="{FF2B5EF4-FFF2-40B4-BE49-F238E27FC236}">
                    <a16:creationId xmlns:a16="http://schemas.microsoft.com/office/drawing/2014/main" id="{91B90595-053B-FF5D-3023-9233472E5E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28" name="Oval 411">
                <a:extLst>
                  <a:ext uri="{FF2B5EF4-FFF2-40B4-BE49-F238E27FC236}">
                    <a16:creationId xmlns:a16="http://schemas.microsoft.com/office/drawing/2014/main" id="{2B77E567-29D4-CB77-33C4-55141D3DEC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429" name="Group 137">
                <a:extLst>
                  <a:ext uri="{FF2B5EF4-FFF2-40B4-BE49-F238E27FC236}">
                    <a16:creationId xmlns:a16="http://schemas.microsoft.com/office/drawing/2014/main" id="{627B0036-D31A-7204-E43B-CF6D09173DA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32" name="Freeform 138">
                  <a:extLst>
                    <a:ext uri="{FF2B5EF4-FFF2-40B4-BE49-F238E27FC236}">
                      <a16:creationId xmlns:a16="http://schemas.microsoft.com/office/drawing/2014/main" id="{E81256CD-E258-8C2B-E446-B2D780ADD1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33" name="Freeform 139">
                  <a:extLst>
                    <a:ext uri="{FF2B5EF4-FFF2-40B4-BE49-F238E27FC236}">
                      <a16:creationId xmlns:a16="http://schemas.microsoft.com/office/drawing/2014/main" id="{CFCEB748-7272-96A9-7D94-25E81EDA9A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430" name="Line 140">
                <a:extLst>
                  <a:ext uri="{FF2B5EF4-FFF2-40B4-BE49-F238E27FC236}">
                    <a16:creationId xmlns:a16="http://schemas.microsoft.com/office/drawing/2014/main" id="{DA4BE6F8-5389-6122-2C2A-3EF797AA26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0"/>
                <a:ext cx="0" cy="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31" name="Line 141">
                <a:extLst>
                  <a:ext uri="{FF2B5EF4-FFF2-40B4-BE49-F238E27FC236}">
                    <a16:creationId xmlns:a16="http://schemas.microsoft.com/office/drawing/2014/main" id="{4E2C53FB-116B-3768-B39D-2D12532ADA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2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212342" name="Group 133">
              <a:extLst>
                <a:ext uri="{FF2B5EF4-FFF2-40B4-BE49-F238E27FC236}">
                  <a16:creationId xmlns:a16="http://schemas.microsoft.com/office/drawing/2014/main" id="{1D06ECF1-4C8F-AE9B-AAB5-AE093609305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89607" y="4745634"/>
              <a:ext cx="513732" cy="157430"/>
              <a:chOff x="2356" y="1300"/>
              <a:chExt cx="555" cy="194"/>
            </a:xfrm>
          </p:grpSpPr>
          <p:sp>
            <p:nvSpPr>
              <p:cNvPr id="212418" name="Oval 407">
                <a:extLst>
                  <a:ext uri="{FF2B5EF4-FFF2-40B4-BE49-F238E27FC236}">
                    <a16:creationId xmlns:a16="http://schemas.microsoft.com/office/drawing/2014/main" id="{3D6068CC-0D26-49E6-8FCC-15E99E86C8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19" name="Rectangle 410">
                <a:extLst>
                  <a:ext uri="{FF2B5EF4-FFF2-40B4-BE49-F238E27FC236}">
                    <a16:creationId xmlns:a16="http://schemas.microsoft.com/office/drawing/2014/main" id="{59EE97BD-D2D5-D8B2-CE12-0E18DB117E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20" name="Oval 411">
                <a:extLst>
                  <a:ext uri="{FF2B5EF4-FFF2-40B4-BE49-F238E27FC236}">
                    <a16:creationId xmlns:a16="http://schemas.microsoft.com/office/drawing/2014/main" id="{C20483C0-3B41-FB08-270B-B4C8C80424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421" name="Group 137">
                <a:extLst>
                  <a:ext uri="{FF2B5EF4-FFF2-40B4-BE49-F238E27FC236}">
                    <a16:creationId xmlns:a16="http://schemas.microsoft.com/office/drawing/2014/main" id="{93A6D4A8-71FB-AA46-BB7F-D45E1A25101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24" name="Freeform 138">
                  <a:extLst>
                    <a:ext uri="{FF2B5EF4-FFF2-40B4-BE49-F238E27FC236}">
                      <a16:creationId xmlns:a16="http://schemas.microsoft.com/office/drawing/2014/main" id="{8E8634E1-9D78-0F56-59AE-1D7A81028B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25" name="Freeform 139">
                  <a:extLst>
                    <a:ext uri="{FF2B5EF4-FFF2-40B4-BE49-F238E27FC236}">
                      <a16:creationId xmlns:a16="http://schemas.microsoft.com/office/drawing/2014/main" id="{C529DE1D-C88E-79E2-1CF3-45C2293917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422" name="Line 140">
                <a:extLst>
                  <a:ext uri="{FF2B5EF4-FFF2-40B4-BE49-F238E27FC236}">
                    <a16:creationId xmlns:a16="http://schemas.microsoft.com/office/drawing/2014/main" id="{3497B735-F0F8-EF66-FCAE-E88FB4C00D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0"/>
                <a:ext cx="0" cy="86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23" name="Line 141">
                <a:extLst>
                  <a:ext uri="{FF2B5EF4-FFF2-40B4-BE49-F238E27FC236}">
                    <a16:creationId xmlns:a16="http://schemas.microsoft.com/office/drawing/2014/main" id="{F9631DC8-14D6-A655-0E70-3D8C5C2095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2"/>
                <a:ext cx="0" cy="86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212343" name="Group 133">
              <a:extLst>
                <a:ext uri="{FF2B5EF4-FFF2-40B4-BE49-F238E27FC236}">
                  <a16:creationId xmlns:a16="http://schemas.microsoft.com/office/drawing/2014/main" id="{04A2CC83-BEAB-9876-EF10-88C8C83A9C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67612" y="4492209"/>
              <a:ext cx="513732" cy="157430"/>
              <a:chOff x="2356" y="1300"/>
              <a:chExt cx="555" cy="194"/>
            </a:xfrm>
          </p:grpSpPr>
          <p:sp>
            <p:nvSpPr>
              <p:cNvPr id="212410" name="Oval 407">
                <a:extLst>
                  <a:ext uri="{FF2B5EF4-FFF2-40B4-BE49-F238E27FC236}">
                    <a16:creationId xmlns:a16="http://schemas.microsoft.com/office/drawing/2014/main" id="{4A677B41-AFE1-CBF2-E30C-6F182E91CC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11" name="Rectangle 410">
                <a:extLst>
                  <a:ext uri="{FF2B5EF4-FFF2-40B4-BE49-F238E27FC236}">
                    <a16:creationId xmlns:a16="http://schemas.microsoft.com/office/drawing/2014/main" id="{21312C95-1C50-AC56-74A4-7B89CF8C6E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12" name="Oval 411">
                <a:extLst>
                  <a:ext uri="{FF2B5EF4-FFF2-40B4-BE49-F238E27FC236}">
                    <a16:creationId xmlns:a16="http://schemas.microsoft.com/office/drawing/2014/main" id="{2886429E-0B96-2909-105A-A11982B3E1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413" name="Group 137">
                <a:extLst>
                  <a:ext uri="{FF2B5EF4-FFF2-40B4-BE49-F238E27FC236}">
                    <a16:creationId xmlns:a16="http://schemas.microsoft.com/office/drawing/2014/main" id="{1177BCE1-C834-523B-9E38-5397C91D62F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16" name="Freeform 138">
                  <a:extLst>
                    <a:ext uri="{FF2B5EF4-FFF2-40B4-BE49-F238E27FC236}">
                      <a16:creationId xmlns:a16="http://schemas.microsoft.com/office/drawing/2014/main" id="{C55E259B-835C-CFBC-35FC-1164EC8D98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17" name="Freeform 139">
                  <a:extLst>
                    <a:ext uri="{FF2B5EF4-FFF2-40B4-BE49-F238E27FC236}">
                      <a16:creationId xmlns:a16="http://schemas.microsoft.com/office/drawing/2014/main" id="{2102719B-627C-9BC5-4A4A-A4AE8F729F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414" name="Line 140">
                <a:extLst>
                  <a:ext uri="{FF2B5EF4-FFF2-40B4-BE49-F238E27FC236}">
                    <a16:creationId xmlns:a16="http://schemas.microsoft.com/office/drawing/2014/main" id="{74013696-59AD-A304-6AAA-0D8B8BA1F1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15" name="Line 141">
                <a:extLst>
                  <a:ext uri="{FF2B5EF4-FFF2-40B4-BE49-F238E27FC236}">
                    <a16:creationId xmlns:a16="http://schemas.microsoft.com/office/drawing/2014/main" id="{83521AFF-0408-A88E-5403-A1363226C4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212344" name="Group 133">
              <a:extLst>
                <a:ext uri="{FF2B5EF4-FFF2-40B4-BE49-F238E27FC236}">
                  <a16:creationId xmlns:a16="http://schemas.microsoft.com/office/drawing/2014/main" id="{4BBB9576-445A-BC1F-9F00-0B3CC70AAC3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78257" y="4374518"/>
              <a:ext cx="513732" cy="157430"/>
              <a:chOff x="2356" y="1300"/>
              <a:chExt cx="555" cy="194"/>
            </a:xfrm>
          </p:grpSpPr>
          <p:sp>
            <p:nvSpPr>
              <p:cNvPr id="212402" name="Oval 407">
                <a:extLst>
                  <a:ext uri="{FF2B5EF4-FFF2-40B4-BE49-F238E27FC236}">
                    <a16:creationId xmlns:a16="http://schemas.microsoft.com/office/drawing/2014/main" id="{F67259A7-2F14-690F-C661-1CD10718F9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03" name="Rectangle 410">
                <a:extLst>
                  <a:ext uri="{FF2B5EF4-FFF2-40B4-BE49-F238E27FC236}">
                    <a16:creationId xmlns:a16="http://schemas.microsoft.com/office/drawing/2014/main" id="{3F421373-1E37-09CA-9D9F-8FB62802A4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04" name="Oval 411">
                <a:extLst>
                  <a:ext uri="{FF2B5EF4-FFF2-40B4-BE49-F238E27FC236}">
                    <a16:creationId xmlns:a16="http://schemas.microsoft.com/office/drawing/2014/main" id="{85D4E98D-9916-8934-A7FB-C7E187C422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405" name="Group 137">
                <a:extLst>
                  <a:ext uri="{FF2B5EF4-FFF2-40B4-BE49-F238E27FC236}">
                    <a16:creationId xmlns:a16="http://schemas.microsoft.com/office/drawing/2014/main" id="{9B64117E-AC57-DF2E-6467-A2CB0B2E88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08" name="Freeform 138">
                  <a:extLst>
                    <a:ext uri="{FF2B5EF4-FFF2-40B4-BE49-F238E27FC236}">
                      <a16:creationId xmlns:a16="http://schemas.microsoft.com/office/drawing/2014/main" id="{BAED8618-E1C4-7BBA-39B6-8DB2424415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09" name="Freeform 139">
                  <a:extLst>
                    <a:ext uri="{FF2B5EF4-FFF2-40B4-BE49-F238E27FC236}">
                      <a16:creationId xmlns:a16="http://schemas.microsoft.com/office/drawing/2014/main" id="{A94AA052-1365-D279-CFB1-26405D1844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406" name="Line 140">
                <a:extLst>
                  <a:ext uri="{FF2B5EF4-FFF2-40B4-BE49-F238E27FC236}">
                    <a16:creationId xmlns:a16="http://schemas.microsoft.com/office/drawing/2014/main" id="{DEFEE066-7855-4845-A579-0C785B79E2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07" name="Line 141">
                <a:extLst>
                  <a:ext uri="{FF2B5EF4-FFF2-40B4-BE49-F238E27FC236}">
                    <a16:creationId xmlns:a16="http://schemas.microsoft.com/office/drawing/2014/main" id="{9857B73E-2040-DF10-FA0E-1312D6D735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212345" name="Group 133">
              <a:extLst>
                <a:ext uri="{FF2B5EF4-FFF2-40B4-BE49-F238E27FC236}">
                  <a16:creationId xmlns:a16="http://schemas.microsoft.com/office/drawing/2014/main" id="{6185A266-85CD-526D-B02D-1977DB40D11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97517" y="4879602"/>
              <a:ext cx="513732" cy="157430"/>
              <a:chOff x="2356" y="1300"/>
              <a:chExt cx="555" cy="194"/>
            </a:xfrm>
          </p:grpSpPr>
          <p:sp>
            <p:nvSpPr>
              <p:cNvPr id="212394" name="Oval 407">
                <a:extLst>
                  <a:ext uri="{FF2B5EF4-FFF2-40B4-BE49-F238E27FC236}">
                    <a16:creationId xmlns:a16="http://schemas.microsoft.com/office/drawing/2014/main" id="{082855B5-6DBC-0FF3-6057-40B79D9ACA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95" name="Rectangle 410">
                <a:extLst>
                  <a:ext uri="{FF2B5EF4-FFF2-40B4-BE49-F238E27FC236}">
                    <a16:creationId xmlns:a16="http://schemas.microsoft.com/office/drawing/2014/main" id="{084FD198-E679-620A-D3F7-DA46FF5C1E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96" name="Oval 411">
                <a:extLst>
                  <a:ext uri="{FF2B5EF4-FFF2-40B4-BE49-F238E27FC236}">
                    <a16:creationId xmlns:a16="http://schemas.microsoft.com/office/drawing/2014/main" id="{99B49BC5-37DD-A8E5-577B-DAA8924473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397" name="Group 137">
                <a:extLst>
                  <a:ext uri="{FF2B5EF4-FFF2-40B4-BE49-F238E27FC236}">
                    <a16:creationId xmlns:a16="http://schemas.microsoft.com/office/drawing/2014/main" id="{7F893831-4E07-B12D-D9CC-562403449A9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00" name="Freeform 138">
                  <a:extLst>
                    <a:ext uri="{FF2B5EF4-FFF2-40B4-BE49-F238E27FC236}">
                      <a16:creationId xmlns:a16="http://schemas.microsoft.com/office/drawing/2014/main" id="{AFFAA456-3F32-106D-08BE-E511B5E6C8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01" name="Freeform 139">
                  <a:extLst>
                    <a:ext uri="{FF2B5EF4-FFF2-40B4-BE49-F238E27FC236}">
                      <a16:creationId xmlns:a16="http://schemas.microsoft.com/office/drawing/2014/main" id="{119045F4-187D-48D7-6BF1-6951894F00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398" name="Line 140">
                <a:extLst>
                  <a:ext uri="{FF2B5EF4-FFF2-40B4-BE49-F238E27FC236}">
                    <a16:creationId xmlns:a16="http://schemas.microsoft.com/office/drawing/2014/main" id="{604A10CC-555C-D213-BC65-3F25F38252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99" name="Line 141">
                <a:extLst>
                  <a:ext uri="{FF2B5EF4-FFF2-40B4-BE49-F238E27FC236}">
                    <a16:creationId xmlns:a16="http://schemas.microsoft.com/office/drawing/2014/main" id="{AB29DD1F-8383-B77E-EA68-69F142C015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212346" name="Group 133">
              <a:extLst>
                <a:ext uri="{FF2B5EF4-FFF2-40B4-BE49-F238E27FC236}">
                  <a16:creationId xmlns:a16="http://schemas.microsoft.com/office/drawing/2014/main" id="{810E9709-AC4E-4614-5AF6-A9AB0183F10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27730" y="5041361"/>
              <a:ext cx="513732" cy="157430"/>
              <a:chOff x="2356" y="1300"/>
              <a:chExt cx="555" cy="194"/>
            </a:xfrm>
          </p:grpSpPr>
          <p:sp>
            <p:nvSpPr>
              <p:cNvPr id="212386" name="Oval 407">
                <a:extLst>
                  <a:ext uri="{FF2B5EF4-FFF2-40B4-BE49-F238E27FC236}">
                    <a16:creationId xmlns:a16="http://schemas.microsoft.com/office/drawing/2014/main" id="{72ACB9E4-E267-D466-5963-B653092507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87" name="Rectangle 410">
                <a:extLst>
                  <a:ext uri="{FF2B5EF4-FFF2-40B4-BE49-F238E27FC236}">
                    <a16:creationId xmlns:a16="http://schemas.microsoft.com/office/drawing/2014/main" id="{DC464F7C-FD5E-6114-93BC-EB171EB403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88" name="Oval 411">
                <a:extLst>
                  <a:ext uri="{FF2B5EF4-FFF2-40B4-BE49-F238E27FC236}">
                    <a16:creationId xmlns:a16="http://schemas.microsoft.com/office/drawing/2014/main" id="{2D2A5F6C-211F-8B50-2A76-865D93CC16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389" name="Group 137">
                <a:extLst>
                  <a:ext uri="{FF2B5EF4-FFF2-40B4-BE49-F238E27FC236}">
                    <a16:creationId xmlns:a16="http://schemas.microsoft.com/office/drawing/2014/main" id="{6A7F35D6-3E41-6B7A-9CF9-75BD2077EAF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392" name="Freeform 138">
                  <a:extLst>
                    <a:ext uri="{FF2B5EF4-FFF2-40B4-BE49-F238E27FC236}">
                      <a16:creationId xmlns:a16="http://schemas.microsoft.com/office/drawing/2014/main" id="{79462CD3-2BB6-AD72-420D-B4958D6F79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393" name="Freeform 139">
                  <a:extLst>
                    <a:ext uri="{FF2B5EF4-FFF2-40B4-BE49-F238E27FC236}">
                      <a16:creationId xmlns:a16="http://schemas.microsoft.com/office/drawing/2014/main" id="{16E51372-842C-4442-88D8-F3EBD015C0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390" name="Line 140">
                <a:extLst>
                  <a:ext uri="{FF2B5EF4-FFF2-40B4-BE49-F238E27FC236}">
                    <a16:creationId xmlns:a16="http://schemas.microsoft.com/office/drawing/2014/main" id="{1DB69DC2-3306-DD86-933E-A70DF3828E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91" name="Line 141">
                <a:extLst>
                  <a:ext uri="{FF2B5EF4-FFF2-40B4-BE49-F238E27FC236}">
                    <a16:creationId xmlns:a16="http://schemas.microsoft.com/office/drawing/2014/main" id="{D025E007-3BC4-67DC-1D46-492AE3D664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212347" name="Group 133">
              <a:extLst>
                <a:ext uri="{FF2B5EF4-FFF2-40B4-BE49-F238E27FC236}">
                  <a16:creationId xmlns:a16="http://schemas.microsoft.com/office/drawing/2014/main" id="{D636D859-E291-4A48-B260-208133F18F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66981" y="4995528"/>
              <a:ext cx="513732" cy="157430"/>
              <a:chOff x="2356" y="1300"/>
              <a:chExt cx="555" cy="194"/>
            </a:xfrm>
          </p:grpSpPr>
          <p:sp>
            <p:nvSpPr>
              <p:cNvPr id="212378" name="Oval 407">
                <a:extLst>
                  <a:ext uri="{FF2B5EF4-FFF2-40B4-BE49-F238E27FC236}">
                    <a16:creationId xmlns:a16="http://schemas.microsoft.com/office/drawing/2014/main" id="{750DA470-ECFE-7CE9-4BB5-9FAE76C4DC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79" name="Rectangle 410">
                <a:extLst>
                  <a:ext uri="{FF2B5EF4-FFF2-40B4-BE49-F238E27FC236}">
                    <a16:creationId xmlns:a16="http://schemas.microsoft.com/office/drawing/2014/main" id="{3B55C5F5-BF26-FD6F-9E96-C189D2D2FE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80" name="Oval 411">
                <a:extLst>
                  <a:ext uri="{FF2B5EF4-FFF2-40B4-BE49-F238E27FC236}">
                    <a16:creationId xmlns:a16="http://schemas.microsoft.com/office/drawing/2014/main" id="{3BC2B250-C25C-897D-758F-4770C8A8AB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381" name="Group 137">
                <a:extLst>
                  <a:ext uri="{FF2B5EF4-FFF2-40B4-BE49-F238E27FC236}">
                    <a16:creationId xmlns:a16="http://schemas.microsoft.com/office/drawing/2014/main" id="{BA6CE13B-3E3E-7B4A-F8E1-DE8E68790FD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384" name="Freeform 138">
                  <a:extLst>
                    <a:ext uri="{FF2B5EF4-FFF2-40B4-BE49-F238E27FC236}">
                      <a16:creationId xmlns:a16="http://schemas.microsoft.com/office/drawing/2014/main" id="{2C6AAE9C-1EFE-C30E-47BB-FF83BA3A76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385" name="Freeform 139">
                  <a:extLst>
                    <a:ext uri="{FF2B5EF4-FFF2-40B4-BE49-F238E27FC236}">
                      <a16:creationId xmlns:a16="http://schemas.microsoft.com/office/drawing/2014/main" id="{0C09AF4E-C193-CBCD-F462-0F355F9ECF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382" name="Line 140">
                <a:extLst>
                  <a:ext uri="{FF2B5EF4-FFF2-40B4-BE49-F238E27FC236}">
                    <a16:creationId xmlns:a16="http://schemas.microsoft.com/office/drawing/2014/main" id="{0948C58C-CE2E-0C2F-C60E-AEE261C06A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83" name="Line 141">
                <a:extLst>
                  <a:ext uri="{FF2B5EF4-FFF2-40B4-BE49-F238E27FC236}">
                    <a16:creationId xmlns:a16="http://schemas.microsoft.com/office/drawing/2014/main" id="{2EE435C5-9774-B9A9-DD5A-14D996A88C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cxnSp>
          <p:nvCxnSpPr>
            <p:cNvPr id="212348" name="Straight Connector 12">
              <a:extLst>
                <a:ext uri="{FF2B5EF4-FFF2-40B4-BE49-F238E27FC236}">
                  <a16:creationId xmlns:a16="http://schemas.microsoft.com/office/drawing/2014/main" id="{D9004769-0983-0B29-D693-D72A21954116}"/>
                </a:ext>
              </a:extLst>
            </p:cNvPr>
            <p:cNvCxnSpPr>
              <a:cxnSpLocks noChangeShapeType="1"/>
              <a:endCxn id="212518" idx="1"/>
            </p:cNvCxnSpPr>
            <p:nvPr/>
          </p:nvCxnSpPr>
          <p:spPr bwMode="auto">
            <a:xfrm>
              <a:off x="2382838" y="2609850"/>
              <a:ext cx="238125" cy="2619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49" name="Straight Connector 500">
              <a:extLst>
                <a:ext uri="{FF2B5EF4-FFF2-40B4-BE49-F238E27FC236}">
                  <a16:creationId xmlns:a16="http://schemas.microsoft.com/office/drawing/2014/main" id="{D973EFB4-86DD-798D-9B91-7971A47DEB2D}"/>
                </a:ext>
              </a:extLst>
            </p:cNvPr>
            <p:cNvCxnSpPr>
              <a:cxnSpLocks noChangeShapeType="1"/>
              <a:stCxn id="212314" idx="8"/>
              <a:endCxn id="212375" idx="2"/>
            </p:cNvCxnSpPr>
            <p:nvPr/>
          </p:nvCxnSpPr>
          <p:spPr bwMode="auto">
            <a:xfrm>
              <a:off x="1455738" y="2990850"/>
              <a:ext cx="38100" cy="309563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0" name="Straight Connector 501">
              <a:extLst>
                <a:ext uri="{FF2B5EF4-FFF2-40B4-BE49-F238E27FC236}">
                  <a16:creationId xmlns:a16="http://schemas.microsoft.com/office/drawing/2014/main" id="{C65DD8AB-5F3E-15B7-9F29-7D3E2754D637}"/>
                </a:ext>
              </a:extLst>
            </p:cNvPr>
            <p:cNvCxnSpPr>
              <a:cxnSpLocks noChangeShapeType="1"/>
              <a:endCxn id="212375" idx="3"/>
            </p:cNvCxnSpPr>
            <p:nvPr/>
          </p:nvCxnSpPr>
          <p:spPr bwMode="auto">
            <a:xfrm>
              <a:off x="1235075" y="3271838"/>
              <a:ext cx="123825" cy="212725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1" name="Straight Connector 502">
              <a:extLst>
                <a:ext uri="{FF2B5EF4-FFF2-40B4-BE49-F238E27FC236}">
                  <a16:creationId xmlns:a16="http://schemas.microsoft.com/office/drawing/2014/main" id="{7DC35849-C710-794F-ADE7-12F0330BD5BA}"/>
                </a:ext>
              </a:extLst>
            </p:cNvPr>
            <p:cNvCxnSpPr>
              <a:cxnSpLocks noChangeShapeType="1"/>
              <a:endCxn id="212486" idx="1"/>
            </p:cNvCxnSpPr>
            <p:nvPr/>
          </p:nvCxnSpPr>
          <p:spPr bwMode="auto">
            <a:xfrm>
              <a:off x="3916363" y="2411413"/>
              <a:ext cx="307975" cy="57308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2" name="Straight Connector 503">
              <a:extLst>
                <a:ext uri="{FF2B5EF4-FFF2-40B4-BE49-F238E27FC236}">
                  <a16:creationId xmlns:a16="http://schemas.microsoft.com/office/drawing/2014/main" id="{B4A54E9B-EBBC-2B39-C37C-185C8EEBA59F}"/>
                </a:ext>
              </a:extLst>
            </p:cNvPr>
            <p:cNvCxnSpPr>
              <a:cxnSpLocks noChangeShapeType="1"/>
              <a:endCxn id="212486" idx="0"/>
            </p:cNvCxnSpPr>
            <p:nvPr/>
          </p:nvCxnSpPr>
          <p:spPr bwMode="auto">
            <a:xfrm flipH="1">
              <a:off x="4425950" y="2389188"/>
              <a:ext cx="384175" cy="57943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3" name="Straight Connector 504">
              <a:extLst>
                <a:ext uri="{FF2B5EF4-FFF2-40B4-BE49-F238E27FC236}">
                  <a16:creationId xmlns:a16="http://schemas.microsoft.com/office/drawing/2014/main" id="{B0E22855-2404-B399-4110-43F25BDC02C6}"/>
                </a:ext>
              </a:extLst>
            </p:cNvPr>
            <p:cNvCxnSpPr>
              <a:cxnSpLocks noChangeShapeType="1"/>
              <a:endCxn id="212568" idx="0"/>
            </p:cNvCxnSpPr>
            <p:nvPr/>
          </p:nvCxnSpPr>
          <p:spPr bwMode="auto">
            <a:xfrm>
              <a:off x="6770688" y="2900363"/>
              <a:ext cx="215900" cy="10461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4" name="Straight Connector 505">
              <a:extLst>
                <a:ext uri="{FF2B5EF4-FFF2-40B4-BE49-F238E27FC236}">
                  <a16:creationId xmlns:a16="http://schemas.microsoft.com/office/drawing/2014/main" id="{AFE8697D-5024-0FFE-7E97-A506540AED7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7137400" y="3251200"/>
              <a:ext cx="241300" cy="69215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5" name="Straight Connector 506">
              <a:extLst>
                <a:ext uri="{FF2B5EF4-FFF2-40B4-BE49-F238E27FC236}">
                  <a16:creationId xmlns:a16="http://schemas.microsoft.com/office/drawing/2014/main" id="{108BA465-771A-1407-23B1-410E8F784805}"/>
                </a:ext>
              </a:extLst>
            </p:cNvPr>
            <p:cNvCxnSpPr>
              <a:cxnSpLocks noChangeShapeType="1"/>
              <a:stCxn id="212318" idx="4"/>
              <a:endCxn id="212563" idx="0"/>
            </p:cNvCxnSpPr>
            <p:nvPr/>
          </p:nvCxnSpPr>
          <p:spPr bwMode="auto">
            <a:xfrm flipH="1">
              <a:off x="7483475" y="4229100"/>
              <a:ext cx="541338" cy="2492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6" name="Straight Connector 507">
              <a:extLst>
                <a:ext uri="{FF2B5EF4-FFF2-40B4-BE49-F238E27FC236}">
                  <a16:creationId xmlns:a16="http://schemas.microsoft.com/office/drawing/2014/main" id="{18DE0EEC-E2E2-7619-C328-E0A82EED959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7454900" y="4573588"/>
              <a:ext cx="796925" cy="6143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7" name="Straight Connector 508">
              <a:extLst>
                <a:ext uri="{FF2B5EF4-FFF2-40B4-BE49-F238E27FC236}">
                  <a16:creationId xmlns:a16="http://schemas.microsoft.com/office/drawing/2014/main" id="{A0970B34-8B97-56B5-F6AD-96A2DC3897BC}"/>
                </a:ext>
              </a:extLst>
            </p:cNvPr>
            <p:cNvCxnSpPr>
              <a:cxnSpLocks noChangeShapeType="1"/>
              <a:endCxn id="212550" idx="5"/>
            </p:cNvCxnSpPr>
            <p:nvPr/>
          </p:nvCxnSpPr>
          <p:spPr bwMode="auto">
            <a:xfrm flipH="1" flipV="1">
              <a:off x="6496050" y="4722813"/>
              <a:ext cx="1047750" cy="96678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8" name="Straight Connector 509">
              <a:extLst>
                <a:ext uri="{FF2B5EF4-FFF2-40B4-BE49-F238E27FC236}">
                  <a16:creationId xmlns:a16="http://schemas.microsoft.com/office/drawing/2014/main" id="{FFFD40B7-ADB9-86B4-6221-684018EDE31C}"/>
                </a:ext>
              </a:extLst>
            </p:cNvPr>
            <p:cNvCxnSpPr>
              <a:cxnSpLocks noChangeShapeType="1"/>
              <a:stCxn id="212319" idx="0"/>
              <a:endCxn id="212374" idx="5"/>
            </p:cNvCxnSpPr>
            <p:nvPr/>
          </p:nvCxnSpPr>
          <p:spPr bwMode="auto">
            <a:xfrm flipH="1" flipV="1">
              <a:off x="5084763" y="5684838"/>
              <a:ext cx="520700" cy="1698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9" name="Straight Connector 510">
              <a:extLst>
                <a:ext uri="{FF2B5EF4-FFF2-40B4-BE49-F238E27FC236}">
                  <a16:creationId xmlns:a16="http://schemas.microsoft.com/office/drawing/2014/main" id="{E6D6DC91-6F7B-A2F2-4AAA-1F1032EACA6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4068763" y="5045075"/>
              <a:ext cx="371475" cy="9731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0" name="Straight Connector 511">
              <a:extLst>
                <a:ext uri="{FF2B5EF4-FFF2-40B4-BE49-F238E27FC236}">
                  <a16:creationId xmlns:a16="http://schemas.microsoft.com/office/drawing/2014/main" id="{5229550A-BE5A-7FC9-47DF-92B81CEC7FF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389313" y="5689600"/>
              <a:ext cx="306387" cy="16510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1" name="Straight Connector 512">
              <a:extLst>
                <a:ext uri="{FF2B5EF4-FFF2-40B4-BE49-F238E27FC236}">
                  <a16:creationId xmlns:a16="http://schemas.microsoft.com/office/drawing/2014/main" id="{F20821D7-A78C-3DCC-368D-989A2A00485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790700" y="5160963"/>
              <a:ext cx="401638" cy="20955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2" name="Straight Connector 513">
              <a:extLst>
                <a:ext uri="{FF2B5EF4-FFF2-40B4-BE49-F238E27FC236}">
                  <a16:creationId xmlns:a16="http://schemas.microsoft.com/office/drawing/2014/main" id="{7ED2A263-E17E-A933-3A74-22BD2B281D9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179513" y="4467225"/>
              <a:ext cx="227012" cy="282575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3" name="Straight Connector 514">
              <a:extLst>
                <a:ext uri="{FF2B5EF4-FFF2-40B4-BE49-F238E27FC236}">
                  <a16:creationId xmlns:a16="http://schemas.microsoft.com/office/drawing/2014/main" id="{A97E7757-5A60-578C-AA57-AB6AA6DC79FC}"/>
                </a:ext>
              </a:extLst>
            </p:cNvPr>
            <p:cNvCxnSpPr>
              <a:cxnSpLocks noChangeShapeType="1"/>
              <a:endCxn id="212375" idx="5"/>
            </p:cNvCxnSpPr>
            <p:nvPr/>
          </p:nvCxnSpPr>
          <p:spPr bwMode="auto">
            <a:xfrm flipV="1">
              <a:off x="1155700" y="4368800"/>
              <a:ext cx="203200" cy="79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2364" name="Oval 14">
              <a:extLst>
                <a:ext uri="{FF2B5EF4-FFF2-40B4-BE49-F238E27FC236}">
                  <a16:creationId xmlns:a16="http://schemas.microsoft.com/office/drawing/2014/main" id="{83AF0D21-54DD-99E9-E1B4-7E7E7401B6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77595" y="2896842"/>
              <a:ext cx="528046" cy="304770"/>
            </a:xfrm>
            <a:prstGeom prst="ellipse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212365" name="Straight Connector 18">
              <a:extLst>
                <a:ext uri="{FF2B5EF4-FFF2-40B4-BE49-F238E27FC236}">
                  <a16:creationId xmlns:a16="http://schemas.microsoft.com/office/drawing/2014/main" id="{A21490D9-0D83-8687-A404-6BEE9730FD1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713288" y="3051291"/>
              <a:ext cx="964307" cy="26892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6" name="Straight Connector 516">
              <a:extLst>
                <a:ext uri="{FF2B5EF4-FFF2-40B4-BE49-F238E27FC236}">
                  <a16:creationId xmlns:a16="http://schemas.microsoft.com/office/drawing/2014/main" id="{59DD3183-7A45-E59C-3C8E-FB0DB03EBD8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39457" y="3169615"/>
              <a:ext cx="691556" cy="784846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7" name="Straight Connector 515">
              <a:extLst>
                <a:ext uri="{FF2B5EF4-FFF2-40B4-BE49-F238E27FC236}">
                  <a16:creationId xmlns:a16="http://schemas.microsoft.com/office/drawing/2014/main" id="{9ABF597A-342E-7961-1AF2-6B945C331B94}"/>
                </a:ext>
              </a:extLst>
            </p:cNvPr>
            <p:cNvCxnSpPr>
              <a:cxnSpLocks noChangeShapeType="1"/>
              <a:stCxn id="212404" idx="0"/>
            </p:cNvCxnSpPr>
            <p:nvPr/>
          </p:nvCxnSpPr>
          <p:spPr bwMode="auto">
            <a:xfrm flipV="1">
              <a:off x="3832888" y="4233720"/>
              <a:ext cx="190494" cy="14143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2368" name="Oval 521">
              <a:extLst>
                <a:ext uri="{FF2B5EF4-FFF2-40B4-BE49-F238E27FC236}">
                  <a16:creationId xmlns:a16="http://schemas.microsoft.com/office/drawing/2014/main" id="{41BA8584-18E3-0485-BFD6-F48D073A64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2543" y="3959560"/>
              <a:ext cx="528230" cy="305050"/>
            </a:xfrm>
            <a:prstGeom prst="ellipse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   </a:t>
              </a:r>
            </a:p>
          </p:txBody>
        </p:sp>
        <p:cxnSp>
          <p:nvCxnSpPr>
            <p:cNvPr id="212369" name="Straight Connector 519">
              <a:extLst>
                <a:ext uri="{FF2B5EF4-FFF2-40B4-BE49-F238E27FC236}">
                  <a16:creationId xmlns:a16="http://schemas.microsoft.com/office/drawing/2014/main" id="{35F9DFA4-D06F-7E5A-9F0E-CCD71818896E}"/>
                </a:ext>
              </a:extLst>
            </p:cNvPr>
            <p:cNvCxnSpPr>
              <a:cxnSpLocks noChangeShapeType="1"/>
              <a:stCxn id="212368" idx="6"/>
              <a:endCxn id="212602" idx="1"/>
            </p:cNvCxnSpPr>
            <p:nvPr/>
          </p:nvCxnSpPr>
          <p:spPr bwMode="auto">
            <a:xfrm flipV="1">
              <a:off x="4460773" y="3953940"/>
              <a:ext cx="770040" cy="158145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70" name="Straight Connector 520">
              <a:extLst>
                <a:ext uri="{FF2B5EF4-FFF2-40B4-BE49-F238E27FC236}">
                  <a16:creationId xmlns:a16="http://schemas.microsoft.com/office/drawing/2014/main" id="{1CBDD417-9946-1299-2CC7-0FAB60FDC2D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692525" y="3789363"/>
              <a:ext cx="342828" cy="205015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71" name="Straight Connector 7">
              <a:extLst>
                <a:ext uri="{FF2B5EF4-FFF2-40B4-BE49-F238E27FC236}">
                  <a16:creationId xmlns:a16="http://schemas.microsoft.com/office/drawing/2014/main" id="{038DFC4E-E949-B429-8749-97A4C0F92B07}"/>
                </a:ext>
              </a:extLst>
            </p:cNvPr>
            <p:cNvCxnSpPr>
              <a:cxnSpLocks noChangeShapeType="1"/>
              <a:stCxn id="212476" idx="5"/>
              <a:endCxn id="212600" idx="1"/>
            </p:cNvCxnSpPr>
            <p:nvPr/>
          </p:nvCxnSpPr>
          <p:spPr bwMode="auto">
            <a:xfrm>
              <a:off x="4876727" y="3633788"/>
              <a:ext cx="431873" cy="22237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72" name="Straight Connector 415">
              <a:extLst>
                <a:ext uri="{FF2B5EF4-FFF2-40B4-BE49-F238E27FC236}">
                  <a16:creationId xmlns:a16="http://schemas.microsoft.com/office/drawing/2014/main" id="{A5FD3C92-2E39-4E80-72FD-0C0EE56F58A1}"/>
                </a:ext>
              </a:extLst>
            </p:cNvPr>
            <p:cNvCxnSpPr>
              <a:cxnSpLocks noChangeShapeType="1"/>
              <a:endCxn id="212436" idx="0"/>
            </p:cNvCxnSpPr>
            <p:nvPr/>
          </p:nvCxnSpPr>
          <p:spPr bwMode="auto">
            <a:xfrm flipH="1">
              <a:off x="2406650" y="3753813"/>
              <a:ext cx="282556" cy="511097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73" name="Straight Connector 523">
              <a:extLst>
                <a:ext uri="{FF2B5EF4-FFF2-40B4-BE49-F238E27FC236}">
                  <a16:creationId xmlns:a16="http://schemas.microsoft.com/office/drawing/2014/main" id="{3F1EB838-C779-2BE6-46D1-8E8437AC1A16}"/>
                </a:ext>
              </a:extLst>
            </p:cNvPr>
            <p:cNvCxnSpPr>
              <a:cxnSpLocks noChangeShapeType="1"/>
              <a:stCxn id="212399" idx="0"/>
            </p:cNvCxnSpPr>
            <p:nvPr/>
          </p:nvCxnSpPr>
          <p:spPr bwMode="auto">
            <a:xfrm flipV="1">
              <a:off x="4307761" y="4626483"/>
              <a:ext cx="844015" cy="304292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2374" name="Oval 6">
              <a:extLst>
                <a:ext uri="{FF2B5EF4-FFF2-40B4-BE49-F238E27FC236}">
                  <a16:creationId xmlns:a16="http://schemas.microsoft.com/office/drawing/2014/main" id="{5737D43C-ADBD-33FB-F93B-07784968E0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0100" y="5359400"/>
              <a:ext cx="2044700" cy="381000"/>
            </a:xfrm>
            <a:prstGeom prst="ellipse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75" name="Oval 517">
              <a:extLst>
                <a:ext uri="{FF2B5EF4-FFF2-40B4-BE49-F238E27FC236}">
                  <a16:creationId xmlns:a16="http://schemas.microsoft.com/office/drawing/2014/main" id="{A828A5AC-E334-522C-3548-F9251D940F4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67569" y="3736182"/>
              <a:ext cx="1252537" cy="381000"/>
            </a:xfrm>
            <a:prstGeom prst="ellipse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212376" name="Straight Connector 39941">
              <a:extLst>
                <a:ext uri="{FF2B5EF4-FFF2-40B4-BE49-F238E27FC236}">
                  <a16:creationId xmlns:a16="http://schemas.microsoft.com/office/drawing/2014/main" id="{4EBF47D4-28F5-5AC2-6F9D-A6A2466440FE}"/>
                </a:ext>
              </a:extLst>
            </p:cNvPr>
            <p:cNvCxnSpPr>
              <a:cxnSpLocks noChangeShapeType="1"/>
              <a:stCxn id="212375" idx="0"/>
              <a:endCxn id="212464" idx="0"/>
            </p:cNvCxnSpPr>
            <p:nvPr/>
          </p:nvCxnSpPr>
          <p:spPr bwMode="auto">
            <a:xfrm flipV="1">
              <a:off x="1684338" y="3654425"/>
              <a:ext cx="758825" cy="27305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77" name="Straight Connector 524">
              <a:extLst>
                <a:ext uri="{FF2B5EF4-FFF2-40B4-BE49-F238E27FC236}">
                  <a16:creationId xmlns:a16="http://schemas.microsoft.com/office/drawing/2014/main" id="{3FE05686-087C-CFAC-5DF7-30B2BF718F2D}"/>
                </a:ext>
              </a:extLst>
            </p:cNvPr>
            <p:cNvCxnSpPr>
              <a:cxnSpLocks noChangeShapeType="1"/>
              <a:endCxn id="212438" idx="1"/>
            </p:cNvCxnSpPr>
            <p:nvPr/>
          </p:nvCxnSpPr>
          <p:spPr bwMode="auto">
            <a:xfrm>
              <a:off x="1685925" y="4111625"/>
              <a:ext cx="466725" cy="269875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11973" name="Group 418">
            <a:extLst>
              <a:ext uri="{FF2B5EF4-FFF2-40B4-BE49-F238E27FC236}">
                <a16:creationId xmlns:a16="http://schemas.microsoft.com/office/drawing/2014/main" id="{5FA48391-7748-0F48-CD3B-CBD530B59C31}"/>
              </a:ext>
            </a:extLst>
          </p:cNvPr>
          <p:cNvGrpSpPr>
            <a:grpSpLocks/>
          </p:cNvGrpSpPr>
          <p:nvPr/>
        </p:nvGrpSpPr>
        <p:grpSpPr bwMode="auto">
          <a:xfrm>
            <a:off x="1963738" y="4827588"/>
            <a:ext cx="874712" cy="506412"/>
            <a:chOff x="2889" y="1631"/>
            <a:chExt cx="980" cy="743"/>
          </a:xfrm>
        </p:grpSpPr>
        <p:sp>
          <p:nvSpPr>
            <p:cNvPr id="212304" name="Rectangle 419">
              <a:extLst>
                <a:ext uri="{FF2B5EF4-FFF2-40B4-BE49-F238E27FC236}">
                  <a16:creationId xmlns:a16="http://schemas.microsoft.com/office/drawing/2014/main" id="{2420F47F-FA3E-7A7D-EDED-8D44BD3BF1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5249" name="AutoShape 420">
              <a:extLst>
                <a:ext uri="{FF2B5EF4-FFF2-40B4-BE49-F238E27FC236}">
                  <a16:creationId xmlns:a16="http://schemas.microsoft.com/office/drawing/2014/main" id="{65FB32CC-DE65-D37F-26C2-F5E66CCFD1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4"/>
            </a:xfrm>
            <a:prstGeom prst="triangle">
              <a:avLst>
                <a:gd name="adj" fmla="val 50000"/>
              </a:avLst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CCFF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211974" name="Line 424">
            <a:extLst>
              <a:ext uri="{FF2B5EF4-FFF2-40B4-BE49-F238E27FC236}">
                <a16:creationId xmlns:a16="http://schemas.microsoft.com/office/drawing/2014/main" id="{4154B366-F97D-CE19-65E0-9AFE9DA2320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686051" y="5280026"/>
            <a:ext cx="144463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673" name="Title 1">
            <a:extLst>
              <a:ext uri="{FF2B5EF4-FFF2-40B4-BE49-F238E27FC236}">
                <a16:creationId xmlns:a16="http://schemas.microsoft.com/office/drawing/2014/main" id="{93B4EAF7-7873-95B8-8D22-9B3470E70FB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09441" y="180762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Example: Netflix (5)</a:t>
            </a:r>
            <a:endParaRPr lang="en-US" altLang="en-US" sz="4400" dirty="0">
              <a:ea typeface="ＭＳ Ｐゴシック" panose="020B0600070205080204" pitchFamily="34" charset="-128"/>
            </a:endParaRPr>
          </a:p>
        </p:txBody>
      </p:sp>
      <p:grpSp>
        <p:nvGrpSpPr>
          <p:cNvPr id="793" name="Group 792">
            <a:extLst>
              <a:ext uri="{FF2B5EF4-FFF2-40B4-BE49-F238E27FC236}">
                <a16:creationId xmlns:a16="http://schemas.microsoft.com/office/drawing/2014/main" id="{6C10A3D5-0519-0AEB-C427-92ADBE8EE7AA}"/>
              </a:ext>
            </a:extLst>
          </p:cNvPr>
          <p:cNvGrpSpPr>
            <a:grpSpLocks/>
          </p:cNvGrpSpPr>
          <p:nvPr/>
        </p:nvGrpSpPr>
        <p:grpSpPr bwMode="auto">
          <a:xfrm>
            <a:off x="4745038" y="5776913"/>
            <a:ext cx="349250" cy="679450"/>
            <a:chOff x="7923189" y="2486664"/>
            <a:chExt cx="360377" cy="884585"/>
          </a:xfrm>
        </p:grpSpPr>
        <p:pic>
          <p:nvPicPr>
            <p:cNvPr id="212270" name="Picture 3">
              <a:extLst>
                <a:ext uri="{FF2B5EF4-FFF2-40B4-BE49-F238E27FC236}">
                  <a16:creationId xmlns:a16="http://schemas.microsoft.com/office/drawing/2014/main" id="{E431C257-E7DE-B981-C594-AB3E2C83CE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271" name="Group 950">
              <a:extLst>
                <a:ext uri="{FF2B5EF4-FFF2-40B4-BE49-F238E27FC236}">
                  <a16:creationId xmlns:a16="http://schemas.microsoft.com/office/drawing/2014/main" id="{8DD3698B-3398-BF2B-333F-49675C9965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272" name="Freeform 951">
                <a:extLst>
                  <a:ext uri="{FF2B5EF4-FFF2-40B4-BE49-F238E27FC236}">
                    <a16:creationId xmlns:a16="http://schemas.microsoft.com/office/drawing/2014/main" id="{BA8B0630-33CC-9CB1-CB89-9C0BE68FC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73" name="Rectangle 952">
                <a:extLst>
                  <a:ext uri="{FF2B5EF4-FFF2-40B4-BE49-F238E27FC236}">
                    <a16:creationId xmlns:a16="http://schemas.microsoft.com/office/drawing/2014/main" id="{09D1D71C-53B9-FCCF-E754-52DB8A581E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74" name="Freeform 953">
                <a:extLst>
                  <a:ext uri="{FF2B5EF4-FFF2-40B4-BE49-F238E27FC236}">
                    <a16:creationId xmlns:a16="http://schemas.microsoft.com/office/drawing/2014/main" id="{36A7D48E-8F59-50BF-8D19-D3C543441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75" name="Freeform 954">
                <a:extLst>
                  <a:ext uri="{FF2B5EF4-FFF2-40B4-BE49-F238E27FC236}">
                    <a16:creationId xmlns:a16="http://schemas.microsoft.com/office/drawing/2014/main" id="{4B9CA066-EEAA-063C-12FE-D18257E1E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76" name="Rectangle 955">
                <a:extLst>
                  <a:ext uri="{FF2B5EF4-FFF2-40B4-BE49-F238E27FC236}">
                    <a16:creationId xmlns:a16="http://schemas.microsoft.com/office/drawing/2014/main" id="{178F23BC-3604-E8F8-24AB-BF7155A792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77" name="Group 956">
                <a:extLst>
                  <a:ext uri="{FF2B5EF4-FFF2-40B4-BE49-F238E27FC236}">
                    <a16:creationId xmlns:a16="http://schemas.microsoft.com/office/drawing/2014/main" id="{AEA5AE21-974D-6CA2-1B50-85553792029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302" name="AutoShape 957">
                  <a:extLst>
                    <a:ext uri="{FF2B5EF4-FFF2-40B4-BE49-F238E27FC236}">
                      <a16:creationId xmlns:a16="http://schemas.microsoft.com/office/drawing/2014/main" id="{B224871C-1288-7425-FAA2-7DCF924B609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303" name="AutoShape 958">
                  <a:extLst>
                    <a:ext uri="{FF2B5EF4-FFF2-40B4-BE49-F238E27FC236}">
                      <a16:creationId xmlns:a16="http://schemas.microsoft.com/office/drawing/2014/main" id="{8834A873-971A-1082-9EF5-DBB12A4F941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78" name="Rectangle 959">
                <a:extLst>
                  <a:ext uri="{FF2B5EF4-FFF2-40B4-BE49-F238E27FC236}">
                    <a16:creationId xmlns:a16="http://schemas.microsoft.com/office/drawing/2014/main" id="{4DE10B60-66E8-82B2-0BBF-760EB2E5BB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79" name="Group 960">
                <a:extLst>
                  <a:ext uri="{FF2B5EF4-FFF2-40B4-BE49-F238E27FC236}">
                    <a16:creationId xmlns:a16="http://schemas.microsoft.com/office/drawing/2014/main" id="{1960B6BF-5C98-5D25-B501-B1750851EA5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300" name="AutoShape 961">
                  <a:extLst>
                    <a:ext uri="{FF2B5EF4-FFF2-40B4-BE49-F238E27FC236}">
                      <a16:creationId xmlns:a16="http://schemas.microsoft.com/office/drawing/2014/main" id="{140D3E49-CD28-A4A4-489A-26D00EB5DD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301" name="AutoShape 962">
                  <a:extLst>
                    <a:ext uri="{FF2B5EF4-FFF2-40B4-BE49-F238E27FC236}">
                      <a16:creationId xmlns:a16="http://schemas.microsoft.com/office/drawing/2014/main" id="{A00BE760-8BE3-9C37-6AED-4A31FF4CB6F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80" name="Rectangle 963">
                <a:extLst>
                  <a:ext uri="{FF2B5EF4-FFF2-40B4-BE49-F238E27FC236}">
                    <a16:creationId xmlns:a16="http://schemas.microsoft.com/office/drawing/2014/main" id="{7270D845-4B57-7629-EB99-BBE1FABAA4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81" name="Rectangle 964">
                <a:extLst>
                  <a:ext uri="{FF2B5EF4-FFF2-40B4-BE49-F238E27FC236}">
                    <a16:creationId xmlns:a16="http://schemas.microsoft.com/office/drawing/2014/main" id="{C8BBAAC7-24E7-A288-F762-EBC261696C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82" name="Group 965">
                <a:extLst>
                  <a:ext uri="{FF2B5EF4-FFF2-40B4-BE49-F238E27FC236}">
                    <a16:creationId xmlns:a16="http://schemas.microsoft.com/office/drawing/2014/main" id="{9F490D90-E91E-6D50-0DC3-D3DD31BEB5C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298" name="AutoShape 966">
                  <a:extLst>
                    <a:ext uri="{FF2B5EF4-FFF2-40B4-BE49-F238E27FC236}">
                      <a16:creationId xmlns:a16="http://schemas.microsoft.com/office/drawing/2014/main" id="{AECC112D-4BE9-D4C6-A948-73C60F0EAAD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99" name="AutoShape 967">
                  <a:extLst>
                    <a:ext uri="{FF2B5EF4-FFF2-40B4-BE49-F238E27FC236}">
                      <a16:creationId xmlns:a16="http://schemas.microsoft.com/office/drawing/2014/main" id="{44334EFC-5BB9-3C70-3F39-6B109767DB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83" name="Freeform 968">
                <a:extLst>
                  <a:ext uri="{FF2B5EF4-FFF2-40B4-BE49-F238E27FC236}">
                    <a16:creationId xmlns:a16="http://schemas.microsoft.com/office/drawing/2014/main" id="{83893958-D96B-581A-25A3-BB311AC0B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84" name="Group 969">
                <a:extLst>
                  <a:ext uri="{FF2B5EF4-FFF2-40B4-BE49-F238E27FC236}">
                    <a16:creationId xmlns:a16="http://schemas.microsoft.com/office/drawing/2014/main" id="{DCCD18AC-F070-6805-C2FC-352047A2B8F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296" name="AutoShape 970">
                  <a:extLst>
                    <a:ext uri="{FF2B5EF4-FFF2-40B4-BE49-F238E27FC236}">
                      <a16:creationId xmlns:a16="http://schemas.microsoft.com/office/drawing/2014/main" id="{4559798D-5A93-551E-BF94-5353FFE074B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97" name="AutoShape 971">
                  <a:extLst>
                    <a:ext uri="{FF2B5EF4-FFF2-40B4-BE49-F238E27FC236}">
                      <a16:creationId xmlns:a16="http://schemas.microsoft.com/office/drawing/2014/main" id="{220FA9E9-7D0D-3EA7-E1F8-F451FEF22F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85" name="Rectangle 972">
                <a:extLst>
                  <a:ext uri="{FF2B5EF4-FFF2-40B4-BE49-F238E27FC236}">
                    <a16:creationId xmlns:a16="http://schemas.microsoft.com/office/drawing/2014/main" id="{19173144-1B86-C8DA-E703-E49DCA5A99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86" name="Freeform 973">
                <a:extLst>
                  <a:ext uri="{FF2B5EF4-FFF2-40B4-BE49-F238E27FC236}">
                    <a16:creationId xmlns:a16="http://schemas.microsoft.com/office/drawing/2014/main" id="{E9F28522-840D-9698-CFBF-E31B43F00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87" name="Freeform 974">
                <a:extLst>
                  <a:ext uri="{FF2B5EF4-FFF2-40B4-BE49-F238E27FC236}">
                    <a16:creationId xmlns:a16="http://schemas.microsoft.com/office/drawing/2014/main" id="{382E1BE5-FCBE-47DB-DF4A-0C704E726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88" name="Oval 975">
                <a:extLst>
                  <a:ext uri="{FF2B5EF4-FFF2-40B4-BE49-F238E27FC236}">
                    <a16:creationId xmlns:a16="http://schemas.microsoft.com/office/drawing/2014/main" id="{4D4A56FB-90E0-350E-0397-4AE0976FB8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89" name="Freeform 976">
                <a:extLst>
                  <a:ext uri="{FF2B5EF4-FFF2-40B4-BE49-F238E27FC236}">
                    <a16:creationId xmlns:a16="http://schemas.microsoft.com/office/drawing/2014/main" id="{CC55094F-AEAE-5082-0094-3B00C8AEC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90" name="AutoShape 977">
                <a:extLst>
                  <a:ext uri="{FF2B5EF4-FFF2-40B4-BE49-F238E27FC236}">
                    <a16:creationId xmlns:a16="http://schemas.microsoft.com/office/drawing/2014/main" id="{9D882F79-F212-2787-F177-4E0EEE6D9E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91" name="AutoShape 978">
                <a:extLst>
                  <a:ext uri="{FF2B5EF4-FFF2-40B4-BE49-F238E27FC236}">
                    <a16:creationId xmlns:a16="http://schemas.microsoft.com/office/drawing/2014/main" id="{97CB6C26-6490-DBC1-831A-7A2418B884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92" name="Oval 979">
                <a:extLst>
                  <a:ext uri="{FF2B5EF4-FFF2-40B4-BE49-F238E27FC236}">
                    <a16:creationId xmlns:a16="http://schemas.microsoft.com/office/drawing/2014/main" id="{DC87A071-1889-B3FA-6043-2626DA29CC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93" name="Oval 980">
                <a:extLst>
                  <a:ext uri="{FF2B5EF4-FFF2-40B4-BE49-F238E27FC236}">
                    <a16:creationId xmlns:a16="http://schemas.microsoft.com/office/drawing/2014/main" id="{D6BC7B93-5180-A6D6-F5C4-C7664694F8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94" name="Oval 981">
                <a:extLst>
                  <a:ext uri="{FF2B5EF4-FFF2-40B4-BE49-F238E27FC236}">
                    <a16:creationId xmlns:a16="http://schemas.microsoft.com/office/drawing/2014/main" id="{13F453B6-FBF6-727C-6CE6-2D680D9C57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95" name="Rectangle 982">
                <a:extLst>
                  <a:ext uri="{FF2B5EF4-FFF2-40B4-BE49-F238E27FC236}">
                    <a16:creationId xmlns:a16="http://schemas.microsoft.com/office/drawing/2014/main" id="{F7E1A6EE-C6EB-7884-DEBF-B72A45172D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828" name="Group 827">
            <a:extLst>
              <a:ext uri="{FF2B5EF4-FFF2-40B4-BE49-F238E27FC236}">
                <a16:creationId xmlns:a16="http://schemas.microsoft.com/office/drawing/2014/main" id="{6F022B9B-6872-1A70-4EC4-ED729C81996F}"/>
              </a:ext>
            </a:extLst>
          </p:cNvPr>
          <p:cNvGrpSpPr>
            <a:grpSpLocks/>
          </p:cNvGrpSpPr>
          <p:nvPr/>
        </p:nvGrpSpPr>
        <p:grpSpPr bwMode="auto">
          <a:xfrm>
            <a:off x="5911851" y="3556000"/>
            <a:ext cx="347663" cy="679450"/>
            <a:chOff x="7923189" y="2486664"/>
            <a:chExt cx="360377" cy="884585"/>
          </a:xfrm>
        </p:grpSpPr>
        <p:pic>
          <p:nvPicPr>
            <p:cNvPr id="212236" name="Picture 3">
              <a:extLst>
                <a:ext uri="{FF2B5EF4-FFF2-40B4-BE49-F238E27FC236}">
                  <a16:creationId xmlns:a16="http://schemas.microsoft.com/office/drawing/2014/main" id="{C562ED7A-ED9A-F69F-4F83-4129C9B8E5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237" name="Group 950">
              <a:extLst>
                <a:ext uri="{FF2B5EF4-FFF2-40B4-BE49-F238E27FC236}">
                  <a16:creationId xmlns:a16="http://schemas.microsoft.com/office/drawing/2014/main" id="{449F3977-63B9-7F43-161E-5057458263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238" name="Freeform 951">
                <a:extLst>
                  <a:ext uri="{FF2B5EF4-FFF2-40B4-BE49-F238E27FC236}">
                    <a16:creationId xmlns:a16="http://schemas.microsoft.com/office/drawing/2014/main" id="{94AF3448-483D-7356-D287-09F90BBBD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39" name="Rectangle 952">
                <a:extLst>
                  <a:ext uri="{FF2B5EF4-FFF2-40B4-BE49-F238E27FC236}">
                    <a16:creationId xmlns:a16="http://schemas.microsoft.com/office/drawing/2014/main" id="{E546B2D3-5F26-E2F4-25DC-34523C12D3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40" name="Freeform 953">
                <a:extLst>
                  <a:ext uri="{FF2B5EF4-FFF2-40B4-BE49-F238E27FC236}">
                    <a16:creationId xmlns:a16="http://schemas.microsoft.com/office/drawing/2014/main" id="{E74E54C3-8BE9-29A5-ECF2-7E5ABE625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41" name="Freeform 954">
                <a:extLst>
                  <a:ext uri="{FF2B5EF4-FFF2-40B4-BE49-F238E27FC236}">
                    <a16:creationId xmlns:a16="http://schemas.microsoft.com/office/drawing/2014/main" id="{510EEFFA-E067-3BC5-F0DD-CF021130F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42" name="Rectangle 955">
                <a:extLst>
                  <a:ext uri="{FF2B5EF4-FFF2-40B4-BE49-F238E27FC236}">
                    <a16:creationId xmlns:a16="http://schemas.microsoft.com/office/drawing/2014/main" id="{ABD34C77-FE76-2B77-B9DF-2505A4496B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43" name="Group 956">
                <a:extLst>
                  <a:ext uri="{FF2B5EF4-FFF2-40B4-BE49-F238E27FC236}">
                    <a16:creationId xmlns:a16="http://schemas.microsoft.com/office/drawing/2014/main" id="{6B508384-6CB3-0257-4DE6-3AEA50AEEF8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268" name="AutoShape 957">
                  <a:extLst>
                    <a:ext uri="{FF2B5EF4-FFF2-40B4-BE49-F238E27FC236}">
                      <a16:creationId xmlns:a16="http://schemas.microsoft.com/office/drawing/2014/main" id="{2FD9B44F-AC89-1360-4BF0-765A39F5FFF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69" name="AutoShape 958">
                  <a:extLst>
                    <a:ext uri="{FF2B5EF4-FFF2-40B4-BE49-F238E27FC236}">
                      <a16:creationId xmlns:a16="http://schemas.microsoft.com/office/drawing/2014/main" id="{9E69A4C7-E019-15D3-3E21-8116F0ADED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44" name="Rectangle 959">
                <a:extLst>
                  <a:ext uri="{FF2B5EF4-FFF2-40B4-BE49-F238E27FC236}">
                    <a16:creationId xmlns:a16="http://schemas.microsoft.com/office/drawing/2014/main" id="{255EA27C-0C4B-F42B-C17C-83A8F1AAF4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45" name="Group 960">
                <a:extLst>
                  <a:ext uri="{FF2B5EF4-FFF2-40B4-BE49-F238E27FC236}">
                    <a16:creationId xmlns:a16="http://schemas.microsoft.com/office/drawing/2014/main" id="{0AC4304E-70F7-2D98-1173-47FF85FC93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266" name="AutoShape 961">
                  <a:extLst>
                    <a:ext uri="{FF2B5EF4-FFF2-40B4-BE49-F238E27FC236}">
                      <a16:creationId xmlns:a16="http://schemas.microsoft.com/office/drawing/2014/main" id="{748AC248-7FDF-2F64-0C4C-FAF3A61122B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67" name="AutoShape 962">
                  <a:extLst>
                    <a:ext uri="{FF2B5EF4-FFF2-40B4-BE49-F238E27FC236}">
                      <a16:creationId xmlns:a16="http://schemas.microsoft.com/office/drawing/2014/main" id="{199EF515-7BE4-4FF1-D097-8B379DB6297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46" name="Rectangle 963">
                <a:extLst>
                  <a:ext uri="{FF2B5EF4-FFF2-40B4-BE49-F238E27FC236}">
                    <a16:creationId xmlns:a16="http://schemas.microsoft.com/office/drawing/2014/main" id="{7B2C93CF-1A36-1212-B5BB-C449624372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47" name="Rectangle 964">
                <a:extLst>
                  <a:ext uri="{FF2B5EF4-FFF2-40B4-BE49-F238E27FC236}">
                    <a16:creationId xmlns:a16="http://schemas.microsoft.com/office/drawing/2014/main" id="{476CBBD9-C386-71F1-990D-8B4C2F8D66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48" name="Group 965">
                <a:extLst>
                  <a:ext uri="{FF2B5EF4-FFF2-40B4-BE49-F238E27FC236}">
                    <a16:creationId xmlns:a16="http://schemas.microsoft.com/office/drawing/2014/main" id="{43676B92-8F1C-4187-EA20-0DEAA84CD08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264" name="AutoShape 966">
                  <a:extLst>
                    <a:ext uri="{FF2B5EF4-FFF2-40B4-BE49-F238E27FC236}">
                      <a16:creationId xmlns:a16="http://schemas.microsoft.com/office/drawing/2014/main" id="{9497E881-28CF-4C9C-5031-DBFDB1F8A9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65" name="AutoShape 967">
                  <a:extLst>
                    <a:ext uri="{FF2B5EF4-FFF2-40B4-BE49-F238E27FC236}">
                      <a16:creationId xmlns:a16="http://schemas.microsoft.com/office/drawing/2014/main" id="{92B9707C-4C5D-1B46-6BA8-30DDCBA324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49" name="Freeform 968">
                <a:extLst>
                  <a:ext uri="{FF2B5EF4-FFF2-40B4-BE49-F238E27FC236}">
                    <a16:creationId xmlns:a16="http://schemas.microsoft.com/office/drawing/2014/main" id="{11E82887-1176-FB22-EBF9-F5C3EC7B9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50" name="Group 969">
                <a:extLst>
                  <a:ext uri="{FF2B5EF4-FFF2-40B4-BE49-F238E27FC236}">
                    <a16:creationId xmlns:a16="http://schemas.microsoft.com/office/drawing/2014/main" id="{EA130D48-241A-61D1-A2E4-55E94279E2F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262" name="AutoShape 970">
                  <a:extLst>
                    <a:ext uri="{FF2B5EF4-FFF2-40B4-BE49-F238E27FC236}">
                      <a16:creationId xmlns:a16="http://schemas.microsoft.com/office/drawing/2014/main" id="{EA9FE5ED-CF51-9D8C-CF69-A1FF9290DCC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63" name="AutoShape 971">
                  <a:extLst>
                    <a:ext uri="{FF2B5EF4-FFF2-40B4-BE49-F238E27FC236}">
                      <a16:creationId xmlns:a16="http://schemas.microsoft.com/office/drawing/2014/main" id="{F7E6ACE1-F4C3-AE57-1046-D59E0F7B180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51" name="Rectangle 972">
                <a:extLst>
                  <a:ext uri="{FF2B5EF4-FFF2-40B4-BE49-F238E27FC236}">
                    <a16:creationId xmlns:a16="http://schemas.microsoft.com/office/drawing/2014/main" id="{851B4368-35DD-44F5-2311-3718956BB7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52" name="Freeform 973">
                <a:extLst>
                  <a:ext uri="{FF2B5EF4-FFF2-40B4-BE49-F238E27FC236}">
                    <a16:creationId xmlns:a16="http://schemas.microsoft.com/office/drawing/2014/main" id="{7AC30799-5D8A-451E-8B81-B603ED5DF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53" name="Freeform 974">
                <a:extLst>
                  <a:ext uri="{FF2B5EF4-FFF2-40B4-BE49-F238E27FC236}">
                    <a16:creationId xmlns:a16="http://schemas.microsoft.com/office/drawing/2014/main" id="{E93A0D79-3C42-AE13-556B-04B3FECD8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54" name="Oval 975">
                <a:extLst>
                  <a:ext uri="{FF2B5EF4-FFF2-40B4-BE49-F238E27FC236}">
                    <a16:creationId xmlns:a16="http://schemas.microsoft.com/office/drawing/2014/main" id="{03398EAB-9C42-1500-B7DC-05ED7E1147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55" name="Freeform 976">
                <a:extLst>
                  <a:ext uri="{FF2B5EF4-FFF2-40B4-BE49-F238E27FC236}">
                    <a16:creationId xmlns:a16="http://schemas.microsoft.com/office/drawing/2014/main" id="{AED316AE-1D5D-A0ED-160F-1B29F745A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56" name="AutoShape 977">
                <a:extLst>
                  <a:ext uri="{FF2B5EF4-FFF2-40B4-BE49-F238E27FC236}">
                    <a16:creationId xmlns:a16="http://schemas.microsoft.com/office/drawing/2014/main" id="{0889947A-141E-2A73-96A3-DE6FF56A8E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57" name="AutoShape 978">
                <a:extLst>
                  <a:ext uri="{FF2B5EF4-FFF2-40B4-BE49-F238E27FC236}">
                    <a16:creationId xmlns:a16="http://schemas.microsoft.com/office/drawing/2014/main" id="{E1284565-64BF-EC80-B290-DF2F1DAB56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58" name="Oval 979">
                <a:extLst>
                  <a:ext uri="{FF2B5EF4-FFF2-40B4-BE49-F238E27FC236}">
                    <a16:creationId xmlns:a16="http://schemas.microsoft.com/office/drawing/2014/main" id="{6105DC02-28A5-B6A3-A73E-529EF10455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59" name="Oval 980">
                <a:extLst>
                  <a:ext uri="{FF2B5EF4-FFF2-40B4-BE49-F238E27FC236}">
                    <a16:creationId xmlns:a16="http://schemas.microsoft.com/office/drawing/2014/main" id="{94B3D010-E84B-94CE-A235-80F56151C4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60" name="Oval 981">
                <a:extLst>
                  <a:ext uri="{FF2B5EF4-FFF2-40B4-BE49-F238E27FC236}">
                    <a16:creationId xmlns:a16="http://schemas.microsoft.com/office/drawing/2014/main" id="{E9CCEFE9-6185-8547-C438-1B2064F32A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61" name="Rectangle 982">
                <a:extLst>
                  <a:ext uri="{FF2B5EF4-FFF2-40B4-BE49-F238E27FC236}">
                    <a16:creationId xmlns:a16="http://schemas.microsoft.com/office/drawing/2014/main" id="{53C04EF9-57CF-E8E4-6A0B-F150AC1270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id="{1AD39AEB-2C53-09A7-18F9-3D60439D499F}"/>
              </a:ext>
            </a:extLst>
          </p:cNvPr>
          <p:cNvGrpSpPr>
            <a:grpSpLocks/>
          </p:cNvGrpSpPr>
          <p:nvPr/>
        </p:nvGrpSpPr>
        <p:grpSpPr bwMode="auto">
          <a:xfrm>
            <a:off x="6608763" y="5611814"/>
            <a:ext cx="347662" cy="681037"/>
            <a:chOff x="7923189" y="2486664"/>
            <a:chExt cx="360377" cy="884585"/>
          </a:xfrm>
        </p:grpSpPr>
        <p:pic>
          <p:nvPicPr>
            <p:cNvPr id="212202" name="Picture 3">
              <a:extLst>
                <a:ext uri="{FF2B5EF4-FFF2-40B4-BE49-F238E27FC236}">
                  <a16:creationId xmlns:a16="http://schemas.microsoft.com/office/drawing/2014/main" id="{4D571E83-A212-038D-D583-130B48193E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203" name="Group 950">
              <a:extLst>
                <a:ext uri="{FF2B5EF4-FFF2-40B4-BE49-F238E27FC236}">
                  <a16:creationId xmlns:a16="http://schemas.microsoft.com/office/drawing/2014/main" id="{CC2FF860-C68E-F64F-86C7-A952047F2FF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204" name="Freeform 951">
                <a:extLst>
                  <a:ext uri="{FF2B5EF4-FFF2-40B4-BE49-F238E27FC236}">
                    <a16:creationId xmlns:a16="http://schemas.microsoft.com/office/drawing/2014/main" id="{13F053E6-99A6-9475-A6E8-80A569FA9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05" name="Rectangle 952">
                <a:extLst>
                  <a:ext uri="{FF2B5EF4-FFF2-40B4-BE49-F238E27FC236}">
                    <a16:creationId xmlns:a16="http://schemas.microsoft.com/office/drawing/2014/main" id="{D4E93C75-7D10-D49C-0317-FA785A1E0A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06" name="Freeform 953">
                <a:extLst>
                  <a:ext uri="{FF2B5EF4-FFF2-40B4-BE49-F238E27FC236}">
                    <a16:creationId xmlns:a16="http://schemas.microsoft.com/office/drawing/2014/main" id="{B1889C6B-84D1-7B18-1290-0D999F1AA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07" name="Freeform 954">
                <a:extLst>
                  <a:ext uri="{FF2B5EF4-FFF2-40B4-BE49-F238E27FC236}">
                    <a16:creationId xmlns:a16="http://schemas.microsoft.com/office/drawing/2014/main" id="{DFCA5637-87C7-6459-D4DC-88B55DF482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08" name="Rectangle 955">
                <a:extLst>
                  <a:ext uri="{FF2B5EF4-FFF2-40B4-BE49-F238E27FC236}">
                    <a16:creationId xmlns:a16="http://schemas.microsoft.com/office/drawing/2014/main" id="{DBB6377F-F83F-A00E-A478-1C9390ECE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09" name="Group 956">
                <a:extLst>
                  <a:ext uri="{FF2B5EF4-FFF2-40B4-BE49-F238E27FC236}">
                    <a16:creationId xmlns:a16="http://schemas.microsoft.com/office/drawing/2014/main" id="{AEFA4829-6F5F-BA79-CA8D-B1A96EE2885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234" name="AutoShape 957">
                  <a:extLst>
                    <a:ext uri="{FF2B5EF4-FFF2-40B4-BE49-F238E27FC236}">
                      <a16:creationId xmlns:a16="http://schemas.microsoft.com/office/drawing/2014/main" id="{5EF8D4DB-0D2B-5EB9-F746-37B60B444A4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35" name="AutoShape 958">
                  <a:extLst>
                    <a:ext uri="{FF2B5EF4-FFF2-40B4-BE49-F238E27FC236}">
                      <a16:creationId xmlns:a16="http://schemas.microsoft.com/office/drawing/2014/main" id="{6F4B7856-8E6C-BCCF-1EE2-8F5BE825E23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10" name="Rectangle 959">
                <a:extLst>
                  <a:ext uri="{FF2B5EF4-FFF2-40B4-BE49-F238E27FC236}">
                    <a16:creationId xmlns:a16="http://schemas.microsoft.com/office/drawing/2014/main" id="{86826DE4-73F8-33BD-3A85-B8CE9ADE21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11" name="Group 960">
                <a:extLst>
                  <a:ext uri="{FF2B5EF4-FFF2-40B4-BE49-F238E27FC236}">
                    <a16:creationId xmlns:a16="http://schemas.microsoft.com/office/drawing/2014/main" id="{F45F6A7D-B5B2-C744-8587-50905DA7B65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232" name="AutoShape 961">
                  <a:extLst>
                    <a:ext uri="{FF2B5EF4-FFF2-40B4-BE49-F238E27FC236}">
                      <a16:creationId xmlns:a16="http://schemas.microsoft.com/office/drawing/2014/main" id="{0C9008D6-8368-C28D-CB5D-6DBEE0DB73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33" name="AutoShape 962">
                  <a:extLst>
                    <a:ext uri="{FF2B5EF4-FFF2-40B4-BE49-F238E27FC236}">
                      <a16:creationId xmlns:a16="http://schemas.microsoft.com/office/drawing/2014/main" id="{E8976EDE-53CB-E351-A927-44D43A1C084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12" name="Rectangle 963">
                <a:extLst>
                  <a:ext uri="{FF2B5EF4-FFF2-40B4-BE49-F238E27FC236}">
                    <a16:creationId xmlns:a16="http://schemas.microsoft.com/office/drawing/2014/main" id="{85A058D2-F1E1-84DF-8003-AC1D9CF9E4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13" name="Rectangle 964">
                <a:extLst>
                  <a:ext uri="{FF2B5EF4-FFF2-40B4-BE49-F238E27FC236}">
                    <a16:creationId xmlns:a16="http://schemas.microsoft.com/office/drawing/2014/main" id="{C1BD9DE2-FB1C-0174-6A6C-4889778D73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14" name="Group 965">
                <a:extLst>
                  <a:ext uri="{FF2B5EF4-FFF2-40B4-BE49-F238E27FC236}">
                    <a16:creationId xmlns:a16="http://schemas.microsoft.com/office/drawing/2014/main" id="{A7BA0FAB-F091-FE22-08F9-6DAE4B9CEE2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230" name="AutoShape 966">
                  <a:extLst>
                    <a:ext uri="{FF2B5EF4-FFF2-40B4-BE49-F238E27FC236}">
                      <a16:creationId xmlns:a16="http://schemas.microsoft.com/office/drawing/2014/main" id="{5D490AFC-A912-7738-1670-C205717A57E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31" name="AutoShape 967">
                  <a:extLst>
                    <a:ext uri="{FF2B5EF4-FFF2-40B4-BE49-F238E27FC236}">
                      <a16:creationId xmlns:a16="http://schemas.microsoft.com/office/drawing/2014/main" id="{F55CA089-1FE7-5128-CF60-4AD11D2FF4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15" name="Freeform 968">
                <a:extLst>
                  <a:ext uri="{FF2B5EF4-FFF2-40B4-BE49-F238E27FC236}">
                    <a16:creationId xmlns:a16="http://schemas.microsoft.com/office/drawing/2014/main" id="{54067F00-5136-5F89-428A-538DA184E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16" name="Group 969">
                <a:extLst>
                  <a:ext uri="{FF2B5EF4-FFF2-40B4-BE49-F238E27FC236}">
                    <a16:creationId xmlns:a16="http://schemas.microsoft.com/office/drawing/2014/main" id="{42E3C23B-50EC-67D4-A1F8-B29C17AEA20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228" name="AutoShape 970">
                  <a:extLst>
                    <a:ext uri="{FF2B5EF4-FFF2-40B4-BE49-F238E27FC236}">
                      <a16:creationId xmlns:a16="http://schemas.microsoft.com/office/drawing/2014/main" id="{3DE7D31B-5FC5-25EA-13F0-048FAF3CD54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29" name="AutoShape 971">
                  <a:extLst>
                    <a:ext uri="{FF2B5EF4-FFF2-40B4-BE49-F238E27FC236}">
                      <a16:creationId xmlns:a16="http://schemas.microsoft.com/office/drawing/2014/main" id="{F15DB570-AB40-3F3B-2539-B0E2A16F09F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217" name="Rectangle 972">
                <a:extLst>
                  <a:ext uri="{FF2B5EF4-FFF2-40B4-BE49-F238E27FC236}">
                    <a16:creationId xmlns:a16="http://schemas.microsoft.com/office/drawing/2014/main" id="{D8766CF2-CA8B-A41D-A5F1-F1D1405D44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18" name="Freeform 973">
                <a:extLst>
                  <a:ext uri="{FF2B5EF4-FFF2-40B4-BE49-F238E27FC236}">
                    <a16:creationId xmlns:a16="http://schemas.microsoft.com/office/drawing/2014/main" id="{1FD1130D-39DB-9CF0-A4A4-54EC174D63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19" name="Freeform 974">
                <a:extLst>
                  <a:ext uri="{FF2B5EF4-FFF2-40B4-BE49-F238E27FC236}">
                    <a16:creationId xmlns:a16="http://schemas.microsoft.com/office/drawing/2014/main" id="{8F7C077F-44A2-6FBB-4519-450AD132D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20" name="Oval 975">
                <a:extLst>
                  <a:ext uri="{FF2B5EF4-FFF2-40B4-BE49-F238E27FC236}">
                    <a16:creationId xmlns:a16="http://schemas.microsoft.com/office/drawing/2014/main" id="{E0B2E5F5-FA2D-FC4E-8F84-FB35F4874C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21" name="Freeform 976">
                <a:extLst>
                  <a:ext uri="{FF2B5EF4-FFF2-40B4-BE49-F238E27FC236}">
                    <a16:creationId xmlns:a16="http://schemas.microsoft.com/office/drawing/2014/main" id="{5698C47C-9B21-C6D2-5C49-260042807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22" name="AutoShape 977">
                <a:extLst>
                  <a:ext uri="{FF2B5EF4-FFF2-40B4-BE49-F238E27FC236}">
                    <a16:creationId xmlns:a16="http://schemas.microsoft.com/office/drawing/2014/main" id="{D403E554-EFD4-1EAB-D6CE-F11DB87661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23" name="AutoShape 978">
                <a:extLst>
                  <a:ext uri="{FF2B5EF4-FFF2-40B4-BE49-F238E27FC236}">
                    <a16:creationId xmlns:a16="http://schemas.microsoft.com/office/drawing/2014/main" id="{630D9A8F-CD50-8792-7CBE-50566B0F85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24" name="Oval 979">
                <a:extLst>
                  <a:ext uri="{FF2B5EF4-FFF2-40B4-BE49-F238E27FC236}">
                    <a16:creationId xmlns:a16="http://schemas.microsoft.com/office/drawing/2014/main" id="{393E6B80-2BDC-2E74-1F3F-1B54C506EF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25" name="Oval 980">
                <a:extLst>
                  <a:ext uri="{FF2B5EF4-FFF2-40B4-BE49-F238E27FC236}">
                    <a16:creationId xmlns:a16="http://schemas.microsoft.com/office/drawing/2014/main" id="{F4D3BAC0-F02F-5FCE-5061-79B89CCC52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26" name="Oval 981">
                <a:extLst>
                  <a:ext uri="{FF2B5EF4-FFF2-40B4-BE49-F238E27FC236}">
                    <a16:creationId xmlns:a16="http://schemas.microsoft.com/office/drawing/2014/main" id="{66340C8A-0C5A-8C09-0871-2B7A8712D7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27" name="Rectangle 982">
                <a:extLst>
                  <a:ext uri="{FF2B5EF4-FFF2-40B4-BE49-F238E27FC236}">
                    <a16:creationId xmlns:a16="http://schemas.microsoft.com/office/drawing/2014/main" id="{8DC0C49A-0BE0-A509-DCA6-1E809A2F27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898" name="Group 897">
            <a:extLst>
              <a:ext uri="{FF2B5EF4-FFF2-40B4-BE49-F238E27FC236}">
                <a16:creationId xmlns:a16="http://schemas.microsoft.com/office/drawing/2014/main" id="{5AD022EB-509D-620C-69CB-28B11BFA44A5}"/>
              </a:ext>
            </a:extLst>
          </p:cNvPr>
          <p:cNvGrpSpPr>
            <a:grpSpLocks/>
          </p:cNvGrpSpPr>
          <p:nvPr/>
        </p:nvGrpSpPr>
        <p:grpSpPr bwMode="auto">
          <a:xfrm>
            <a:off x="7591426" y="3829050"/>
            <a:ext cx="347663" cy="681038"/>
            <a:chOff x="7923189" y="2486664"/>
            <a:chExt cx="360377" cy="884585"/>
          </a:xfrm>
        </p:grpSpPr>
        <p:pic>
          <p:nvPicPr>
            <p:cNvPr id="212168" name="Picture 3">
              <a:extLst>
                <a:ext uri="{FF2B5EF4-FFF2-40B4-BE49-F238E27FC236}">
                  <a16:creationId xmlns:a16="http://schemas.microsoft.com/office/drawing/2014/main" id="{22363822-2805-42E1-A445-4C136A0677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169" name="Group 950">
              <a:extLst>
                <a:ext uri="{FF2B5EF4-FFF2-40B4-BE49-F238E27FC236}">
                  <a16:creationId xmlns:a16="http://schemas.microsoft.com/office/drawing/2014/main" id="{030EA50B-5F40-B884-3F6A-E2656A4AFB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170" name="Freeform 951">
                <a:extLst>
                  <a:ext uri="{FF2B5EF4-FFF2-40B4-BE49-F238E27FC236}">
                    <a16:creationId xmlns:a16="http://schemas.microsoft.com/office/drawing/2014/main" id="{89291F1D-5BE1-274F-3D17-753DAB91C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71" name="Rectangle 952">
                <a:extLst>
                  <a:ext uri="{FF2B5EF4-FFF2-40B4-BE49-F238E27FC236}">
                    <a16:creationId xmlns:a16="http://schemas.microsoft.com/office/drawing/2014/main" id="{650CA737-1959-070A-F0B8-A43C4EA162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72" name="Freeform 953">
                <a:extLst>
                  <a:ext uri="{FF2B5EF4-FFF2-40B4-BE49-F238E27FC236}">
                    <a16:creationId xmlns:a16="http://schemas.microsoft.com/office/drawing/2014/main" id="{0E5668CC-6095-A6BC-2D7F-0C956EDC9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73" name="Freeform 954">
                <a:extLst>
                  <a:ext uri="{FF2B5EF4-FFF2-40B4-BE49-F238E27FC236}">
                    <a16:creationId xmlns:a16="http://schemas.microsoft.com/office/drawing/2014/main" id="{D646B521-36DE-6E39-78CC-49B33597C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74" name="Rectangle 955">
                <a:extLst>
                  <a:ext uri="{FF2B5EF4-FFF2-40B4-BE49-F238E27FC236}">
                    <a16:creationId xmlns:a16="http://schemas.microsoft.com/office/drawing/2014/main" id="{CD1D9BCE-7DBB-1E5E-2309-F00612866D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75" name="Group 956">
                <a:extLst>
                  <a:ext uri="{FF2B5EF4-FFF2-40B4-BE49-F238E27FC236}">
                    <a16:creationId xmlns:a16="http://schemas.microsoft.com/office/drawing/2014/main" id="{65EA8A99-71EE-6CA3-95A5-1E03CE5C9D0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200" name="AutoShape 957">
                  <a:extLst>
                    <a:ext uri="{FF2B5EF4-FFF2-40B4-BE49-F238E27FC236}">
                      <a16:creationId xmlns:a16="http://schemas.microsoft.com/office/drawing/2014/main" id="{5ED8DCB2-C51E-71F6-7506-CD807BD579C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201" name="AutoShape 958">
                  <a:extLst>
                    <a:ext uri="{FF2B5EF4-FFF2-40B4-BE49-F238E27FC236}">
                      <a16:creationId xmlns:a16="http://schemas.microsoft.com/office/drawing/2014/main" id="{68C8F7D4-7D88-4D39-2ADE-779E7F2CA3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176" name="Rectangle 959">
                <a:extLst>
                  <a:ext uri="{FF2B5EF4-FFF2-40B4-BE49-F238E27FC236}">
                    <a16:creationId xmlns:a16="http://schemas.microsoft.com/office/drawing/2014/main" id="{AAD17BFA-1FD3-18F3-6148-0C656CF5ED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77" name="Group 960">
                <a:extLst>
                  <a:ext uri="{FF2B5EF4-FFF2-40B4-BE49-F238E27FC236}">
                    <a16:creationId xmlns:a16="http://schemas.microsoft.com/office/drawing/2014/main" id="{AD61179F-75E4-EFDE-4A65-B713589D0C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198" name="AutoShape 961">
                  <a:extLst>
                    <a:ext uri="{FF2B5EF4-FFF2-40B4-BE49-F238E27FC236}">
                      <a16:creationId xmlns:a16="http://schemas.microsoft.com/office/drawing/2014/main" id="{F73557E0-DB39-F3DB-D436-CADF125BE7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199" name="AutoShape 962">
                  <a:extLst>
                    <a:ext uri="{FF2B5EF4-FFF2-40B4-BE49-F238E27FC236}">
                      <a16:creationId xmlns:a16="http://schemas.microsoft.com/office/drawing/2014/main" id="{6F80AB2E-9C08-4301-75E6-A353FAD161A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178" name="Rectangle 963">
                <a:extLst>
                  <a:ext uri="{FF2B5EF4-FFF2-40B4-BE49-F238E27FC236}">
                    <a16:creationId xmlns:a16="http://schemas.microsoft.com/office/drawing/2014/main" id="{185E4D85-7841-F28A-4F81-8E65A7DA85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79" name="Rectangle 964">
                <a:extLst>
                  <a:ext uri="{FF2B5EF4-FFF2-40B4-BE49-F238E27FC236}">
                    <a16:creationId xmlns:a16="http://schemas.microsoft.com/office/drawing/2014/main" id="{64DD1B7E-3160-2223-8871-0A6D19AEAA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80" name="Group 965">
                <a:extLst>
                  <a:ext uri="{FF2B5EF4-FFF2-40B4-BE49-F238E27FC236}">
                    <a16:creationId xmlns:a16="http://schemas.microsoft.com/office/drawing/2014/main" id="{51AB59F9-26F8-95EC-5891-93B76DD3106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196" name="AutoShape 966">
                  <a:extLst>
                    <a:ext uri="{FF2B5EF4-FFF2-40B4-BE49-F238E27FC236}">
                      <a16:creationId xmlns:a16="http://schemas.microsoft.com/office/drawing/2014/main" id="{4922DFF7-E297-CB19-45C5-1BC46C26537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197" name="AutoShape 967">
                  <a:extLst>
                    <a:ext uri="{FF2B5EF4-FFF2-40B4-BE49-F238E27FC236}">
                      <a16:creationId xmlns:a16="http://schemas.microsoft.com/office/drawing/2014/main" id="{6AD29C3C-746A-AC1E-FA6E-2129E06E55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181" name="Freeform 968">
                <a:extLst>
                  <a:ext uri="{FF2B5EF4-FFF2-40B4-BE49-F238E27FC236}">
                    <a16:creationId xmlns:a16="http://schemas.microsoft.com/office/drawing/2014/main" id="{4BC94335-5866-D4EE-6265-C0D6974411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82" name="Group 969">
                <a:extLst>
                  <a:ext uri="{FF2B5EF4-FFF2-40B4-BE49-F238E27FC236}">
                    <a16:creationId xmlns:a16="http://schemas.microsoft.com/office/drawing/2014/main" id="{C2C476EC-77A8-8A40-37B0-3FCFFE9B76B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194" name="AutoShape 970">
                  <a:extLst>
                    <a:ext uri="{FF2B5EF4-FFF2-40B4-BE49-F238E27FC236}">
                      <a16:creationId xmlns:a16="http://schemas.microsoft.com/office/drawing/2014/main" id="{AB89E262-2534-5026-2FA5-3AE53BE118F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195" name="AutoShape 971">
                  <a:extLst>
                    <a:ext uri="{FF2B5EF4-FFF2-40B4-BE49-F238E27FC236}">
                      <a16:creationId xmlns:a16="http://schemas.microsoft.com/office/drawing/2014/main" id="{C161C043-21B9-77B5-1004-14AEFAEC38E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183" name="Rectangle 972">
                <a:extLst>
                  <a:ext uri="{FF2B5EF4-FFF2-40B4-BE49-F238E27FC236}">
                    <a16:creationId xmlns:a16="http://schemas.microsoft.com/office/drawing/2014/main" id="{216D67A6-6000-11B8-1263-BB64C798A3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84" name="Freeform 973">
                <a:extLst>
                  <a:ext uri="{FF2B5EF4-FFF2-40B4-BE49-F238E27FC236}">
                    <a16:creationId xmlns:a16="http://schemas.microsoft.com/office/drawing/2014/main" id="{9D301D04-21FA-DBB0-0DCC-A2B5F4AE1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85" name="Freeform 974">
                <a:extLst>
                  <a:ext uri="{FF2B5EF4-FFF2-40B4-BE49-F238E27FC236}">
                    <a16:creationId xmlns:a16="http://schemas.microsoft.com/office/drawing/2014/main" id="{892B03E3-68A8-4E8C-284C-F6151C970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86" name="Oval 975">
                <a:extLst>
                  <a:ext uri="{FF2B5EF4-FFF2-40B4-BE49-F238E27FC236}">
                    <a16:creationId xmlns:a16="http://schemas.microsoft.com/office/drawing/2014/main" id="{FCC6DF39-D0D9-B226-A591-3DF6801064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87" name="Freeform 976">
                <a:extLst>
                  <a:ext uri="{FF2B5EF4-FFF2-40B4-BE49-F238E27FC236}">
                    <a16:creationId xmlns:a16="http://schemas.microsoft.com/office/drawing/2014/main" id="{2CEAD58A-F658-9312-DB6A-EC2EE128E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88" name="AutoShape 977">
                <a:extLst>
                  <a:ext uri="{FF2B5EF4-FFF2-40B4-BE49-F238E27FC236}">
                    <a16:creationId xmlns:a16="http://schemas.microsoft.com/office/drawing/2014/main" id="{2A02EB5C-7BC8-1541-FD8B-EF13D6AEFC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89" name="AutoShape 978">
                <a:extLst>
                  <a:ext uri="{FF2B5EF4-FFF2-40B4-BE49-F238E27FC236}">
                    <a16:creationId xmlns:a16="http://schemas.microsoft.com/office/drawing/2014/main" id="{607188BE-A51A-2505-F05C-5D58FF7242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90" name="Oval 979">
                <a:extLst>
                  <a:ext uri="{FF2B5EF4-FFF2-40B4-BE49-F238E27FC236}">
                    <a16:creationId xmlns:a16="http://schemas.microsoft.com/office/drawing/2014/main" id="{1A0F9A99-A07E-8564-06EC-C274B77C15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91" name="Oval 980">
                <a:extLst>
                  <a:ext uri="{FF2B5EF4-FFF2-40B4-BE49-F238E27FC236}">
                    <a16:creationId xmlns:a16="http://schemas.microsoft.com/office/drawing/2014/main" id="{981802E7-EE89-9DE5-0BC3-64B56D1BF4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92" name="Oval 981">
                <a:extLst>
                  <a:ext uri="{FF2B5EF4-FFF2-40B4-BE49-F238E27FC236}">
                    <a16:creationId xmlns:a16="http://schemas.microsoft.com/office/drawing/2014/main" id="{D4ABF429-B760-EC89-0A5F-91D4758E89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93" name="Rectangle 982">
                <a:extLst>
                  <a:ext uri="{FF2B5EF4-FFF2-40B4-BE49-F238E27FC236}">
                    <a16:creationId xmlns:a16="http://schemas.microsoft.com/office/drawing/2014/main" id="{08643BF5-5B0B-2886-D49A-0D628B1CD5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933" name="Group 932">
            <a:extLst>
              <a:ext uri="{FF2B5EF4-FFF2-40B4-BE49-F238E27FC236}">
                <a16:creationId xmlns:a16="http://schemas.microsoft.com/office/drawing/2014/main" id="{A55DCDE9-8354-D60C-6DE6-8E48EA7B9BDB}"/>
              </a:ext>
            </a:extLst>
          </p:cNvPr>
          <p:cNvGrpSpPr>
            <a:grpSpLocks/>
          </p:cNvGrpSpPr>
          <p:nvPr/>
        </p:nvGrpSpPr>
        <p:grpSpPr bwMode="auto">
          <a:xfrm>
            <a:off x="3646488" y="5629275"/>
            <a:ext cx="347662" cy="681038"/>
            <a:chOff x="7923189" y="2486664"/>
            <a:chExt cx="360377" cy="884585"/>
          </a:xfrm>
        </p:grpSpPr>
        <p:pic>
          <p:nvPicPr>
            <p:cNvPr id="212134" name="Picture 3">
              <a:extLst>
                <a:ext uri="{FF2B5EF4-FFF2-40B4-BE49-F238E27FC236}">
                  <a16:creationId xmlns:a16="http://schemas.microsoft.com/office/drawing/2014/main" id="{813277BC-331F-0116-335A-B9BA5381DD1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135" name="Group 950">
              <a:extLst>
                <a:ext uri="{FF2B5EF4-FFF2-40B4-BE49-F238E27FC236}">
                  <a16:creationId xmlns:a16="http://schemas.microsoft.com/office/drawing/2014/main" id="{927D3683-6BE5-16CD-45B8-F7DBABD916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136" name="Freeform 951">
                <a:extLst>
                  <a:ext uri="{FF2B5EF4-FFF2-40B4-BE49-F238E27FC236}">
                    <a16:creationId xmlns:a16="http://schemas.microsoft.com/office/drawing/2014/main" id="{8E75F6F7-F657-69FD-CABE-EC5D52182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37" name="Rectangle 952">
                <a:extLst>
                  <a:ext uri="{FF2B5EF4-FFF2-40B4-BE49-F238E27FC236}">
                    <a16:creationId xmlns:a16="http://schemas.microsoft.com/office/drawing/2014/main" id="{5B1FD7E7-DB26-F454-1BDD-841A41002D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38" name="Freeform 953">
                <a:extLst>
                  <a:ext uri="{FF2B5EF4-FFF2-40B4-BE49-F238E27FC236}">
                    <a16:creationId xmlns:a16="http://schemas.microsoft.com/office/drawing/2014/main" id="{5FF82313-2184-36F7-6C97-2DD3585F3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39" name="Freeform 954">
                <a:extLst>
                  <a:ext uri="{FF2B5EF4-FFF2-40B4-BE49-F238E27FC236}">
                    <a16:creationId xmlns:a16="http://schemas.microsoft.com/office/drawing/2014/main" id="{D332F03E-407F-9461-7F88-996E7013E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40" name="Rectangle 955">
                <a:extLst>
                  <a:ext uri="{FF2B5EF4-FFF2-40B4-BE49-F238E27FC236}">
                    <a16:creationId xmlns:a16="http://schemas.microsoft.com/office/drawing/2014/main" id="{69CF5F90-49A5-B4A4-BA89-C058227627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41" name="Group 956">
                <a:extLst>
                  <a:ext uri="{FF2B5EF4-FFF2-40B4-BE49-F238E27FC236}">
                    <a16:creationId xmlns:a16="http://schemas.microsoft.com/office/drawing/2014/main" id="{99575AE8-7A7C-0CF4-DC46-70728B09391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166" name="AutoShape 957">
                  <a:extLst>
                    <a:ext uri="{FF2B5EF4-FFF2-40B4-BE49-F238E27FC236}">
                      <a16:creationId xmlns:a16="http://schemas.microsoft.com/office/drawing/2014/main" id="{D7674595-0A4D-D21B-E1CA-AA21C3C5B26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167" name="AutoShape 958">
                  <a:extLst>
                    <a:ext uri="{FF2B5EF4-FFF2-40B4-BE49-F238E27FC236}">
                      <a16:creationId xmlns:a16="http://schemas.microsoft.com/office/drawing/2014/main" id="{CB8E33AB-15BC-B692-6177-C56461E94D8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142" name="Rectangle 959">
                <a:extLst>
                  <a:ext uri="{FF2B5EF4-FFF2-40B4-BE49-F238E27FC236}">
                    <a16:creationId xmlns:a16="http://schemas.microsoft.com/office/drawing/2014/main" id="{20932D2B-0200-1B8A-10E7-629C4B4870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43" name="Group 960">
                <a:extLst>
                  <a:ext uri="{FF2B5EF4-FFF2-40B4-BE49-F238E27FC236}">
                    <a16:creationId xmlns:a16="http://schemas.microsoft.com/office/drawing/2014/main" id="{1EF87019-CCA7-1F83-884B-F88E211D8C8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164" name="AutoShape 961">
                  <a:extLst>
                    <a:ext uri="{FF2B5EF4-FFF2-40B4-BE49-F238E27FC236}">
                      <a16:creationId xmlns:a16="http://schemas.microsoft.com/office/drawing/2014/main" id="{5A54A461-4130-D8A4-8764-FF289624AEF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165" name="AutoShape 962">
                  <a:extLst>
                    <a:ext uri="{FF2B5EF4-FFF2-40B4-BE49-F238E27FC236}">
                      <a16:creationId xmlns:a16="http://schemas.microsoft.com/office/drawing/2014/main" id="{77822C85-0CC5-C063-8E66-E29A21F4E6C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144" name="Rectangle 963">
                <a:extLst>
                  <a:ext uri="{FF2B5EF4-FFF2-40B4-BE49-F238E27FC236}">
                    <a16:creationId xmlns:a16="http://schemas.microsoft.com/office/drawing/2014/main" id="{ECB0D839-348E-57F3-EE25-B60638581A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45" name="Rectangle 964">
                <a:extLst>
                  <a:ext uri="{FF2B5EF4-FFF2-40B4-BE49-F238E27FC236}">
                    <a16:creationId xmlns:a16="http://schemas.microsoft.com/office/drawing/2014/main" id="{8E7DC204-9970-FE9B-F17D-EB78B05FEA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46" name="Group 965">
                <a:extLst>
                  <a:ext uri="{FF2B5EF4-FFF2-40B4-BE49-F238E27FC236}">
                    <a16:creationId xmlns:a16="http://schemas.microsoft.com/office/drawing/2014/main" id="{BC0A6192-926E-30B4-CA83-46E7133D09E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162" name="AutoShape 966">
                  <a:extLst>
                    <a:ext uri="{FF2B5EF4-FFF2-40B4-BE49-F238E27FC236}">
                      <a16:creationId xmlns:a16="http://schemas.microsoft.com/office/drawing/2014/main" id="{DC82E53C-154D-294C-BD6C-EAF10AD6EA4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163" name="AutoShape 967">
                  <a:extLst>
                    <a:ext uri="{FF2B5EF4-FFF2-40B4-BE49-F238E27FC236}">
                      <a16:creationId xmlns:a16="http://schemas.microsoft.com/office/drawing/2014/main" id="{2A36323B-A6C9-8B08-6FDC-C78373DAE54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147" name="Freeform 968">
                <a:extLst>
                  <a:ext uri="{FF2B5EF4-FFF2-40B4-BE49-F238E27FC236}">
                    <a16:creationId xmlns:a16="http://schemas.microsoft.com/office/drawing/2014/main" id="{17A52D37-957B-2C9E-A851-052142937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48" name="Group 969">
                <a:extLst>
                  <a:ext uri="{FF2B5EF4-FFF2-40B4-BE49-F238E27FC236}">
                    <a16:creationId xmlns:a16="http://schemas.microsoft.com/office/drawing/2014/main" id="{991E8984-4B2F-9984-0C6B-DA7BC2172C0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160" name="AutoShape 970">
                  <a:extLst>
                    <a:ext uri="{FF2B5EF4-FFF2-40B4-BE49-F238E27FC236}">
                      <a16:creationId xmlns:a16="http://schemas.microsoft.com/office/drawing/2014/main" id="{F3F15C09-2D03-B955-31A5-99013FBD4A5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161" name="AutoShape 971">
                  <a:extLst>
                    <a:ext uri="{FF2B5EF4-FFF2-40B4-BE49-F238E27FC236}">
                      <a16:creationId xmlns:a16="http://schemas.microsoft.com/office/drawing/2014/main" id="{AA24339D-2A0E-3EA0-3D2C-721528CE97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149" name="Rectangle 972">
                <a:extLst>
                  <a:ext uri="{FF2B5EF4-FFF2-40B4-BE49-F238E27FC236}">
                    <a16:creationId xmlns:a16="http://schemas.microsoft.com/office/drawing/2014/main" id="{6B761AAC-D23A-FB7C-E8A3-6B33F0CDAE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0" name="Freeform 973">
                <a:extLst>
                  <a:ext uri="{FF2B5EF4-FFF2-40B4-BE49-F238E27FC236}">
                    <a16:creationId xmlns:a16="http://schemas.microsoft.com/office/drawing/2014/main" id="{D13B08F0-1764-C26D-B830-55D8FFD39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1" name="Freeform 974">
                <a:extLst>
                  <a:ext uri="{FF2B5EF4-FFF2-40B4-BE49-F238E27FC236}">
                    <a16:creationId xmlns:a16="http://schemas.microsoft.com/office/drawing/2014/main" id="{0E8CE4D2-B335-1F20-14CF-F5AFD35D9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2" name="Oval 975">
                <a:extLst>
                  <a:ext uri="{FF2B5EF4-FFF2-40B4-BE49-F238E27FC236}">
                    <a16:creationId xmlns:a16="http://schemas.microsoft.com/office/drawing/2014/main" id="{186560F9-50D1-80C9-241E-0E263A8EA6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3" name="Freeform 976">
                <a:extLst>
                  <a:ext uri="{FF2B5EF4-FFF2-40B4-BE49-F238E27FC236}">
                    <a16:creationId xmlns:a16="http://schemas.microsoft.com/office/drawing/2014/main" id="{72F8656C-EB58-2D9D-ADF1-49DB1428C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4" name="AutoShape 977">
                <a:extLst>
                  <a:ext uri="{FF2B5EF4-FFF2-40B4-BE49-F238E27FC236}">
                    <a16:creationId xmlns:a16="http://schemas.microsoft.com/office/drawing/2014/main" id="{481BEFD1-255D-D0E6-1381-7237319803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5" name="AutoShape 978">
                <a:extLst>
                  <a:ext uri="{FF2B5EF4-FFF2-40B4-BE49-F238E27FC236}">
                    <a16:creationId xmlns:a16="http://schemas.microsoft.com/office/drawing/2014/main" id="{11B89AE3-D12B-0252-29A2-22A07ED510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6" name="Oval 979">
                <a:extLst>
                  <a:ext uri="{FF2B5EF4-FFF2-40B4-BE49-F238E27FC236}">
                    <a16:creationId xmlns:a16="http://schemas.microsoft.com/office/drawing/2014/main" id="{E73B174B-4FC8-351D-25C3-2D3AD93776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7" name="Oval 980">
                <a:extLst>
                  <a:ext uri="{FF2B5EF4-FFF2-40B4-BE49-F238E27FC236}">
                    <a16:creationId xmlns:a16="http://schemas.microsoft.com/office/drawing/2014/main" id="{D6359497-1BA8-C449-C9FE-25417B625A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8" name="Oval 981">
                <a:extLst>
                  <a:ext uri="{FF2B5EF4-FFF2-40B4-BE49-F238E27FC236}">
                    <a16:creationId xmlns:a16="http://schemas.microsoft.com/office/drawing/2014/main" id="{63D02583-AAB4-D488-0A09-F6B4C5844F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9" name="Rectangle 982">
                <a:extLst>
                  <a:ext uri="{FF2B5EF4-FFF2-40B4-BE49-F238E27FC236}">
                    <a16:creationId xmlns:a16="http://schemas.microsoft.com/office/drawing/2014/main" id="{9B7D8BA2-FD6F-39F7-CFCE-B2BA24A19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211981" name="Group 15">
            <a:extLst>
              <a:ext uri="{FF2B5EF4-FFF2-40B4-BE49-F238E27FC236}">
                <a16:creationId xmlns:a16="http://schemas.microsoft.com/office/drawing/2014/main" id="{F1B14ACE-2631-93D0-FBD5-0FAC5F78037D}"/>
              </a:ext>
            </a:extLst>
          </p:cNvPr>
          <p:cNvGrpSpPr>
            <a:grpSpLocks/>
          </p:cNvGrpSpPr>
          <p:nvPr/>
        </p:nvGrpSpPr>
        <p:grpSpPr bwMode="auto">
          <a:xfrm>
            <a:off x="9231313" y="4368800"/>
            <a:ext cx="990600" cy="731838"/>
            <a:chOff x="7707615" y="4368892"/>
            <a:chExt cx="990551" cy="731635"/>
          </a:xfrm>
        </p:grpSpPr>
        <p:pic>
          <p:nvPicPr>
            <p:cNvPr id="212034" name="Picture 14">
              <a:extLst>
                <a:ext uri="{FF2B5EF4-FFF2-40B4-BE49-F238E27FC236}">
                  <a16:creationId xmlns:a16="http://schemas.microsoft.com/office/drawing/2014/main" id="{E6500B02-C572-BFBE-720D-8D907427CBB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771833" y="4640202"/>
              <a:ext cx="822008" cy="460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12035" name="Group 249">
              <a:extLst>
                <a:ext uri="{FF2B5EF4-FFF2-40B4-BE49-F238E27FC236}">
                  <a16:creationId xmlns:a16="http://schemas.microsoft.com/office/drawing/2014/main" id="{EAFB1457-7ABE-B394-3694-25ED282643DD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707615" y="4368892"/>
              <a:ext cx="225953" cy="395900"/>
              <a:chOff x="4140" y="429"/>
              <a:chExt cx="1425" cy="2396"/>
            </a:xfrm>
          </p:grpSpPr>
          <p:sp>
            <p:nvSpPr>
              <p:cNvPr id="212102" name="Freeform 250">
                <a:extLst>
                  <a:ext uri="{FF2B5EF4-FFF2-40B4-BE49-F238E27FC236}">
                    <a16:creationId xmlns:a16="http://schemas.microsoft.com/office/drawing/2014/main" id="{F0926BAA-DC43-5E7A-A48C-302D5A1A4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9 w 354"/>
                  <a:gd name="T1" fmla="*/ 0 h 2742"/>
                  <a:gd name="T2" fmla="*/ 47 w 354"/>
                  <a:gd name="T3" fmla="*/ 66 h 2742"/>
                  <a:gd name="T4" fmla="*/ 46 w 354"/>
                  <a:gd name="T5" fmla="*/ 510 h 2742"/>
                  <a:gd name="T6" fmla="*/ 0 w 354"/>
                  <a:gd name="T7" fmla="*/ 534 h 2742"/>
                  <a:gd name="T8" fmla="*/ 9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971" name="Rectangle 251">
                <a:extLst>
                  <a:ext uri="{FF2B5EF4-FFF2-40B4-BE49-F238E27FC236}">
                    <a16:creationId xmlns:a16="http://schemas.microsoft.com/office/drawing/2014/main" id="{DEDA9158-4D1C-6822-6585-576C859431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429"/>
                <a:ext cx="1051" cy="2276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104" name="Freeform 252">
                <a:extLst>
                  <a:ext uri="{FF2B5EF4-FFF2-40B4-BE49-F238E27FC236}">
                    <a16:creationId xmlns:a16="http://schemas.microsoft.com/office/drawing/2014/main" id="{0DF33E7E-40D8-CDA1-4FB7-09B3B54E7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9 w 211"/>
                  <a:gd name="T3" fmla="*/ 43 h 2537"/>
                  <a:gd name="T4" fmla="*/ 2 w 211"/>
                  <a:gd name="T5" fmla="*/ 48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05" name="Freeform 253">
                <a:extLst>
                  <a:ext uri="{FF2B5EF4-FFF2-40B4-BE49-F238E27FC236}">
                    <a16:creationId xmlns:a16="http://schemas.microsoft.com/office/drawing/2014/main" id="{77C19588-E861-CFD4-4FAC-744404557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5 h 226"/>
                  <a:gd name="T4" fmla="*/ 45 w 328"/>
                  <a:gd name="T5" fmla="*/ 45 h 226"/>
                  <a:gd name="T6" fmla="*/ 0 w 328"/>
                  <a:gd name="T7" fmla="*/ 19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974" name="Rectangle 254">
                <a:extLst>
                  <a:ext uri="{FF2B5EF4-FFF2-40B4-BE49-F238E27FC236}">
                    <a16:creationId xmlns:a16="http://schemas.microsoft.com/office/drawing/2014/main" id="{E3E87AE3-63A2-B39B-3EC1-40F467F5F1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3" y="688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107" name="Group 255">
                <a:extLst>
                  <a:ext uri="{FF2B5EF4-FFF2-40B4-BE49-F238E27FC236}">
                    <a16:creationId xmlns:a16="http://schemas.microsoft.com/office/drawing/2014/main" id="{955B10CC-D84D-2D9E-C639-C5F85C1BDE7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000" name="AutoShape 256">
                  <a:extLst>
                    <a:ext uri="{FF2B5EF4-FFF2-40B4-BE49-F238E27FC236}">
                      <a16:creationId xmlns:a16="http://schemas.microsoft.com/office/drawing/2014/main" id="{F1632480-A4E3-30C3-C318-38537EDEF61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0" y="2569"/>
                  <a:ext cx="725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01" name="AutoShape 257">
                  <a:extLst>
                    <a:ext uri="{FF2B5EF4-FFF2-40B4-BE49-F238E27FC236}">
                      <a16:creationId xmlns:a16="http://schemas.microsoft.com/office/drawing/2014/main" id="{B9F7D57A-8929-5204-E33E-E28CA12A29A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45" y="2587"/>
                  <a:ext cx="700" cy="10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976" name="Rectangle 258">
                <a:extLst>
                  <a:ext uri="{FF2B5EF4-FFF2-40B4-BE49-F238E27FC236}">
                    <a16:creationId xmlns:a16="http://schemas.microsoft.com/office/drawing/2014/main" id="{E96A09A7-58C7-EC75-C9F4-1E786B96D0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5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109" name="Group 259">
                <a:extLst>
                  <a:ext uri="{FF2B5EF4-FFF2-40B4-BE49-F238E27FC236}">
                    <a16:creationId xmlns:a16="http://schemas.microsoft.com/office/drawing/2014/main" id="{19CB292B-7A25-EB78-D815-B86666E858A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998" name="AutoShape 260">
                  <a:extLst>
                    <a:ext uri="{FF2B5EF4-FFF2-40B4-BE49-F238E27FC236}">
                      <a16:creationId xmlns:a16="http://schemas.microsoft.com/office/drawing/2014/main" id="{97F57073-4210-A198-B146-1767176456B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0" y="2570"/>
                  <a:ext cx="725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999" name="AutoShape 261">
                  <a:extLst>
                    <a:ext uri="{FF2B5EF4-FFF2-40B4-BE49-F238E27FC236}">
                      <a16:creationId xmlns:a16="http://schemas.microsoft.com/office/drawing/2014/main" id="{CF4B52A6-BE93-B55F-4D52-EB3B5370C2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3" y="2590"/>
                  <a:ext cx="687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978" name="Rectangle 262">
                <a:extLst>
                  <a:ext uri="{FF2B5EF4-FFF2-40B4-BE49-F238E27FC236}">
                    <a16:creationId xmlns:a16="http://schemas.microsoft.com/office/drawing/2014/main" id="{B2D5A71B-B48E-3373-1044-552DC886A2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361"/>
                <a:ext cx="591" cy="3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79" name="Rectangle 263">
                <a:extLst>
                  <a:ext uri="{FF2B5EF4-FFF2-40B4-BE49-F238E27FC236}">
                    <a16:creationId xmlns:a16="http://schemas.microsoft.com/office/drawing/2014/main" id="{3D08D13F-0A7A-6513-16AD-2926D41635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4" y="1649"/>
                <a:ext cx="59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112" name="Group 264">
                <a:extLst>
                  <a:ext uri="{FF2B5EF4-FFF2-40B4-BE49-F238E27FC236}">
                    <a16:creationId xmlns:a16="http://schemas.microsoft.com/office/drawing/2014/main" id="{2B845EF7-6A8F-D79D-EF6B-EA2935B7399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996" name="AutoShape 265">
                  <a:extLst>
                    <a:ext uri="{FF2B5EF4-FFF2-40B4-BE49-F238E27FC236}">
                      <a16:creationId xmlns:a16="http://schemas.microsoft.com/office/drawing/2014/main" id="{4F72EDEB-FD62-7414-3C1E-7161C371D28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0"/>
                  <a:ext cx="711" cy="13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997" name="AutoShape 266">
                  <a:extLst>
                    <a:ext uri="{FF2B5EF4-FFF2-40B4-BE49-F238E27FC236}">
                      <a16:creationId xmlns:a16="http://schemas.microsoft.com/office/drawing/2014/main" id="{3323073C-EA2B-C30E-E01E-B329C42C1B5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8"/>
                  <a:ext cx="673" cy="9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212113" name="Freeform 267">
                <a:extLst>
                  <a:ext uri="{FF2B5EF4-FFF2-40B4-BE49-F238E27FC236}">
                    <a16:creationId xmlns:a16="http://schemas.microsoft.com/office/drawing/2014/main" id="{FFDB3BBF-5064-EA17-5036-0239552FF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4 h 226"/>
                  <a:gd name="T4" fmla="*/ 45 w 328"/>
                  <a:gd name="T5" fmla="*/ 43 h 226"/>
                  <a:gd name="T6" fmla="*/ 0 w 328"/>
                  <a:gd name="T7" fmla="*/ 1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14" name="Group 268">
                <a:extLst>
                  <a:ext uri="{FF2B5EF4-FFF2-40B4-BE49-F238E27FC236}">
                    <a16:creationId xmlns:a16="http://schemas.microsoft.com/office/drawing/2014/main" id="{4BD74513-6ED7-D3F7-4B78-003AC51F53A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994" name="AutoShape 269">
                  <a:extLst>
                    <a:ext uri="{FF2B5EF4-FFF2-40B4-BE49-F238E27FC236}">
                      <a16:creationId xmlns:a16="http://schemas.microsoft.com/office/drawing/2014/main" id="{7D802BD5-383C-F9F0-1259-18AA0006589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0" y="2544"/>
                  <a:ext cx="723" cy="16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995" name="AutoShape 270">
                  <a:extLst>
                    <a:ext uri="{FF2B5EF4-FFF2-40B4-BE49-F238E27FC236}">
                      <a16:creationId xmlns:a16="http://schemas.microsoft.com/office/drawing/2014/main" id="{7F1B196C-496B-7517-DCDB-BF03D97382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45" y="2582"/>
                  <a:ext cx="673" cy="11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983" name="Rectangle 271">
                <a:extLst>
                  <a:ext uri="{FF2B5EF4-FFF2-40B4-BE49-F238E27FC236}">
                    <a16:creationId xmlns:a16="http://schemas.microsoft.com/office/drawing/2014/main" id="{EC5257AA-B6E0-8EBE-50F0-9B2F2D729A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5" y="429"/>
                <a:ext cx="60" cy="2286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116" name="Freeform 272">
                <a:extLst>
                  <a:ext uri="{FF2B5EF4-FFF2-40B4-BE49-F238E27FC236}">
                    <a16:creationId xmlns:a16="http://schemas.microsoft.com/office/drawing/2014/main" id="{7DEC9D84-ECC1-21E4-9C54-73A5D9758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40 w 296"/>
                  <a:gd name="T3" fmla="*/ 27 h 256"/>
                  <a:gd name="T4" fmla="*/ 40 w 296"/>
                  <a:gd name="T5" fmla="*/ 49 h 256"/>
                  <a:gd name="T6" fmla="*/ 0 w 296"/>
                  <a:gd name="T7" fmla="*/ 18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17" name="Freeform 273">
                <a:extLst>
                  <a:ext uri="{FF2B5EF4-FFF2-40B4-BE49-F238E27FC236}">
                    <a16:creationId xmlns:a16="http://schemas.microsoft.com/office/drawing/2014/main" id="{6E4694E1-6182-23D5-1D85-450CC4FAC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42 w 304"/>
                  <a:gd name="T3" fmla="*/ 32 h 288"/>
                  <a:gd name="T4" fmla="*/ 39 w 304"/>
                  <a:gd name="T5" fmla="*/ 57 h 288"/>
                  <a:gd name="T6" fmla="*/ 2 w 304"/>
                  <a:gd name="T7" fmla="*/ 24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986" name="Oval 274">
                <a:extLst>
                  <a:ext uri="{FF2B5EF4-FFF2-40B4-BE49-F238E27FC236}">
                    <a16:creationId xmlns:a16="http://schemas.microsoft.com/office/drawing/2014/main" id="{640EC215-514C-6EF9-5FC1-5DC2E8D04C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09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119" name="Freeform 275">
                <a:extLst>
                  <a:ext uri="{FF2B5EF4-FFF2-40B4-BE49-F238E27FC236}">
                    <a16:creationId xmlns:a16="http://schemas.microsoft.com/office/drawing/2014/main" id="{284B8B7B-DDA6-1034-A067-A7E7C5E5B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21 h 240"/>
                  <a:gd name="T2" fmla="*/ 2 w 306"/>
                  <a:gd name="T3" fmla="*/ 48 h 240"/>
                  <a:gd name="T4" fmla="*/ 42 w 306"/>
                  <a:gd name="T5" fmla="*/ 22 h 240"/>
                  <a:gd name="T6" fmla="*/ 40 w 306"/>
                  <a:gd name="T7" fmla="*/ 0 h 240"/>
                  <a:gd name="T8" fmla="*/ 0 w 306"/>
                  <a:gd name="T9" fmla="*/ 21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988" name="AutoShape 276">
                <a:extLst>
                  <a:ext uri="{FF2B5EF4-FFF2-40B4-BE49-F238E27FC236}">
                    <a16:creationId xmlns:a16="http://schemas.microsoft.com/office/drawing/2014/main" id="{8AA72AD9-15D7-EC3D-CC55-AB6CA325C4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3" y="2677"/>
                <a:ext cx="1201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89" name="AutoShape 277">
                <a:extLst>
                  <a:ext uri="{FF2B5EF4-FFF2-40B4-BE49-F238E27FC236}">
                    <a16:creationId xmlns:a16="http://schemas.microsoft.com/office/drawing/2014/main" id="{5AC3EF31-4976-EE56-7D0D-1C2A39789C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2705"/>
                <a:ext cx="1071" cy="7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90" name="Oval 278">
                <a:extLst>
                  <a:ext uri="{FF2B5EF4-FFF2-40B4-BE49-F238E27FC236}">
                    <a16:creationId xmlns:a16="http://schemas.microsoft.com/office/drawing/2014/main" id="{7C3A571D-621A-8438-BE5C-D9656AD685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4" y="2379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91" name="Oval 279">
                <a:extLst>
                  <a:ext uri="{FF2B5EF4-FFF2-40B4-BE49-F238E27FC236}">
                    <a16:creationId xmlns:a16="http://schemas.microsoft.com/office/drawing/2014/main" id="{C0DEECC1-EEC7-8D71-467A-90A65BB21A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4" y="2379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92" name="Oval 280">
                <a:extLst>
                  <a:ext uri="{FF2B5EF4-FFF2-40B4-BE49-F238E27FC236}">
                    <a16:creationId xmlns:a16="http://schemas.microsoft.com/office/drawing/2014/main" id="{6F4C6EE8-7924-7E1A-3BA0-9B05077818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2379"/>
                <a:ext cx="160" cy="13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93" name="Rectangle 281">
                <a:extLst>
                  <a:ext uri="{FF2B5EF4-FFF2-40B4-BE49-F238E27FC236}">
                    <a16:creationId xmlns:a16="http://schemas.microsoft.com/office/drawing/2014/main" id="{CEFC8B88-D600-B8CE-8F47-819B75092D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1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212036" name="Group 249">
              <a:extLst>
                <a:ext uri="{FF2B5EF4-FFF2-40B4-BE49-F238E27FC236}">
                  <a16:creationId xmlns:a16="http://schemas.microsoft.com/office/drawing/2014/main" id="{3AF30CD3-FA1D-A6A5-CA66-65106BCED8F2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39866" y="4369199"/>
              <a:ext cx="225953" cy="395900"/>
              <a:chOff x="4140" y="429"/>
              <a:chExt cx="1425" cy="2396"/>
            </a:xfrm>
          </p:grpSpPr>
          <p:sp>
            <p:nvSpPr>
              <p:cNvPr id="212070" name="Freeform 250">
                <a:extLst>
                  <a:ext uri="{FF2B5EF4-FFF2-40B4-BE49-F238E27FC236}">
                    <a16:creationId xmlns:a16="http://schemas.microsoft.com/office/drawing/2014/main" id="{5DA414C3-A6D3-32E7-B35F-D4B01AD32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9 w 354"/>
                  <a:gd name="T1" fmla="*/ 0 h 2742"/>
                  <a:gd name="T2" fmla="*/ 47 w 354"/>
                  <a:gd name="T3" fmla="*/ 66 h 2742"/>
                  <a:gd name="T4" fmla="*/ 46 w 354"/>
                  <a:gd name="T5" fmla="*/ 510 h 2742"/>
                  <a:gd name="T6" fmla="*/ 0 w 354"/>
                  <a:gd name="T7" fmla="*/ 534 h 2742"/>
                  <a:gd name="T8" fmla="*/ 9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04" name="Rectangle 251">
                <a:extLst>
                  <a:ext uri="{FF2B5EF4-FFF2-40B4-BE49-F238E27FC236}">
                    <a16:creationId xmlns:a16="http://schemas.microsoft.com/office/drawing/2014/main" id="{BE249888-C9C5-12E1-47BE-F1B8F34DDD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7" y="427"/>
                <a:ext cx="1051" cy="2286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072" name="Freeform 252">
                <a:extLst>
                  <a:ext uri="{FF2B5EF4-FFF2-40B4-BE49-F238E27FC236}">
                    <a16:creationId xmlns:a16="http://schemas.microsoft.com/office/drawing/2014/main" id="{7FACC668-1367-6351-9A7A-22221693E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9 w 211"/>
                  <a:gd name="T3" fmla="*/ 43 h 2537"/>
                  <a:gd name="T4" fmla="*/ 2 w 211"/>
                  <a:gd name="T5" fmla="*/ 48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73" name="Freeform 253">
                <a:extLst>
                  <a:ext uri="{FF2B5EF4-FFF2-40B4-BE49-F238E27FC236}">
                    <a16:creationId xmlns:a16="http://schemas.microsoft.com/office/drawing/2014/main" id="{A1065AFC-48E1-4D97-F03E-DB74FC747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5 h 226"/>
                  <a:gd name="T4" fmla="*/ 45 w 328"/>
                  <a:gd name="T5" fmla="*/ 45 h 226"/>
                  <a:gd name="T6" fmla="*/ 0 w 328"/>
                  <a:gd name="T7" fmla="*/ 19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07" name="Rectangle 254">
                <a:extLst>
                  <a:ext uri="{FF2B5EF4-FFF2-40B4-BE49-F238E27FC236}">
                    <a16:creationId xmlns:a16="http://schemas.microsoft.com/office/drawing/2014/main" id="{EC98BB99-C2E0-F2A0-65DB-EBBBF3AE11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7" y="696"/>
                <a:ext cx="601" cy="3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075" name="Group 255">
                <a:extLst>
                  <a:ext uri="{FF2B5EF4-FFF2-40B4-BE49-F238E27FC236}">
                    <a16:creationId xmlns:a16="http://schemas.microsoft.com/office/drawing/2014/main" id="{69129E26-C2F4-4AC2-A4F3-B394A343BB0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033" name="AutoShape 256">
                  <a:extLst>
                    <a:ext uri="{FF2B5EF4-FFF2-40B4-BE49-F238E27FC236}">
                      <a16:creationId xmlns:a16="http://schemas.microsoft.com/office/drawing/2014/main" id="{92F36C60-58F3-3A2B-8EEA-B0F09A5964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67"/>
                  <a:ext cx="725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34" name="AutoShape 257">
                  <a:extLst>
                    <a:ext uri="{FF2B5EF4-FFF2-40B4-BE49-F238E27FC236}">
                      <a16:creationId xmlns:a16="http://schemas.microsoft.com/office/drawing/2014/main" id="{74D06986-DFAE-B240-3100-569A00FB534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4" y="2586"/>
                  <a:ext cx="700" cy="10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1009" name="Rectangle 258">
                <a:extLst>
                  <a:ext uri="{FF2B5EF4-FFF2-40B4-BE49-F238E27FC236}">
                    <a16:creationId xmlns:a16="http://schemas.microsoft.com/office/drawing/2014/main" id="{EA660537-4250-747D-3A96-ECDB262FA4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023"/>
                <a:ext cx="591" cy="3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077" name="Group 259">
                <a:extLst>
                  <a:ext uri="{FF2B5EF4-FFF2-40B4-BE49-F238E27FC236}">
                    <a16:creationId xmlns:a16="http://schemas.microsoft.com/office/drawing/2014/main" id="{77B7E38D-7764-EEA6-C0CF-2FC8E074D1D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031" name="AutoShape 260">
                  <a:extLst>
                    <a:ext uri="{FF2B5EF4-FFF2-40B4-BE49-F238E27FC236}">
                      <a16:creationId xmlns:a16="http://schemas.microsoft.com/office/drawing/2014/main" id="{44974FAF-F96E-9D8E-7BF5-FAD60E1ECC6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68"/>
                  <a:ext cx="725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32" name="AutoShape 261">
                  <a:extLst>
                    <a:ext uri="{FF2B5EF4-FFF2-40B4-BE49-F238E27FC236}">
                      <a16:creationId xmlns:a16="http://schemas.microsoft.com/office/drawing/2014/main" id="{7961A7A0-E8C2-67C2-18F1-70B22817425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8"/>
                  <a:ext cx="687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1011" name="Rectangle 262">
                <a:extLst>
                  <a:ext uri="{FF2B5EF4-FFF2-40B4-BE49-F238E27FC236}">
                    <a16:creationId xmlns:a16="http://schemas.microsoft.com/office/drawing/2014/main" id="{A2AB6FA7-7170-7CFC-A8B2-50F156258B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9"/>
                <a:ext cx="59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12" name="Rectangle 263">
                <a:extLst>
                  <a:ext uri="{FF2B5EF4-FFF2-40B4-BE49-F238E27FC236}">
                    <a16:creationId xmlns:a16="http://schemas.microsoft.com/office/drawing/2014/main" id="{42BCF70D-12D9-3E05-98C8-5B55E5C4D9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657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080" name="Group 264">
                <a:extLst>
                  <a:ext uri="{FF2B5EF4-FFF2-40B4-BE49-F238E27FC236}">
                    <a16:creationId xmlns:a16="http://schemas.microsoft.com/office/drawing/2014/main" id="{E86F3B37-BA51-B6A2-CC3E-70718FA36B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029" name="AutoShape 265">
                  <a:extLst>
                    <a:ext uri="{FF2B5EF4-FFF2-40B4-BE49-F238E27FC236}">
                      <a16:creationId xmlns:a16="http://schemas.microsoft.com/office/drawing/2014/main" id="{05080336-0159-FF41-C8F7-C81549CD1E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9"/>
                  <a:ext cx="711" cy="141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30" name="AutoShape 266">
                  <a:extLst>
                    <a:ext uri="{FF2B5EF4-FFF2-40B4-BE49-F238E27FC236}">
                      <a16:creationId xmlns:a16="http://schemas.microsoft.com/office/drawing/2014/main" id="{D6264C8E-86C1-75F2-58D7-C469FCFB3F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6"/>
                  <a:ext cx="673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212081" name="Freeform 267">
                <a:extLst>
                  <a:ext uri="{FF2B5EF4-FFF2-40B4-BE49-F238E27FC236}">
                    <a16:creationId xmlns:a16="http://schemas.microsoft.com/office/drawing/2014/main" id="{DBFA531D-B47F-DABC-BF32-E313F0CA2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4 h 226"/>
                  <a:gd name="T4" fmla="*/ 45 w 328"/>
                  <a:gd name="T5" fmla="*/ 43 h 226"/>
                  <a:gd name="T6" fmla="*/ 0 w 328"/>
                  <a:gd name="T7" fmla="*/ 1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082" name="Group 268">
                <a:extLst>
                  <a:ext uri="{FF2B5EF4-FFF2-40B4-BE49-F238E27FC236}">
                    <a16:creationId xmlns:a16="http://schemas.microsoft.com/office/drawing/2014/main" id="{FF467636-412E-1410-DD63-899F7188C2B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027" name="AutoShape 269">
                  <a:extLst>
                    <a:ext uri="{FF2B5EF4-FFF2-40B4-BE49-F238E27FC236}">
                      <a16:creationId xmlns:a16="http://schemas.microsoft.com/office/drawing/2014/main" id="{F146B517-3882-5916-2F78-EA3366F1F75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71"/>
                  <a:ext cx="761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28" name="AutoShape 270">
                  <a:extLst>
                    <a:ext uri="{FF2B5EF4-FFF2-40B4-BE49-F238E27FC236}">
                      <a16:creationId xmlns:a16="http://schemas.microsoft.com/office/drawing/2014/main" id="{D3D279C1-2889-5027-1B00-6730D6F35C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4" y="2590"/>
                  <a:ext cx="723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1016" name="Rectangle 271">
                <a:extLst>
                  <a:ext uri="{FF2B5EF4-FFF2-40B4-BE49-F238E27FC236}">
                    <a16:creationId xmlns:a16="http://schemas.microsoft.com/office/drawing/2014/main" id="{949FB3E4-D2C8-E3D6-C550-99F78D35E5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8" y="427"/>
                <a:ext cx="70" cy="2296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084" name="Freeform 272">
                <a:extLst>
                  <a:ext uri="{FF2B5EF4-FFF2-40B4-BE49-F238E27FC236}">
                    <a16:creationId xmlns:a16="http://schemas.microsoft.com/office/drawing/2014/main" id="{D14F8812-1CE9-7B31-810B-C5061C308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40 w 296"/>
                  <a:gd name="T3" fmla="*/ 27 h 256"/>
                  <a:gd name="T4" fmla="*/ 40 w 296"/>
                  <a:gd name="T5" fmla="*/ 49 h 256"/>
                  <a:gd name="T6" fmla="*/ 0 w 296"/>
                  <a:gd name="T7" fmla="*/ 18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85" name="Freeform 273">
                <a:extLst>
                  <a:ext uri="{FF2B5EF4-FFF2-40B4-BE49-F238E27FC236}">
                    <a16:creationId xmlns:a16="http://schemas.microsoft.com/office/drawing/2014/main" id="{5D4BC5D5-A002-2FDB-12F3-E80B1C296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42 w 304"/>
                  <a:gd name="T3" fmla="*/ 32 h 288"/>
                  <a:gd name="T4" fmla="*/ 39 w 304"/>
                  <a:gd name="T5" fmla="*/ 57 h 288"/>
                  <a:gd name="T6" fmla="*/ 2 w 304"/>
                  <a:gd name="T7" fmla="*/ 24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19" name="Oval 274">
                <a:extLst>
                  <a:ext uri="{FF2B5EF4-FFF2-40B4-BE49-F238E27FC236}">
                    <a16:creationId xmlns:a16="http://schemas.microsoft.com/office/drawing/2014/main" id="{01B354EE-52A8-2272-7DF2-C63D3247CE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8" y="2617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087" name="Freeform 275">
                <a:extLst>
                  <a:ext uri="{FF2B5EF4-FFF2-40B4-BE49-F238E27FC236}">
                    <a16:creationId xmlns:a16="http://schemas.microsoft.com/office/drawing/2014/main" id="{139B19BF-92C7-5BBE-BBF3-EBC0506C2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21 h 240"/>
                  <a:gd name="T2" fmla="*/ 2 w 306"/>
                  <a:gd name="T3" fmla="*/ 48 h 240"/>
                  <a:gd name="T4" fmla="*/ 42 w 306"/>
                  <a:gd name="T5" fmla="*/ 22 h 240"/>
                  <a:gd name="T6" fmla="*/ 40 w 306"/>
                  <a:gd name="T7" fmla="*/ 0 h 240"/>
                  <a:gd name="T8" fmla="*/ 0 w 306"/>
                  <a:gd name="T9" fmla="*/ 21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21" name="AutoShape 276">
                <a:extLst>
                  <a:ext uri="{FF2B5EF4-FFF2-40B4-BE49-F238E27FC236}">
                    <a16:creationId xmlns:a16="http://schemas.microsoft.com/office/drawing/2014/main" id="{C90FF7B9-5237-276D-BE45-4D9AC850E4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6" y="2684"/>
                <a:ext cx="1201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22" name="AutoShape 277">
                <a:extLst>
                  <a:ext uri="{FF2B5EF4-FFF2-40B4-BE49-F238E27FC236}">
                    <a16:creationId xmlns:a16="http://schemas.microsoft.com/office/drawing/2014/main" id="{0BB615CF-AFAF-A002-9504-4EF4FE87B6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7" y="2713"/>
                <a:ext cx="1071" cy="8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23" name="Oval 278">
                <a:extLst>
                  <a:ext uri="{FF2B5EF4-FFF2-40B4-BE49-F238E27FC236}">
                    <a16:creationId xmlns:a16="http://schemas.microsoft.com/office/drawing/2014/main" id="{2D027ED6-5682-B2F0-13F1-C11E140BEC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7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24" name="Oval 279">
                <a:extLst>
                  <a:ext uri="{FF2B5EF4-FFF2-40B4-BE49-F238E27FC236}">
                    <a16:creationId xmlns:a16="http://schemas.microsoft.com/office/drawing/2014/main" id="{820E37EF-B642-F1B8-FCB8-380A02FFC4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7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25" name="Oval 280">
                <a:extLst>
                  <a:ext uri="{FF2B5EF4-FFF2-40B4-BE49-F238E27FC236}">
                    <a16:creationId xmlns:a16="http://schemas.microsoft.com/office/drawing/2014/main" id="{805FCAA7-37C4-A8FD-E56A-C8E7213284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7" y="2387"/>
                <a:ext cx="160" cy="13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26" name="Rectangle 281">
                <a:extLst>
                  <a:ext uri="{FF2B5EF4-FFF2-40B4-BE49-F238E27FC236}">
                    <a16:creationId xmlns:a16="http://schemas.microsoft.com/office/drawing/2014/main" id="{02295E74-E39F-E530-6A5D-B5EE64E1B0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8" y="1839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212037" name="Group 249">
              <a:extLst>
                <a:ext uri="{FF2B5EF4-FFF2-40B4-BE49-F238E27FC236}">
                  <a16:creationId xmlns:a16="http://schemas.microsoft.com/office/drawing/2014/main" id="{7C64B665-0232-2DA4-EECE-339884760257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8472213" y="4384408"/>
              <a:ext cx="225953" cy="395900"/>
              <a:chOff x="4140" y="429"/>
              <a:chExt cx="1425" cy="2396"/>
            </a:xfrm>
          </p:grpSpPr>
          <p:sp>
            <p:nvSpPr>
              <p:cNvPr id="212038" name="Freeform 250">
                <a:extLst>
                  <a:ext uri="{FF2B5EF4-FFF2-40B4-BE49-F238E27FC236}">
                    <a16:creationId xmlns:a16="http://schemas.microsoft.com/office/drawing/2014/main" id="{6101C7D9-71B5-7B00-2803-B6379972F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9 w 354"/>
                  <a:gd name="T1" fmla="*/ 0 h 2742"/>
                  <a:gd name="T2" fmla="*/ 47 w 354"/>
                  <a:gd name="T3" fmla="*/ 66 h 2742"/>
                  <a:gd name="T4" fmla="*/ 46 w 354"/>
                  <a:gd name="T5" fmla="*/ 510 h 2742"/>
                  <a:gd name="T6" fmla="*/ 0 w 354"/>
                  <a:gd name="T7" fmla="*/ 534 h 2742"/>
                  <a:gd name="T8" fmla="*/ 9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37" name="Rectangle 251">
                <a:extLst>
                  <a:ext uri="{FF2B5EF4-FFF2-40B4-BE49-F238E27FC236}">
                    <a16:creationId xmlns:a16="http://schemas.microsoft.com/office/drawing/2014/main" id="{E8A46673-C31B-9EF0-BB6B-8F2455001A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0" y="431"/>
                <a:ext cx="1051" cy="2276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040" name="Freeform 252">
                <a:extLst>
                  <a:ext uri="{FF2B5EF4-FFF2-40B4-BE49-F238E27FC236}">
                    <a16:creationId xmlns:a16="http://schemas.microsoft.com/office/drawing/2014/main" id="{B606584D-6517-F110-A41A-E6E19C49D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9 w 211"/>
                  <a:gd name="T3" fmla="*/ 43 h 2537"/>
                  <a:gd name="T4" fmla="*/ 2 w 211"/>
                  <a:gd name="T5" fmla="*/ 48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41" name="Freeform 253">
                <a:extLst>
                  <a:ext uri="{FF2B5EF4-FFF2-40B4-BE49-F238E27FC236}">
                    <a16:creationId xmlns:a16="http://schemas.microsoft.com/office/drawing/2014/main" id="{07C8EC80-3D33-4A91-DC08-4512301B7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5 h 226"/>
                  <a:gd name="T4" fmla="*/ 45 w 328"/>
                  <a:gd name="T5" fmla="*/ 45 h 226"/>
                  <a:gd name="T6" fmla="*/ 0 w 328"/>
                  <a:gd name="T7" fmla="*/ 19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40" name="Rectangle 254">
                <a:extLst>
                  <a:ext uri="{FF2B5EF4-FFF2-40B4-BE49-F238E27FC236}">
                    <a16:creationId xmlns:a16="http://schemas.microsoft.com/office/drawing/2014/main" id="{67E3D6C0-A855-BC10-A1A4-5F524A7132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043" name="Group 255">
                <a:extLst>
                  <a:ext uri="{FF2B5EF4-FFF2-40B4-BE49-F238E27FC236}">
                    <a16:creationId xmlns:a16="http://schemas.microsoft.com/office/drawing/2014/main" id="{9B8B8C4A-DBA3-D3C4-D346-C65E27824C1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066" name="AutoShape 256">
                  <a:extLst>
                    <a:ext uri="{FF2B5EF4-FFF2-40B4-BE49-F238E27FC236}">
                      <a16:creationId xmlns:a16="http://schemas.microsoft.com/office/drawing/2014/main" id="{D4D95137-8B12-091C-C071-0335C11D8F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71"/>
                  <a:ext cx="725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67" name="AutoShape 257">
                  <a:extLst>
                    <a:ext uri="{FF2B5EF4-FFF2-40B4-BE49-F238E27FC236}">
                      <a16:creationId xmlns:a16="http://schemas.microsoft.com/office/drawing/2014/main" id="{646C8A67-DA70-1150-6313-0F85D62311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90"/>
                  <a:ext cx="700" cy="10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1042" name="Rectangle 258">
                <a:extLst>
                  <a:ext uri="{FF2B5EF4-FFF2-40B4-BE49-F238E27FC236}">
                    <a16:creationId xmlns:a16="http://schemas.microsoft.com/office/drawing/2014/main" id="{022964B8-3B67-C270-024A-0BB1D94289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17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045" name="Group 259">
                <a:extLst>
                  <a:ext uri="{FF2B5EF4-FFF2-40B4-BE49-F238E27FC236}">
                    <a16:creationId xmlns:a16="http://schemas.microsoft.com/office/drawing/2014/main" id="{D9CD0A52-C2C9-4127-74D6-330188C6870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064" name="AutoShape 260">
                  <a:extLst>
                    <a:ext uri="{FF2B5EF4-FFF2-40B4-BE49-F238E27FC236}">
                      <a16:creationId xmlns:a16="http://schemas.microsoft.com/office/drawing/2014/main" id="{3143FC36-4C11-10C7-E854-A79376EDBA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81" y="2572"/>
                  <a:ext cx="725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65" name="AutoShape 261">
                  <a:extLst>
                    <a:ext uri="{FF2B5EF4-FFF2-40B4-BE49-F238E27FC236}">
                      <a16:creationId xmlns:a16="http://schemas.microsoft.com/office/drawing/2014/main" id="{2E890943-442F-F69D-BCB7-9118C0FD6E4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94" y="2592"/>
                  <a:ext cx="687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1044" name="Rectangle 262">
                <a:extLst>
                  <a:ext uri="{FF2B5EF4-FFF2-40B4-BE49-F238E27FC236}">
                    <a16:creationId xmlns:a16="http://schemas.microsoft.com/office/drawing/2014/main" id="{ADE969CB-0710-9F8B-34BC-23C039376B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63"/>
                <a:ext cx="591" cy="3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45" name="Rectangle 263">
                <a:extLst>
                  <a:ext uri="{FF2B5EF4-FFF2-40B4-BE49-F238E27FC236}">
                    <a16:creationId xmlns:a16="http://schemas.microsoft.com/office/drawing/2014/main" id="{F68D7209-1717-7A28-6CFD-5F8A67F07D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1"/>
                <a:ext cx="59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048" name="Group 264">
                <a:extLst>
                  <a:ext uri="{FF2B5EF4-FFF2-40B4-BE49-F238E27FC236}">
                    <a16:creationId xmlns:a16="http://schemas.microsoft.com/office/drawing/2014/main" id="{B7021F86-0C12-0F1C-841D-DC1952CEE6C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062" name="AutoShape 265">
                  <a:extLst>
                    <a:ext uri="{FF2B5EF4-FFF2-40B4-BE49-F238E27FC236}">
                      <a16:creationId xmlns:a16="http://schemas.microsoft.com/office/drawing/2014/main" id="{744595DD-CAA6-3F6B-6889-65BD4C6940E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09" y="2572"/>
                  <a:ext cx="686" cy="13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63" name="AutoShape 266">
                  <a:extLst>
                    <a:ext uri="{FF2B5EF4-FFF2-40B4-BE49-F238E27FC236}">
                      <a16:creationId xmlns:a16="http://schemas.microsoft.com/office/drawing/2014/main" id="{3F5D812C-857C-E622-2398-75B076868D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1" y="2590"/>
                  <a:ext cx="648" cy="9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212049" name="Freeform 267">
                <a:extLst>
                  <a:ext uri="{FF2B5EF4-FFF2-40B4-BE49-F238E27FC236}">
                    <a16:creationId xmlns:a16="http://schemas.microsoft.com/office/drawing/2014/main" id="{5814F4C6-584C-217C-1152-F17405EAD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4 h 226"/>
                  <a:gd name="T4" fmla="*/ 45 w 328"/>
                  <a:gd name="T5" fmla="*/ 43 h 226"/>
                  <a:gd name="T6" fmla="*/ 0 w 328"/>
                  <a:gd name="T7" fmla="*/ 1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050" name="Group 268">
                <a:extLst>
                  <a:ext uri="{FF2B5EF4-FFF2-40B4-BE49-F238E27FC236}">
                    <a16:creationId xmlns:a16="http://schemas.microsoft.com/office/drawing/2014/main" id="{32147AF2-2690-6642-9756-07ABAB1D2AE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060" name="AutoShape 269">
                  <a:extLst>
                    <a:ext uri="{FF2B5EF4-FFF2-40B4-BE49-F238E27FC236}">
                      <a16:creationId xmlns:a16="http://schemas.microsoft.com/office/drawing/2014/main" id="{05113AE0-C325-040C-F00D-37FD3D321F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5"/>
                  <a:ext cx="723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61" name="AutoShape 270">
                  <a:extLst>
                    <a:ext uri="{FF2B5EF4-FFF2-40B4-BE49-F238E27FC236}">
                      <a16:creationId xmlns:a16="http://schemas.microsoft.com/office/drawing/2014/main" id="{3D09897D-D626-6003-D185-BC916BB4684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5"/>
                  <a:ext cx="686" cy="11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1049" name="Rectangle 271">
                <a:extLst>
                  <a:ext uri="{FF2B5EF4-FFF2-40B4-BE49-F238E27FC236}">
                    <a16:creationId xmlns:a16="http://schemas.microsoft.com/office/drawing/2014/main" id="{3A9C9C43-45FB-64F1-6518-B408B59B0E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1" y="431"/>
                <a:ext cx="60" cy="2286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052" name="Freeform 272">
                <a:extLst>
                  <a:ext uri="{FF2B5EF4-FFF2-40B4-BE49-F238E27FC236}">
                    <a16:creationId xmlns:a16="http://schemas.microsoft.com/office/drawing/2014/main" id="{7FD6D90E-A7FD-1042-83EA-27BC99550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40 w 296"/>
                  <a:gd name="T3" fmla="*/ 27 h 256"/>
                  <a:gd name="T4" fmla="*/ 40 w 296"/>
                  <a:gd name="T5" fmla="*/ 49 h 256"/>
                  <a:gd name="T6" fmla="*/ 0 w 296"/>
                  <a:gd name="T7" fmla="*/ 18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53" name="Freeform 273">
                <a:extLst>
                  <a:ext uri="{FF2B5EF4-FFF2-40B4-BE49-F238E27FC236}">
                    <a16:creationId xmlns:a16="http://schemas.microsoft.com/office/drawing/2014/main" id="{43E673FB-4BDE-2BA2-D27F-55932D890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42 w 304"/>
                  <a:gd name="T3" fmla="*/ 32 h 288"/>
                  <a:gd name="T4" fmla="*/ 39 w 304"/>
                  <a:gd name="T5" fmla="*/ 57 h 288"/>
                  <a:gd name="T6" fmla="*/ 2 w 304"/>
                  <a:gd name="T7" fmla="*/ 24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2" name="Oval 274">
                <a:extLst>
                  <a:ext uri="{FF2B5EF4-FFF2-40B4-BE49-F238E27FC236}">
                    <a16:creationId xmlns:a16="http://schemas.microsoft.com/office/drawing/2014/main" id="{BA6DF41B-9818-69EF-CE3C-69C7F2506A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2" y="2611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055" name="Freeform 275">
                <a:extLst>
                  <a:ext uri="{FF2B5EF4-FFF2-40B4-BE49-F238E27FC236}">
                    <a16:creationId xmlns:a16="http://schemas.microsoft.com/office/drawing/2014/main" id="{9304A6AD-A649-1A7F-79E8-F9075A3A6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21 h 240"/>
                  <a:gd name="T2" fmla="*/ 2 w 306"/>
                  <a:gd name="T3" fmla="*/ 48 h 240"/>
                  <a:gd name="T4" fmla="*/ 42 w 306"/>
                  <a:gd name="T5" fmla="*/ 22 h 240"/>
                  <a:gd name="T6" fmla="*/ 40 w 306"/>
                  <a:gd name="T7" fmla="*/ 0 h 240"/>
                  <a:gd name="T8" fmla="*/ 0 w 306"/>
                  <a:gd name="T9" fmla="*/ 21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" name="AutoShape 276">
                <a:extLst>
                  <a:ext uri="{FF2B5EF4-FFF2-40B4-BE49-F238E27FC236}">
                    <a16:creationId xmlns:a16="http://schemas.microsoft.com/office/drawing/2014/main" id="{8162F882-BC63-E27B-062B-E2066035B8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9"/>
                <a:ext cx="1201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55" name="AutoShape 277">
                <a:extLst>
                  <a:ext uri="{FF2B5EF4-FFF2-40B4-BE49-F238E27FC236}">
                    <a16:creationId xmlns:a16="http://schemas.microsoft.com/office/drawing/2014/main" id="{2644B95C-8429-4D69-ADFC-DA17379398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0" y="2708"/>
                <a:ext cx="1071" cy="8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56" name="Oval 278">
                <a:extLst>
                  <a:ext uri="{FF2B5EF4-FFF2-40B4-BE49-F238E27FC236}">
                    <a16:creationId xmlns:a16="http://schemas.microsoft.com/office/drawing/2014/main" id="{35391BF4-FF01-F39D-A13D-51344BC8BE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81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57" name="Oval 279">
                <a:extLst>
                  <a:ext uri="{FF2B5EF4-FFF2-40B4-BE49-F238E27FC236}">
                    <a16:creationId xmlns:a16="http://schemas.microsoft.com/office/drawing/2014/main" id="{5BCEDEEE-9BEF-8F64-3A84-E9BBBEDCD5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0" y="2381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58" name="Oval 280">
                <a:extLst>
                  <a:ext uri="{FF2B5EF4-FFF2-40B4-BE49-F238E27FC236}">
                    <a16:creationId xmlns:a16="http://schemas.microsoft.com/office/drawing/2014/main" id="{15A690D0-E09D-42CC-CF52-EFCA288EF3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381"/>
                <a:ext cx="160" cy="13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59" name="Rectangle 281">
                <a:extLst>
                  <a:ext uri="{FF2B5EF4-FFF2-40B4-BE49-F238E27FC236}">
                    <a16:creationId xmlns:a16="http://schemas.microsoft.com/office/drawing/2014/main" id="{925FCE01-15A0-B769-9B76-D85C57716D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1" y="1833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</p:grpSp>
      <p:grpSp>
        <p:nvGrpSpPr>
          <p:cNvPr id="1069" name="Group 1068">
            <a:extLst>
              <a:ext uri="{FF2B5EF4-FFF2-40B4-BE49-F238E27FC236}">
                <a16:creationId xmlns:a16="http://schemas.microsoft.com/office/drawing/2014/main" id="{07352FB2-A274-47B9-DDEB-EA633273D511}"/>
              </a:ext>
            </a:extLst>
          </p:cNvPr>
          <p:cNvGrpSpPr>
            <a:grpSpLocks/>
          </p:cNvGrpSpPr>
          <p:nvPr/>
        </p:nvGrpSpPr>
        <p:grpSpPr bwMode="auto">
          <a:xfrm>
            <a:off x="8710613" y="5734050"/>
            <a:ext cx="347662" cy="681038"/>
            <a:chOff x="7923189" y="2486664"/>
            <a:chExt cx="360377" cy="884585"/>
          </a:xfrm>
        </p:grpSpPr>
        <p:pic>
          <p:nvPicPr>
            <p:cNvPr id="212000" name="Picture 3">
              <a:extLst>
                <a:ext uri="{FF2B5EF4-FFF2-40B4-BE49-F238E27FC236}">
                  <a16:creationId xmlns:a16="http://schemas.microsoft.com/office/drawing/2014/main" id="{3EBBC6B2-F846-C34C-784F-26FFDA56C9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001" name="Group 950">
              <a:extLst>
                <a:ext uri="{FF2B5EF4-FFF2-40B4-BE49-F238E27FC236}">
                  <a16:creationId xmlns:a16="http://schemas.microsoft.com/office/drawing/2014/main" id="{BFC0C0C9-7EFD-8870-1BDB-04B0354790D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002" name="Freeform 951">
                <a:extLst>
                  <a:ext uri="{FF2B5EF4-FFF2-40B4-BE49-F238E27FC236}">
                    <a16:creationId xmlns:a16="http://schemas.microsoft.com/office/drawing/2014/main" id="{DD4FBCEA-59AB-8709-8978-1BB9FB5E2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03" name="Rectangle 952">
                <a:extLst>
                  <a:ext uri="{FF2B5EF4-FFF2-40B4-BE49-F238E27FC236}">
                    <a16:creationId xmlns:a16="http://schemas.microsoft.com/office/drawing/2014/main" id="{2A490724-3063-B3ED-2BB7-69511E45E0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04" name="Freeform 953">
                <a:extLst>
                  <a:ext uri="{FF2B5EF4-FFF2-40B4-BE49-F238E27FC236}">
                    <a16:creationId xmlns:a16="http://schemas.microsoft.com/office/drawing/2014/main" id="{AE584E0C-B21F-060B-9B64-FE43C38E4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05" name="Freeform 954">
                <a:extLst>
                  <a:ext uri="{FF2B5EF4-FFF2-40B4-BE49-F238E27FC236}">
                    <a16:creationId xmlns:a16="http://schemas.microsoft.com/office/drawing/2014/main" id="{3BE1123F-7610-3DF8-7BAD-DD11C5475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06" name="Rectangle 955">
                <a:extLst>
                  <a:ext uri="{FF2B5EF4-FFF2-40B4-BE49-F238E27FC236}">
                    <a16:creationId xmlns:a16="http://schemas.microsoft.com/office/drawing/2014/main" id="{45B8DE3A-C399-BB13-EF0C-C83190A0E0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007" name="Group 956">
                <a:extLst>
                  <a:ext uri="{FF2B5EF4-FFF2-40B4-BE49-F238E27FC236}">
                    <a16:creationId xmlns:a16="http://schemas.microsoft.com/office/drawing/2014/main" id="{69712CE9-7F4D-9A66-DCE6-C5F8AE74407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032" name="AutoShape 957">
                  <a:extLst>
                    <a:ext uri="{FF2B5EF4-FFF2-40B4-BE49-F238E27FC236}">
                      <a16:creationId xmlns:a16="http://schemas.microsoft.com/office/drawing/2014/main" id="{B1451799-CFDD-09B1-84B8-81654CA1B5F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033" name="AutoShape 958">
                  <a:extLst>
                    <a:ext uri="{FF2B5EF4-FFF2-40B4-BE49-F238E27FC236}">
                      <a16:creationId xmlns:a16="http://schemas.microsoft.com/office/drawing/2014/main" id="{426714BE-21A6-D991-F3DC-3FA1B03B37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008" name="Rectangle 959">
                <a:extLst>
                  <a:ext uri="{FF2B5EF4-FFF2-40B4-BE49-F238E27FC236}">
                    <a16:creationId xmlns:a16="http://schemas.microsoft.com/office/drawing/2014/main" id="{45DD2E43-C0D6-CE8E-B84D-C9D34CAE8E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009" name="Group 960">
                <a:extLst>
                  <a:ext uri="{FF2B5EF4-FFF2-40B4-BE49-F238E27FC236}">
                    <a16:creationId xmlns:a16="http://schemas.microsoft.com/office/drawing/2014/main" id="{A1995050-93D8-6E58-A397-D3833B8D2E3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030" name="AutoShape 961">
                  <a:extLst>
                    <a:ext uri="{FF2B5EF4-FFF2-40B4-BE49-F238E27FC236}">
                      <a16:creationId xmlns:a16="http://schemas.microsoft.com/office/drawing/2014/main" id="{AF9B5F1D-6A58-5824-778C-18889E305C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031" name="AutoShape 962">
                  <a:extLst>
                    <a:ext uri="{FF2B5EF4-FFF2-40B4-BE49-F238E27FC236}">
                      <a16:creationId xmlns:a16="http://schemas.microsoft.com/office/drawing/2014/main" id="{E9D20653-BA52-18E8-0A7C-C93D5634A1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010" name="Rectangle 963">
                <a:extLst>
                  <a:ext uri="{FF2B5EF4-FFF2-40B4-BE49-F238E27FC236}">
                    <a16:creationId xmlns:a16="http://schemas.microsoft.com/office/drawing/2014/main" id="{2D887B39-44CB-4BE6-059C-92CA0AA9BD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11" name="Rectangle 964">
                <a:extLst>
                  <a:ext uri="{FF2B5EF4-FFF2-40B4-BE49-F238E27FC236}">
                    <a16:creationId xmlns:a16="http://schemas.microsoft.com/office/drawing/2014/main" id="{FBE2B579-9F6E-4FE4-4BEA-91B45C14A1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012" name="Group 965">
                <a:extLst>
                  <a:ext uri="{FF2B5EF4-FFF2-40B4-BE49-F238E27FC236}">
                    <a16:creationId xmlns:a16="http://schemas.microsoft.com/office/drawing/2014/main" id="{176AC6D2-FF0B-7224-5F70-0E0078D1467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028" name="AutoShape 966">
                  <a:extLst>
                    <a:ext uri="{FF2B5EF4-FFF2-40B4-BE49-F238E27FC236}">
                      <a16:creationId xmlns:a16="http://schemas.microsoft.com/office/drawing/2014/main" id="{8CF2EB7A-4DA6-34D3-5CD8-4109A451F7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029" name="AutoShape 967">
                  <a:extLst>
                    <a:ext uri="{FF2B5EF4-FFF2-40B4-BE49-F238E27FC236}">
                      <a16:creationId xmlns:a16="http://schemas.microsoft.com/office/drawing/2014/main" id="{0E4838FF-6669-A610-F4AA-91825A5395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013" name="Freeform 968">
                <a:extLst>
                  <a:ext uri="{FF2B5EF4-FFF2-40B4-BE49-F238E27FC236}">
                    <a16:creationId xmlns:a16="http://schemas.microsoft.com/office/drawing/2014/main" id="{498C549B-E19E-F2BE-CE87-224F15D73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014" name="Group 969">
                <a:extLst>
                  <a:ext uri="{FF2B5EF4-FFF2-40B4-BE49-F238E27FC236}">
                    <a16:creationId xmlns:a16="http://schemas.microsoft.com/office/drawing/2014/main" id="{06EC81F3-69F1-B17C-9177-CC01D794A36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026" name="AutoShape 970">
                  <a:extLst>
                    <a:ext uri="{FF2B5EF4-FFF2-40B4-BE49-F238E27FC236}">
                      <a16:creationId xmlns:a16="http://schemas.microsoft.com/office/drawing/2014/main" id="{922A9302-D137-15FF-3D2D-7F3D81C191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027" name="AutoShape 971">
                  <a:extLst>
                    <a:ext uri="{FF2B5EF4-FFF2-40B4-BE49-F238E27FC236}">
                      <a16:creationId xmlns:a16="http://schemas.microsoft.com/office/drawing/2014/main" id="{8AD1BE7B-3DE0-D3B8-9647-9040A8EF18B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015" name="Rectangle 972">
                <a:extLst>
                  <a:ext uri="{FF2B5EF4-FFF2-40B4-BE49-F238E27FC236}">
                    <a16:creationId xmlns:a16="http://schemas.microsoft.com/office/drawing/2014/main" id="{E12244AF-C034-F896-3391-BE92900F18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16" name="Freeform 973">
                <a:extLst>
                  <a:ext uri="{FF2B5EF4-FFF2-40B4-BE49-F238E27FC236}">
                    <a16:creationId xmlns:a16="http://schemas.microsoft.com/office/drawing/2014/main" id="{8AC9C4D9-1802-4A17-DC25-0C4178E5C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17" name="Freeform 974">
                <a:extLst>
                  <a:ext uri="{FF2B5EF4-FFF2-40B4-BE49-F238E27FC236}">
                    <a16:creationId xmlns:a16="http://schemas.microsoft.com/office/drawing/2014/main" id="{EB220F48-172F-3363-C61F-7CD7B84F3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18" name="Oval 975">
                <a:extLst>
                  <a:ext uri="{FF2B5EF4-FFF2-40B4-BE49-F238E27FC236}">
                    <a16:creationId xmlns:a16="http://schemas.microsoft.com/office/drawing/2014/main" id="{DB82DC9E-68B2-4AA6-A8D7-E57A925C48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19" name="Freeform 976">
                <a:extLst>
                  <a:ext uri="{FF2B5EF4-FFF2-40B4-BE49-F238E27FC236}">
                    <a16:creationId xmlns:a16="http://schemas.microsoft.com/office/drawing/2014/main" id="{9212A457-23AB-82B8-8094-355164374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20" name="AutoShape 977">
                <a:extLst>
                  <a:ext uri="{FF2B5EF4-FFF2-40B4-BE49-F238E27FC236}">
                    <a16:creationId xmlns:a16="http://schemas.microsoft.com/office/drawing/2014/main" id="{F25B0043-8CD2-6F71-0BDB-26DE1D6ABD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21" name="AutoShape 978">
                <a:extLst>
                  <a:ext uri="{FF2B5EF4-FFF2-40B4-BE49-F238E27FC236}">
                    <a16:creationId xmlns:a16="http://schemas.microsoft.com/office/drawing/2014/main" id="{A5D620A1-8225-29AA-497A-C96C277F12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22" name="Oval 979">
                <a:extLst>
                  <a:ext uri="{FF2B5EF4-FFF2-40B4-BE49-F238E27FC236}">
                    <a16:creationId xmlns:a16="http://schemas.microsoft.com/office/drawing/2014/main" id="{ECC00EB0-4FAC-F825-8C75-3C681D6465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23" name="Oval 980">
                <a:extLst>
                  <a:ext uri="{FF2B5EF4-FFF2-40B4-BE49-F238E27FC236}">
                    <a16:creationId xmlns:a16="http://schemas.microsoft.com/office/drawing/2014/main" id="{ED4B2BD5-BA8B-7BBF-F7EA-D6981A65D8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24" name="Oval 981">
                <a:extLst>
                  <a:ext uri="{FF2B5EF4-FFF2-40B4-BE49-F238E27FC236}">
                    <a16:creationId xmlns:a16="http://schemas.microsoft.com/office/drawing/2014/main" id="{992CE721-9CB4-6794-8379-EA5F00E899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25" name="Rectangle 982">
                <a:extLst>
                  <a:ext uri="{FF2B5EF4-FFF2-40B4-BE49-F238E27FC236}">
                    <a16:creationId xmlns:a16="http://schemas.microsoft.com/office/drawing/2014/main" id="{7B84F5FC-B53A-F04C-4F18-9160553D3F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323F2309-270E-5F6A-6476-835694830AD7}"/>
              </a:ext>
            </a:extLst>
          </p:cNvPr>
          <p:cNvGrpSpPr>
            <a:grpSpLocks/>
          </p:cNvGrpSpPr>
          <p:nvPr/>
        </p:nvGrpSpPr>
        <p:grpSpPr bwMode="auto">
          <a:xfrm>
            <a:off x="1751013" y="3719513"/>
            <a:ext cx="982662" cy="1585912"/>
            <a:chOff x="226804" y="3719080"/>
            <a:chExt cx="982820" cy="1586234"/>
          </a:xfrm>
        </p:grpSpPr>
        <p:pic>
          <p:nvPicPr>
            <p:cNvPr id="211997" name="Picture 9">
              <a:extLst>
                <a:ext uri="{FF2B5EF4-FFF2-40B4-BE49-F238E27FC236}">
                  <a16:creationId xmlns:a16="http://schemas.microsoft.com/office/drawing/2014/main" id="{0CBCA98F-BD71-A7AF-616A-F56F0A1004E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3109" y="5014480"/>
              <a:ext cx="405029" cy="2908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1998" name="Cloud Callout 16">
              <a:extLst>
                <a:ext uri="{FF2B5EF4-FFF2-40B4-BE49-F238E27FC236}">
                  <a16:creationId xmlns:a16="http://schemas.microsoft.com/office/drawing/2014/main" id="{31E285F7-655C-CD1D-366A-FE2B1AB02F7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226804" y="3719080"/>
              <a:ext cx="982820" cy="514019"/>
            </a:xfrm>
            <a:prstGeom prst="cloudCallout">
              <a:avLst>
                <a:gd name="adj1" fmla="val -7606"/>
                <a:gd name="adj2" fmla="val 147866"/>
              </a:avLst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pic>
          <p:nvPicPr>
            <p:cNvPr id="211999" name="Picture 18" descr="madman.jpg">
              <a:extLst>
                <a:ext uri="{FF2B5EF4-FFF2-40B4-BE49-F238E27FC236}">
                  <a16:creationId xmlns:a16="http://schemas.microsoft.com/office/drawing/2014/main" id="{25B3A2D1-1CD4-52CF-741F-676AC821C3F9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7767" y="3870258"/>
              <a:ext cx="767350" cy="2116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11984" name="Content Placeholder 12">
            <a:extLst>
              <a:ext uri="{FF2B5EF4-FFF2-40B4-BE49-F238E27FC236}">
                <a16:creationId xmlns:a16="http://schemas.microsoft.com/office/drawing/2014/main" id="{9D2E3D78-C4A9-99FC-B45D-3C929952F182}"/>
              </a:ext>
            </a:extLst>
          </p:cNvPr>
          <p:cNvSpPr txBox="1">
            <a:spLocks/>
          </p:cNvSpPr>
          <p:nvPr/>
        </p:nvSpPr>
        <p:spPr bwMode="auto">
          <a:xfrm>
            <a:off x="1109771" y="1064063"/>
            <a:ext cx="9901388" cy="9265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87338" indent="-28733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681038" indent="-22383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287338" marR="0" lvl="0" indent="-287338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Client may choose different rate or copy if</a:t>
            </a:r>
            <a:r>
              <a:rPr lang="en-US" altLang="en-US" sz="2800" dirty="0">
                <a:solidFill>
                  <a:srgbClr val="00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 network is congested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ＭＳ Ｐゴシック" panose="020B0600070205080204" pitchFamily="34" charset="-128"/>
              <a:cs typeface="Calibri" panose="020F0502020204030204" pitchFamily="34" charset="0"/>
            </a:endParaRPr>
          </a:p>
        </p:txBody>
      </p:sp>
      <p:sp>
        <p:nvSpPr>
          <p:cNvPr id="670" name="Slide Number Placeholder 2">
            <a:extLst>
              <a:ext uri="{FF2B5EF4-FFF2-40B4-BE49-F238E27FC236}">
                <a16:creationId xmlns:a16="http://schemas.microsoft.com/office/drawing/2014/main" id="{2658E8D5-5F58-535B-4F44-2A31529FFF7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100" kern="1200">
                <a:solidFill>
                  <a:schemeClr val="bg1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Transport Layer: 3-</a:t>
            </a:r>
            <a:fld id="{C4204591-24BD-A542-B9D5-F8D8A88D2FEE}" type="slidenum">
              <a:rPr lang="en-US" smtClean="0"/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67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DC37DA48-9ABE-3AEA-6F7B-8EB60F43AFA6}"/>
              </a:ext>
            </a:extLst>
          </p:cNvPr>
          <p:cNvGrpSpPr>
            <a:grpSpLocks/>
          </p:cNvGrpSpPr>
          <p:nvPr/>
        </p:nvGrpSpPr>
        <p:grpSpPr bwMode="auto">
          <a:xfrm>
            <a:off x="1291504" y="5455799"/>
            <a:ext cx="1279525" cy="338138"/>
            <a:chOff x="5931471" y="-30236"/>
            <a:chExt cx="1279747" cy="338971"/>
          </a:xfrm>
        </p:grpSpPr>
        <p:sp>
          <p:nvSpPr>
            <p:cNvPr id="5" name="Rectangle 1113">
              <a:extLst>
                <a:ext uri="{FF2B5EF4-FFF2-40B4-BE49-F238E27FC236}">
                  <a16:creationId xmlns:a16="http://schemas.microsoft.com/office/drawing/2014/main" id="{D3DC444F-ED89-8903-EDD3-9050EBF77C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57398" y="13898"/>
              <a:ext cx="1225865" cy="258229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" name="TextBox 1114">
              <a:extLst>
                <a:ext uri="{FF2B5EF4-FFF2-40B4-BE49-F238E27FC236}">
                  <a16:creationId xmlns:a16="http://schemas.microsoft.com/office/drawing/2014/main" id="{FB27E703-4237-9C6A-FD0F-17DDF0E579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1471" y="-30236"/>
              <a:ext cx="1279747" cy="3389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manifest file</a:t>
              </a:r>
            </a:p>
          </p:txBody>
        </p:sp>
      </p:grpSp>
      <p:sp>
        <p:nvSpPr>
          <p:cNvPr id="2" name="Freeform 1">
            <a:extLst>
              <a:ext uri="{FF2B5EF4-FFF2-40B4-BE49-F238E27FC236}">
                <a16:creationId xmlns:a16="http://schemas.microsoft.com/office/drawing/2014/main" id="{0630E32D-35AC-A809-5273-B44A01FFCAEB}"/>
              </a:ext>
            </a:extLst>
          </p:cNvPr>
          <p:cNvSpPr>
            <a:spLocks/>
          </p:cNvSpPr>
          <p:nvPr/>
        </p:nvSpPr>
        <p:spPr bwMode="auto">
          <a:xfrm flipV="1">
            <a:off x="2624139" y="5127626"/>
            <a:ext cx="2166937" cy="709613"/>
          </a:xfrm>
          <a:custGeom>
            <a:avLst/>
            <a:gdLst>
              <a:gd name="T0" fmla="*/ 1752991 w 1898925"/>
              <a:gd name="T1" fmla="*/ 0 h 980345"/>
              <a:gd name="T2" fmla="*/ 2822161 w 1898925"/>
              <a:gd name="T3" fmla="*/ 227646 h 980345"/>
              <a:gd name="T4" fmla="*/ 2173683 w 1898925"/>
              <a:gd name="T5" fmla="*/ 258645 h 980345"/>
              <a:gd name="T6" fmla="*/ 1262389 w 1898925"/>
              <a:gd name="T7" fmla="*/ 362755 h 980345"/>
              <a:gd name="T8" fmla="*/ 0 w 1898925"/>
              <a:gd name="T9" fmla="*/ 371335 h 98034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898925" h="980345">
                <a:moveTo>
                  <a:pt x="1179521" y="0"/>
                </a:moveTo>
                <a:lnTo>
                  <a:pt x="1898925" y="600997"/>
                </a:lnTo>
                <a:lnTo>
                  <a:pt x="1462589" y="682836"/>
                </a:lnTo>
                <a:cubicBezTo>
                  <a:pt x="1258197" y="730637"/>
                  <a:pt x="1110581" y="844165"/>
                  <a:pt x="849414" y="957692"/>
                </a:cubicBezTo>
                <a:lnTo>
                  <a:pt x="0" y="980345"/>
                </a:lnTo>
              </a:path>
            </a:pathLst>
          </a:cu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578470533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A63DB1A-3139-8AB8-D07B-3D338E06A1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2228DF4-1D0B-1A4B-2DB3-DF4A776B12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Application layer: Learning objectives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69FFEFB-DF00-C613-26C3-12A426551C3F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pPr marL="0" indent="0">
              <a:buNone/>
            </a:pPr>
            <a:r>
              <a:rPr lang="en-US" dirty="0"/>
              <a:t>A broad look, introducing key concepts and terminology</a:t>
            </a:r>
          </a:p>
          <a:p>
            <a:r>
              <a:rPr lang="en-US" dirty="0"/>
              <a:t>Principles of network applications</a:t>
            </a:r>
            <a:endParaRPr lang="en-US" altLang="en-US" sz="2800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Web and HTTP</a:t>
            </a:r>
            <a:endParaRPr lang="en-US" altLang="en-US" sz="2800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The Domain Name System</a:t>
            </a:r>
            <a:endParaRPr lang="en-US" altLang="en-US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Video streaming and content distribution networks</a:t>
            </a:r>
          </a:p>
          <a:p>
            <a:pPr marL="0" indent="0">
              <a:buNone/>
            </a:pPr>
            <a:endParaRPr lang="en-US" dirty="0"/>
          </a:p>
          <a:p>
            <a:pPr marL="0" indent="0">
              <a:buNone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90605314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Picture 10" descr="Screenshot of table of contents for Chapter 3">
            <a:extLst>
              <a:ext uri="{FF2B5EF4-FFF2-40B4-BE49-F238E27FC236}">
                <a16:creationId xmlns:a16="http://schemas.microsoft.com/office/drawing/2014/main" id="{EC6C4F49-CC98-488A-CADA-EE0079002D3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413457" y="1212267"/>
            <a:ext cx="5689600" cy="54483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45D2C614-69D2-7153-BE81-7161C666CA4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38997"/>
            <a:ext cx="10515600" cy="1325563"/>
          </a:xfrm>
        </p:spPr>
        <p:txBody>
          <a:bodyPr/>
          <a:lstStyle/>
          <a:p>
            <a:r>
              <a:rPr lang="en-US" dirty="0"/>
              <a:t>Week after Spring Break: The Transport Layer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4E369B4F-E5FF-EE10-A980-C2CE3B00401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6235571" y="2579040"/>
            <a:ext cx="5867486" cy="761059"/>
          </a:xfrm>
          <a:prstGeom prst="rect">
            <a:avLst/>
          </a:prstGeom>
          <a:solidFill>
            <a:schemeClr val="bg2">
              <a:lumMod val="90000"/>
              <a:alpha val="33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49F1C72-2D1F-ED6F-7191-BD5FBD0FF357}"/>
              </a:ext>
            </a:extLst>
          </p:cNvPr>
          <p:cNvSpPr txBox="1"/>
          <p:nvPr/>
        </p:nvSpPr>
        <p:spPr>
          <a:xfrm>
            <a:off x="3734720" y="4650057"/>
            <a:ext cx="1961002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dirty="0"/>
              <a:t>Please read Sections 3.1-3.3, 3.5.1-3.5.2, and skim 3.8 and 3.9 </a:t>
            </a:r>
            <a:endParaRPr lang="en-US" i="1" dirty="0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1B282E57-897F-C5DC-DD9C-E4C041213E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642" y="5707360"/>
            <a:ext cx="3981504" cy="10633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1800" dirty="0">
                <a:latin typeface="+mn-lt"/>
              </a:rPr>
              <a:t>Computer Networking: A Top-Down Approach . 8</a:t>
            </a:r>
            <a:r>
              <a:rPr lang="en-US" altLang="en-US" sz="1800" baseline="30000" dirty="0">
                <a:latin typeface="+mn-lt"/>
              </a:rPr>
              <a:t>th</a:t>
            </a:r>
            <a:r>
              <a:rPr lang="en-US" altLang="en-US" sz="1800" dirty="0">
                <a:latin typeface="+mn-lt"/>
              </a:rPr>
              <a:t> edition 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Jim Kurose, Keith Ross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Pearson, 2020</a:t>
            </a:r>
          </a:p>
        </p:txBody>
      </p:sp>
      <p:pic>
        <p:nvPicPr>
          <p:cNvPr id="6" name="Picture 5" descr="Textbook cover: Computer Networking: A Top-Down Approach, 8th edition.">
            <a:extLst>
              <a:ext uri="{FF2B5EF4-FFF2-40B4-BE49-F238E27FC236}">
                <a16:creationId xmlns:a16="http://schemas.microsoft.com/office/drawing/2014/main" id="{24320224-E3B4-C3BF-8786-FF32AEC9CFA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59642" y="1746361"/>
            <a:ext cx="3040743" cy="3800929"/>
          </a:xfrm>
          <a:prstGeom prst="rect">
            <a:avLst/>
          </a:prstGeom>
        </p:spPr>
      </p:pic>
      <p:sp>
        <p:nvSpPr>
          <p:cNvPr id="10" name="Rectangle 9">
            <a:extLst>
              <a:ext uri="{FF2B5EF4-FFF2-40B4-BE49-F238E27FC236}">
                <a16:creationId xmlns:a16="http://schemas.microsoft.com/office/drawing/2014/main" id="{223CF9A2-5F86-5389-4939-5ACB6CD4F65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6235571" y="3804976"/>
            <a:ext cx="5867486" cy="1840757"/>
          </a:xfrm>
          <a:prstGeom prst="rect">
            <a:avLst/>
          </a:prstGeom>
          <a:solidFill>
            <a:schemeClr val="bg2">
              <a:lumMod val="90000"/>
              <a:alpha val="33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50601911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12115</TotalTime>
  <Words>5068</Words>
  <Application>Microsoft Macintosh PowerPoint</Application>
  <PresentationFormat>Widescreen</PresentationFormat>
  <Paragraphs>1081</Paragraphs>
  <Slides>69</Slides>
  <Notes>60</Notes>
  <HiddenSlides>0</HiddenSlides>
  <MMClips>0</MMClips>
  <ScaleCrop>false</ScaleCrop>
  <HeadingPairs>
    <vt:vector size="6" baseType="variant">
      <vt:variant>
        <vt:lpstr>Fonts Used</vt:lpstr>
      </vt:variant>
      <vt:variant>
        <vt:i4>14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69</vt:i4>
      </vt:variant>
    </vt:vector>
  </HeadingPairs>
  <TitlesOfParts>
    <vt:vector size="84" baseType="lpstr">
      <vt:lpstr>ＭＳ Ｐゴシック</vt:lpstr>
      <vt:lpstr>Aptos</vt:lpstr>
      <vt:lpstr>Aptos Display</vt:lpstr>
      <vt:lpstr>Arial</vt:lpstr>
      <vt:lpstr>Avenir</vt:lpstr>
      <vt:lpstr>Calibri</vt:lpstr>
      <vt:lpstr>Comic Sans MS</vt:lpstr>
      <vt:lpstr>Courier</vt:lpstr>
      <vt:lpstr>Courier New</vt:lpstr>
      <vt:lpstr>Gill Sans MT</vt:lpstr>
      <vt:lpstr>Tahoma</vt:lpstr>
      <vt:lpstr>Times New Roman</vt:lpstr>
      <vt:lpstr>Wingdings</vt:lpstr>
      <vt:lpstr>ZapfDingbats</vt:lpstr>
      <vt:lpstr>Office Theme</vt:lpstr>
      <vt:lpstr>INST 346 Spring 2025</vt:lpstr>
      <vt:lpstr>Application layer: Learning objectives</vt:lpstr>
      <vt:lpstr>Principles of network applications</vt:lpstr>
      <vt:lpstr>Some network apps</vt:lpstr>
      <vt:lpstr>Creating a network app</vt:lpstr>
      <vt:lpstr>Client-server paradigm</vt:lpstr>
      <vt:lpstr>Peer-peer architecture</vt:lpstr>
      <vt:lpstr>Processes communicating</vt:lpstr>
      <vt:lpstr>Sockets</vt:lpstr>
      <vt:lpstr>Addressing processes</vt:lpstr>
      <vt:lpstr>An application-layer protocol defines:</vt:lpstr>
      <vt:lpstr>What transport service does an app need?</vt:lpstr>
      <vt:lpstr>Transport service requirements: common apps</vt:lpstr>
      <vt:lpstr>Internet transport protocols services</vt:lpstr>
      <vt:lpstr>Securing TCP</vt:lpstr>
      <vt:lpstr>HTTP: Hypertext Transfer Protocol</vt:lpstr>
      <vt:lpstr>Web and HTTP: Review of basic idea</vt:lpstr>
      <vt:lpstr>HTTP overview</vt:lpstr>
      <vt:lpstr>HTTP overview (continued)</vt:lpstr>
      <vt:lpstr>HTTP connections: two types</vt:lpstr>
      <vt:lpstr>Non-persistent HTTP: example</vt:lpstr>
      <vt:lpstr>Non-persistent HTTP: example (cont.)</vt:lpstr>
      <vt:lpstr>Persistent HTTP</vt:lpstr>
      <vt:lpstr>HTTP request message</vt:lpstr>
      <vt:lpstr>HTTP request message: general format</vt:lpstr>
      <vt:lpstr>Other HTTP request messages</vt:lpstr>
      <vt:lpstr>HTTP response message</vt:lpstr>
      <vt:lpstr>HTTP response status codes</vt:lpstr>
      <vt:lpstr>Maintaining user/server state: cookies</vt:lpstr>
      <vt:lpstr>Maintaining user/server state: cookies</vt:lpstr>
      <vt:lpstr>HTTP cookies: comments</vt:lpstr>
      <vt:lpstr>Web caches (1)</vt:lpstr>
      <vt:lpstr>Web caches (2)</vt:lpstr>
      <vt:lpstr>Web caches (3)</vt:lpstr>
      <vt:lpstr>Web caches (aka proxy servers)</vt:lpstr>
      <vt:lpstr>HTTP/2 and HTTP/3</vt:lpstr>
      <vt:lpstr>HTTP/2: mitigating Head of Line (HOL) blocking</vt:lpstr>
      <vt:lpstr>HTTP/2: mitigating HOL blocking</vt:lpstr>
      <vt:lpstr>DNS: Domain Name System</vt:lpstr>
      <vt:lpstr>DNS: Domain Name System</vt:lpstr>
      <vt:lpstr>DNS: services, structure</vt:lpstr>
      <vt:lpstr>DNS: a distributed, hierarchical database</vt:lpstr>
      <vt:lpstr>DNS: root name servers</vt:lpstr>
      <vt:lpstr>DNS: root name servers</vt:lpstr>
      <vt:lpstr>Top-Level Domain, and authoritative servers</vt:lpstr>
      <vt:lpstr>Local DNS name servers</vt:lpstr>
      <vt:lpstr>DNS name resolution: iterated query</vt:lpstr>
      <vt:lpstr>DNS name resolution: recursive query</vt:lpstr>
      <vt:lpstr>Caching DNS Information</vt:lpstr>
      <vt:lpstr>DNS records</vt:lpstr>
      <vt:lpstr>Inserting records into DNS</vt:lpstr>
      <vt:lpstr>DNS security</vt:lpstr>
      <vt:lpstr>Video Streaming and Content Delivery Network</vt:lpstr>
      <vt:lpstr>Video Streaming and CDNs: context</vt:lpstr>
      <vt:lpstr>Streaming stored video</vt:lpstr>
      <vt:lpstr>Streaming stored video</vt:lpstr>
      <vt:lpstr>Streaming stored video: challenges</vt:lpstr>
      <vt:lpstr>Streaming stored video: playout buffering</vt:lpstr>
      <vt:lpstr>Streaming multimedia: DASH</vt:lpstr>
      <vt:lpstr>Streaming multimedia: DASH</vt:lpstr>
      <vt:lpstr>Content distribution networks (CDNs)</vt:lpstr>
      <vt:lpstr>Content distribution networks (CDNs)</vt:lpstr>
      <vt:lpstr>Example: Netflix (1)</vt:lpstr>
      <vt:lpstr>Example: Netflix (2)</vt:lpstr>
      <vt:lpstr>Example: Netflix (3)</vt:lpstr>
      <vt:lpstr>Example: Netflix (4)</vt:lpstr>
      <vt:lpstr>Example: Netflix (5)</vt:lpstr>
      <vt:lpstr>Application layer: Learning objectives</vt:lpstr>
      <vt:lpstr>Week after Spring Break: The Transport Layer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Keith Ansel Marzullo</dc:creator>
  <cp:lastModifiedBy>Myles Javonni Sartor</cp:lastModifiedBy>
  <cp:revision>37</cp:revision>
  <dcterms:created xsi:type="dcterms:W3CDTF">2024-12-31T16:59:50Z</dcterms:created>
  <dcterms:modified xsi:type="dcterms:W3CDTF">2025-03-10T20:32:42Z</dcterms:modified>
</cp:coreProperties>
</file>