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99"/>
  </p:notesMasterIdLst>
  <p:sldIdLst>
    <p:sldId id="256" r:id="rId2"/>
    <p:sldId id="263" r:id="rId3"/>
    <p:sldId id="1255" r:id="rId4"/>
    <p:sldId id="1256" r:id="rId5"/>
    <p:sldId id="1263" r:id="rId6"/>
    <p:sldId id="1058" r:id="rId7"/>
    <p:sldId id="1195" r:id="rId8"/>
    <p:sldId id="1264" r:id="rId9"/>
    <p:sldId id="1265" r:id="rId10"/>
    <p:sldId id="1266" r:id="rId11"/>
    <p:sldId id="1267" r:id="rId12"/>
    <p:sldId id="1200" r:id="rId13"/>
    <p:sldId id="1240" r:id="rId14"/>
    <p:sldId id="1202" r:id="rId15"/>
    <p:sldId id="1061" r:id="rId16"/>
    <p:sldId id="1268" r:id="rId17"/>
    <p:sldId id="1062" r:id="rId18"/>
    <p:sldId id="277" r:id="rId19"/>
    <p:sldId id="1270" r:id="rId20"/>
    <p:sldId id="1271" r:id="rId21"/>
    <p:sldId id="1269" r:id="rId22"/>
    <p:sldId id="1128" r:id="rId23"/>
    <p:sldId id="1272" r:id="rId24"/>
    <p:sldId id="1273" r:id="rId25"/>
    <p:sldId id="1274" r:id="rId26"/>
    <p:sldId id="258" r:id="rId27"/>
    <p:sldId id="1275" r:id="rId28"/>
    <p:sldId id="1077" r:id="rId29"/>
    <p:sldId id="1277" r:id="rId30"/>
    <p:sldId id="1278" r:id="rId31"/>
    <p:sldId id="1276" r:id="rId32"/>
    <p:sldId id="1279" r:id="rId33"/>
    <p:sldId id="1078" r:id="rId34"/>
    <p:sldId id="1280" r:id="rId35"/>
    <p:sldId id="1282" r:id="rId36"/>
    <p:sldId id="1081" r:id="rId37"/>
    <p:sldId id="1283" r:id="rId38"/>
    <p:sldId id="1284" r:id="rId39"/>
    <p:sldId id="1082" r:id="rId40"/>
    <p:sldId id="1083" r:id="rId41"/>
    <p:sldId id="1285" r:id="rId42"/>
    <p:sldId id="1084" r:id="rId43"/>
    <p:sldId id="1287" r:id="rId44"/>
    <p:sldId id="1288" r:id="rId45"/>
    <p:sldId id="1286" r:id="rId46"/>
    <p:sldId id="1085" r:id="rId47"/>
    <p:sldId id="1290" r:id="rId48"/>
    <p:sldId id="1291" r:id="rId49"/>
    <p:sldId id="1086" r:id="rId50"/>
    <p:sldId id="1087" r:id="rId51"/>
    <p:sldId id="1292" r:id="rId52"/>
    <p:sldId id="1088" r:id="rId53"/>
    <p:sldId id="1293" r:id="rId54"/>
    <p:sldId id="1089" r:id="rId55"/>
    <p:sldId id="1294" r:id="rId56"/>
    <p:sldId id="1295" r:id="rId57"/>
    <p:sldId id="1296" r:id="rId58"/>
    <p:sldId id="1297" r:id="rId59"/>
    <p:sldId id="1299" r:id="rId60"/>
    <p:sldId id="1300" r:id="rId61"/>
    <p:sldId id="1301" r:id="rId62"/>
    <p:sldId id="1302" r:id="rId63"/>
    <p:sldId id="1304" r:id="rId64"/>
    <p:sldId id="1091" r:id="rId65"/>
    <p:sldId id="1093" r:id="rId66"/>
    <p:sldId id="1306" r:id="rId67"/>
    <p:sldId id="1308" r:id="rId68"/>
    <p:sldId id="1307" r:id="rId69"/>
    <p:sldId id="1092" r:id="rId70"/>
    <p:sldId id="1309" r:id="rId71"/>
    <p:sldId id="1310" r:id="rId72"/>
    <p:sldId id="1095" r:id="rId73"/>
    <p:sldId id="1311" r:id="rId74"/>
    <p:sldId id="1312" r:id="rId75"/>
    <p:sldId id="1313" r:id="rId76"/>
    <p:sldId id="1097" r:id="rId77"/>
    <p:sldId id="1099" r:id="rId78"/>
    <p:sldId id="1100" r:id="rId79"/>
    <p:sldId id="1102" r:id="rId80"/>
    <p:sldId id="1101" r:id="rId81"/>
    <p:sldId id="1314" r:id="rId82"/>
    <p:sldId id="1315" r:id="rId83"/>
    <p:sldId id="1103" r:id="rId84"/>
    <p:sldId id="1105" r:id="rId85"/>
    <p:sldId id="1107" r:id="rId86"/>
    <p:sldId id="1108" r:id="rId87"/>
    <p:sldId id="1241" r:id="rId88"/>
    <p:sldId id="1120" r:id="rId89"/>
    <p:sldId id="1121" r:id="rId90"/>
    <p:sldId id="1221" r:id="rId91"/>
    <p:sldId id="1122" r:id="rId92"/>
    <p:sldId id="1123" r:id="rId93"/>
    <p:sldId id="1125" r:id="rId94"/>
    <p:sldId id="1223" r:id="rId95"/>
    <p:sldId id="1224" r:id="rId96"/>
    <p:sldId id="1127" r:id="rId97"/>
    <p:sldId id="1201" r:id="rId9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FFDF"/>
    <a:srgbClr val="FFFCF5"/>
    <a:srgbClr val="F8F6F4"/>
    <a:srgbClr val="F8F6E3"/>
    <a:srgbClr val="F5F3D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5596"/>
    <p:restoredTop sz="94694"/>
  </p:normalViewPr>
  <p:slideViewPr>
    <p:cSldViewPr snapToGrid="0">
      <p:cViewPr varScale="1">
        <p:scale>
          <a:sx n="88" d="100"/>
          <a:sy n="88" d="100"/>
        </p:scale>
        <p:origin x="184" y="896"/>
      </p:cViewPr>
      <p:guideLst/>
    </p:cSldViewPr>
  </p:slideViewPr>
  <p:outlineViewPr>
    <p:cViewPr>
      <p:scale>
        <a:sx n="33" d="100"/>
        <a:sy n="33" d="100"/>
      </p:scale>
      <p:origin x="0" y="-15208"/>
    </p:cViewPr>
  </p:outlineViewPr>
  <p:notesTextViewPr>
    <p:cViewPr>
      <p:scale>
        <a:sx n="1" d="1"/>
        <a:sy n="1" d="1"/>
      </p:scale>
      <p:origin x="0" y="0"/>
    </p:cViewPr>
  </p:notesTextViewPr>
  <p:sorterViewPr>
    <p:cViewPr>
      <p:scale>
        <a:sx n="80" d="100"/>
        <a:sy n="8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theme" Target="theme/theme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notesMaster" Target="notesMasters/notesMaster1.xml"/><Relationship Id="rId10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D626453-750E-724B-BE6B-DF4ECAD2EAD3}" type="datetimeFigureOut">
              <a:rPr lang="en-US" smtClean="0"/>
              <a:t>4/7/25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DF08047-D801-1648-BFB7-E42211166F3B}" type="slidenum">
              <a:rPr lang="en-US" smtClean="0"/>
              <a:t>‹#›</a:t>
            </a:fld>
            <a:endParaRPr lang="en-US"/>
          </a:p>
        </p:txBody>
      </p:sp>
    </p:spTree>
    <p:extLst>
      <p:ext uri="{BB962C8B-B14F-4D97-AF65-F5344CB8AC3E}">
        <p14:creationId xmlns:p14="http://schemas.microsoft.com/office/powerpoint/2010/main" val="33667949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DF08047-D801-1648-BFB7-E42211166F3B}" type="slidenum">
              <a:rPr lang="en-US" smtClean="0"/>
              <a:t>1</a:t>
            </a:fld>
            <a:endParaRPr lang="en-US"/>
          </a:p>
        </p:txBody>
      </p:sp>
    </p:spTree>
    <p:extLst>
      <p:ext uri="{BB962C8B-B14F-4D97-AF65-F5344CB8AC3E}">
        <p14:creationId xmlns:p14="http://schemas.microsoft.com/office/powerpoint/2010/main" val="9729589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DF08047-D801-1648-BFB7-E42211166F3B}" type="slidenum">
              <a:rPr lang="en-US" smtClean="0"/>
              <a:t>2</a:t>
            </a:fld>
            <a:endParaRPr lang="en-US"/>
          </a:p>
        </p:txBody>
      </p:sp>
    </p:spTree>
    <p:extLst>
      <p:ext uri="{BB962C8B-B14F-4D97-AF65-F5344CB8AC3E}">
        <p14:creationId xmlns:p14="http://schemas.microsoft.com/office/powerpoint/2010/main" val="33335955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DF08047-D801-1648-BFB7-E42211166F3B}" type="slidenum">
              <a:rPr lang="en-US" smtClean="0"/>
              <a:t>3</a:t>
            </a:fld>
            <a:endParaRPr lang="en-US"/>
          </a:p>
        </p:txBody>
      </p:sp>
    </p:spTree>
    <p:extLst>
      <p:ext uri="{BB962C8B-B14F-4D97-AF65-F5344CB8AC3E}">
        <p14:creationId xmlns:p14="http://schemas.microsoft.com/office/powerpoint/2010/main" val="278950901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75A2EF-B887-1D68-74BF-A95A640487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7A72A4-28C0-78F7-7BD1-CD33745C654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A596F74-7295-AFAB-8648-DC3F21F3985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9F21A99-4ACE-E7D1-9D4B-0B2C188209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287964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A76512-823E-873F-FA27-FE78EE83B7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A705D1-34A5-D6AA-A27D-006500BAF1B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DE7C889-6A66-B7CF-E354-18B5E45AF1C8}"/>
              </a:ext>
            </a:extLst>
          </p:cNvPr>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a:extLst>
              <a:ext uri="{FF2B5EF4-FFF2-40B4-BE49-F238E27FC236}">
                <a16:creationId xmlns:a16="http://schemas.microsoft.com/office/drawing/2014/main" id="{EB755997-3BAA-DF04-804F-C95DFBC4695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27209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90C495-0751-8184-7EED-4D5E3442EE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82E3652-E4E9-F1C6-D8F8-0762AC6B5BE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4BFCDC5-1D9A-66A9-11F2-A2505CFFBA6E}"/>
              </a:ext>
            </a:extLst>
          </p:cNvPr>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a:extLst>
              <a:ext uri="{FF2B5EF4-FFF2-40B4-BE49-F238E27FC236}">
                <a16:creationId xmlns:a16="http://schemas.microsoft.com/office/drawing/2014/main" id="{925FC7D3-E763-C712-230B-D9F4AD70D0C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577548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F77263-775D-42E2-ACBD-DB60531F1A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6A26B5A-E88F-94B4-07A4-931AFF8EA8D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B395417-A4C3-D74C-D3C6-9A3655CC56B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3BB4050-4F80-F877-31E8-1EE9AC8B18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7487928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BB274F-BBA3-5B5C-3E38-6148A2BA7A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683D16C-4CA5-FF92-9A16-961CC9602C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DAD528-E07D-7E71-EDC7-CBD8B519892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8CD23AE-42FE-CDFE-983D-D40643DC809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956317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F52151-F675-7F96-1192-103193201F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516E74-E81B-EA09-54E5-32C94BCAA3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4723E3E-7BB3-E603-575D-5F283EAEA64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1F13178-0078-9EFA-A658-DA589A669E8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982872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5EA8F0-FD60-A252-A24A-77878BFC34C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02CEB5-0720-0AFD-A2EA-2A5CDED19CF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6F2B045-EA41-4067-0AC5-EA2416F29C7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6458CF7-E797-1A54-03E3-CFE77986328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479385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6C62C0-674D-E6C7-4E62-37A191F2D0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CF468C-9BC6-AA21-D21E-64A10188EB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393906-619E-F2C3-9EF3-F1B63C7890F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1A11EF3-A07E-66A9-8EE2-DEF923A4ED4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08664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9D7C71-4F7A-AE78-FE3D-C24754FD85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4E1B0F-5F6A-B0CC-C338-82D247613F8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597ED01-F73A-6E78-7E28-87FDA6F43DE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46D7112-B401-1A93-3B10-E47382135F3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916272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8A59E6-9ED9-585A-0611-4F116017AA3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A9E33A-6A4D-E2A9-B299-FEF083F510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9F0F04B-B342-B92C-58D7-F80F3D963D8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B797353-4545-B9E5-BD6F-73EC44D74A4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356615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3B38D0-5E80-42D1-87DF-18940B5A12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6028FE-BD0C-9036-50E1-9DCDBBEBE2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73B62D8-A38E-2D9A-101A-1800CB8506B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1405378-AFC1-7ECD-C597-13E41C1148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98642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BB00B3-8889-6019-5DAD-E2885A6624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70013A-050A-18F6-4C77-05E218D94E1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FF710A-5074-9021-4BBB-2497A36CD4B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5D47102-9BF6-4529-A71D-BA140EF4CA7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4920296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231224-FDC9-46BC-0CBD-2741090327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02FB7E-4A8A-FE42-7DEF-B84433C44CE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19C4DE9-0C09-5A98-F1C2-2BD1532F95A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4D375C1-8817-B4CE-0128-ECEAD159B7E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246299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211476-2DCD-2CD6-2B06-73C3260540D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AC110B2-CEFC-DBBA-CC7C-3BFE22AD16C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451515F-670A-3A50-EE02-D1471C50B0A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2765349-8532-64FC-21EA-CEFF7CA4903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956345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8C2C58-5DDE-7A26-6357-34773F0F27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7C512C-B8B9-D3D8-9912-88BA090567B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AD15CB0-2689-BD4C-B31C-E66B4186A2C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5B10FE4-623A-C2BA-72E7-533EBA87258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75987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A3084A-6719-5E08-1B65-80C904A538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72DAB0-1743-77AE-FD92-A3B38D499E4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DB666DF-A645-A35C-30E7-E5EF89280C1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D27F5B0-4275-63D9-D12B-2B637BAAE24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6941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E0E075-654D-FDE0-DE1B-1CAB40C945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1F537B-BE31-AB5A-FA67-F1D7D900E0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FB3375-0169-4900-1B4E-DD2D6F4B39A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176E36C-185E-370E-9FF7-E5018838BEA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097793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157FF7-8DE8-789A-78BA-0A38BA458F1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3EE2D1-0DD2-820B-71D6-F5F3A1CB15F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776CE1-6B1C-0DE8-DE81-08FEB60EB61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B78DE30-35D2-6842-610B-4817C17C252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47442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9D0899-F701-BA45-8D41-61838A9DE19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B7A0050-7CF1-EC3B-FB58-C1D6A710D58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151EFC2-6B15-1FB1-5A75-C9AE6E6C4BF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D1819B1-0734-BF8C-9B46-E30A17B0ED9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31272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D18310-C07C-3525-AD64-1BC7122AE6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67C929-3586-02A9-798D-4F557FF5B1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F64466-0CBF-4279-B82E-98FF07E5838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DB5F55-F881-EEE2-4BAF-AFA8BCE2991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377581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618FC6-6B21-43E8-A704-2465503F08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DAE922-D3C4-DCE9-FA31-138F3CEAAC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0F5B04-4512-5D77-AD8A-BF60F3B3BF7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F5A217A-B91F-6A3E-C618-91168AB47E3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676801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44197C-68DC-5A14-4AC8-68494763D4F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81C2228-2CBD-7E91-93D6-93089FCF9E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471EE5D-70D8-9F42-7A9B-D44AEC57E8E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0156DC1-E47C-835C-FCF2-18112B3772B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76941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C1A180-B5E1-CFA8-114B-2FE558E81B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748541-DEE1-14E1-B2A4-A732193A4BB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167389D-1EC7-ED9C-1BA4-0B3AD5E046B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526C10B-C178-8A84-F314-E1DFB8452CD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404767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159F72-3E95-9B3B-55FD-33F0CE6C4B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6BBF82-9155-819C-96F7-273A65F4D8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25A90E-8374-701C-0A7F-99E998241FD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9F3808C-6170-E8C7-EF66-3B9F3900B65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341942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CF1E65-FF1F-3494-C671-49FCF8A7BDA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BABA853-B03F-48C3-AD2E-38340CB22A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20B636C-BCDD-96D2-FAAB-454FA07A7D9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2F355A8-7C8E-35E3-30DA-03859B71A6B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82466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EAF497-899E-A188-2DE7-476AC7B09E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550558-821B-BA74-A757-C9BFB895E2B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2D6F126-828F-F54C-79AF-60696553FA1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72A1507-B088-BB6C-6486-95ADFF76B6B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333727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C4B3E5-DB68-FA90-454B-CCDC60138E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B08A7E-04A0-255B-C8FB-25A74737C34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61CDA9-8B18-3F95-1E68-904B38258DE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37350A6-53DF-1C68-9CE5-6CFBD022DE3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30216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F353F5-BE5B-8A92-7607-1E7C89FBF51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75DCAA-0CCE-D035-DD73-6E1F203595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DB4701-0BA1-BF6F-EEA5-13B1B17A956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D0AAE03-991E-F8C1-0E1E-0931DE8F785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629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53D689-8E49-C526-E7D6-62ED228FAB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335CF-82D0-6347-E49A-A339745B99A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CD676C4-2F1A-B472-B30F-880616AF8F7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B6E395D-8B17-82CF-9CD3-F5ADEB2229C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814393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915A5B-B3BF-A353-A86E-820E35FDE5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EAE775-1C66-F0A8-7F92-95C729E5B15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1650CD-DB7C-8CA9-EE1D-6FBA5EE986B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153BC47-5D6D-B91C-FD53-3272A542C80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92530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2026C0-2E56-CF62-C90D-ED0EC70B50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B6659C-98BA-F303-A5BC-BD631487F2A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C26AFE0-C047-F688-C1C6-1DCF27D3A9C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593149A-595E-0E86-8E89-72BABB652B8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738787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DC776B-12EC-FBEC-831D-414550B7B7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F5439A-B420-366F-8F6C-68C77B60C0B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81D533-59F0-1EBA-FF36-BB27FAEEC03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D97C54A-73E4-CE78-6064-A0DD2747BDA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239957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D91CC4-5337-465F-6B8B-B63D98CEA9D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2F544D1-B561-D036-D08E-A1084CC12E2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FC2231B-E976-DD17-FC41-BF08F3E7B7C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B9FD69D-F791-8E9B-6336-8DAD0839FA1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511602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93F0B9-08BE-548B-9BD2-967CDEE5E7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25933B-C5C4-F03C-0F73-0C26B9106BE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A868D36-66D0-01CB-B352-630D84BCCE2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63ACAFA-B96A-6B30-52DC-111D2EC2EA1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870408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6B66AF-5026-7FC9-27E8-27A5596E4F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B2EB74-FE02-85F6-B00F-FD8A189030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E41EBF-6B99-6489-2CB9-255F3F82A4B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D9700CA-5F96-7B92-EC01-5392C071FC8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650123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6589D2-F173-5AAD-F1D6-1AF07111792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ADD513-729E-C63F-B318-2611C51443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EC0DED-3ED5-2255-F839-F6F0F5412D4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A04615B-C85F-B2B8-C4DC-A699D822189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198865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D5E8F4-FB16-D615-B987-313DE4421F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CD08F3-6C0F-C549-F7C8-31797DA7281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53D5051-5088-2F5D-2379-E94C61DB0FC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0B55A38-3D46-188F-C52D-C320F91BB73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339439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B80F89-8480-F021-1990-CB75A660CB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5FA2E0-B70F-1A36-33DE-8BBDC01004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459FDB-5E4E-9688-3E8C-AA024DE0370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D10DCDD-7F7E-5D80-CF7E-A996DC3CB31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923488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8719E9-1FB1-4BC8-7A4A-269E8C9AE58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08B424-EBD4-436C-2E0A-279FC05FDAE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CDC0FA-4029-6B68-C882-910979F6332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3596F46-2C19-8E5D-9CE0-A1B1483D017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484203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1081BB-D484-DE54-D9EF-31F46343F0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1DC813-C018-923E-DED4-FC563D54D6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24C3C92-D7E9-DEDC-00AF-BECC47C2F7C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EAD7F43-D7C9-1D39-C9D0-A0A72934E52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18607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AA1207-D895-32CA-994B-C2CC73B7FF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50E07FB-5ABA-E18B-A1B3-5837948627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EE645A6-4C4B-54C4-5FD6-8D39C06702A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1D92544-6BF5-69DF-082B-8F5A78404ED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7517574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628365-C608-3510-B9F1-51871ED9EB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5B0894-CE9D-A1DA-3889-581D13E93A3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267D2B-6B4F-5F95-CCB3-20A489C0D1B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0431174-395A-C932-CEB2-E55529C2548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995710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54B0FA-882E-CA79-4053-204A49FBF8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73FA18-4424-CFB2-37E0-AA20E39F32E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717D468-E48E-3B9F-8A16-E3142FBFDFB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FB80CA0-FFEC-C994-96B0-09F16CFABD6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949671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427279-1725-5CED-E327-37F86EE3CC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56C1515-60A0-3A6B-DC42-0AB4C49017C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299ADF-C727-26FE-727E-60937FA060B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F46660F-0346-B144-7F54-0B977EE8D72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952406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98A3BF-B1B6-5CAB-41A5-F658BB8510E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561EF68-47C2-B1E1-03C2-DB881D58479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6340DDC-DA02-B4ED-FE0F-D0D01A5132E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9369DFC-EB2C-7E2E-CDB9-AFADA1E1194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06802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4B7A31-5BDD-98E7-C886-BF453D7FD5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151037-5E3C-1BEC-196A-08162461A7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90F940A-C5D8-F734-67DC-9137F65E51F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AEBF887-2FDB-C624-E4B8-AE765D5859C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388012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39B21B-51C6-B335-3FAC-5393DF890F1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ACA040-1682-B4E6-B2F7-D259456496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37CC663-7ED5-6FC5-ADE9-B97F3B74BCE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80CECE2-BB97-8B0E-C055-8C1F2BB422D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85177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7F3018-AD70-A044-B477-50FD6EF315F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BBDB7C-401B-F04A-E641-F1FFD2C383E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B38F1DB-5283-5B9D-D30E-926FCAB8D19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DCF4DA3-5339-0D29-714F-7066E7580E2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858086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18C3C3-FB4B-6765-0A5D-21FA7066FD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897F9D-A436-C5B6-AC30-F76338146AF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20997B5-FC08-79C9-DF32-66572B589C5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0B2429E-78C4-E186-8012-22DFC51A6B2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28604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DF08047-D801-1648-BFB7-E42211166F3B}" type="slidenum">
              <a:rPr lang="en-US" smtClean="0"/>
              <a:t>89</a:t>
            </a:fld>
            <a:endParaRPr lang="en-US"/>
          </a:p>
        </p:txBody>
      </p:sp>
    </p:spTree>
    <p:extLst>
      <p:ext uri="{BB962C8B-B14F-4D97-AF65-F5344CB8AC3E}">
        <p14:creationId xmlns:p14="http://schemas.microsoft.com/office/powerpoint/2010/main" val="24738386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DF08047-D801-1648-BFB7-E42211166F3B}" type="slidenum">
              <a:rPr lang="en-US" smtClean="0"/>
              <a:t>97</a:t>
            </a:fld>
            <a:endParaRPr lang="en-US"/>
          </a:p>
        </p:txBody>
      </p:sp>
    </p:spTree>
    <p:extLst>
      <p:ext uri="{BB962C8B-B14F-4D97-AF65-F5344CB8AC3E}">
        <p14:creationId xmlns:p14="http://schemas.microsoft.com/office/powerpoint/2010/main" val="53880107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D15A73-F1A6-7FE2-2DC0-59F6A608BBC8}"/>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EA7F5CA0-9313-A9F6-6B18-28FD7CB2EB27}"/>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5D3BFF97-7CB9-4933-C3F2-6FA80D59A3F3}"/>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5" name="Footer Placeholder 4">
            <a:extLst>
              <a:ext uri="{FF2B5EF4-FFF2-40B4-BE49-F238E27FC236}">
                <a16:creationId xmlns:a16="http://schemas.microsoft.com/office/drawing/2014/main" id="{10D935AA-ADA9-0ABE-FA76-B78343D8AEA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9BAA19F-535D-DCDA-13EF-7918CCCC4D02}"/>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16970811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B879F8-E637-966C-C2B9-448D356C020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A17F910-C644-4F76-1676-932A001CC5E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27D85E6-9865-6D3B-AC2A-40F5ACA2C735}"/>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5" name="Footer Placeholder 4">
            <a:extLst>
              <a:ext uri="{FF2B5EF4-FFF2-40B4-BE49-F238E27FC236}">
                <a16:creationId xmlns:a16="http://schemas.microsoft.com/office/drawing/2014/main" id="{0B148C11-9BEF-CF6B-DB44-A9C8896D1C2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8DB0379-A108-400E-23F9-F58DEE76E8F8}"/>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395121018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A344AC-39C2-82AD-F182-CCFBD4619FE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C67DDE7A-19C5-1F83-E234-66E6EE6837B1}"/>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F502BEA6-1CC9-3704-3CEB-E019B423BF3A}"/>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5" name="Footer Placeholder 4">
            <a:extLst>
              <a:ext uri="{FF2B5EF4-FFF2-40B4-BE49-F238E27FC236}">
                <a16:creationId xmlns:a16="http://schemas.microsoft.com/office/drawing/2014/main" id="{14383CD7-B872-ABB1-B0D0-8A04AA721B1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345AE01-48BA-9149-7C8E-06316C4C9924}"/>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278593086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DE82C-38F0-39F4-B9E8-2B8499C0503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8B7971E-8473-2136-9343-FC87E6C4B837}"/>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779B9AB-EFFA-5754-F56F-B42D6D04C3B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AEE6A9F-0791-9988-4468-29EB2A5FF712}"/>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6" name="Footer Placeholder 5">
            <a:extLst>
              <a:ext uri="{FF2B5EF4-FFF2-40B4-BE49-F238E27FC236}">
                <a16:creationId xmlns:a16="http://schemas.microsoft.com/office/drawing/2014/main" id="{E8F185DD-E073-8C2E-67E7-DB0F7503BED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99E5CCB-0C42-BC54-BBAA-33506B631460}"/>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268678913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CD673A-0690-53D2-98D4-0B03373D5B82}"/>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426D754E-FF04-70A2-BA8C-D3D523A1B7F5}"/>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59B3A45-CF6A-4F40-30AD-5E4CD095C81E}"/>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6110C20-0B71-4AC3-6D43-A25C2CAC14C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87B0524F-9F35-0A15-E28E-539B02958455}"/>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4149F0BC-8716-1D79-58DA-CD52B9272ABD}"/>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8" name="Footer Placeholder 7">
            <a:extLst>
              <a:ext uri="{FF2B5EF4-FFF2-40B4-BE49-F238E27FC236}">
                <a16:creationId xmlns:a16="http://schemas.microsoft.com/office/drawing/2014/main" id="{71CF52A1-3FAA-2683-099A-40C88055EF1C}"/>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A0F9A612-3A35-3264-50AC-3106CDF2314D}"/>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66313879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DEBD0B-892B-B5C5-C2E6-FD29650E7958}"/>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5B600A42-C39D-8CB0-17C7-92C73883888B}"/>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4" name="Footer Placeholder 3">
            <a:extLst>
              <a:ext uri="{FF2B5EF4-FFF2-40B4-BE49-F238E27FC236}">
                <a16:creationId xmlns:a16="http://schemas.microsoft.com/office/drawing/2014/main" id="{383BA52B-43AE-27A2-1FCA-9CCE59B51314}"/>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984028E3-53D9-7235-68DC-A29CD9ADD763}"/>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207944887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4E88603-58C0-B2C9-0154-911F968746D7}"/>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3" name="Footer Placeholder 2">
            <a:extLst>
              <a:ext uri="{FF2B5EF4-FFF2-40B4-BE49-F238E27FC236}">
                <a16:creationId xmlns:a16="http://schemas.microsoft.com/office/drawing/2014/main" id="{0A46D60A-BC2D-23F4-C871-4E134242D64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011DAE3C-751C-8CCB-C6D1-4BA25F360F6E}"/>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91827710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12E007-0454-2953-6B78-799109D63B0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CA287A90-24BF-21A6-8CCB-AA4B1990CEE5}"/>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658D8F2-5EE5-3916-6F7A-0CB77B8431C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14AA4E0-EB1F-5413-B913-1990BAC48337}"/>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6" name="Footer Placeholder 5">
            <a:extLst>
              <a:ext uri="{FF2B5EF4-FFF2-40B4-BE49-F238E27FC236}">
                <a16:creationId xmlns:a16="http://schemas.microsoft.com/office/drawing/2014/main" id="{0DFDFC74-6CCF-BCA1-9024-BD3DFC891BE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E3E7B1B-D48D-1777-711F-D5B47ED9344F}"/>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109491966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6F28EE-DD3D-8CF2-8C3A-FB885B7186A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BD5B8F2-FAE3-91CF-5F2E-288757C191ED}"/>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C50B81AB-331B-187D-AB9F-A590EABCD97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59A0465-BCB6-A683-9F21-32BF1169BCCD}"/>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6" name="Footer Placeholder 5">
            <a:extLst>
              <a:ext uri="{FF2B5EF4-FFF2-40B4-BE49-F238E27FC236}">
                <a16:creationId xmlns:a16="http://schemas.microsoft.com/office/drawing/2014/main" id="{88C25F60-400E-9B76-1A7C-AC2685E94200}"/>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292C59F8-8B68-48AC-34B6-FD7D78600D7F}"/>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327635247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4FD1A1-8E6C-5C2D-BF58-15F86E5EB21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944C2732-E758-7DD0-AA8C-2CCAFEEA686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AAD62C9-F275-D537-A035-9B239BF232A2}"/>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5" name="Footer Placeholder 4">
            <a:extLst>
              <a:ext uri="{FF2B5EF4-FFF2-40B4-BE49-F238E27FC236}">
                <a16:creationId xmlns:a16="http://schemas.microsoft.com/office/drawing/2014/main" id="{CB89B2F7-8803-6D19-D092-657D9CCB349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4C6477A-B84B-092E-4E67-236184B32D6D}"/>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300502914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D5AFB8E-747B-48C1-B6AA-8850333A8D80}"/>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33443F2C-5DB2-0CAA-3ACB-29582DDF66F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B1CE58E-D677-DF7E-1D80-075EF4A994CD}"/>
              </a:ext>
            </a:extLst>
          </p:cNvPr>
          <p:cNvSpPr>
            <a:spLocks noGrp="1"/>
          </p:cNvSpPr>
          <p:nvPr>
            <p:ph type="dt" sz="half" idx="10"/>
          </p:nvPr>
        </p:nvSpPr>
        <p:spPr/>
        <p:txBody>
          <a:bodyPr/>
          <a:lstStyle/>
          <a:p>
            <a:fld id="{1CEBBD9A-1EFC-CE40-A13E-952BF6BE397F}" type="datetimeFigureOut">
              <a:rPr lang="en-US" smtClean="0"/>
              <a:t>4/7/25</a:t>
            </a:fld>
            <a:endParaRPr lang="en-US"/>
          </a:p>
        </p:txBody>
      </p:sp>
      <p:sp>
        <p:nvSpPr>
          <p:cNvPr id="5" name="Footer Placeholder 4">
            <a:extLst>
              <a:ext uri="{FF2B5EF4-FFF2-40B4-BE49-F238E27FC236}">
                <a16:creationId xmlns:a16="http://schemas.microsoft.com/office/drawing/2014/main" id="{6D17E530-1A4C-8E9F-798D-74639477D47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167E047-2D83-86D3-5C58-B436144639AC}"/>
              </a:ext>
            </a:extLst>
          </p:cNvPr>
          <p:cNvSpPr>
            <a:spLocks noGrp="1"/>
          </p:cNvSpPr>
          <p:nvPr>
            <p:ph type="sldNum" sz="quarter" idx="12"/>
          </p:nvPr>
        </p:nvSpPr>
        <p:spPr/>
        <p:txBody>
          <a:bodyPr/>
          <a:lstStyle/>
          <a:p>
            <a:fld id="{58E0DB58-C183-F046-A871-16CA88A43519}" type="slidenum">
              <a:rPr lang="en-US" smtClean="0"/>
              <a:t>‹#›</a:t>
            </a:fld>
            <a:endParaRPr lang="en-US"/>
          </a:p>
        </p:txBody>
      </p:sp>
    </p:spTree>
    <p:extLst>
      <p:ext uri="{BB962C8B-B14F-4D97-AF65-F5344CB8AC3E}">
        <p14:creationId xmlns:p14="http://schemas.microsoft.com/office/powerpoint/2010/main" val="397363938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00">
            <a:alpha val="17000"/>
          </a:srgbClr>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CCEC894-7AE1-02D6-C6DB-02FCF336042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9181C704-2C7D-32A2-0D67-5FE2568697D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3563520-EE92-94F7-B336-AFEF5B76400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1CEBBD9A-1EFC-CE40-A13E-952BF6BE397F}" type="datetimeFigureOut">
              <a:rPr lang="en-US" smtClean="0"/>
              <a:t>4/7/25</a:t>
            </a:fld>
            <a:endParaRPr lang="en-US"/>
          </a:p>
        </p:txBody>
      </p:sp>
      <p:sp>
        <p:nvSpPr>
          <p:cNvPr id="5" name="Footer Placeholder 4">
            <a:extLst>
              <a:ext uri="{FF2B5EF4-FFF2-40B4-BE49-F238E27FC236}">
                <a16:creationId xmlns:a16="http://schemas.microsoft.com/office/drawing/2014/main" id="{FFB5B3BD-BB61-C7E2-A82A-E19080207EAF}"/>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C885218C-19B6-2DD7-3906-E0CFF98880F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58E0DB58-C183-F046-A871-16CA88A43519}" type="slidenum">
              <a:rPr lang="en-US" smtClean="0"/>
              <a:t>‹#›</a:t>
            </a:fld>
            <a:endParaRPr lang="en-US"/>
          </a:p>
        </p:txBody>
      </p:sp>
    </p:spTree>
    <p:extLst>
      <p:ext uri="{BB962C8B-B14F-4D97-AF65-F5344CB8AC3E}">
        <p14:creationId xmlns:p14="http://schemas.microsoft.com/office/powerpoint/2010/main" val="190514479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xml"/><Relationship Id="rId1" Type="http://schemas.openxmlformats.org/officeDocument/2006/relationships/slideLayout" Target="../slideLayouts/slideLayout4.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4.xml"/><Relationship Id="rId5" Type="http://schemas.openxmlformats.org/officeDocument/2006/relationships/image" Target="../media/image5.png"/><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4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10.png"/><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s>
</file>

<file path=ppt/slides/_rels/slide5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5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5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5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5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6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6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1.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6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2.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6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3.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6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6.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6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6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8.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6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9.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7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70.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7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71.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23.png"/><Relationship Id="rId18" Type="http://schemas.openxmlformats.org/officeDocument/2006/relationships/image" Target="../media/image28.png"/><Relationship Id="rId3" Type="http://schemas.openxmlformats.org/officeDocument/2006/relationships/image" Target="../media/image17.png"/><Relationship Id="rId21" Type="http://schemas.openxmlformats.org/officeDocument/2006/relationships/image" Target="../media/image31.png"/><Relationship Id="rId7" Type="http://schemas.openxmlformats.org/officeDocument/2006/relationships/image" Target="../media/image9.png"/><Relationship Id="rId12" Type="http://schemas.openxmlformats.org/officeDocument/2006/relationships/image" Target="../media/image22.png"/><Relationship Id="rId17" Type="http://schemas.openxmlformats.org/officeDocument/2006/relationships/image" Target="../media/image27.png"/><Relationship Id="rId2" Type="http://schemas.openxmlformats.org/officeDocument/2006/relationships/notesSlide" Target="../notesSlides/notesSlide89.xml"/><Relationship Id="rId16" Type="http://schemas.openxmlformats.org/officeDocument/2006/relationships/image" Target="../media/image26.png"/><Relationship Id="rId20" Type="http://schemas.openxmlformats.org/officeDocument/2006/relationships/image" Target="../media/image30.png"/><Relationship Id="rId1" Type="http://schemas.openxmlformats.org/officeDocument/2006/relationships/slideLayout" Target="../slideLayouts/slideLayout6.xml"/><Relationship Id="rId6" Type="http://schemas.openxmlformats.org/officeDocument/2006/relationships/image" Target="../media/image8.png"/><Relationship Id="rId11" Type="http://schemas.openxmlformats.org/officeDocument/2006/relationships/image" Target="../media/image21.png"/><Relationship Id="rId5" Type="http://schemas.openxmlformats.org/officeDocument/2006/relationships/image" Target="../media/image7.png"/><Relationship Id="rId15" Type="http://schemas.openxmlformats.org/officeDocument/2006/relationships/image" Target="../media/image25.png"/><Relationship Id="rId10" Type="http://schemas.openxmlformats.org/officeDocument/2006/relationships/image" Target="../media/image20.png"/><Relationship Id="rId19" Type="http://schemas.openxmlformats.org/officeDocument/2006/relationships/image" Target="../media/image29.png"/><Relationship Id="rId4" Type="http://schemas.openxmlformats.org/officeDocument/2006/relationships/image" Target="../media/image18.png"/><Relationship Id="rId9" Type="http://schemas.openxmlformats.org/officeDocument/2006/relationships/image" Target="../media/image19.png"/><Relationship Id="rId14" Type="http://schemas.openxmlformats.org/officeDocument/2006/relationships/image" Target="../media/image24.png"/><Relationship Id="rId22" Type="http://schemas.openxmlformats.org/officeDocument/2006/relationships/image" Target="../media/image32.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7.png"/><Relationship Id="rId7" Type="http://schemas.openxmlformats.org/officeDocument/2006/relationships/image" Target="../media/image7.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20.png"/><Relationship Id="rId5" Type="http://schemas.openxmlformats.org/officeDocument/2006/relationships/image" Target="../media/image24.png"/><Relationship Id="rId4" Type="http://schemas.openxmlformats.org/officeDocument/2006/relationships/image" Target="../media/image23.png"/><Relationship Id="rId9" Type="http://schemas.openxmlformats.org/officeDocument/2006/relationships/image" Target="../media/image22.png"/></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image" Target="../media/image25.png"/><Relationship Id="rId3" Type="http://schemas.openxmlformats.org/officeDocument/2006/relationships/image" Target="../media/image33.png"/><Relationship Id="rId7" Type="http://schemas.openxmlformats.org/officeDocument/2006/relationships/image" Target="../media/image28.png"/><Relationship Id="rId12" Type="http://schemas.openxmlformats.org/officeDocument/2006/relationships/image" Target="../media/image31.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27.png"/><Relationship Id="rId11" Type="http://schemas.openxmlformats.org/officeDocument/2006/relationships/image" Target="../media/image30.png"/><Relationship Id="rId5" Type="http://schemas.openxmlformats.org/officeDocument/2006/relationships/image" Target="../media/image35.png"/><Relationship Id="rId10" Type="http://schemas.openxmlformats.org/officeDocument/2006/relationships/image" Target="../media/image36.png"/><Relationship Id="rId4" Type="http://schemas.openxmlformats.org/officeDocument/2006/relationships/image" Target="../media/image34.png"/><Relationship Id="rId9" Type="http://schemas.openxmlformats.org/officeDocument/2006/relationships/image" Target="../media/image26.png"/></Relationships>
</file>

<file path=ppt/slides/_rels/slide97.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97.xml"/><Relationship Id="rId1" Type="http://schemas.openxmlformats.org/officeDocument/2006/relationships/slideLayout" Target="../slideLayouts/slideLayout2.xml"/><Relationship Id="rId4" Type="http://schemas.openxmlformats.org/officeDocument/2006/relationships/image" Target="../media/image3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D0BEE0-E3AE-7F43-0A5B-25DAD014B058}"/>
              </a:ext>
            </a:extLst>
          </p:cNvPr>
          <p:cNvSpPr>
            <a:spLocks noGrp="1"/>
          </p:cNvSpPr>
          <p:nvPr>
            <p:ph type="ctrTitle"/>
          </p:nvPr>
        </p:nvSpPr>
        <p:spPr/>
        <p:txBody>
          <a:bodyPr/>
          <a:lstStyle/>
          <a:p>
            <a:r>
              <a:rPr lang="en-US" dirty="0"/>
              <a:t>INST 346 Spring 2025</a:t>
            </a:r>
          </a:p>
        </p:txBody>
      </p:sp>
      <p:sp>
        <p:nvSpPr>
          <p:cNvPr id="3" name="Subtitle 2">
            <a:extLst>
              <a:ext uri="{FF2B5EF4-FFF2-40B4-BE49-F238E27FC236}">
                <a16:creationId xmlns:a16="http://schemas.microsoft.com/office/drawing/2014/main" id="{0D409E59-C154-C1A8-CF0A-802409C96240}"/>
              </a:ext>
            </a:extLst>
          </p:cNvPr>
          <p:cNvSpPr>
            <a:spLocks noGrp="1"/>
          </p:cNvSpPr>
          <p:nvPr>
            <p:ph type="subTitle" idx="1"/>
          </p:nvPr>
        </p:nvSpPr>
        <p:spPr/>
        <p:txBody>
          <a:bodyPr/>
          <a:lstStyle/>
          <a:p>
            <a:r>
              <a:rPr lang="en-US" dirty="0"/>
              <a:t>Lecture 19 </a:t>
            </a:r>
          </a:p>
          <a:p>
            <a:r>
              <a:rPr lang="en-US" dirty="0"/>
              <a:t>April 7, 2025</a:t>
            </a:r>
          </a:p>
          <a:p>
            <a:r>
              <a:rPr lang="en-US" dirty="0"/>
              <a:t>Professor Keith Marzullo</a:t>
            </a:r>
          </a:p>
        </p:txBody>
      </p:sp>
    </p:spTree>
    <p:extLst>
      <p:ext uri="{BB962C8B-B14F-4D97-AF65-F5344CB8AC3E}">
        <p14:creationId xmlns:p14="http://schemas.microsoft.com/office/powerpoint/2010/main" val="151506180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E474D-B7CF-27C6-2221-6D2108011C23}"/>
              </a:ext>
            </a:extLst>
          </p:cNvPr>
          <p:cNvSpPr>
            <a:spLocks noGrp="1"/>
          </p:cNvSpPr>
          <p:nvPr>
            <p:ph type="title"/>
          </p:nvPr>
        </p:nvSpPr>
        <p:spPr/>
        <p:txBody>
          <a:bodyPr/>
          <a:lstStyle/>
          <a:p>
            <a:r>
              <a:rPr lang="en-US" dirty="0"/>
              <a:t>Network layer data plane: Learning objectives</a:t>
            </a:r>
          </a:p>
        </p:txBody>
      </p:sp>
      <p:sp>
        <p:nvSpPr>
          <p:cNvPr id="3" name="Content Placeholder 2">
            <a:extLst>
              <a:ext uri="{FF2B5EF4-FFF2-40B4-BE49-F238E27FC236}">
                <a16:creationId xmlns:a16="http://schemas.microsoft.com/office/drawing/2014/main" id="{5F673A30-D0CC-3567-5812-766306FD5242}"/>
              </a:ext>
            </a:extLst>
          </p:cNvPr>
          <p:cNvSpPr>
            <a:spLocks noGrp="1"/>
          </p:cNvSpPr>
          <p:nvPr>
            <p:ph idx="1"/>
          </p:nvPr>
        </p:nvSpPr>
        <p:spPr/>
        <p:txBody>
          <a:bodyPr>
            <a:normAutofit/>
          </a:bodyPr>
          <a:lstStyle/>
          <a:p>
            <a:r>
              <a:rPr lang="en-US" altLang="en-US" sz="2800" dirty="0">
                <a:solidFill>
                  <a:schemeClr val="tx1">
                    <a:lumMod val="50000"/>
                    <a:lumOff val="50000"/>
                  </a:schemeClr>
                </a:solidFill>
                <a:latin typeface="Calibri" panose="020F0502020204030204" pitchFamily="34" charset="0"/>
                <a:cs typeface="Calibri" panose="020F0502020204030204" pitchFamily="34" charset="0"/>
              </a:rPr>
              <a:t>Overview of network lay</a:t>
            </a:r>
            <a:r>
              <a:rPr lang="en-US" altLang="en-US" dirty="0">
                <a:solidFill>
                  <a:schemeClr val="tx1">
                    <a:lumMod val="50000"/>
                    <a:lumOff val="50000"/>
                  </a:schemeClr>
                </a:solidFill>
                <a:latin typeface="Calibri" panose="020F0502020204030204" pitchFamily="34" charset="0"/>
                <a:cs typeface="Calibri" panose="020F0502020204030204" pitchFamily="34" charset="0"/>
              </a:rPr>
              <a:t>er: data versus control plane</a:t>
            </a:r>
            <a:endParaRPr lang="en-US" altLang="en-US" sz="2800" dirty="0">
              <a:solidFill>
                <a:schemeClr val="tx1">
                  <a:lumMod val="50000"/>
                  <a:lumOff val="50000"/>
                </a:schemeClr>
              </a:solidFill>
              <a:latin typeface="Calibri" panose="020F0502020204030204" pitchFamily="34" charset="0"/>
              <a:cs typeface="Calibri" panose="020F0502020204030204" pitchFamily="34" charset="0"/>
            </a:endParaRPr>
          </a:p>
          <a:p>
            <a:r>
              <a:rPr lang="en-US" altLang="en-US" sz="2800" dirty="0">
                <a:latin typeface="Calibri" panose="020F0502020204030204" pitchFamily="34" charset="0"/>
                <a:cs typeface="Calibri" panose="020F0502020204030204" pitchFamily="34" charset="0"/>
              </a:rPr>
              <a:t>What’s inside a router</a:t>
            </a:r>
          </a:p>
          <a:p>
            <a:r>
              <a:rPr lang="en-US" altLang="en-US" dirty="0">
                <a:latin typeface="Calibri" panose="020F0502020204030204" pitchFamily="34" charset="0"/>
                <a:cs typeface="Calibri" panose="020F0502020204030204" pitchFamily="34" charset="0"/>
              </a:rPr>
              <a:t>IP: the Internet Protocol</a:t>
            </a:r>
          </a:p>
          <a:p>
            <a:r>
              <a:rPr lang="en-US" altLang="en-US" dirty="0">
                <a:latin typeface="Calibri" panose="020F0502020204030204" pitchFamily="34" charset="0"/>
                <a:cs typeface="Calibri" panose="020F0502020204030204" pitchFamily="34" charset="0"/>
              </a:rPr>
              <a:t>Generalized forwarding, SDN</a:t>
            </a:r>
          </a:p>
          <a:p>
            <a:r>
              <a:rPr lang="en-US" altLang="en-US" sz="2800" dirty="0">
                <a:latin typeface="Calibri" panose="020F0502020204030204" pitchFamily="34" charset="0"/>
                <a:cs typeface="Calibri" panose="020F0502020204030204" pitchFamily="34" charset="0"/>
              </a:rPr>
              <a:t>Middleboxes</a:t>
            </a:r>
          </a:p>
          <a:p>
            <a:pPr marL="0" indent="0">
              <a:buNone/>
            </a:pPr>
            <a:endParaRPr lang="en-US" dirty="0"/>
          </a:p>
          <a:p>
            <a:pPr marL="0" indent="0">
              <a:buNone/>
            </a:pPr>
            <a:endParaRPr lang="en-US" dirty="0"/>
          </a:p>
        </p:txBody>
      </p:sp>
    </p:spTree>
    <p:extLst>
      <p:ext uri="{BB962C8B-B14F-4D97-AF65-F5344CB8AC3E}">
        <p14:creationId xmlns:p14="http://schemas.microsoft.com/office/powerpoint/2010/main" val="294755990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AD29BE-8681-F368-2037-7F377562042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72094C6-19AB-D2B4-07D7-5EB3B9C632AA}"/>
              </a:ext>
            </a:extLst>
          </p:cNvPr>
          <p:cNvSpPr>
            <a:spLocks noGrp="1"/>
          </p:cNvSpPr>
          <p:nvPr>
            <p:ph type="title"/>
          </p:nvPr>
        </p:nvSpPr>
        <p:spPr/>
        <p:txBody>
          <a:bodyPr/>
          <a:lstStyle/>
          <a:p>
            <a:r>
              <a:rPr lang="en-US" dirty="0"/>
              <a:t>What’s inside a router</a:t>
            </a:r>
          </a:p>
        </p:txBody>
      </p:sp>
    </p:spTree>
    <p:extLst>
      <p:ext uri="{BB962C8B-B14F-4D97-AF65-F5344CB8AC3E}">
        <p14:creationId xmlns:p14="http://schemas.microsoft.com/office/powerpoint/2010/main" val="310365472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F06995-7E63-9140-F695-6CB8676C4DA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B6F218F-879D-EF33-2B04-D12FE6340BEA}"/>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B869E171-FD39-A8AF-8924-6979BC3AF6BB}"/>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4" name="Group 3" descr="Separation of control plane from data plane of a router">
            <a:extLst>
              <a:ext uri="{FF2B5EF4-FFF2-40B4-BE49-F238E27FC236}">
                <a16:creationId xmlns:a16="http://schemas.microsoft.com/office/drawing/2014/main" id="{D82F0B30-7892-DE04-98E4-4C9A3CD85F61}"/>
              </a:ext>
            </a:extLst>
          </p:cNvPr>
          <p:cNvGrpSpPr/>
          <p:nvPr/>
        </p:nvGrpSpPr>
        <p:grpSpPr>
          <a:xfrm>
            <a:off x="2177015" y="2208972"/>
            <a:ext cx="8193087" cy="4064000"/>
            <a:chOff x="2177015" y="2208972"/>
            <a:chExt cx="8193087" cy="4064000"/>
          </a:xfrm>
        </p:grpSpPr>
        <p:grpSp>
          <p:nvGrpSpPr>
            <p:cNvPr id="11" name="Group 60">
              <a:extLst>
                <a:ext uri="{FF2B5EF4-FFF2-40B4-BE49-F238E27FC236}">
                  <a16:creationId xmlns:a16="http://schemas.microsoft.com/office/drawing/2014/main" id="{0409777B-7FD0-FD80-36A2-E3C481B01D29}"/>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0690611E-965F-20C7-81BF-A019BB8526F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3D74208F-117B-545B-65B0-A657C3E5A0FA}"/>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2454B995-EF16-C061-D525-2375EAD071E2}"/>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2CABD729-4C15-CB3F-DA27-40D0C5E0B71B}"/>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760DA1C7-639D-6CE5-C6B2-3424626BFFB1}"/>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67723749-579A-2B73-A867-E66D7E2DA12C}"/>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5F1269DC-EE17-97DE-7345-04E74E474059}"/>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39121371-749F-772A-9012-8D3C918E61C7}"/>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2A5E5D31-A0DE-A039-FE5E-9790CFF67624}"/>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DE1F566E-6AC6-5980-CD46-B910166AD605}"/>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9A280D4F-5AE4-B287-C317-BD4F86009E25}"/>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73B6CD11-C30A-BE3A-6D42-A78EB1238C0E}"/>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9532656F-4F99-3DEE-140A-6F9FA5094E25}"/>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6D6FA39E-24CE-BEAE-BA67-33FA51296CB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ECB14ABF-0A57-EF18-D139-77F0402F7239}"/>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BDA588BE-EA3C-F7AF-D157-AA1D67C68562}"/>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5DD6697-8D18-F8E6-C869-5755F7E2DAC4}"/>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3F29B732-20FC-140E-C284-52358D5A4766}"/>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FE6049E9-566E-48C5-F144-0E4EE4AC17A6}"/>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51523AA4-E8A3-1A23-46FB-A2C65EB1BE49}"/>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407E99CE-54FC-4DF3-AE85-5871E391D104}"/>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B600027C-CD0C-AFEC-C6FE-1467D534EE71}"/>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3576D05F-758E-E02D-E6C5-D0A7354FF38F}"/>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5C3CC2F8-871F-5E3D-ED4F-352D8FA15503}"/>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961D994A-8DB9-030D-A7E3-D107120B8DA9}"/>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BFBE8D15-D5B2-9773-C96B-138EB7939FBA}"/>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C4D855B0-CF34-10ED-170B-CA3D2C50B1BE}"/>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31BB19BA-2197-5DD8-E79F-A38497FD67EB}"/>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AE75487A-4D60-6E76-12E5-7D3979D8E4AB}"/>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03E80F55-C634-492E-3776-1E2D9A0F45FF}"/>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52B88406-6469-BF26-A2DE-B351D3AFABE7}"/>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EEC3FDEE-1BE2-A52B-3451-F60D4E4C148D}"/>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16F3307-C03B-A8DB-4815-26EE5AA06AE6}"/>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7A537E00-10EE-FA1E-99D6-5D25F58FAE76}"/>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270D8515-AF75-8344-0C4E-84446C42E3CB}"/>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5EA7E7DE-17D3-7D77-816F-01FCDA0D28C9}"/>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BF6E3D0E-8FB0-C0E5-DE88-3416DDC6F803}"/>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6D125351-3BC0-4980-68A6-9B5DF1CBF506}"/>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98920A2B-E226-D798-AE4A-3CD63E4D6ED6}"/>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F8E9E138-328C-92B3-5584-1AAE6111C657}"/>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458B7895-68F3-E6D1-670B-2A7CB298BB1B}"/>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CB391985-D1E7-A9ED-22AA-26B5B7FC9B5B}"/>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E9E01A9F-C6B4-E56A-BBF4-CBAB7C4B28B0}"/>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E772F62-9EA3-0D4C-2709-A896958E2B6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DE7144CE-D662-C913-3617-92C0E2BFB953}"/>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81BAC2A6-4E09-8107-91D4-327682EF70AC}"/>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FB626F09-9F5A-96EF-5789-3BBF3615CE65}"/>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8C291F69-1884-1A1A-E948-8A868BC63D01}"/>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6A3EEA5C-E34D-5DDF-5049-20FA09CE78C6}"/>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50549937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26236F-9697-0594-F3B5-76EDA9B216C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0348700-8D4C-7AAA-16A8-20B9FEF912CC}"/>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 1</a:t>
            </a:r>
            <a:endParaRPr lang="en-US" sz="4800" dirty="0"/>
          </a:p>
        </p:txBody>
      </p:sp>
      <p:grpSp>
        <p:nvGrpSpPr>
          <p:cNvPr id="38" name="Group 37" descr="This frame contains a datagram which is accessed by the routter control processor">
            <a:extLst>
              <a:ext uri="{FF2B5EF4-FFF2-40B4-BE49-F238E27FC236}">
                <a16:creationId xmlns:a16="http://schemas.microsoft.com/office/drawing/2014/main" id="{626D31DA-6C8D-A1C6-8AC2-39EAB9FB1FC7}"/>
              </a:ext>
            </a:extLst>
          </p:cNvPr>
          <p:cNvGrpSpPr/>
          <p:nvPr/>
        </p:nvGrpSpPr>
        <p:grpSpPr>
          <a:xfrm>
            <a:off x="258938" y="902598"/>
            <a:ext cx="11389723" cy="5775946"/>
            <a:chOff x="258938" y="902598"/>
            <a:chExt cx="11389723" cy="5775946"/>
          </a:xfrm>
        </p:grpSpPr>
        <p:sp>
          <p:nvSpPr>
            <p:cNvPr id="91" name="Rectangle 12">
              <a:extLst>
                <a:ext uri="{FF2B5EF4-FFF2-40B4-BE49-F238E27FC236}">
                  <a16:creationId xmlns:a16="http://schemas.microsoft.com/office/drawing/2014/main" id="{6FE14EA1-1F3C-CA3C-7608-F14EBCF950AC}"/>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FBEB67F8-7795-0B68-2338-D3C6CFE3F34A}"/>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5E6B2782-2DAF-4F0C-E079-3268AF2D1D5D}"/>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574700C3-7944-A9C7-05C7-E217BFD79DBF}"/>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A8E1B8B5-02BB-D550-EF6F-A79015181096}"/>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30426C84-8AFC-B15E-9A60-1C3B5A2A3EA2}"/>
                </a:ext>
              </a:extLst>
            </p:cNvPr>
            <p:cNvGrpSpPr/>
            <p:nvPr/>
          </p:nvGrpSpPr>
          <p:grpSpPr>
            <a:xfrm>
              <a:off x="258938" y="2032898"/>
              <a:ext cx="3589783" cy="2064484"/>
              <a:chOff x="258938" y="2032898"/>
              <a:chExt cx="3589783" cy="2064484"/>
            </a:xfrm>
          </p:grpSpPr>
          <p:sp>
            <p:nvSpPr>
              <p:cNvPr id="4" name="Rectangle 13">
                <a:extLst>
                  <a:ext uri="{FF2B5EF4-FFF2-40B4-BE49-F238E27FC236}">
                    <a16:creationId xmlns:a16="http://schemas.microsoft.com/office/drawing/2014/main" id="{75EE7538-397A-E163-9059-AEA08E32448F}"/>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5" name="Text Box 5">
                <a:extLst>
                  <a:ext uri="{FF2B5EF4-FFF2-40B4-BE49-F238E27FC236}">
                    <a16:creationId xmlns:a16="http://schemas.microsoft.com/office/drawing/2014/main" id="{0EE1952A-E245-C7BA-72F9-44CE7F7E95CD}"/>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Line 58">
                <a:extLst>
                  <a:ext uri="{FF2B5EF4-FFF2-40B4-BE49-F238E27FC236}">
                    <a16:creationId xmlns:a16="http://schemas.microsoft.com/office/drawing/2014/main" id="{A81A03CF-E3C3-41BF-86AA-0841570FD3E9}"/>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C203B5CA-B5F2-98B0-C816-612CA14E1B15}"/>
                </a:ext>
              </a:extLst>
            </p:cNvPr>
            <p:cNvGrpSpPr/>
            <p:nvPr/>
          </p:nvGrpSpPr>
          <p:grpSpPr>
            <a:xfrm>
              <a:off x="871146" y="1664528"/>
              <a:ext cx="4336475" cy="3729630"/>
              <a:chOff x="871146" y="1664528"/>
              <a:chExt cx="4336475" cy="3729630"/>
            </a:xfrm>
          </p:grpSpPr>
          <p:sp>
            <p:nvSpPr>
              <p:cNvPr id="8" name="Rectangle 33">
                <a:extLst>
                  <a:ext uri="{FF2B5EF4-FFF2-40B4-BE49-F238E27FC236}">
                    <a16:creationId xmlns:a16="http://schemas.microsoft.com/office/drawing/2014/main" id="{4B2BFB69-CAD5-C2FF-2029-C76C111BF885}"/>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9" name="Group 8">
                <a:extLst>
                  <a:ext uri="{FF2B5EF4-FFF2-40B4-BE49-F238E27FC236}">
                    <a16:creationId xmlns:a16="http://schemas.microsoft.com/office/drawing/2014/main" id="{B9856C44-9794-A52A-F3E0-A4665E758C71}"/>
                  </a:ext>
                </a:extLst>
              </p:cNvPr>
              <p:cNvGrpSpPr/>
              <p:nvPr/>
            </p:nvGrpSpPr>
            <p:grpSpPr>
              <a:xfrm>
                <a:off x="871146" y="1664528"/>
                <a:ext cx="4336475" cy="3729630"/>
                <a:chOff x="871146" y="1664528"/>
                <a:chExt cx="4336475" cy="3729630"/>
              </a:xfrm>
            </p:grpSpPr>
            <p:sp>
              <p:nvSpPr>
                <p:cNvPr id="10" name="Rectangle 14">
                  <a:extLst>
                    <a:ext uri="{FF2B5EF4-FFF2-40B4-BE49-F238E27FC236}">
                      <a16:creationId xmlns:a16="http://schemas.microsoft.com/office/drawing/2014/main" id="{AA5770F5-28D1-FC7C-B0D7-C9D1AA631275}"/>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 name="Line 30">
                  <a:extLst>
                    <a:ext uri="{FF2B5EF4-FFF2-40B4-BE49-F238E27FC236}">
                      <a16:creationId xmlns:a16="http://schemas.microsoft.com/office/drawing/2014/main" id="{3225A0F4-2D79-F7BB-689F-BBAF71337370}"/>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6">
                  <a:extLst>
                    <a:ext uri="{FF2B5EF4-FFF2-40B4-BE49-F238E27FC236}">
                      <a16:creationId xmlns:a16="http://schemas.microsoft.com/office/drawing/2014/main" id="{88ABF0A5-7845-0206-A5C4-AC414E94E033}"/>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 name="Line 59">
                  <a:extLst>
                    <a:ext uri="{FF2B5EF4-FFF2-40B4-BE49-F238E27FC236}">
                      <a16:creationId xmlns:a16="http://schemas.microsoft.com/office/drawing/2014/main" id="{49D392A4-A380-C645-A3F4-03B622F67B03}"/>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 name="Group 13">
              <a:extLst>
                <a:ext uri="{FF2B5EF4-FFF2-40B4-BE49-F238E27FC236}">
                  <a16:creationId xmlns:a16="http://schemas.microsoft.com/office/drawing/2014/main" id="{FF3187BF-D1D3-FB63-4059-70A7E2CF967C}"/>
                </a:ext>
              </a:extLst>
            </p:cNvPr>
            <p:cNvGrpSpPr/>
            <p:nvPr/>
          </p:nvGrpSpPr>
          <p:grpSpPr>
            <a:xfrm>
              <a:off x="1199417" y="5446716"/>
              <a:ext cx="2137372" cy="695498"/>
              <a:chOff x="646967" y="5446716"/>
              <a:chExt cx="2137372" cy="695498"/>
            </a:xfrm>
          </p:grpSpPr>
          <p:pic>
            <p:nvPicPr>
              <p:cNvPr id="15" name="Picture 14" descr="Icon&#10;&#10;Description automatically generated">
                <a:extLst>
                  <a:ext uri="{FF2B5EF4-FFF2-40B4-BE49-F238E27FC236}">
                    <a16:creationId xmlns:a16="http://schemas.microsoft.com/office/drawing/2014/main" id="{18C69FE0-65F3-A80C-0CD6-E1D88AD587F2}"/>
                  </a:ext>
                </a:extLst>
              </p:cNvPr>
              <p:cNvPicPr>
                <a:picLocks noChangeAspect="1"/>
              </p:cNvPicPr>
              <p:nvPr/>
            </p:nvPicPr>
            <p:blipFill>
              <a:blip r:embed="rId3"/>
              <a:stretch>
                <a:fillRect/>
              </a:stretch>
            </p:blipFill>
            <p:spPr>
              <a:xfrm>
                <a:off x="646967" y="5446716"/>
                <a:ext cx="505593" cy="695498"/>
              </a:xfrm>
              <a:prstGeom prst="rect">
                <a:avLst/>
              </a:prstGeom>
            </p:spPr>
          </p:pic>
          <p:sp>
            <p:nvSpPr>
              <p:cNvPr id="16" name="TextBox 15">
                <a:extLst>
                  <a:ext uri="{FF2B5EF4-FFF2-40B4-BE49-F238E27FC236}">
                    <a16:creationId xmlns:a16="http://schemas.microsoft.com/office/drawing/2014/main" id="{3FAC93F9-A2E9-97CB-1F38-410BCE914933}"/>
                  </a:ext>
                </a:extLst>
              </p:cNvPr>
              <p:cNvSpPr txBox="1"/>
              <p:nvPr/>
            </p:nvSpPr>
            <p:spPr>
              <a:xfrm>
                <a:off x="1171610" y="5609799"/>
                <a:ext cx="1612729" cy="369332"/>
              </a:xfrm>
              <a:prstGeom prst="rect">
                <a:avLst/>
              </a:prstGeom>
              <a:noFill/>
            </p:spPr>
            <p:txBody>
              <a:bodyPr wrap="square">
                <a:spAutoFit/>
              </a:bodyPr>
              <a:lstStyle/>
              <a:p>
                <a:r>
                  <a:rPr lang="en-US" altLang="en-US" kern="0" dirty="0">
                    <a:solidFill>
                      <a:srgbClr val="000000"/>
                    </a:solidFill>
                    <a:latin typeface="Calibri" panose="020F0502020204030204"/>
                    <a:ea typeface="ＭＳ Ｐゴシック" panose="020B0600070205080204" pitchFamily="34" charset="-128"/>
                  </a:rPr>
                  <a:t>F</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rame</a:t>
                </a:r>
                <a:endParaRPr lang="en-US" dirty="0"/>
              </a:p>
            </p:txBody>
          </p:sp>
        </p:grpSp>
        <p:grpSp>
          <p:nvGrpSpPr>
            <p:cNvPr id="17" name="Group 16">
              <a:extLst>
                <a:ext uri="{FF2B5EF4-FFF2-40B4-BE49-F238E27FC236}">
                  <a16:creationId xmlns:a16="http://schemas.microsoft.com/office/drawing/2014/main" id="{F86DA065-DF45-2D32-9D28-B11EB520A95F}"/>
                </a:ext>
              </a:extLst>
            </p:cNvPr>
            <p:cNvGrpSpPr/>
            <p:nvPr/>
          </p:nvGrpSpPr>
          <p:grpSpPr>
            <a:xfrm>
              <a:off x="3458817" y="1655073"/>
              <a:ext cx="8189844" cy="5023471"/>
              <a:chOff x="3458817" y="1655073"/>
              <a:chExt cx="8189844" cy="5023471"/>
            </a:xfrm>
          </p:grpSpPr>
          <p:sp>
            <p:nvSpPr>
              <p:cNvPr id="18" name="Text Box 35">
                <a:extLst>
                  <a:ext uri="{FF2B5EF4-FFF2-40B4-BE49-F238E27FC236}">
                    <a16:creationId xmlns:a16="http://schemas.microsoft.com/office/drawing/2014/main" id="{FA45C765-B9A8-FE0F-4487-5BFA4C598DC3}"/>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9" name="Group 56">
                <a:extLst>
                  <a:ext uri="{FF2B5EF4-FFF2-40B4-BE49-F238E27FC236}">
                    <a16:creationId xmlns:a16="http://schemas.microsoft.com/office/drawing/2014/main" id="{6652BCA9-67DB-F043-FF35-958E4B6B169C}"/>
                  </a:ext>
                </a:extLst>
              </p:cNvPr>
              <p:cNvGrpSpPr>
                <a:grpSpLocks/>
              </p:cNvGrpSpPr>
              <p:nvPr/>
            </p:nvGrpSpPr>
            <p:grpSpPr bwMode="auto">
              <a:xfrm>
                <a:off x="5533058" y="2274198"/>
                <a:ext cx="993775" cy="468312"/>
                <a:chOff x="310" y="3526"/>
                <a:chExt cx="1040" cy="457"/>
              </a:xfrm>
            </p:grpSpPr>
            <p:sp>
              <p:nvSpPr>
                <p:cNvPr id="25" name="Rectangle 47">
                  <a:extLst>
                    <a:ext uri="{FF2B5EF4-FFF2-40B4-BE49-F238E27FC236}">
                      <a16:creationId xmlns:a16="http://schemas.microsoft.com/office/drawing/2014/main" id="{FE6EBC78-450D-4855-CE7C-F12B379BABC1}"/>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48">
                  <a:extLst>
                    <a:ext uri="{FF2B5EF4-FFF2-40B4-BE49-F238E27FC236}">
                      <a16:creationId xmlns:a16="http://schemas.microsoft.com/office/drawing/2014/main" id="{7072BF93-8690-751F-ACB3-539F484FD398}"/>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 name="Line 49">
                  <a:extLst>
                    <a:ext uri="{FF2B5EF4-FFF2-40B4-BE49-F238E27FC236}">
                      <a16:creationId xmlns:a16="http://schemas.microsoft.com/office/drawing/2014/main" id="{A3B52C87-3050-7E26-BD67-787FC4D64715}"/>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Line 50">
                  <a:extLst>
                    <a:ext uri="{FF2B5EF4-FFF2-40B4-BE49-F238E27FC236}">
                      <a16:creationId xmlns:a16="http://schemas.microsoft.com/office/drawing/2014/main" id="{82AB282E-FCA2-1F17-B13F-1ADCAC92A168}"/>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Line 51">
                  <a:extLst>
                    <a:ext uri="{FF2B5EF4-FFF2-40B4-BE49-F238E27FC236}">
                      <a16:creationId xmlns:a16="http://schemas.microsoft.com/office/drawing/2014/main" id="{EBE3CEC5-E583-A6A3-10DA-30A9963632A6}"/>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Line 52">
                  <a:extLst>
                    <a:ext uri="{FF2B5EF4-FFF2-40B4-BE49-F238E27FC236}">
                      <a16:creationId xmlns:a16="http://schemas.microsoft.com/office/drawing/2014/main" id="{94D5AC07-2F99-E5BF-84B4-0055FB43222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Line 53">
                  <a:extLst>
                    <a:ext uri="{FF2B5EF4-FFF2-40B4-BE49-F238E27FC236}">
                      <a16:creationId xmlns:a16="http://schemas.microsoft.com/office/drawing/2014/main" id="{3C0BCCA7-84FC-79F2-64FE-B265F7EC3B90}"/>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54">
                  <a:extLst>
                    <a:ext uri="{FF2B5EF4-FFF2-40B4-BE49-F238E27FC236}">
                      <a16:creationId xmlns:a16="http://schemas.microsoft.com/office/drawing/2014/main" id="{755DBAAA-E2FA-5D57-0DDD-15EEBF05C90A}"/>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 name="Line 55">
                  <a:extLst>
                    <a:ext uri="{FF2B5EF4-FFF2-40B4-BE49-F238E27FC236}">
                      <a16:creationId xmlns:a16="http://schemas.microsoft.com/office/drawing/2014/main" id="{7E6EF2F1-01CD-C50A-23A6-6726C534C90A}"/>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 name="Group 19">
                <a:extLst>
                  <a:ext uri="{FF2B5EF4-FFF2-40B4-BE49-F238E27FC236}">
                    <a16:creationId xmlns:a16="http://schemas.microsoft.com/office/drawing/2014/main" id="{0FC5D55F-90D7-F071-243C-579698DF5853}"/>
                  </a:ext>
                </a:extLst>
              </p:cNvPr>
              <p:cNvGrpSpPr/>
              <p:nvPr/>
            </p:nvGrpSpPr>
            <p:grpSpPr>
              <a:xfrm>
                <a:off x="3458817" y="1655073"/>
                <a:ext cx="8189844" cy="5023471"/>
                <a:chOff x="3458817" y="1655073"/>
                <a:chExt cx="8189844" cy="5023471"/>
              </a:xfrm>
            </p:grpSpPr>
            <p:sp>
              <p:nvSpPr>
                <p:cNvPr id="21" name="Rectangle 15">
                  <a:extLst>
                    <a:ext uri="{FF2B5EF4-FFF2-40B4-BE49-F238E27FC236}">
                      <a16:creationId xmlns:a16="http://schemas.microsoft.com/office/drawing/2014/main" id="{38A4F8C1-8382-52E5-7189-BA21C469A19D}"/>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 name="Line 31">
                  <a:extLst>
                    <a:ext uri="{FF2B5EF4-FFF2-40B4-BE49-F238E27FC236}">
                      <a16:creationId xmlns:a16="http://schemas.microsoft.com/office/drawing/2014/main" id="{8487B5EF-5967-9F3F-D09F-DFEE657AB930}"/>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4">
                  <a:extLst>
                    <a:ext uri="{FF2B5EF4-FFF2-40B4-BE49-F238E27FC236}">
                      <a16:creationId xmlns:a16="http://schemas.microsoft.com/office/drawing/2014/main" id="{34DB20CE-A3A9-870E-1AB5-7351C93BAA22}"/>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24" name="Line 60">
                  <a:extLst>
                    <a:ext uri="{FF2B5EF4-FFF2-40B4-BE49-F238E27FC236}">
                      <a16:creationId xmlns:a16="http://schemas.microsoft.com/office/drawing/2014/main" id="{5DD64A01-6640-F011-028F-73ABEE17D09B}"/>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4" name="Group 33">
              <a:extLst>
                <a:ext uri="{FF2B5EF4-FFF2-40B4-BE49-F238E27FC236}">
                  <a16:creationId xmlns:a16="http://schemas.microsoft.com/office/drawing/2014/main" id="{4CF7D6C1-539C-EC3D-DE57-3439E09A445F}"/>
                </a:ext>
              </a:extLst>
            </p:cNvPr>
            <p:cNvGrpSpPr/>
            <p:nvPr/>
          </p:nvGrpSpPr>
          <p:grpSpPr>
            <a:xfrm>
              <a:off x="6844333" y="2806194"/>
              <a:ext cx="2235870" cy="1007085"/>
              <a:chOff x="6844333" y="2806194"/>
              <a:chExt cx="2235870" cy="1007085"/>
            </a:xfrm>
          </p:grpSpPr>
          <p:sp>
            <p:nvSpPr>
              <p:cNvPr id="35" name="Rounded Rectangular Callout 34">
                <a:extLst>
                  <a:ext uri="{FF2B5EF4-FFF2-40B4-BE49-F238E27FC236}">
                    <a16:creationId xmlns:a16="http://schemas.microsoft.com/office/drawing/2014/main" id="{998B5CA8-E2F9-55E9-EA7B-8A75EE8FAD7F}"/>
                  </a:ext>
                </a:extLst>
              </p:cNvPr>
              <p:cNvSpPr/>
              <p:nvPr/>
            </p:nvSpPr>
            <p:spPr>
              <a:xfrm>
                <a:off x="6844333" y="2806194"/>
                <a:ext cx="1779588" cy="1007085"/>
              </a:xfrm>
              <a:prstGeom prst="wedgeRoundRectCallout">
                <a:avLst>
                  <a:gd name="adj1" fmla="val -64240"/>
                  <a:gd name="adj2" fmla="val -54353"/>
                  <a:gd name="adj3" fmla="val 16667"/>
                </a:avLst>
              </a:prstGeom>
              <a:ln w="25400">
                <a:solidFill>
                  <a:schemeClr val="tx1">
                    <a:lumMod val="95000"/>
                    <a:lumOff val="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endParaRPr lang="en-US" dirty="0"/>
              </a:p>
            </p:txBody>
          </p:sp>
          <p:pic>
            <p:nvPicPr>
              <p:cNvPr id="36" name="Picture 35" descr="Icon&#10;&#10;Description automatically generated">
                <a:extLst>
                  <a:ext uri="{FF2B5EF4-FFF2-40B4-BE49-F238E27FC236}">
                    <a16:creationId xmlns:a16="http://schemas.microsoft.com/office/drawing/2014/main" id="{09CDE9AD-60F6-FE88-97A5-DF29BF6568EF}"/>
                  </a:ext>
                </a:extLst>
              </p:cNvPr>
              <p:cNvPicPr>
                <a:picLocks noChangeAspect="1"/>
              </p:cNvPicPr>
              <p:nvPr/>
            </p:nvPicPr>
            <p:blipFill>
              <a:blip r:embed="rId4"/>
              <a:stretch>
                <a:fillRect/>
              </a:stretch>
            </p:blipFill>
            <p:spPr>
              <a:xfrm>
                <a:off x="6962236" y="2971427"/>
                <a:ext cx="451829" cy="621665"/>
              </a:xfrm>
              <a:prstGeom prst="rect">
                <a:avLst/>
              </a:prstGeom>
            </p:spPr>
          </p:pic>
          <p:sp>
            <p:nvSpPr>
              <p:cNvPr id="37" name="TextBox 36">
                <a:extLst>
                  <a:ext uri="{FF2B5EF4-FFF2-40B4-BE49-F238E27FC236}">
                    <a16:creationId xmlns:a16="http://schemas.microsoft.com/office/drawing/2014/main" id="{F397574B-6849-006B-027B-21405BC0DD33}"/>
                  </a:ext>
                </a:extLst>
              </p:cNvPr>
              <p:cNvSpPr txBox="1"/>
              <p:nvPr/>
            </p:nvSpPr>
            <p:spPr>
              <a:xfrm>
                <a:off x="7467474" y="3131380"/>
                <a:ext cx="1612729" cy="369332"/>
              </a:xfrm>
              <a:prstGeom prst="rect">
                <a:avLst/>
              </a:prstGeom>
              <a:noFill/>
            </p:spPr>
            <p:txBody>
              <a:bodyPr wrap="square">
                <a:spAutoFit/>
              </a:bodyPr>
              <a:lstStyle/>
              <a:p>
                <a:r>
                  <a:rPr lang="en-US" kern="0" dirty="0">
                    <a:solidFill>
                      <a:srgbClr val="000000"/>
                    </a:solidFill>
                    <a:latin typeface="Calibri" panose="020F0502020204030204"/>
                    <a:ea typeface="ＭＳ Ｐゴシック" panose="020B0600070205080204" pitchFamily="34" charset="-128"/>
                  </a:rPr>
                  <a:t>Datagram</a:t>
                </a:r>
                <a:endParaRPr lang="en-US" dirty="0"/>
              </a:p>
            </p:txBody>
          </p:sp>
        </p:grpSp>
      </p:grpSp>
    </p:spTree>
    <p:extLst>
      <p:ext uri="{BB962C8B-B14F-4D97-AF65-F5344CB8AC3E}">
        <p14:creationId xmlns:p14="http://schemas.microsoft.com/office/powerpoint/2010/main" val="89276270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 2</a:t>
            </a:r>
            <a:endParaRPr lang="en-US" sz="4800" dirty="0"/>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grpSp>
        <p:nvGrpSpPr>
          <p:cNvPr id="3" name="Group 2" descr="This processor implements decentralized switching across the network">
            <a:extLst>
              <a:ext uri="{FF2B5EF4-FFF2-40B4-BE49-F238E27FC236}">
                <a16:creationId xmlns:a16="http://schemas.microsoft.com/office/drawing/2014/main" id="{33029943-A842-09A0-FDE8-0B60D4E5EF23}"/>
              </a:ext>
            </a:extLst>
          </p:cNvPr>
          <p:cNvGrpSpPr/>
          <p:nvPr/>
        </p:nvGrpSpPr>
        <p:grpSpPr>
          <a:xfrm>
            <a:off x="258938" y="902598"/>
            <a:ext cx="8215758" cy="4491560"/>
            <a:chOff x="258938" y="902598"/>
            <a:chExt cx="8215758" cy="4491560"/>
          </a:xfrm>
        </p:grpSpPr>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Tree>
    <p:extLst>
      <p:ext uri="{BB962C8B-B14F-4D97-AF65-F5344CB8AC3E}">
        <p14:creationId xmlns:p14="http://schemas.microsoft.com/office/powerpoint/2010/main" val="82720983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6748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lang="en-US" altLang="en-US" dirty="0">
                <a:solidFill>
                  <a:prstClr val="black"/>
                </a:solidFill>
                <a:latin typeface="Calibri" panose="020F0502020204030204"/>
              </a:rPr>
              <a:t>W</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 name="Group 2" descr="An example forwarding table. How does a router determine how to forward? With ranges of addressed mapped to output links">
            <a:extLst>
              <a:ext uri="{FF2B5EF4-FFF2-40B4-BE49-F238E27FC236}">
                <a16:creationId xmlns:a16="http://schemas.microsoft.com/office/drawing/2014/main" id="{4CCEF8A8-78E4-EDDA-F29F-C8AA5AB7E38F}"/>
              </a:ext>
            </a:extLst>
          </p:cNvPr>
          <p:cNvGrpSpPr/>
          <p:nvPr/>
        </p:nvGrpSpPr>
        <p:grpSpPr>
          <a:xfrm>
            <a:off x="898734" y="1108364"/>
            <a:ext cx="9699993" cy="4825712"/>
            <a:chOff x="898734" y="1108364"/>
            <a:chExt cx="9699993" cy="4825712"/>
          </a:xfrm>
        </p:grpSpPr>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 1</a:t>
            </a:r>
          </a:p>
        </p:txBody>
      </p:sp>
      <p:sp>
        <p:nvSpPr>
          <p:cNvPr id="4" name="TextBox 3">
            <a:extLst>
              <a:ext uri="{FF2B5EF4-FFF2-40B4-BE49-F238E27FC236}">
                <a16:creationId xmlns:a16="http://schemas.microsoft.com/office/drawing/2014/main" id="{4A44099C-F2C5-E007-825C-75BA1BA95C9D}"/>
              </a:ext>
            </a:extLst>
          </p:cNvPr>
          <p:cNvSpPr txBox="1"/>
          <p:nvPr/>
        </p:nvSpPr>
        <p:spPr>
          <a:xfrm>
            <a:off x="10432277" y="2229614"/>
            <a:ext cx="1616148" cy="923330"/>
          </a:xfrm>
          <a:prstGeom prst="rect">
            <a:avLst/>
          </a:prstGeom>
          <a:noFill/>
        </p:spPr>
        <p:txBody>
          <a:bodyPr wrap="none" rtlCol="0">
            <a:spAutoFit/>
          </a:bodyPr>
          <a:lstStyle/>
          <a:p>
            <a:r>
              <a:rPr lang="en-US" dirty="0"/>
              <a:t>200.23.16.0</a:t>
            </a:r>
          </a:p>
          <a:p>
            <a:r>
              <a:rPr lang="en-US" dirty="0"/>
              <a:t>through</a:t>
            </a:r>
          </a:p>
          <a:p>
            <a:r>
              <a:rPr lang="en-US" dirty="0"/>
              <a:t>200.23.23.255</a:t>
            </a:r>
          </a:p>
        </p:txBody>
      </p:sp>
      <p:sp>
        <p:nvSpPr>
          <p:cNvPr id="6" name="TextBox 5">
            <a:extLst>
              <a:ext uri="{FF2B5EF4-FFF2-40B4-BE49-F238E27FC236}">
                <a16:creationId xmlns:a16="http://schemas.microsoft.com/office/drawing/2014/main" id="{794C397B-F7A8-1320-42F6-C8673244346A}"/>
              </a:ext>
            </a:extLst>
          </p:cNvPr>
          <p:cNvSpPr txBox="1"/>
          <p:nvPr/>
        </p:nvSpPr>
        <p:spPr>
          <a:xfrm>
            <a:off x="10432277" y="3318006"/>
            <a:ext cx="1616148" cy="923330"/>
          </a:xfrm>
          <a:prstGeom prst="rect">
            <a:avLst/>
          </a:prstGeom>
          <a:noFill/>
        </p:spPr>
        <p:txBody>
          <a:bodyPr wrap="none" rtlCol="0">
            <a:spAutoFit/>
          </a:bodyPr>
          <a:lstStyle/>
          <a:p>
            <a:r>
              <a:rPr lang="en-US" dirty="0"/>
              <a:t>200.23.24.0</a:t>
            </a:r>
          </a:p>
          <a:p>
            <a:r>
              <a:rPr lang="en-US" dirty="0"/>
              <a:t>through</a:t>
            </a:r>
          </a:p>
          <a:p>
            <a:r>
              <a:rPr lang="en-US" dirty="0"/>
              <a:t>200.23.24.255</a:t>
            </a:r>
          </a:p>
        </p:txBody>
      </p:sp>
      <p:sp>
        <p:nvSpPr>
          <p:cNvPr id="8" name="TextBox 7">
            <a:extLst>
              <a:ext uri="{FF2B5EF4-FFF2-40B4-BE49-F238E27FC236}">
                <a16:creationId xmlns:a16="http://schemas.microsoft.com/office/drawing/2014/main" id="{87A68A14-B991-6C0C-A7FD-8B74921E8554}"/>
              </a:ext>
            </a:extLst>
          </p:cNvPr>
          <p:cNvSpPr txBox="1"/>
          <p:nvPr/>
        </p:nvSpPr>
        <p:spPr>
          <a:xfrm>
            <a:off x="10432277" y="4404837"/>
            <a:ext cx="1616148" cy="923330"/>
          </a:xfrm>
          <a:prstGeom prst="rect">
            <a:avLst/>
          </a:prstGeom>
          <a:noFill/>
        </p:spPr>
        <p:txBody>
          <a:bodyPr wrap="none" rtlCol="0">
            <a:spAutoFit/>
          </a:bodyPr>
          <a:lstStyle/>
          <a:p>
            <a:r>
              <a:rPr lang="en-US" dirty="0"/>
              <a:t>200.23.25.0</a:t>
            </a:r>
          </a:p>
          <a:p>
            <a:r>
              <a:rPr lang="en-US" dirty="0"/>
              <a:t>through</a:t>
            </a:r>
          </a:p>
          <a:p>
            <a:r>
              <a:rPr lang="en-US" dirty="0"/>
              <a:t>200.23.25.255</a:t>
            </a:r>
          </a:p>
        </p:txBody>
      </p:sp>
    </p:spTree>
    <p:extLst>
      <p:ext uri="{BB962C8B-B14F-4D97-AF65-F5344CB8AC3E}">
        <p14:creationId xmlns:p14="http://schemas.microsoft.com/office/powerpoint/2010/main" val="365791255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A1A694-F4CF-4C97-CF9A-83B5AB37E6EF}"/>
            </a:ext>
          </a:extLst>
        </p:cNvPr>
        <p:cNvGrpSpPr/>
        <p:nvPr/>
      </p:nvGrpSpPr>
      <p:grpSpPr>
        <a:xfrm>
          <a:off x="0" y="0"/>
          <a:ext cx="0" cy="0"/>
          <a:chOff x="0" y="0"/>
          <a:chExt cx="0" cy="0"/>
        </a:xfrm>
      </p:grpSpPr>
      <p:grpSp>
        <p:nvGrpSpPr>
          <p:cNvPr id="3" name="Group 2" descr="The table, however, can be complex - different lengths prefixes of the address can matter!">
            <a:extLst>
              <a:ext uri="{FF2B5EF4-FFF2-40B4-BE49-F238E27FC236}">
                <a16:creationId xmlns:a16="http://schemas.microsoft.com/office/drawing/2014/main" id="{FD9AE4D4-45AB-92E3-6E4C-12E4720F497E}"/>
              </a:ext>
            </a:extLst>
          </p:cNvPr>
          <p:cNvGrpSpPr/>
          <p:nvPr/>
        </p:nvGrpSpPr>
        <p:grpSpPr>
          <a:xfrm>
            <a:off x="898734" y="703918"/>
            <a:ext cx="9699993" cy="5933547"/>
            <a:chOff x="898734" y="703918"/>
            <a:chExt cx="9699993" cy="5933547"/>
          </a:xfrm>
        </p:grpSpPr>
        <p:pic>
          <p:nvPicPr>
            <p:cNvPr id="27" name="Picture 26">
              <a:extLst>
                <a:ext uri="{FF2B5EF4-FFF2-40B4-BE49-F238E27FC236}">
                  <a16:creationId xmlns:a16="http://schemas.microsoft.com/office/drawing/2014/main" id="{7C56FE81-CB7D-FFF7-4A11-C733ECB088E4}"/>
                </a:ext>
              </a:extLst>
            </p:cNvPr>
            <p:cNvPicPr>
              <a:picLocks noChangeAspect="1"/>
            </p:cNvPicPr>
            <p:nvPr/>
          </p:nvPicPr>
          <p:blipFill>
            <a:blip r:embed="rId3"/>
            <a:stretch>
              <a:fillRect/>
            </a:stretch>
          </p:blipFill>
          <p:spPr>
            <a:xfrm>
              <a:off x="1056411" y="3857894"/>
              <a:ext cx="9375866" cy="2779571"/>
            </a:xfrm>
            <a:prstGeom prst="rect">
              <a:avLst/>
            </a:prstGeom>
          </p:spPr>
        </p:pic>
        <p:grpSp>
          <p:nvGrpSpPr>
            <p:cNvPr id="7" name="Group 6">
              <a:extLst>
                <a:ext uri="{FF2B5EF4-FFF2-40B4-BE49-F238E27FC236}">
                  <a16:creationId xmlns:a16="http://schemas.microsoft.com/office/drawing/2014/main" id="{50E526F8-E64F-1666-5958-BD6C555312CF}"/>
                </a:ext>
              </a:extLst>
            </p:cNvPr>
            <p:cNvGrpSpPr/>
            <p:nvPr/>
          </p:nvGrpSpPr>
          <p:grpSpPr>
            <a:xfrm>
              <a:off x="898734" y="703918"/>
              <a:ext cx="9699993" cy="2044580"/>
              <a:chOff x="898734" y="1108364"/>
              <a:chExt cx="9699993" cy="2044580"/>
            </a:xfrm>
          </p:grpSpPr>
          <p:pic>
            <p:nvPicPr>
              <p:cNvPr id="28" name="Picture 27">
                <a:extLst>
                  <a:ext uri="{FF2B5EF4-FFF2-40B4-BE49-F238E27FC236}">
                    <a16:creationId xmlns:a16="http://schemas.microsoft.com/office/drawing/2014/main" id="{A7A3FFAE-A4C7-0625-D6E3-4BBD4F6D98A6}"/>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AE6236B5-3A1B-AFC2-6CF1-448C8E3C9A48}"/>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A0716AAD-F733-ADDB-3577-DE28A16D34E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7BB3DF0C-3709-E2AD-2B26-676722656079}"/>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77AA4D8-468F-AAFD-8E63-CFDB156F530C}"/>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sp>
        <p:nvSpPr>
          <p:cNvPr id="2" name="Title 1">
            <a:extLst>
              <a:ext uri="{FF2B5EF4-FFF2-40B4-BE49-F238E27FC236}">
                <a16:creationId xmlns:a16="http://schemas.microsoft.com/office/drawing/2014/main" id="{5D6A95D9-6C79-A690-0759-69737FB125BB}"/>
              </a:ext>
            </a:extLst>
          </p:cNvPr>
          <p:cNvSpPr>
            <a:spLocks noGrp="1"/>
          </p:cNvSpPr>
          <p:nvPr>
            <p:ph type="title"/>
          </p:nvPr>
        </p:nvSpPr>
        <p:spPr>
          <a:xfrm>
            <a:off x="838200" y="345804"/>
            <a:ext cx="10515600" cy="894622"/>
          </a:xfrm>
        </p:spPr>
        <p:txBody>
          <a:bodyPr>
            <a:normAutofit/>
          </a:bodyPr>
          <a:lstStyle/>
          <a:p>
            <a:r>
              <a:rPr lang="en-US" sz="4800" dirty="0"/>
              <a:t>Destination-based forwarding: 2</a:t>
            </a:r>
          </a:p>
        </p:txBody>
      </p:sp>
    </p:spTree>
    <p:extLst>
      <p:ext uri="{BB962C8B-B14F-4D97-AF65-F5344CB8AC3E}">
        <p14:creationId xmlns:p14="http://schemas.microsoft.com/office/powerpoint/2010/main" val="299195614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17F468-5C55-3441-FE54-A641E83A703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6B37A8A-E5EF-0E8F-B016-3962F2309FDB}"/>
              </a:ext>
            </a:extLst>
          </p:cNvPr>
          <p:cNvSpPr>
            <a:spLocks noGrp="1"/>
          </p:cNvSpPr>
          <p:nvPr>
            <p:ph type="title"/>
          </p:nvPr>
        </p:nvSpPr>
        <p:spPr>
          <a:xfrm>
            <a:off x="838200" y="345804"/>
            <a:ext cx="10515600" cy="894622"/>
          </a:xfrm>
        </p:spPr>
        <p:txBody>
          <a:bodyPr>
            <a:normAutofit/>
          </a:bodyPr>
          <a:lstStyle/>
          <a:p>
            <a:r>
              <a:rPr lang="en-US" sz="4800" dirty="0"/>
              <a:t>Longest prefix matching: 1</a:t>
            </a:r>
          </a:p>
        </p:txBody>
      </p:sp>
      <p:grpSp>
        <p:nvGrpSpPr>
          <p:cNvPr id="3" name="Group 2" descr="So we use longest prefix matching">
            <a:extLst>
              <a:ext uri="{FF2B5EF4-FFF2-40B4-BE49-F238E27FC236}">
                <a16:creationId xmlns:a16="http://schemas.microsoft.com/office/drawing/2014/main" id="{88B53CD2-ECA5-AE79-4C04-773ACC3D16B8}"/>
              </a:ext>
            </a:extLst>
          </p:cNvPr>
          <p:cNvGrpSpPr/>
          <p:nvPr/>
        </p:nvGrpSpPr>
        <p:grpSpPr>
          <a:xfrm>
            <a:off x="991564" y="1235421"/>
            <a:ext cx="9384887" cy="1918596"/>
            <a:chOff x="991564" y="1235421"/>
            <a:chExt cx="9384887" cy="1918596"/>
          </a:xfrm>
        </p:grpSpPr>
        <p:sp>
          <p:nvSpPr>
            <p:cNvPr id="20" name="Rectangle 20">
              <a:extLst>
                <a:ext uri="{FF2B5EF4-FFF2-40B4-BE49-F238E27FC236}">
                  <a16:creationId xmlns:a16="http://schemas.microsoft.com/office/drawing/2014/main" id="{2BD66665-7083-1ABD-25DD-61CE4CD217C2}"/>
                </a:ext>
              </a:extLst>
            </p:cNvPr>
            <p:cNvSpPr>
              <a:spLocks noChangeArrowheads="1"/>
            </p:cNvSpPr>
            <p:nvPr/>
          </p:nvSpPr>
          <p:spPr bwMode="auto">
            <a:xfrm>
              <a:off x="991564" y="1533870"/>
              <a:ext cx="9199355" cy="1620147"/>
            </a:xfrm>
            <a:prstGeom prst="rect">
              <a:avLst/>
            </a:prstGeom>
            <a:solidFill>
              <a:srgbClr val="FFFFDF"/>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14293320-B11F-4019-5B9A-66285172F6DF}"/>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the forwarding table entry for a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A52214B0-E266-D59B-8479-55B3B199614A}"/>
                </a:ext>
              </a:extLst>
            </p:cNvPr>
            <p:cNvSpPr txBox="1">
              <a:spLocks noChangeArrowheads="1"/>
            </p:cNvSpPr>
            <p:nvPr/>
          </p:nvSpPr>
          <p:spPr bwMode="auto">
            <a:xfrm>
              <a:off x="1115390" y="1235421"/>
              <a:ext cx="3675878" cy="584775"/>
            </a:xfrm>
            <a:prstGeom prst="rect">
              <a:avLst/>
            </a:prstGeom>
            <a:solidFill>
              <a:srgbClr val="FFFF00"/>
            </a:solidFill>
            <a:ln>
              <a:noFill/>
            </a:ln>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spTree>
    <p:extLst>
      <p:ext uri="{BB962C8B-B14F-4D97-AF65-F5344CB8AC3E}">
        <p14:creationId xmlns:p14="http://schemas.microsoft.com/office/powerpoint/2010/main" val="200489033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E2D792-1806-2251-BD32-3269666C6C5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86DF080-057F-A1B3-D1E3-A98B77BC767C}"/>
              </a:ext>
            </a:extLst>
          </p:cNvPr>
          <p:cNvSpPr>
            <a:spLocks noGrp="1"/>
          </p:cNvSpPr>
          <p:nvPr>
            <p:ph type="title"/>
          </p:nvPr>
        </p:nvSpPr>
        <p:spPr>
          <a:xfrm>
            <a:off x="838200" y="345804"/>
            <a:ext cx="10515600" cy="894622"/>
          </a:xfrm>
        </p:spPr>
        <p:txBody>
          <a:bodyPr>
            <a:normAutofit/>
          </a:bodyPr>
          <a:lstStyle/>
          <a:p>
            <a:r>
              <a:rPr lang="en-US" sz="4800" dirty="0"/>
              <a:t>Longest prefix matching: 2</a:t>
            </a:r>
          </a:p>
        </p:txBody>
      </p:sp>
      <p:sp>
        <p:nvSpPr>
          <p:cNvPr id="20" name="Rectangle 20" descr="We use longest prefex matching">
            <a:extLst>
              <a:ext uri="{FF2B5EF4-FFF2-40B4-BE49-F238E27FC236}">
                <a16:creationId xmlns:a16="http://schemas.microsoft.com/office/drawing/2014/main" id="{D8519596-7668-97F5-D4CA-BC39550EEE97}"/>
              </a:ext>
            </a:extLst>
          </p:cNvPr>
          <p:cNvSpPr>
            <a:spLocks noChangeArrowheads="1"/>
          </p:cNvSpPr>
          <p:nvPr/>
        </p:nvSpPr>
        <p:spPr bwMode="auto">
          <a:xfrm>
            <a:off x="991564" y="1533870"/>
            <a:ext cx="9199355" cy="1620147"/>
          </a:xfrm>
          <a:prstGeom prst="rect">
            <a:avLst/>
          </a:prstGeom>
          <a:solidFill>
            <a:srgbClr val="FFFFDF"/>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65F39C8B-5376-0FD9-7FF1-06D984AF95E6}"/>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5EFF2E33-2D62-0750-BFAA-AEE5B88A513A}"/>
              </a:ext>
            </a:extLst>
          </p:cNvPr>
          <p:cNvSpPr txBox="1">
            <a:spLocks noChangeArrowheads="1"/>
          </p:cNvSpPr>
          <p:nvPr/>
        </p:nvSpPr>
        <p:spPr bwMode="auto">
          <a:xfrm>
            <a:off x="1115390" y="1235421"/>
            <a:ext cx="3675878" cy="584775"/>
          </a:xfrm>
          <a:prstGeom prst="rect">
            <a:avLst/>
          </a:prstGeom>
          <a:solidFill>
            <a:srgbClr val="FFFF00"/>
          </a:solidFill>
          <a:ln>
            <a:noFill/>
          </a:ln>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descr="Example table showing this longest prefix matching">
            <a:extLst>
              <a:ext uri="{FF2B5EF4-FFF2-40B4-BE49-F238E27FC236}">
                <a16:creationId xmlns:a16="http://schemas.microsoft.com/office/drawing/2014/main" id="{7284D0F7-0F3B-C8F9-8019-DF026A97B142}"/>
              </a:ext>
            </a:extLst>
          </p:cNvPr>
          <p:cNvGrpSpPr/>
          <p:nvPr/>
        </p:nvGrpSpPr>
        <p:grpSpPr>
          <a:xfrm>
            <a:off x="2674601" y="3416024"/>
            <a:ext cx="7479325" cy="2180038"/>
            <a:chOff x="2674601" y="3416024"/>
            <a:chExt cx="7479325" cy="2180038"/>
          </a:xfrm>
        </p:grpSpPr>
        <p:sp>
          <p:nvSpPr>
            <p:cNvPr id="4" name="Rectangle 5">
              <a:extLst>
                <a:ext uri="{FF2B5EF4-FFF2-40B4-BE49-F238E27FC236}">
                  <a16:creationId xmlns:a16="http://schemas.microsoft.com/office/drawing/2014/main" id="{B3BC9AFD-6CAB-DCE7-FA91-34C20B615478}"/>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5" name="Rectangle 24">
              <a:extLst>
                <a:ext uri="{FF2B5EF4-FFF2-40B4-BE49-F238E27FC236}">
                  <a16:creationId xmlns:a16="http://schemas.microsoft.com/office/drawing/2014/main" id="{365D1314-8335-B628-0ECD-FC7964EB8F0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 name="Line 25">
              <a:extLst>
                <a:ext uri="{FF2B5EF4-FFF2-40B4-BE49-F238E27FC236}">
                  <a16:creationId xmlns:a16="http://schemas.microsoft.com/office/drawing/2014/main" id="{DAE1D6A9-F452-A682-2BAB-76C5E76B8405}"/>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26">
              <a:extLst>
                <a:ext uri="{FF2B5EF4-FFF2-40B4-BE49-F238E27FC236}">
                  <a16:creationId xmlns:a16="http://schemas.microsoft.com/office/drawing/2014/main" id="{1BF719F1-66AB-E002-E814-0A5E92842951}"/>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27">
              <a:extLst>
                <a:ext uri="{FF2B5EF4-FFF2-40B4-BE49-F238E27FC236}">
                  <a16:creationId xmlns:a16="http://schemas.microsoft.com/office/drawing/2014/main" id="{7090909D-79AA-B5D9-9B02-4A1C3E305712}"/>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28">
              <a:extLst>
                <a:ext uri="{FF2B5EF4-FFF2-40B4-BE49-F238E27FC236}">
                  <a16:creationId xmlns:a16="http://schemas.microsoft.com/office/drawing/2014/main" id="{A041C656-15B3-53DA-19F2-BA718D6AD675}"/>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29">
              <a:extLst>
                <a:ext uri="{FF2B5EF4-FFF2-40B4-BE49-F238E27FC236}">
                  <a16:creationId xmlns:a16="http://schemas.microsoft.com/office/drawing/2014/main" id="{9A3A2AB0-D7A6-7594-34DE-6BD84438797D}"/>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 Box 30">
              <a:extLst>
                <a:ext uri="{FF2B5EF4-FFF2-40B4-BE49-F238E27FC236}">
                  <a16:creationId xmlns:a16="http://schemas.microsoft.com/office/drawing/2014/main" id="{F4B9AE2B-0900-D882-AFFE-4EEA9FECD02D}"/>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12" name="TextBox 11">
              <a:extLst>
                <a:ext uri="{FF2B5EF4-FFF2-40B4-BE49-F238E27FC236}">
                  <a16:creationId xmlns:a16="http://schemas.microsoft.com/office/drawing/2014/main" id="{B45A2B76-6D33-E336-E2DE-D7A0C356095C}"/>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3" name="TextBox 12">
              <a:extLst>
                <a:ext uri="{FF2B5EF4-FFF2-40B4-BE49-F238E27FC236}">
                  <a16:creationId xmlns:a16="http://schemas.microsoft.com/office/drawing/2014/main" id="{D9416962-FA37-B2AC-6E68-A3DBD29A70A1}"/>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4" name="TextBox 13">
              <a:extLst>
                <a:ext uri="{FF2B5EF4-FFF2-40B4-BE49-F238E27FC236}">
                  <a16:creationId xmlns:a16="http://schemas.microsoft.com/office/drawing/2014/main" id="{CCEEB286-BD7C-6B65-2A1A-8FA9E77B7DE7}"/>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5" name="TextBox 14">
              <a:extLst>
                <a:ext uri="{FF2B5EF4-FFF2-40B4-BE49-F238E27FC236}">
                  <a16:creationId xmlns:a16="http://schemas.microsoft.com/office/drawing/2014/main" id="{739B3EC9-D2DF-19FF-87C9-D0C1939683D7}"/>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6" name="TextBox 15">
              <a:extLst>
                <a:ext uri="{FF2B5EF4-FFF2-40B4-BE49-F238E27FC236}">
                  <a16:creationId xmlns:a16="http://schemas.microsoft.com/office/drawing/2014/main" id="{1F1053F6-F00B-A37E-7A96-4E96C9077143}"/>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spTree>
    <p:extLst>
      <p:ext uri="{BB962C8B-B14F-4D97-AF65-F5344CB8AC3E}">
        <p14:creationId xmlns:p14="http://schemas.microsoft.com/office/powerpoint/2010/main" val="380202697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DC5E56-9A86-18A5-AC43-C3D1F1ED921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486A98B-1819-1AE7-1FF5-844F4D32A32F}"/>
              </a:ext>
            </a:extLst>
          </p:cNvPr>
          <p:cNvSpPr>
            <a:spLocks noGrp="1"/>
          </p:cNvSpPr>
          <p:nvPr>
            <p:ph type="title"/>
          </p:nvPr>
        </p:nvSpPr>
        <p:spPr>
          <a:xfrm>
            <a:off x="838200" y="345804"/>
            <a:ext cx="10515600" cy="894622"/>
          </a:xfrm>
        </p:spPr>
        <p:txBody>
          <a:bodyPr>
            <a:normAutofit/>
          </a:bodyPr>
          <a:lstStyle/>
          <a:p>
            <a:r>
              <a:rPr lang="en-US" sz="4800" dirty="0"/>
              <a:t>Longest prefix matching: 3</a:t>
            </a:r>
          </a:p>
        </p:txBody>
      </p:sp>
      <p:grpSp>
        <p:nvGrpSpPr>
          <p:cNvPr id="26" name="Group 25" descr="Including an example to work out to test for understanding">
            <a:extLst>
              <a:ext uri="{FF2B5EF4-FFF2-40B4-BE49-F238E27FC236}">
                <a16:creationId xmlns:a16="http://schemas.microsoft.com/office/drawing/2014/main" id="{8037C2D7-C6FF-8CB4-5DFD-BB977FE37F1D}"/>
              </a:ext>
            </a:extLst>
          </p:cNvPr>
          <p:cNvGrpSpPr/>
          <p:nvPr/>
        </p:nvGrpSpPr>
        <p:grpSpPr>
          <a:xfrm>
            <a:off x="789703" y="1235421"/>
            <a:ext cx="9586748" cy="5415794"/>
            <a:chOff x="789703" y="1235421"/>
            <a:chExt cx="9586748" cy="5415794"/>
          </a:xfrm>
        </p:grpSpPr>
        <p:sp>
          <p:nvSpPr>
            <p:cNvPr id="20" name="Rectangle 20">
              <a:extLst>
                <a:ext uri="{FF2B5EF4-FFF2-40B4-BE49-F238E27FC236}">
                  <a16:creationId xmlns:a16="http://schemas.microsoft.com/office/drawing/2014/main" id="{93A7B047-9D17-0E6A-0117-9C3C68B97A8C}"/>
                </a:ext>
              </a:extLst>
            </p:cNvPr>
            <p:cNvSpPr>
              <a:spLocks noChangeArrowheads="1"/>
            </p:cNvSpPr>
            <p:nvPr/>
          </p:nvSpPr>
          <p:spPr bwMode="auto">
            <a:xfrm>
              <a:off x="991564" y="1533870"/>
              <a:ext cx="9199355" cy="1620147"/>
            </a:xfrm>
            <a:prstGeom prst="rect">
              <a:avLst/>
            </a:prstGeom>
            <a:solidFill>
              <a:srgbClr val="FFFFDF"/>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4E169B8E-5138-5B56-AAC5-8E1D2ED3064A}"/>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FB5B31E3-BF2B-E6B4-A5FB-34513DA44467}"/>
                </a:ext>
              </a:extLst>
            </p:cNvPr>
            <p:cNvSpPr txBox="1">
              <a:spLocks noChangeArrowheads="1"/>
            </p:cNvSpPr>
            <p:nvPr/>
          </p:nvSpPr>
          <p:spPr bwMode="auto">
            <a:xfrm>
              <a:off x="1115390" y="1235421"/>
              <a:ext cx="3675878" cy="584775"/>
            </a:xfrm>
            <a:prstGeom prst="rect">
              <a:avLst/>
            </a:prstGeom>
            <a:solidFill>
              <a:srgbClr val="FFFF00"/>
            </a:solidFill>
            <a:ln>
              <a:noFill/>
            </a:ln>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3D847A4F-7578-A58D-2DBC-16271C4DE156}"/>
                </a:ext>
              </a:extLst>
            </p:cNvPr>
            <p:cNvGrpSpPr/>
            <p:nvPr/>
          </p:nvGrpSpPr>
          <p:grpSpPr>
            <a:xfrm>
              <a:off x="2674601" y="3416024"/>
              <a:ext cx="7479325" cy="2180038"/>
              <a:chOff x="2674601" y="3416024"/>
              <a:chExt cx="7479325" cy="2180038"/>
            </a:xfrm>
          </p:grpSpPr>
          <p:sp>
            <p:nvSpPr>
              <p:cNvPr id="4" name="Rectangle 5">
                <a:extLst>
                  <a:ext uri="{FF2B5EF4-FFF2-40B4-BE49-F238E27FC236}">
                    <a16:creationId xmlns:a16="http://schemas.microsoft.com/office/drawing/2014/main" id="{14D8EE41-48A8-155F-A190-82C71DDB1228}"/>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5" name="Rectangle 24">
                <a:extLst>
                  <a:ext uri="{FF2B5EF4-FFF2-40B4-BE49-F238E27FC236}">
                    <a16:creationId xmlns:a16="http://schemas.microsoft.com/office/drawing/2014/main" id="{C1BA3DFF-8633-ED8B-7983-A51707A26A1E}"/>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 name="Line 25">
                <a:extLst>
                  <a:ext uri="{FF2B5EF4-FFF2-40B4-BE49-F238E27FC236}">
                    <a16:creationId xmlns:a16="http://schemas.microsoft.com/office/drawing/2014/main" id="{F1E4087F-81F6-F282-3191-57A2EEEBBFB9}"/>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26">
                <a:extLst>
                  <a:ext uri="{FF2B5EF4-FFF2-40B4-BE49-F238E27FC236}">
                    <a16:creationId xmlns:a16="http://schemas.microsoft.com/office/drawing/2014/main" id="{6AEF65EB-7102-62D0-2CA9-F0CFD9CD4038}"/>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27">
                <a:extLst>
                  <a:ext uri="{FF2B5EF4-FFF2-40B4-BE49-F238E27FC236}">
                    <a16:creationId xmlns:a16="http://schemas.microsoft.com/office/drawing/2014/main" id="{C3A75592-9EA4-7D53-BC2E-B654B0597E3E}"/>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28">
                <a:extLst>
                  <a:ext uri="{FF2B5EF4-FFF2-40B4-BE49-F238E27FC236}">
                    <a16:creationId xmlns:a16="http://schemas.microsoft.com/office/drawing/2014/main" id="{10774A6E-FC8C-DE57-E26D-05D2C33CEF6A}"/>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29">
                <a:extLst>
                  <a:ext uri="{FF2B5EF4-FFF2-40B4-BE49-F238E27FC236}">
                    <a16:creationId xmlns:a16="http://schemas.microsoft.com/office/drawing/2014/main" id="{4FE1C897-9118-530F-9ADA-01DA2D56881F}"/>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 Box 30">
                <a:extLst>
                  <a:ext uri="{FF2B5EF4-FFF2-40B4-BE49-F238E27FC236}">
                    <a16:creationId xmlns:a16="http://schemas.microsoft.com/office/drawing/2014/main" id="{0F0D665A-A2B4-D9DE-DFC5-8D7405B3FE58}"/>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12" name="TextBox 11">
                <a:extLst>
                  <a:ext uri="{FF2B5EF4-FFF2-40B4-BE49-F238E27FC236}">
                    <a16:creationId xmlns:a16="http://schemas.microsoft.com/office/drawing/2014/main" id="{0910E8AB-DC4B-D0D5-0E59-ED23721455F3}"/>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3" name="TextBox 12">
                <a:extLst>
                  <a:ext uri="{FF2B5EF4-FFF2-40B4-BE49-F238E27FC236}">
                    <a16:creationId xmlns:a16="http://schemas.microsoft.com/office/drawing/2014/main" id="{9C640FE3-8461-3708-0719-FE71569FF864}"/>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4" name="TextBox 13">
                <a:extLst>
                  <a:ext uri="{FF2B5EF4-FFF2-40B4-BE49-F238E27FC236}">
                    <a16:creationId xmlns:a16="http://schemas.microsoft.com/office/drawing/2014/main" id="{2A8F088A-0556-AFB4-7EA5-37992141DB67}"/>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5" name="TextBox 14">
                <a:extLst>
                  <a:ext uri="{FF2B5EF4-FFF2-40B4-BE49-F238E27FC236}">
                    <a16:creationId xmlns:a16="http://schemas.microsoft.com/office/drawing/2014/main" id="{27EF329E-B768-1EC6-F998-71388C86307A}"/>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16" name="TextBox 15">
                <a:extLst>
                  <a:ext uri="{FF2B5EF4-FFF2-40B4-BE49-F238E27FC236}">
                    <a16:creationId xmlns:a16="http://schemas.microsoft.com/office/drawing/2014/main" id="{F9140BB1-8D3D-83B9-CC9C-F295AC089A66}"/>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17" name="Group 16">
              <a:extLst>
                <a:ext uri="{FF2B5EF4-FFF2-40B4-BE49-F238E27FC236}">
                  <a16:creationId xmlns:a16="http://schemas.microsoft.com/office/drawing/2014/main" id="{3BE88425-E864-F86D-F8BF-96E965B8723C}"/>
                </a:ext>
              </a:extLst>
            </p:cNvPr>
            <p:cNvGrpSpPr/>
            <p:nvPr/>
          </p:nvGrpSpPr>
          <p:grpSpPr>
            <a:xfrm>
              <a:off x="789703" y="5747609"/>
              <a:ext cx="9305341" cy="903606"/>
              <a:chOff x="789703" y="5747609"/>
              <a:chExt cx="9305341" cy="903606"/>
            </a:xfrm>
          </p:grpSpPr>
          <p:sp>
            <p:nvSpPr>
              <p:cNvPr id="18" name="Rectangle 7">
                <a:extLst>
                  <a:ext uri="{FF2B5EF4-FFF2-40B4-BE49-F238E27FC236}">
                    <a16:creationId xmlns:a16="http://schemas.microsoft.com/office/drawing/2014/main" id="{061DF306-2050-78B7-377C-B60BEDA7C6F9}"/>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19" name="Text Box 8">
                <a:extLst>
                  <a:ext uri="{FF2B5EF4-FFF2-40B4-BE49-F238E27FC236}">
                    <a16:creationId xmlns:a16="http://schemas.microsoft.com/office/drawing/2014/main" id="{3B40EA14-5230-D199-09EF-65E3A3CCD696}"/>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23" name="Text Box 15">
                <a:extLst>
                  <a:ext uri="{FF2B5EF4-FFF2-40B4-BE49-F238E27FC236}">
                    <a16:creationId xmlns:a16="http://schemas.microsoft.com/office/drawing/2014/main" id="{661BFE1C-0524-7F5A-0646-928D2196A6EC}"/>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24" name="Text Box 16">
                <a:extLst>
                  <a:ext uri="{FF2B5EF4-FFF2-40B4-BE49-F238E27FC236}">
                    <a16:creationId xmlns:a16="http://schemas.microsoft.com/office/drawing/2014/main" id="{387E7DB4-D77F-CE60-C434-6CB70E2F76B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25" name="Text Box 9">
                <a:extLst>
                  <a:ext uri="{FF2B5EF4-FFF2-40B4-BE49-F238E27FC236}">
                    <a16:creationId xmlns:a16="http://schemas.microsoft.com/office/drawing/2014/main" id="{025DF839-324B-39E2-DD61-2757B345D37E}"/>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grpSp>
    </p:spTree>
    <p:extLst>
      <p:ext uri="{BB962C8B-B14F-4D97-AF65-F5344CB8AC3E}">
        <p14:creationId xmlns:p14="http://schemas.microsoft.com/office/powerpoint/2010/main" val="102455763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 4</a:t>
            </a:r>
          </a:p>
        </p:txBody>
      </p:sp>
      <p:grpSp>
        <p:nvGrpSpPr>
          <p:cNvPr id="11" name="Group 10" descr="Example of a match of a prefix">
            <a:extLst>
              <a:ext uri="{FF2B5EF4-FFF2-40B4-BE49-F238E27FC236}">
                <a16:creationId xmlns:a16="http://schemas.microsoft.com/office/drawing/2014/main" id="{05009FDB-DC24-4459-4975-BD6A76380FF7}"/>
              </a:ext>
            </a:extLst>
          </p:cNvPr>
          <p:cNvGrpSpPr/>
          <p:nvPr/>
        </p:nvGrpSpPr>
        <p:grpSpPr>
          <a:xfrm>
            <a:off x="789703" y="1235421"/>
            <a:ext cx="9684333" cy="5622579"/>
            <a:chOff x="789703" y="1235421"/>
            <a:chExt cx="9684333" cy="5622579"/>
          </a:xfrm>
        </p:grpSpPr>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grpSp>
    </p:spTree>
    <p:extLst>
      <p:ext uri="{BB962C8B-B14F-4D97-AF65-F5344CB8AC3E}">
        <p14:creationId xmlns:p14="http://schemas.microsoft.com/office/powerpoint/2010/main" val="423417764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 5</a:t>
            </a:r>
          </a:p>
        </p:txBody>
      </p:sp>
      <p:grpSp>
        <p:nvGrpSpPr>
          <p:cNvPr id="11" name="Group 10" descr="Another example of a match">
            <a:extLst>
              <a:ext uri="{FF2B5EF4-FFF2-40B4-BE49-F238E27FC236}">
                <a16:creationId xmlns:a16="http://schemas.microsoft.com/office/drawing/2014/main" id="{6744D854-9665-54A0-16D4-9AA89D6A4FA8}"/>
              </a:ext>
            </a:extLst>
          </p:cNvPr>
          <p:cNvGrpSpPr/>
          <p:nvPr/>
        </p:nvGrpSpPr>
        <p:grpSpPr>
          <a:xfrm>
            <a:off x="789703" y="1235421"/>
            <a:ext cx="9698189" cy="5622579"/>
            <a:chOff x="789703" y="1235421"/>
            <a:chExt cx="9698189" cy="5622579"/>
          </a:xfrm>
        </p:grpSpPr>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grpSp>
    </p:spTree>
    <p:extLst>
      <p:ext uri="{BB962C8B-B14F-4D97-AF65-F5344CB8AC3E}">
        <p14:creationId xmlns:p14="http://schemas.microsoft.com/office/powerpoint/2010/main" val="220453191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 6</a:t>
            </a:r>
          </a:p>
        </p:txBody>
      </p:sp>
      <p:grpSp>
        <p:nvGrpSpPr>
          <p:cNvPr id="11" name="Group 10" descr="Example of a longer match">
            <a:extLst>
              <a:ext uri="{FF2B5EF4-FFF2-40B4-BE49-F238E27FC236}">
                <a16:creationId xmlns:a16="http://schemas.microsoft.com/office/drawing/2014/main" id="{8CC85972-4B12-5FF3-DA0C-3C77B8BE3EB7}"/>
              </a:ext>
            </a:extLst>
          </p:cNvPr>
          <p:cNvGrpSpPr/>
          <p:nvPr/>
        </p:nvGrpSpPr>
        <p:grpSpPr>
          <a:xfrm>
            <a:off x="789703" y="1235421"/>
            <a:ext cx="9684333" cy="5622579"/>
            <a:chOff x="789703" y="1235421"/>
            <a:chExt cx="9684333" cy="5622579"/>
          </a:xfrm>
        </p:grpSpPr>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grpSp>
    </p:spTree>
    <p:extLst>
      <p:ext uri="{BB962C8B-B14F-4D97-AF65-F5344CB8AC3E}">
        <p14:creationId xmlns:p14="http://schemas.microsoft.com/office/powerpoint/2010/main" val="361532304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 7</a:t>
            </a:r>
          </a:p>
        </p:txBody>
      </p:sp>
    </p:spTree>
    <p:extLst>
      <p:ext uri="{BB962C8B-B14F-4D97-AF65-F5344CB8AC3E}">
        <p14:creationId xmlns:p14="http://schemas.microsoft.com/office/powerpoint/2010/main" val="325308787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238E84-7636-AA87-756D-32645AD3C2D4}"/>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707BA36-2DCA-E04A-5428-B4CB07F79D4A}"/>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3CFABEB9-B381-80F3-CDF5-DB6CE2F37369}"/>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 1</a:t>
            </a:r>
            <a:endParaRPr lang="en-US" sz="4800" dirty="0"/>
          </a:p>
        </p:txBody>
      </p:sp>
      <p:sp>
        <p:nvSpPr>
          <p:cNvPr id="207" name="Content Placeholder 2">
            <a:extLst>
              <a:ext uri="{FF2B5EF4-FFF2-40B4-BE49-F238E27FC236}">
                <a16:creationId xmlns:a16="http://schemas.microsoft.com/office/drawing/2014/main" id="{BA7E5A95-A7EA-2BC0-003E-D0591FD04C3B}"/>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grpSp>
        <p:nvGrpSpPr>
          <p:cNvPr id="4" name="Group 3" descr="Switch fabric">
            <a:extLst>
              <a:ext uri="{FF2B5EF4-FFF2-40B4-BE49-F238E27FC236}">
                <a16:creationId xmlns:a16="http://schemas.microsoft.com/office/drawing/2014/main" id="{0F660519-9A56-C5B4-DE63-D6F189756220}"/>
              </a:ext>
            </a:extLst>
          </p:cNvPr>
          <p:cNvGrpSpPr/>
          <p:nvPr/>
        </p:nvGrpSpPr>
        <p:grpSpPr>
          <a:xfrm>
            <a:off x="2216772" y="3943350"/>
            <a:ext cx="6106387" cy="2343150"/>
            <a:chOff x="2216772" y="3943350"/>
            <a:chExt cx="6106387" cy="2343150"/>
          </a:xfrm>
        </p:grpSpPr>
        <p:grpSp>
          <p:nvGrpSpPr>
            <p:cNvPr id="140" name="Group 60">
              <a:extLst>
                <a:ext uri="{FF2B5EF4-FFF2-40B4-BE49-F238E27FC236}">
                  <a16:creationId xmlns:a16="http://schemas.microsoft.com/office/drawing/2014/main" id="{2AB1CED9-E6EB-AC5D-62DE-5FC081CFC7E2}"/>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26D005AB-D99E-EDE7-CF0B-6878219D0A7B}"/>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94D839D8-830B-C6A3-0B13-3ED1328857B3}"/>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A9D40815-19C2-3274-6A82-EF4FC3B1571C}"/>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61B1C266-2811-986B-CF40-8FEAA5592748}"/>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94B486E9-3645-A4EC-50A3-4B8F1EEA30A2}"/>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BF09DB7F-6009-7635-DA10-0904DCA3B4A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4ACB9F1D-DC97-DBF8-BE51-620A0014C240}"/>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39CC0B34-4A73-0170-E363-D652517216D6}"/>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15733538-EF1B-2524-34FB-49914B1C380D}"/>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60661ECF-3E4D-2956-1AB6-67DFA06FD627}"/>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C9A07D8D-3CC3-3DF4-9D27-916FA411F895}"/>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8BDC7574-80AC-F489-F428-6FA625684E67}"/>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DFF635E-C3D9-0A20-6A06-D83D870AFD84}"/>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917A554B-F8C0-6490-C199-FFAD3456DD5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1D06CAB1-62C8-D3ED-5D2D-89C305528D36}"/>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7C2AB92A-9CE0-19C2-F286-11C1D81E322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D0EFAE99-13E2-2DF8-488D-E4B5E5F0C446}"/>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79D47A52-3BF5-1F82-F4E0-2CE251EDA139}"/>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B0B8F611-E378-9817-6D86-A0F30A41CC67}"/>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D1607A9E-B96F-8A30-1FCD-73054CF04055}"/>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7EB00862-4C7D-70C2-C1FE-CE73D34C5E21}"/>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8E9C6850-1CD6-7B38-9707-04BC5D3B3289}"/>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B74C87F4-ED00-5D59-DC71-80BAD315C1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B286BAD5-34B7-358C-053C-26579A5F8927}"/>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79F2A8AC-7EB9-F542-9D21-A323F516A5B0}"/>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FDBF8E5E-3781-B02D-A703-687B9ED1235C}"/>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AE0DD24E-D26C-8E0B-3310-EB337A442BFA}"/>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06AF836B-4D95-7E66-0A45-6736ABA8C17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1C52C5E3-2183-51E5-8069-8B98723ACA25}"/>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C047ABA6-5EBE-B199-C1E7-48D596D7813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DB423C1D-5B22-64CA-8901-F31E2F508271}"/>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05D0133A-B50A-3789-A7A0-39AD7AD9961F}"/>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10D165E4-5940-9F6C-16EB-6A44BF7B24B5}"/>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FFB488F9-4A6C-DAF5-F99F-4F4A9995D951}"/>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9A1E3FC2-2DC3-497C-9781-6C40793CA208}"/>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EC9688FF-9A5E-E6A1-4713-1C0F86D55E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BAC693C8-F6F3-588A-7CE2-A63E3689F460}"/>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NxR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ideally)</a:t>
              </a:r>
            </a:p>
          </p:txBody>
        </p:sp>
      </p:grpSp>
    </p:spTree>
    <p:extLst>
      <p:ext uri="{BB962C8B-B14F-4D97-AF65-F5344CB8AC3E}">
        <p14:creationId xmlns:p14="http://schemas.microsoft.com/office/powerpoint/2010/main" val="297733229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 2</a:t>
            </a:r>
            <a:endParaRPr lang="en-US" sz="4800" dirty="0"/>
          </a:p>
        </p:txBody>
      </p:sp>
      <p:grpSp>
        <p:nvGrpSpPr>
          <p:cNvPr id="3" name="Group 2" descr="Three kinds of switching fabrics: shared memory, bus, and an interconnetion network">
            <a:extLst>
              <a:ext uri="{FF2B5EF4-FFF2-40B4-BE49-F238E27FC236}">
                <a16:creationId xmlns:a16="http://schemas.microsoft.com/office/drawing/2014/main" id="{1CB2B7AA-2131-CAA6-7AC4-CBF6F2F2ACF8}"/>
              </a:ext>
            </a:extLst>
          </p:cNvPr>
          <p:cNvGrpSpPr/>
          <p:nvPr/>
        </p:nvGrpSpPr>
        <p:grpSpPr>
          <a:xfrm>
            <a:off x="1186899" y="4439064"/>
            <a:ext cx="8926237" cy="2140020"/>
            <a:chOff x="1186899" y="4439064"/>
            <a:chExt cx="8926237" cy="2140020"/>
          </a:xfrm>
        </p:grpSpPr>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Tree>
    <p:extLst>
      <p:ext uri="{BB962C8B-B14F-4D97-AF65-F5344CB8AC3E}">
        <p14:creationId xmlns:p14="http://schemas.microsoft.com/office/powerpoint/2010/main" val="206912386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 1</a:t>
            </a:r>
          </a:p>
        </p:txBody>
      </p:sp>
      <p:sp>
        <p:nvSpPr>
          <p:cNvPr id="5" name="Content Placeholder 2"/>
          <p:cNvSpPr>
            <a:spLocks noGrp="1"/>
          </p:cNvSpPr>
          <p:nvPr>
            <p:ph idx="1"/>
          </p:nvPr>
        </p:nvSpPr>
        <p:spPr>
          <a:xfrm>
            <a:off x="793894" y="1421607"/>
            <a:ext cx="10607531" cy="5071268"/>
          </a:xfrm>
        </p:spPr>
        <p:txBody>
          <a:bodyPr>
            <a:noAutofit/>
          </a:bodyPr>
          <a:lstStyle/>
          <a:p>
            <a:pPr marL="0" indent="0">
              <a:lnSpc>
                <a:spcPct val="100000"/>
              </a:lnSpc>
              <a:buNone/>
            </a:pPr>
            <a:r>
              <a:rPr lang="en-US" sz="3600" dirty="0"/>
              <a:t>What is network neutrality?</a:t>
            </a:r>
          </a:p>
        </p:txBody>
      </p:sp>
    </p:spTree>
    <p:extLst>
      <p:ext uri="{BB962C8B-B14F-4D97-AF65-F5344CB8AC3E}">
        <p14:creationId xmlns:p14="http://schemas.microsoft.com/office/powerpoint/2010/main" val="93268380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07AD77-D791-F648-AA7E-D54287B0DAE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40F952B-FEA7-E655-255C-946CF5C35AEC}"/>
              </a:ext>
            </a:extLst>
          </p:cNvPr>
          <p:cNvSpPr>
            <a:spLocks noGrp="1"/>
          </p:cNvSpPr>
          <p:nvPr>
            <p:ph type="title"/>
          </p:nvPr>
        </p:nvSpPr>
        <p:spPr/>
        <p:txBody>
          <a:bodyPr/>
          <a:lstStyle/>
          <a:p>
            <a:pPr>
              <a:spcBef>
                <a:spcPts val="1200"/>
              </a:spcBef>
            </a:pPr>
            <a:r>
              <a:rPr lang="en-US" sz="4800" dirty="0"/>
              <a:t>Sidebar: Network Neutrality: 2</a:t>
            </a:r>
          </a:p>
        </p:txBody>
      </p:sp>
      <p:sp>
        <p:nvSpPr>
          <p:cNvPr id="5" name="Content Placeholder 2">
            <a:extLst>
              <a:ext uri="{FF2B5EF4-FFF2-40B4-BE49-F238E27FC236}">
                <a16:creationId xmlns:a16="http://schemas.microsoft.com/office/drawing/2014/main" id="{8A9C4898-D590-7C61-04A7-8BD4785D5B5D}"/>
              </a:ext>
            </a:extLst>
          </p:cNvPr>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182563" lvl="1" indent="0">
              <a:lnSpc>
                <a:spcPct val="100000"/>
              </a:lnSpc>
              <a:buNone/>
            </a:pPr>
            <a:endParaRPr lang="en-US" sz="3200" dirty="0"/>
          </a:p>
        </p:txBody>
      </p:sp>
    </p:spTree>
    <p:extLst>
      <p:ext uri="{BB962C8B-B14F-4D97-AF65-F5344CB8AC3E}">
        <p14:creationId xmlns:p14="http://schemas.microsoft.com/office/powerpoint/2010/main" val="20856897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5F48A6-A5EE-6A69-2538-28F9EECD91E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9A2342E-799C-B65F-4E0E-AC584A553275}"/>
              </a:ext>
            </a:extLst>
          </p:cNvPr>
          <p:cNvSpPr>
            <a:spLocks noGrp="1"/>
          </p:cNvSpPr>
          <p:nvPr>
            <p:ph type="title"/>
          </p:nvPr>
        </p:nvSpPr>
        <p:spPr/>
        <p:txBody>
          <a:bodyPr/>
          <a:lstStyle/>
          <a:p>
            <a:pPr>
              <a:spcBef>
                <a:spcPts val="1200"/>
              </a:spcBef>
            </a:pPr>
            <a:r>
              <a:rPr lang="en-US" sz="4800" dirty="0"/>
              <a:t>Sidebar: Network Neutrality: 3</a:t>
            </a:r>
          </a:p>
        </p:txBody>
      </p:sp>
      <p:sp>
        <p:nvSpPr>
          <p:cNvPr id="5" name="Content Placeholder 2">
            <a:extLst>
              <a:ext uri="{FF2B5EF4-FFF2-40B4-BE49-F238E27FC236}">
                <a16:creationId xmlns:a16="http://schemas.microsoft.com/office/drawing/2014/main" id="{2BE12EF5-F6F1-6178-202D-A726339EB975}"/>
              </a:ext>
            </a:extLst>
          </p:cNvPr>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p:txBody>
      </p:sp>
    </p:spTree>
    <p:extLst>
      <p:ext uri="{BB962C8B-B14F-4D97-AF65-F5344CB8AC3E}">
        <p14:creationId xmlns:p14="http://schemas.microsoft.com/office/powerpoint/2010/main" val="51892591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691EA7-743F-FA79-2C4E-FC4D579B664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31BEB2D-EC85-8D11-AE2E-FD09B978699D}"/>
              </a:ext>
            </a:extLst>
          </p:cNvPr>
          <p:cNvSpPr>
            <a:spLocks noGrp="1"/>
          </p:cNvSpPr>
          <p:nvPr>
            <p:ph type="title"/>
          </p:nvPr>
        </p:nvSpPr>
        <p:spPr/>
        <p:txBody>
          <a:bodyPr/>
          <a:lstStyle/>
          <a:p>
            <a:pPr>
              <a:spcBef>
                <a:spcPts val="1200"/>
              </a:spcBef>
            </a:pPr>
            <a:r>
              <a:rPr lang="en-US" sz="4800" dirty="0"/>
              <a:t>Sidebar: Network Neutrality: 4</a:t>
            </a:r>
          </a:p>
        </p:txBody>
      </p:sp>
      <p:sp>
        <p:nvSpPr>
          <p:cNvPr id="5" name="Content Placeholder 2">
            <a:extLst>
              <a:ext uri="{FF2B5EF4-FFF2-40B4-BE49-F238E27FC236}">
                <a16:creationId xmlns:a16="http://schemas.microsoft.com/office/drawing/2014/main" id="{871EEBF1-85F1-9EF0-6F16-6B3195C4B234}"/>
              </a:ext>
            </a:extLst>
          </p:cNvPr>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36DAD599-FFB1-2BC5-062A-71D7F7352DF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Tree>
    <p:extLst>
      <p:ext uri="{BB962C8B-B14F-4D97-AF65-F5344CB8AC3E}">
        <p14:creationId xmlns:p14="http://schemas.microsoft.com/office/powerpoint/2010/main" val="275973619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 5</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marL="0" lvl="0" indent="0">
              <a:lnSpc>
                <a:spcPct val="100000"/>
              </a:lnSpc>
              <a:buNone/>
            </a:pPr>
            <a:endParaRPr lang="en-US" dirty="0"/>
          </a:p>
          <a:p>
            <a:pPr marL="0" indent="0">
              <a:buNone/>
            </a:pPr>
            <a:endParaRPr lang="en-US" dirty="0"/>
          </a:p>
        </p:txBody>
      </p:sp>
    </p:spTree>
    <p:extLst>
      <p:ext uri="{BB962C8B-B14F-4D97-AF65-F5344CB8AC3E}">
        <p14:creationId xmlns:p14="http://schemas.microsoft.com/office/powerpoint/2010/main" val="28164084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BB0BB9-37E7-48EB-0013-68334DBC5C9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F9E08A7-5345-F809-8A99-D05DA27E4230}"/>
              </a:ext>
            </a:extLst>
          </p:cNvPr>
          <p:cNvSpPr>
            <a:spLocks noGrp="1"/>
          </p:cNvSpPr>
          <p:nvPr>
            <p:ph type="title"/>
          </p:nvPr>
        </p:nvSpPr>
        <p:spPr/>
        <p:txBody>
          <a:bodyPr/>
          <a:lstStyle/>
          <a:p>
            <a:pPr>
              <a:spcBef>
                <a:spcPts val="1200"/>
              </a:spcBef>
            </a:pPr>
            <a:r>
              <a:rPr lang="en-US" sz="4800" dirty="0"/>
              <a:t>Sidebar: Network Neutrality: 6</a:t>
            </a:r>
          </a:p>
        </p:txBody>
      </p:sp>
      <p:sp>
        <p:nvSpPr>
          <p:cNvPr id="5" name="Content Placeholder 2">
            <a:extLst>
              <a:ext uri="{FF2B5EF4-FFF2-40B4-BE49-F238E27FC236}">
                <a16:creationId xmlns:a16="http://schemas.microsoft.com/office/drawing/2014/main" id="{FF7BC0FF-E23B-B82F-626F-A5D5567C7736}"/>
              </a:ext>
            </a:extLst>
          </p:cNvPr>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marL="0" lvl="0" indent="0">
              <a:lnSpc>
                <a:spcPct val="100000"/>
              </a:lnSpc>
              <a:buNone/>
            </a:pPr>
            <a:endParaRPr lang="en-US" dirty="0"/>
          </a:p>
          <a:p>
            <a:pPr marL="0" indent="0">
              <a:buNone/>
            </a:pPr>
            <a:endParaRPr lang="en-US" dirty="0"/>
          </a:p>
        </p:txBody>
      </p:sp>
    </p:spTree>
    <p:extLst>
      <p:ext uri="{BB962C8B-B14F-4D97-AF65-F5344CB8AC3E}">
        <p14:creationId xmlns:p14="http://schemas.microsoft.com/office/powerpoint/2010/main" val="107691473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084C1D-80EE-DA66-8B89-8F32929DBDF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4AC2DD6-BC87-62BA-9070-90192D7173A2}"/>
              </a:ext>
            </a:extLst>
          </p:cNvPr>
          <p:cNvSpPr>
            <a:spLocks noGrp="1"/>
          </p:cNvSpPr>
          <p:nvPr>
            <p:ph type="title"/>
          </p:nvPr>
        </p:nvSpPr>
        <p:spPr/>
        <p:txBody>
          <a:bodyPr/>
          <a:lstStyle/>
          <a:p>
            <a:pPr>
              <a:spcBef>
                <a:spcPts val="1200"/>
              </a:spcBef>
            </a:pPr>
            <a:r>
              <a:rPr lang="en-US" sz="4800" dirty="0"/>
              <a:t>Sidebar: Network Neutrality: 7</a:t>
            </a:r>
          </a:p>
        </p:txBody>
      </p:sp>
      <p:sp>
        <p:nvSpPr>
          <p:cNvPr id="5" name="Content Placeholder 2">
            <a:extLst>
              <a:ext uri="{FF2B5EF4-FFF2-40B4-BE49-F238E27FC236}">
                <a16:creationId xmlns:a16="http://schemas.microsoft.com/office/drawing/2014/main" id="{612A46F4-0556-8D5F-30A8-3FCF905916C4}"/>
              </a:ext>
            </a:extLst>
          </p:cNvPr>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marL="0" indent="0">
              <a:buNone/>
            </a:pPr>
            <a:endParaRPr lang="en-US" dirty="0"/>
          </a:p>
        </p:txBody>
      </p:sp>
    </p:spTree>
    <p:extLst>
      <p:ext uri="{BB962C8B-B14F-4D97-AF65-F5344CB8AC3E}">
        <p14:creationId xmlns:p14="http://schemas.microsoft.com/office/powerpoint/2010/main" val="158459244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FC5A9D-9F8F-60F2-4731-714BF6125E6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BC67418-9688-0D95-DA14-E5377A5333C0}"/>
              </a:ext>
            </a:extLst>
          </p:cNvPr>
          <p:cNvSpPr>
            <a:spLocks noGrp="1"/>
          </p:cNvSpPr>
          <p:nvPr>
            <p:ph type="title"/>
          </p:nvPr>
        </p:nvSpPr>
        <p:spPr/>
        <p:txBody>
          <a:bodyPr/>
          <a:lstStyle/>
          <a:p>
            <a:pPr>
              <a:spcBef>
                <a:spcPts val="1200"/>
              </a:spcBef>
            </a:pPr>
            <a:r>
              <a:rPr lang="en-US" sz="4800" dirty="0"/>
              <a:t>Sidebar: Network Neutrality: 8</a:t>
            </a:r>
          </a:p>
        </p:txBody>
      </p:sp>
      <p:sp>
        <p:nvSpPr>
          <p:cNvPr id="5" name="Content Placeholder 2">
            <a:extLst>
              <a:ext uri="{FF2B5EF4-FFF2-40B4-BE49-F238E27FC236}">
                <a16:creationId xmlns:a16="http://schemas.microsoft.com/office/drawing/2014/main" id="{E16658D0-5B28-6E86-A111-E59B277D7DA4}"/>
              </a:ext>
            </a:extLst>
          </p:cNvPr>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Tree>
    <p:extLst>
      <p:ext uri="{BB962C8B-B14F-4D97-AF65-F5344CB8AC3E}">
        <p14:creationId xmlns:p14="http://schemas.microsoft.com/office/powerpoint/2010/main" val="103892228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 1</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Tree>
    <p:extLst>
      <p:ext uri="{BB962C8B-B14F-4D97-AF65-F5344CB8AC3E}">
        <p14:creationId xmlns:p14="http://schemas.microsoft.com/office/powerpoint/2010/main" val="94450921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5A3574-EB48-BD3F-7DD1-51DA963B35C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5D419C5-23C7-77E3-E545-827C6A6FF107}"/>
              </a:ext>
            </a:extLst>
          </p:cNvPr>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 2</a:t>
            </a:r>
          </a:p>
        </p:txBody>
      </p:sp>
      <p:sp>
        <p:nvSpPr>
          <p:cNvPr id="3" name="Content Placeholder 2">
            <a:extLst>
              <a:ext uri="{FF2B5EF4-FFF2-40B4-BE49-F238E27FC236}">
                <a16:creationId xmlns:a16="http://schemas.microsoft.com/office/drawing/2014/main" id="{6A922C0C-0176-D253-4CAF-413A7960B560}"/>
              </a:ext>
            </a:extLst>
          </p:cNvPr>
          <p:cNvSpPr>
            <a:spLocks noGrp="1"/>
          </p:cNvSpPr>
          <p:nvPr>
            <p:ph idx="1"/>
          </p:nvPr>
        </p:nvSpPr>
        <p:spPr>
          <a:xfrm>
            <a:off x="390805" y="3052761"/>
            <a:ext cx="11015663" cy="3469063"/>
          </a:xfrm>
        </p:spPr>
        <p:txBody>
          <a:bodyPr>
            <a:normAutofit lnSpcReduction="10000"/>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3E31CD3F-CFF9-E7C2-A600-83822B5DB083}"/>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Tree>
    <p:extLst>
      <p:ext uri="{BB962C8B-B14F-4D97-AF65-F5344CB8AC3E}">
        <p14:creationId xmlns:p14="http://schemas.microsoft.com/office/powerpoint/2010/main" val="277520815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 1</a:t>
            </a:r>
            <a:endParaRPr lang="en-US" dirty="0"/>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grpSp>
        <p:nvGrpSpPr>
          <p:cNvPr id="2" name="Group 1" descr="What does the network layer do?">
            <a:extLst>
              <a:ext uri="{FF2B5EF4-FFF2-40B4-BE49-F238E27FC236}">
                <a16:creationId xmlns:a16="http://schemas.microsoft.com/office/drawing/2014/main" id="{D3E74304-17F6-D912-7076-357FB35A6A27}"/>
              </a:ext>
            </a:extLst>
          </p:cNvPr>
          <p:cNvGrpSpPr/>
          <p:nvPr/>
        </p:nvGrpSpPr>
        <p:grpSpPr>
          <a:xfrm>
            <a:off x="1664488" y="2215552"/>
            <a:ext cx="8858607" cy="4076700"/>
            <a:chOff x="1664488" y="2215552"/>
            <a:chExt cx="8858607" cy="4076700"/>
          </a:xfrm>
        </p:grpSpPr>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Tree>
    <p:extLst>
      <p:ext uri="{BB962C8B-B14F-4D97-AF65-F5344CB8AC3E}">
        <p14:creationId xmlns:p14="http://schemas.microsoft.com/office/powerpoint/2010/main" val="377915075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3E5A21-D300-D7AB-EA23-38703EFE3E64}"/>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9BC559F-57EE-53F3-755F-61C047C3407D}"/>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 2</a:t>
            </a:r>
            <a:endParaRPr lang="en-US" dirty="0"/>
          </a:p>
        </p:txBody>
      </p:sp>
      <p:sp>
        <p:nvSpPr>
          <p:cNvPr id="53" name="Rectangle 16">
            <a:extLst>
              <a:ext uri="{FF2B5EF4-FFF2-40B4-BE49-F238E27FC236}">
                <a16:creationId xmlns:a16="http://schemas.microsoft.com/office/drawing/2014/main" id="{424E9C33-5872-D295-3689-675AF7114C55}"/>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grpSp>
        <p:nvGrpSpPr>
          <p:cNvPr id="16" name="Group 15" descr="The network layer implements a path-selection algorithm for datagrams">
            <a:extLst>
              <a:ext uri="{FF2B5EF4-FFF2-40B4-BE49-F238E27FC236}">
                <a16:creationId xmlns:a16="http://schemas.microsoft.com/office/drawing/2014/main" id="{4D0ECDA9-09F1-06A9-B692-06FBE8F73F3D}"/>
              </a:ext>
            </a:extLst>
          </p:cNvPr>
          <p:cNvGrpSpPr/>
          <p:nvPr/>
        </p:nvGrpSpPr>
        <p:grpSpPr>
          <a:xfrm>
            <a:off x="1664488" y="2215552"/>
            <a:ext cx="8858607" cy="4076700"/>
            <a:chOff x="1664488" y="2215552"/>
            <a:chExt cx="8858607" cy="4076700"/>
          </a:xfrm>
        </p:grpSpPr>
        <p:sp>
          <p:nvSpPr>
            <p:cNvPr id="42" name="Rectangle 3">
              <a:extLst>
                <a:ext uri="{FF2B5EF4-FFF2-40B4-BE49-F238E27FC236}">
                  <a16:creationId xmlns:a16="http://schemas.microsoft.com/office/drawing/2014/main" id="{B00C37D9-C79B-18E2-80A7-15BD3A04E06B}"/>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 name="Line 17">
              <a:extLst>
                <a:ext uri="{FF2B5EF4-FFF2-40B4-BE49-F238E27FC236}">
                  <a16:creationId xmlns:a16="http://schemas.microsoft.com/office/drawing/2014/main" id="{2398A415-0932-B73B-693C-D959E9865EF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CB658D13-20D4-EA10-600F-978680F86A0A}"/>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F907BF8A-5CF9-35B4-732F-3B44AE196152}"/>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1A631B57-BC28-7766-81F6-366D15CA4F71}"/>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9DA9FEFA-647D-7A69-3D5A-401D86D8D683}"/>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BCC9B06D-2B04-532B-3001-65521081685F}"/>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2A508553-391A-2074-F449-581BAA59EB9E}"/>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C1916BCB-CDB6-53C9-DB66-2395739532C9}"/>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DAE09B0-6F51-0348-B81C-82B8DD17995F}"/>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4E558194-F26E-CCB3-9737-23F39E4F875D}"/>
                </a:ext>
              </a:extLst>
            </p:cNvPr>
            <p:cNvGrpSpPr/>
            <p:nvPr/>
          </p:nvGrpSpPr>
          <p:grpSpPr>
            <a:xfrm>
              <a:off x="3407866" y="3093438"/>
              <a:ext cx="3656521" cy="1988228"/>
              <a:chOff x="3407866" y="3093438"/>
              <a:chExt cx="3656521" cy="1988228"/>
            </a:xfrm>
          </p:grpSpPr>
          <p:grpSp>
            <p:nvGrpSpPr>
              <p:cNvPr id="4" name="Group 6">
                <a:extLst>
                  <a:ext uri="{FF2B5EF4-FFF2-40B4-BE49-F238E27FC236}">
                    <a16:creationId xmlns:a16="http://schemas.microsoft.com/office/drawing/2014/main" id="{6E6AA24C-461E-6A7F-B6CA-47922B276ECB}"/>
                  </a:ext>
                </a:extLst>
              </p:cNvPr>
              <p:cNvGrpSpPr>
                <a:grpSpLocks/>
              </p:cNvGrpSpPr>
              <p:nvPr/>
            </p:nvGrpSpPr>
            <p:grpSpPr bwMode="auto">
              <a:xfrm>
                <a:off x="5731569" y="3657572"/>
                <a:ext cx="1332818" cy="1171575"/>
                <a:chOff x="3972" y="2910"/>
                <a:chExt cx="649" cy="738"/>
              </a:xfrm>
            </p:grpSpPr>
            <p:sp>
              <p:nvSpPr>
                <p:cNvPr id="8" name="Rectangle 8">
                  <a:extLst>
                    <a:ext uri="{FF2B5EF4-FFF2-40B4-BE49-F238E27FC236}">
                      <a16:creationId xmlns:a16="http://schemas.microsoft.com/office/drawing/2014/main" id="{95D130AB-1DFD-AF9A-0948-D1605F1EB989}"/>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Text Box 9">
                  <a:extLst>
                    <a:ext uri="{FF2B5EF4-FFF2-40B4-BE49-F238E27FC236}">
                      <a16:creationId xmlns:a16="http://schemas.microsoft.com/office/drawing/2014/main" id="{79721E24-DEAE-9ED2-5420-929FA9D0112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10" name="Line 10">
                  <a:extLst>
                    <a:ext uri="{FF2B5EF4-FFF2-40B4-BE49-F238E27FC236}">
                      <a16:creationId xmlns:a16="http://schemas.microsoft.com/office/drawing/2014/main" id="{C77A714F-4F2A-7DA5-040F-6B80B2D9834E}"/>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 name="Line 11">
                  <a:extLst>
                    <a:ext uri="{FF2B5EF4-FFF2-40B4-BE49-F238E27FC236}">
                      <a16:creationId xmlns:a16="http://schemas.microsoft.com/office/drawing/2014/main" id="{A75FB673-16A3-ACFE-B2C1-D9269C7C916C}"/>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2" name="Line 12">
                  <a:extLst>
                    <a:ext uri="{FF2B5EF4-FFF2-40B4-BE49-F238E27FC236}">
                      <a16:creationId xmlns:a16="http://schemas.microsoft.com/office/drawing/2014/main" id="{02980382-4245-EEBB-3525-20DE1C556366}"/>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 name="Line 13">
                  <a:extLst>
                    <a:ext uri="{FF2B5EF4-FFF2-40B4-BE49-F238E27FC236}">
                      <a16:creationId xmlns:a16="http://schemas.microsoft.com/office/drawing/2014/main" id="{8A94AD03-D3BC-B161-1F62-72AFDD9029F7}"/>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 name="Line 14">
                  <a:extLst>
                    <a:ext uri="{FF2B5EF4-FFF2-40B4-BE49-F238E27FC236}">
                      <a16:creationId xmlns:a16="http://schemas.microsoft.com/office/drawing/2014/main" id="{AF6D2B58-06EF-88C8-3C2F-58A27565B1D1}"/>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 name="Line 15">
                  <a:extLst>
                    <a:ext uri="{FF2B5EF4-FFF2-40B4-BE49-F238E27FC236}">
                      <a16:creationId xmlns:a16="http://schemas.microsoft.com/office/drawing/2014/main" id="{F1E5A584-61A0-2A06-B541-34E0FDB4CBAB}"/>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 name="Rectangle 21">
                <a:extLst>
                  <a:ext uri="{FF2B5EF4-FFF2-40B4-BE49-F238E27FC236}">
                    <a16:creationId xmlns:a16="http://schemas.microsoft.com/office/drawing/2014/main" id="{1F304D4D-5AAF-4A3D-5F6E-2CEDC3615380}"/>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Text Box 22">
                <a:extLst>
                  <a:ext uri="{FF2B5EF4-FFF2-40B4-BE49-F238E27FC236}">
                    <a16:creationId xmlns:a16="http://schemas.microsoft.com/office/drawing/2014/main" id="{CDE4BE82-769C-7B2C-37B6-36B2AD46B903}"/>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Bent Arrow 6">
                <a:extLst>
                  <a:ext uri="{FF2B5EF4-FFF2-40B4-BE49-F238E27FC236}">
                    <a16:creationId xmlns:a16="http://schemas.microsoft.com/office/drawing/2014/main" id="{EDF2141B-51D5-0B5E-522F-E1DB84C28C68}"/>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255826412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8BD4D2-05AE-7EC0-B8C1-EB0DFF18D0E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3DCC380B-BE50-42CA-D0C8-1799F979AEE0}"/>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 3</a:t>
            </a:r>
            <a:endParaRPr lang="en-US" dirty="0"/>
          </a:p>
        </p:txBody>
      </p:sp>
      <p:sp>
        <p:nvSpPr>
          <p:cNvPr id="53" name="Rectangle 16">
            <a:extLst>
              <a:ext uri="{FF2B5EF4-FFF2-40B4-BE49-F238E27FC236}">
                <a16:creationId xmlns:a16="http://schemas.microsoft.com/office/drawing/2014/main" id="{98ECFEDD-F784-61E6-0AA2-3FE0A26DB8F6}"/>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grpSp>
        <p:nvGrpSpPr>
          <p:cNvPr id="19" name="Group 18" descr="This is used by the Internet Protocol (IP)">
            <a:extLst>
              <a:ext uri="{FF2B5EF4-FFF2-40B4-BE49-F238E27FC236}">
                <a16:creationId xmlns:a16="http://schemas.microsoft.com/office/drawing/2014/main" id="{02FF7B7F-CF79-D3E2-323D-5EF48922CC50}"/>
              </a:ext>
            </a:extLst>
          </p:cNvPr>
          <p:cNvGrpSpPr/>
          <p:nvPr/>
        </p:nvGrpSpPr>
        <p:grpSpPr>
          <a:xfrm>
            <a:off x="1664488" y="2215552"/>
            <a:ext cx="8858607" cy="4076700"/>
            <a:chOff x="1664488" y="2215552"/>
            <a:chExt cx="8858607" cy="4076700"/>
          </a:xfrm>
        </p:grpSpPr>
        <p:sp>
          <p:nvSpPr>
            <p:cNvPr id="42" name="Rectangle 3">
              <a:extLst>
                <a:ext uri="{FF2B5EF4-FFF2-40B4-BE49-F238E27FC236}">
                  <a16:creationId xmlns:a16="http://schemas.microsoft.com/office/drawing/2014/main" id="{2DDF6B42-F442-533B-261E-F0442B3CD983}"/>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 name="Line 17">
              <a:extLst>
                <a:ext uri="{FF2B5EF4-FFF2-40B4-BE49-F238E27FC236}">
                  <a16:creationId xmlns:a16="http://schemas.microsoft.com/office/drawing/2014/main" id="{E26E6939-AE19-333A-165C-5731C19B5F6B}"/>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C9DDBA88-5687-504F-457C-4CC2EA9AE0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9F4FC35A-A6A3-5519-6C8F-B94704DE6E11}"/>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B674708E-B80C-894D-E60B-26BBFEE1D05C}"/>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B2FD30BA-8919-DB93-0422-E5F236BA0174}"/>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46F9BBE6-709D-5F58-C945-A655BAB3FDE6}"/>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122B8CC7-8017-F489-DE8B-43D54BDD027A}"/>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7E890F20-272F-54C2-682A-A7A1E0AA3A61}"/>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0C299D10-A858-54EA-B3AC-497E0AD1AEDA}"/>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D583D5C-BC8D-DC36-5C6E-B04AD04F1A72}"/>
                </a:ext>
              </a:extLst>
            </p:cNvPr>
            <p:cNvGrpSpPr/>
            <p:nvPr/>
          </p:nvGrpSpPr>
          <p:grpSpPr>
            <a:xfrm>
              <a:off x="3407866" y="3093438"/>
              <a:ext cx="3656521" cy="1988228"/>
              <a:chOff x="3407866" y="3093438"/>
              <a:chExt cx="3656521" cy="1988228"/>
            </a:xfrm>
          </p:grpSpPr>
          <p:grpSp>
            <p:nvGrpSpPr>
              <p:cNvPr id="4" name="Group 6">
                <a:extLst>
                  <a:ext uri="{FF2B5EF4-FFF2-40B4-BE49-F238E27FC236}">
                    <a16:creationId xmlns:a16="http://schemas.microsoft.com/office/drawing/2014/main" id="{E4E6FC1C-7672-D82D-A411-78DBF486503B}"/>
                  </a:ext>
                </a:extLst>
              </p:cNvPr>
              <p:cNvGrpSpPr>
                <a:grpSpLocks/>
              </p:cNvGrpSpPr>
              <p:nvPr/>
            </p:nvGrpSpPr>
            <p:grpSpPr bwMode="auto">
              <a:xfrm>
                <a:off x="5731569" y="3657572"/>
                <a:ext cx="1332818" cy="1171575"/>
                <a:chOff x="3972" y="2910"/>
                <a:chExt cx="649" cy="738"/>
              </a:xfrm>
            </p:grpSpPr>
            <p:sp>
              <p:nvSpPr>
                <p:cNvPr id="8" name="Rectangle 8">
                  <a:extLst>
                    <a:ext uri="{FF2B5EF4-FFF2-40B4-BE49-F238E27FC236}">
                      <a16:creationId xmlns:a16="http://schemas.microsoft.com/office/drawing/2014/main" id="{65B1CDC0-B6A5-F839-80FB-DCCB592CDF9B}"/>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Text Box 9">
                  <a:extLst>
                    <a:ext uri="{FF2B5EF4-FFF2-40B4-BE49-F238E27FC236}">
                      <a16:creationId xmlns:a16="http://schemas.microsoft.com/office/drawing/2014/main" id="{38DE87B9-ECDF-A07E-46E9-544E3862AB26}"/>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10" name="Line 10">
                  <a:extLst>
                    <a:ext uri="{FF2B5EF4-FFF2-40B4-BE49-F238E27FC236}">
                      <a16:creationId xmlns:a16="http://schemas.microsoft.com/office/drawing/2014/main" id="{524F8E44-3763-D1F9-FB6F-4B2F6CF5E449}"/>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 name="Line 11">
                  <a:extLst>
                    <a:ext uri="{FF2B5EF4-FFF2-40B4-BE49-F238E27FC236}">
                      <a16:creationId xmlns:a16="http://schemas.microsoft.com/office/drawing/2014/main" id="{37CF60F3-4F27-4D72-5612-3EE2DB74090C}"/>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2" name="Line 12">
                  <a:extLst>
                    <a:ext uri="{FF2B5EF4-FFF2-40B4-BE49-F238E27FC236}">
                      <a16:creationId xmlns:a16="http://schemas.microsoft.com/office/drawing/2014/main" id="{C2ACEEBD-84C9-87E2-5535-1565B43A7394}"/>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 name="Line 13">
                  <a:extLst>
                    <a:ext uri="{FF2B5EF4-FFF2-40B4-BE49-F238E27FC236}">
                      <a16:creationId xmlns:a16="http://schemas.microsoft.com/office/drawing/2014/main" id="{B1AAF1CF-2200-E43B-E4ED-77478EEAF0D7}"/>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 name="Line 14">
                  <a:extLst>
                    <a:ext uri="{FF2B5EF4-FFF2-40B4-BE49-F238E27FC236}">
                      <a16:creationId xmlns:a16="http://schemas.microsoft.com/office/drawing/2014/main" id="{0D9E42E1-15E8-961C-C914-F433B2E09269}"/>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 name="Line 15">
                  <a:extLst>
                    <a:ext uri="{FF2B5EF4-FFF2-40B4-BE49-F238E27FC236}">
                      <a16:creationId xmlns:a16="http://schemas.microsoft.com/office/drawing/2014/main" id="{51CBAFFF-B68D-348F-A02A-8507AEDE6D06}"/>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 name="Rectangle 21">
                <a:extLst>
                  <a:ext uri="{FF2B5EF4-FFF2-40B4-BE49-F238E27FC236}">
                    <a16:creationId xmlns:a16="http://schemas.microsoft.com/office/drawing/2014/main" id="{896F602C-5825-3FC5-36AC-C06F2896AFC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Text Box 22">
                <a:extLst>
                  <a:ext uri="{FF2B5EF4-FFF2-40B4-BE49-F238E27FC236}">
                    <a16:creationId xmlns:a16="http://schemas.microsoft.com/office/drawing/2014/main" id="{2A1213AD-E157-531C-D533-03770ECA62B3}"/>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Bent Arrow 6">
                <a:extLst>
                  <a:ext uri="{FF2B5EF4-FFF2-40B4-BE49-F238E27FC236}">
                    <a16:creationId xmlns:a16="http://schemas.microsoft.com/office/drawing/2014/main" id="{7A782F98-4284-C46D-4C70-6568B60386E6}"/>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Group 24">
              <a:extLst>
                <a:ext uri="{FF2B5EF4-FFF2-40B4-BE49-F238E27FC236}">
                  <a16:creationId xmlns:a16="http://schemas.microsoft.com/office/drawing/2014/main" id="{13D98134-2E87-6D31-0282-4D372E054E63}"/>
                </a:ext>
              </a:extLst>
            </p:cNvPr>
            <p:cNvGrpSpPr>
              <a:grpSpLocks/>
            </p:cNvGrpSpPr>
            <p:nvPr/>
          </p:nvGrpSpPr>
          <p:grpSpPr bwMode="auto">
            <a:xfrm>
              <a:off x="7184669" y="2927915"/>
              <a:ext cx="3136903" cy="1276350"/>
              <a:chOff x="102" y="1294"/>
              <a:chExt cx="1976" cy="804"/>
            </a:xfrm>
          </p:grpSpPr>
          <p:sp>
            <p:nvSpPr>
              <p:cNvPr id="17" name="Rectangle 26">
                <a:extLst>
                  <a:ext uri="{FF2B5EF4-FFF2-40B4-BE49-F238E27FC236}">
                    <a16:creationId xmlns:a16="http://schemas.microsoft.com/office/drawing/2014/main" id="{988167AB-7D0E-FFE7-9A2B-65F0B5537871}"/>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 name="Text Box 27">
                <a:extLst>
                  <a:ext uri="{FF2B5EF4-FFF2-40B4-BE49-F238E27FC236}">
                    <a16:creationId xmlns:a16="http://schemas.microsoft.com/office/drawing/2014/main" id="{57400519-1C69-5FD4-6223-EC703EE40931}"/>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Tree>
    <p:extLst>
      <p:ext uri="{BB962C8B-B14F-4D97-AF65-F5344CB8AC3E}">
        <p14:creationId xmlns:p14="http://schemas.microsoft.com/office/powerpoint/2010/main" val="388064115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88F65A-B59D-7A72-4210-87D57EFDBF9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FF8CBC7-C843-880B-1E5A-0F48533C71A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 4</a:t>
            </a:r>
            <a:endParaRPr lang="en-US" dirty="0"/>
          </a:p>
        </p:txBody>
      </p:sp>
      <p:sp>
        <p:nvSpPr>
          <p:cNvPr id="53" name="Rectangle 16">
            <a:extLst>
              <a:ext uri="{FF2B5EF4-FFF2-40B4-BE49-F238E27FC236}">
                <a16:creationId xmlns:a16="http://schemas.microsoft.com/office/drawing/2014/main" id="{37DE0397-D50F-E015-51FC-5DDCF0EFFA5A}"/>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grpSp>
        <p:nvGrpSpPr>
          <p:cNvPr id="4" name="Group 3" descr="It is also used by the Internet Control Message Protocol (ICMP)">
            <a:extLst>
              <a:ext uri="{FF2B5EF4-FFF2-40B4-BE49-F238E27FC236}">
                <a16:creationId xmlns:a16="http://schemas.microsoft.com/office/drawing/2014/main" id="{1BD84A7D-BFEA-B187-BCDB-44F755649AF0}"/>
              </a:ext>
            </a:extLst>
          </p:cNvPr>
          <p:cNvGrpSpPr/>
          <p:nvPr/>
        </p:nvGrpSpPr>
        <p:grpSpPr>
          <a:xfrm>
            <a:off x="1664488" y="2215552"/>
            <a:ext cx="8858607" cy="4076700"/>
            <a:chOff x="1664488" y="2215552"/>
            <a:chExt cx="8858607" cy="4076700"/>
          </a:xfrm>
        </p:grpSpPr>
        <p:sp>
          <p:nvSpPr>
            <p:cNvPr id="42" name="Rectangle 3">
              <a:extLst>
                <a:ext uri="{FF2B5EF4-FFF2-40B4-BE49-F238E27FC236}">
                  <a16:creationId xmlns:a16="http://schemas.microsoft.com/office/drawing/2014/main" id="{511010A6-E380-35F2-83DF-A668AA41CA8B}"/>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 name="Line 17">
              <a:extLst>
                <a:ext uri="{FF2B5EF4-FFF2-40B4-BE49-F238E27FC236}">
                  <a16:creationId xmlns:a16="http://schemas.microsoft.com/office/drawing/2014/main" id="{46F4C907-F221-5989-C0E7-FA585EA82D0C}"/>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C11A083E-335E-DC3E-83D8-B26171120A30}"/>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841BAC36-8BF3-8D1B-A55F-B4882AF58995}"/>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CDFD126E-DAA5-213A-0BBD-E8959BD49913}"/>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9A9BBA9B-69D4-5CEB-9130-7F5CC5CF3525}"/>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A24F4135-2D13-81D3-1FDF-4A374D9A298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7297DE71-3E72-7844-DFEB-9A76B2662500}"/>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9EFEEFE5-ADDF-810C-A813-30019BFB07B6}"/>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E7C442E5-0C3C-D932-6B35-EE70B00932F9}"/>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42217E35-46C7-4E0B-A3C6-DDE45E77DBA3}"/>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6AB47F62-1975-F57D-BB03-88D76108441B}"/>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E4742776-83C2-0610-9B69-A8D467A9589F}"/>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28572B7C-0045-273A-AB29-5A9981708627}"/>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98E596B1-2EFF-D2B9-FC33-AC03226177BE}"/>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7A578A0-5CE3-D9F8-CD49-0A1B88FA4517}"/>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586F9CC5-0190-4FD7-9447-B89CCC993954}"/>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447B918E-E289-D1B4-F14B-8CDD424FFB11}"/>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5D0BE2C3-32B9-1A90-AEBE-44892CA6F652}"/>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FDF3BFF-0165-9783-958B-5B2853F9B730}"/>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8C8C9FA6-F4C6-C03C-A397-216CCAE44CDE}"/>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B5B7B294-95AA-1119-BC3B-E43567718830}"/>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6E304270-1EB8-7D83-88C6-545968659534}"/>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09329E87-BAE4-4F86-75B2-9556CCE66FC3}"/>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0A5D340-477B-BB2A-3FC8-8AA0F14FEB54}"/>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8355EA02-2173-EC83-1CD1-39A1ABAD6528}"/>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B67C135B-0C3D-AFE3-1AB5-1F28B4BBD99D}"/>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DB4A9BB5-1B18-E91F-7869-5D00412019D0}"/>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52744796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F8EB26-DEC4-1763-F3EA-ABD21648D48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E8A68DB-BCD6-9985-3F81-C7FDA8C1E801}"/>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 1</a:t>
            </a:r>
            <a:endParaRPr lang="en-US" dirty="0"/>
          </a:p>
        </p:txBody>
      </p:sp>
      <p:grpSp>
        <p:nvGrpSpPr>
          <p:cNvPr id="5" name="Group 4" descr="The layout of an IP Datagram">
            <a:extLst>
              <a:ext uri="{FF2B5EF4-FFF2-40B4-BE49-F238E27FC236}">
                <a16:creationId xmlns:a16="http://schemas.microsoft.com/office/drawing/2014/main" id="{9C60A1A1-367A-97DB-2079-B6499E1199BB}"/>
              </a:ext>
            </a:extLst>
          </p:cNvPr>
          <p:cNvGrpSpPr/>
          <p:nvPr/>
        </p:nvGrpSpPr>
        <p:grpSpPr>
          <a:xfrm>
            <a:off x="1064770" y="1263416"/>
            <a:ext cx="10837929" cy="5327884"/>
            <a:chOff x="1064770" y="1263416"/>
            <a:chExt cx="10837929" cy="5327884"/>
          </a:xfrm>
        </p:grpSpPr>
        <p:grpSp>
          <p:nvGrpSpPr>
            <p:cNvPr id="69" name="Group 68">
              <a:extLst>
                <a:ext uri="{FF2B5EF4-FFF2-40B4-BE49-F238E27FC236}">
                  <a16:creationId xmlns:a16="http://schemas.microsoft.com/office/drawing/2014/main" id="{A13ADBC1-649E-AB2F-758E-CE01809BE944}"/>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A6936B75-B092-3C81-01BA-9FB248AB80B7}"/>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B8A7B3C1-1D87-8761-3988-33ABDEC74DC8}"/>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061279A2-C66F-EF63-A946-A63D83C517EE}"/>
                </a:ext>
              </a:extLst>
            </p:cNvPr>
            <p:cNvGrpSpPr/>
            <p:nvPr/>
          </p:nvGrpSpPr>
          <p:grpSpPr>
            <a:xfrm>
              <a:off x="1064770" y="1263416"/>
              <a:ext cx="10692008" cy="5327884"/>
              <a:chOff x="1064770" y="1263416"/>
              <a:chExt cx="10692008" cy="5327884"/>
            </a:xfrm>
          </p:grpSpPr>
          <p:grpSp>
            <p:nvGrpSpPr>
              <p:cNvPr id="120" name="Group 55">
                <a:extLst>
                  <a:ext uri="{FF2B5EF4-FFF2-40B4-BE49-F238E27FC236}">
                    <a16:creationId xmlns:a16="http://schemas.microsoft.com/office/drawing/2014/main" id="{C5EB95D5-5558-98AF-4169-B025F05F07BF}"/>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C7980F0B-C305-1776-617B-C61D97FCA22F}"/>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80A3E8BF-A192-4207-C36F-1B981667D4C1}"/>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88049E89-7478-F1FD-F6D1-AF1E02D90790}"/>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909E62A-0C7B-6706-CAA5-DC202C515B56}"/>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02EC78FD-6A30-955A-6065-3B576BF0588E}"/>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F941A7F0-3DC3-2DC9-FAD9-64D09AFA1681}"/>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5D452904-3E02-5E39-ABC7-C5CA0DC6262E}"/>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7A95FB40-E473-6025-3C7A-925FFEF8C084}"/>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F851E74-73FA-3E44-1EB9-166B3C0006F5}"/>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93134657-85E0-E11A-3CED-D5A7B3B8D2EC}"/>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A6ADFDA-C38D-B664-BD22-9D0CFAA45F3B}"/>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FC23DD3E-C7D3-1DB4-C48D-95214C951BD5}"/>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C6B2944-57E9-355F-A6CA-83D1CDB8585A}"/>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15AAE14D-26BD-31D8-1069-C8545076537D}"/>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957A2039-6A97-5E26-406B-5FF39FF0AB2C}"/>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54D9B428-F2AF-79F4-33C6-B57DEBE93DD2}"/>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7B1EC783-1FFE-A0FB-84E5-06C223AE755A}"/>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1C76B283-FE70-AC83-D6D8-E0B63F7B374F}"/>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5DFF58BA-5D9D-F9F9-0796-F00B397DF2E5}"/>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39CB4BB1-A344-4D55-89F8-DF5F76510F18}"/>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907CB124-3BC0-3246-6C3B-75DA3F260F46}"/>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88225AB4-4C60-A87A-1D00-C66995959A36}"/>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2DE517A3-6AA5-4FB2-047B-4845361B7880}"/>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54D58CC4-4EE8-EC63-023F-17F976766C23}"/>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9A5F7B4E-9311-130E-CBF1-BBF3A1A087D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0525B404-15D7-241F-1BF9-E90D050DD1B1}"/>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1B63F352-4B18-6AD8-417A-2F611DEA3E10}"/>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61200F49-67FC-6141-9B2D-5185DF301943}"/>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A58EE923-E98D-F2E7-DCE4-32D7111AA53B}"/>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AA92147-CE39-D731-A9CF-DF6BD1790377}"/>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B4FC20E1-8C58-46A9-E2CB-6BF940C3142A}"/>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1A02D16E-31A2-94AD-A58A-780F56E3D527}"/>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11137451-7DEE-3F46-D723-445E88B3344B}"/>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2469BB46-BE7A-9735-9E5C-4642465C3B77}"/>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CB97FF9F-97B6-BAE1-2A30-3F565732F4BE}"/>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36C99F30-AAD6-53F8-B6DF-94014BBF27A9}"/>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D96E9E7A-9987-A41C-5659-BC42A504F185}"/>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D92C9E09-B28A-F688-3256-FC072061E706}"/>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913A7970-3CB8-AE3F-F075-7B25F6120DF4}"/>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BFB7876-F55E-ECF8-25C7-EB1F828EF2C9}"/>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A43CD69B-E3AA-ED7E-4D80-CDDFAA48525E}"/>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99074E0-11E4-AEAE-8690-BA6CA817894C}"/>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65E0B35F-FEE1-91B3-278D-DF3ED2DCA519}"/>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C28636A7-0783-1F89-6297-E3AAF0D1E599}"/>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7ED5BBFA-9746-9CF2-E842-3C2E3EFB3E08}"/>
                    </a:ext>
                  </a:extLst>
                </p:cNvPr>
                <p:cNvSpPr txBox="1"/>
                <p:nvPr/>
              </p:nvSpPr>
              <p:spPr>
                <a:xfrm>
                  <a:off x="9209324" y="3788229"/>
                  <a:ext cx="2808718" cy="646331"/>
                </a:xfrm>
                <a:prstGeom prst="rect">
                  <a:avLst/>
                </a:prstGeom>
                <a:solidFill>
                  <a:srgbClr val="FFFFDF"/>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grpSp>
      </p:grpSp>
    </p:spTree>
    <p:extLst>
      <p:ext uri="{BB962C8B-B14F-4D97-AF65-F5344CB8AC3E}">
        <p14:creationId xmlns:p14="http://schemas.microsoft.com/office/powerpoint/2010/main" val="57215290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 2</a:t>
            </a:r>
            <a:endParaRPr lang="en-US" dirty="0"/>
          </a:p>
        </p:txBody>
      </p:sp>
      <p:grpSp>
        <p:nvGrpSpPr>
          <p:cNvPr id="2" name="Group 1" descr="The layout of an IP Datagram">
            <a:extLst>
              <a:ext uri="{FF2B5EF4-FFF2-40B4-BE49-F238E27FC236}">
                <a16:creationId xmlns:a16="http://schemas.microsoft.com/office/drawing/2014/main" id="{9FFD175C-95E9-1D56-8ADC-B37485CDE977}"/>
              </a:ext>
            </a:extLst>
          </p:cNvPr>
          <p:cNvGrpSpPr/>
          <p:nvPr/>
        </p:nvGrpSpPr>
        <p:grpSpPr>
          <a:xfrm>
            <a:off x="151955" y="1263416"/>
            <a:ext cx="8329616" cy="5326062"/>
            <a:chOff x="151955" y="1263416"/>
            <a:chExt cx="8329616" cy="5326062"/>
          </a:xfrm>
        </p:grpSpPr>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Tree>
    <p:extLst>
      <p:ext uri="{BB962C8B-B14F-4D97-AF65-F5344CB8AC3E}">
        <p14:creationId xmlns:p14="http://schemas.microsoft.com/office/powerpoint/2010/main" val="399610677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A64C8C-FD3B-F12B-E516-1D97D8DE809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9B22D0C-ACFA-F783-E65A-58496C741DCE}"/>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 3</a:t>
            </a:r>
            <a:endParaRPr lang="en-US" dirty="0"/>
          </a:p>
        </p:txBody>
      </p:sp>
      <p:grpSp>
        <p:nvGrpSpPr>
          <p:cNvPr id="4" name="Group 3" descr="The layout of an IP Datagram">
            <a:extLst>
              <a:ext uri="{FF2B5EF4-FFF2-40B4-BE49-F238E27FC236}">
                <a16:creationId xmlns:a16="http://schemas.microsoft.com/office/drawing/2014/main" id="{C61FAC52-C8C8-490A-A906-E154B9091C51}"/>
              </a:ext>
            </a:extLst>
          </p:cNvPr>
          <p:cNvGrpSpPr/>
          <p:nvPr/>
        </p:nvGrpSpPr>
        <p:grpSpPr>
          <a:xfrm>
            <a:off x="4441383" y="1263416"/>
            <a:ext cx="7267586" cy="5326062"/>
            <a:chOff x="4441383" y="1263416"/>
            <a:chExt cx="7267586" cy="5326062"/>
          </a:xfrm>
        </p:grpSpPr>
        <p:grpSp>
          <p:nvGrpSpPr>
            <p:cNvPr id="2" name="Group 1" descr="The layout of an IP Datagram">
              <a:extLst>
                <a:ext uri="{FF2B5EF4-FFF2-40B4-BE49-F238E27FC236}">
                  <a16:creationId xmlns:a16="http://schemas.microsoft.com/office/drawing/2014/main" id="{1ADDBF2A-F23D-0541-4E5B-FB8BC7F7B824}"/>
                </a:ext>
              </a:extLst>
            </p:cNvPr>
            <p:cNvGrpSpPr/>
            <p:nvPr/>
          </p:nvGrpSpPr>
          <p:grpSpPr>
            <a:xfrm>
              <a:off x="4441383" y="1263416"/>
              <a:ext cx="5999164" cy="5326062"/>
              <a:chOff x="4441383" y="1263416"/>
              <a:chExt cx="5999164" cy="5326062"/>
            </a:xfrm>
          </p:grpSpPr>
          <p:grpSp>
            <p:nvGrpSpPr>
              <p:cNvPr id="120" name="Group 55">
                <a:extLst>
                  <a:ext uri="{FF2B5EF4-FFF2-40B4-BE49-F238E27FC236}">
                    <a16:creationId xmlns:a16="http://schemas.microsoft.com/office/drawing/2014/main" id="{7C204EB5-E68D-DD66-C272-E61D8BF351AA}"/>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143AC87F-4079-EE49-B748-93D4714F10EE}"/>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F2A9D8C9-B106-A9B7-FB9C-F1128E373B01}"/>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E2EA221B-41A6-A9D8-84E5-14259767DD97}"/>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170543D2-B197-330A-6783-2321A5D9126A}"/>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85C8E101-AEFD-302F-DC30-497F5AEA5347}"/>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A40F06D6-6691-3A39-BB25-AA60457303CD}"/>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EC319994-4BA7-6870-F630-CED39DD2C787}"/>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9CEF5571-D43B-EFC5-8335-17746CC6C234}"/>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9E8B36C9-32D2-B99C-9601-4C09D29349E9}"/>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02533F6E-F8B6-6907-D2B0-7626910FB86C}"/>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AF37D28E-8866-54E2-09A7-8C1F92038760}"/>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8F255117-FCF1-E9FF-5DE6-622778BD94C6}"/>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07A153D7-1F8D-2DA0-7326-09C8AED29005}"/>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DE8E10AC-3500-6F13-DA4C-F9367931CB90}"/>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FAD1251E-D792-E547-E1A1-2DE884520C02}"/>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A4EA560E-D2D9-93F8-BB8F-8DD70DBB3AAF}"/>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C9F696C9-152C-2661-D9CB-F0D4E727B049}"/>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F38FBE1-D08F-59F8-B493-25C2D523BE78}"/>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5D325398-ABFD-21AA-CA25-3AAD18FDD890}"/>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333AB116-B885-CC64-7914-FF38FEB169B6}"/>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6515FCFE-6158-3672-82F2-E159A6CFAE59}"/>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62BAB035-B146-9072-1518-7B8F24BCCFD8}"/>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8F6A2A8D-0608-B416-B446-B0C9444AFC81}"/>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57BC19B7-0F55-6B81-C8AF-51406A6D031D}"/>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A8A3905A-6C34-2D6C-7645-B8BE6CA5EFAF}"/>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726BB152-DA5C-1042-BB1D-BF2B7FB9A21F}"/>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19337C3F-E18F-9160-9CA6-6EEAF47B32E7}"/>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7C5D6A3A-12B9-34C7-CD2B-30D61DD08C3E}"/>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B5853213-9626-CCA6-2A6E-6DE370A8534A}"/>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45F655FB-852D-707C-487A-5E9F17269339}"/>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3522626-0C3B-44B9-51F8-ADA270C8363C}"/>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AD70082E-65CC-B25C-957F-8B6A95DDB9CB}"/>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117BAEB6-ADC8-13C8-BB22-EA89434D34C9}"/>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62CCCE23-3346-38C5-AE1B-D532A2CA88FD}"/>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A6E28F64-219F-EA16-577E-192C26AD4A43}"/>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37BA08D4-6F32-8B48-840E-0368436DA177}"/>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165E5906-5A85-63F3-248E-D3B03CA45DC7}"/>
                </a:ext>
              </a:extLst>
            </p:cNvPr>
            <p:cNvGrpSpPr/>
            <p:nvPr/>
          </p:nvGrpSpPr>
          <p:grpSpPr>
            <a:xfrm>
              <a:off x="7737066" y="2920899"/>
              <a:ext cx="3971903" cy="369332"/>
              <a:chOff x="7719934" y="4348085"/>
              <a:chExt cx="3971903" cy="369332"/>
            </a:xfrm>
          </p:grpSpPr>
          <p:sp>
            <p:nvSpPr>
              <p:cNvPr id="10" name="Text Box 52">
                <a:extLst>
                  <a:ext uri="{FF2B5EF4-FFF2-40B4-BE49-F238E27FC236}">
                    <a16:creationId xmlns:a16="http://schemas.microsoft.com/office/drawing/2014/main" id="{7D621DFE-77F4-5442-B034-93E4C8EE1F44}"/>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11" name="Straight Connector 10">
                <a:extLst>
                  <a:ext uri="{FF2B5EF4-FFF2-40B4-BE49-F238E27FC236}">
                    <a16:creationId xmlns:a16="http://schemas.microsoft.com/office/drawing/2014/main" id="{89305513-16C5-3A50-4DD6-799FDA4D817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67548853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128BF5-63DC-5F96-AE7B-76C0F0302BF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B270FD3-E75C-423F-934B-5AE15FD2B138}"/>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 4</a:t>
            </a:r>
            <a:endParaRPr lang="en-US" dirty="0"/>
          </a:p>
        </p:txBody>
      </p:sp>
      <p:grpSp>
        <p:nvGrpSpPr>
          <p:cNvPr id="4" name="Group 3" descr="The layout of an IP Datagram&#10;">
            <a:extLst>
              <a:ext uri="{FF2B5EF4-FFF2-40B4-BE49-F238E27FC236}">
                <a16:creationId xmlns:a16="http://schemas.microsoft.com/office/drawing/2014/main" id="{596B5897-1CD1-D4F2-25B3-17ECE5398E0D}"/>
              </a:ext>
            </a:extLst>
          </p:cNvPr>
          <p:cNvGrpSpPr/>
          <p:nvPr/>
        </p:nvGrpSpPr>
        <p:grpSpPr>
          <a:xfrm>
            <a:off x="1134317" y="1263416"/>
            <a:ext cx="10768382" cy="5326062"/>
            <a:chOff x="1134317" y="1263416"/>
            <a:chExt cx="10768382" cy="5326062"/>
          </a:xfrm>
        </p:grpSpPr>
        <p:grpSp>
          <p:nvGrpSpPr>
            <p:cNvPr id="120" name="Group 55">
              <a:extLst>
                <a:ext uri="{FF2B5EF4-FFF2-40B4-BE49-F238E27FC236}">
                  <a16:creationId xmlns:a16="http://schemas.microsoft.com/office/drawing/2014/main" id="{5B73A5AC-75D4-34ED-21C5-6120E70EC381}"/>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45017C48-EB43-C6F3-BF88-AEBFB715980B}"/>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E1C4A284-032B-9645-0CA2-85611AAFE1E0}"/>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4BA33982-BC0F-4691-F90E-DAA71A290330}"/>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21D2EE6F-E556-CD6B-36AC-29FD8D6EF85C}"/>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C6D40F7B-C662-972E-5484-4B73D8D4C450}"/>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72488542-B62C-C33D-062A-2F10DA98A38B}"/>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5328F90C-5E36-FBEB-09BD-2A560BF145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DA635ECF-9BEE-6AB0-202B-12A45D5E9908}"/>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4AF280D0-5E2D-8609-A55C-4C66977A5E0F}"/>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5862A80A-1664-4EC3-D66C-4F552B47D88A}"/>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FD446782-A6BB-CB0C-F3B3-49C3E7DFE137}"/>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D7FC0489-01E0-65B4-25F8-B5725C88F533}"/>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A90E3CBB-E05F-9FDD-C6A8-AE387BB8216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39631A42-D179-401D-E8A1-238D1418F740}"/>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18907029-AD62-E468-012A-10938D0A4ADB}"/>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E44144E0-CDEC-31D5-EC45-2182CF0A75EC}"/>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4D20E230-C40E-10FA-1997-2678CCD9A55A}"/>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89CA2486-2071-FA6C-8EBF-27E67F2B8EA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FA7ECD5B-644F-AC3C-3EEF-5CEAC81D2C7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065C028D-1DB2-87EC-EFBD-4AAA4A21470F}"/>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C717A511-01E5-4ADA-D0B3-05E1A485411D}"/>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D1FDDBC0-8C19-9574-BA19-2BF1F71CF42F}"/>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AA297A6A-19BA-B81B-12C9-D7D9FD99A2B5}"/>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C6B74C6-60C4-0655-8E21-FDD28205A82B}"/>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4CAD3531-94DA-5CBB-B308-7B02B64C5279}"/>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0BAC826D-0704-5A51-C590-03BDA0D691B7}"/>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14D7E190-9E27-E52F-B4A1-4033555305C6}"/>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8B7B84AE-5512-F083-33F6-6F0701758AF5}"/>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773A36C1-BAD9-0AA5-281A-3DDD8A9E78EB}"/>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FF63BD3A-B0AF-FAA5-601F-C5F8B141A180}"/>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7AC4953-FFD7-3A6D-A35B-9AB3A9DEC6E9}"/>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FD7D45C-976C-CC07-FD40-3860CCB444A8}"/>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B8D9BD41-EB61-D541-2647-C2C6D0976045}"/>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119062" marR="0" lvl="0" indent="0" algn="l" defTabSz="914400" rtl="0" eaLnBrk="0" fontAlgn="base" latinLnBrk="0" hangingPunct="0">
                  <a:lnSpc>
                    <a:spcPct val="95000"/>
                  </a:lnSpc>
                  <a:spcBef>
                    <a:spcPct val="20000"/>
                  </a:spcBef>
                  <a:spcAft>
                    <a:spcPct val="0"/>
                  </a:spcAft>
                  <a:buClr>
                    <a:srgbClr val="0000A3"/>
                  </a:buClr>
                  <a:buSzPct val="100000"/>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1F36A085-0AA7-E03E-4D51-ABFA8E473AD1}"/>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3FAA4523-3B0F-54CF-8878-3A37BA53DF57}"/>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27BE88FD-2EBF-C2BD-2CF9-F2E72B8222DD}"/>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7F0A4590-132C-427D-378D-9E4661747EFB}"/>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424AA73D-84B3-4921-3CBB-9C0367D18BCA}"/>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47D6EECA-63AD-74CD-6F8C-474F50E12BBA}"/>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1AA89596-97FC-C461-4EC3-1A605873A77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19206849-9E4A-6908-9FF3-583813680194}"/>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7F7D7A93-812F-DE57-B1CC-DD444FBE69C7}"/>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723D689-93E8-998F-AC26-329FF5351E75}"/>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03D82000-7447-1BA7-8753-027161AF007C}"/>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37914954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 1</a:t>
            </a:r>
            <a:endParaRPr lang="en-US" dirty="0"/>
          </a:p>
        </p:txBody>
      </p:sp>
      <p:grpSp>
        <p:nvGrpSpPr>
          <p:cNvPr id="4" name="Group 3" descr="An example network with a router with three links">
            <a:extLst>
              <a:ext uri="{FF2B5EF4-FFF2-40B4-BE49-F238E27FC236}">
                <a16:creationId xmlns:a16="http://schemas.microsoft.com/office/drawing/2014/main" id="{9B8A289D-7EDB-5233-3C62-2D752B967CA0}"/>
              </a:ext>
            </a:extLst>
          </p:cNvPr>
          <p:cNvGrpSpPr/>
          <p:nvPr/>
        </p:nvGrpSpPr>
        <p:grpSpPr>
          <a:xfrm>
            <a:off x="6557963" y="1132798"/>
            <a:ext cx="4897437" cy="3806825"/>
            <a:chOff x="6557963" y="1132798"/>
            <a:chExt cx="4897437" cy="3806825"/>
          </a:xfrm>
        </p:grpSpPr>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1025616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8CB494-9D80-E2AB-D9BF-236748BC1662}"/>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1141FD2-C6C8-3DD9-961C-34DDBEA29B33}"/>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9C7F5CD1-BFDC-FEC5-25C9-190900DFCC35}"/>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 2</a:t>
            </a:r>
            <a:endParaRPr lang="en-US" dirty="0"/>
          </a:p>
        </p:txBody>
      </p:sp>
      <p:grpSp>
        <p:nvGrpSpPr>
          <p:cNvPr id="4" name="Group 3" descr="The same router with three links and 7 computers">
            <a:extLst>
              <a:ext uri="{FF2B5EF4-FFF2-40B4-BE49-F238E27FC236}">
                <a16:creationId xmlns:a16="http://schemas.microsoft.com/office/drawing/2014/main" id="{E092C8D3-7CB9-E345-CAD0-4360DAA3A11E}"/>
              </a:ext>
            </a:extLst>
          </p:cNvPr>
          <p:cNvGrpSpPr/>
          <p:nvPr/>
        </p:nvGrpSpPr>
        <p:grpSpPr>
          <a:xfrm>
            <a:off x="6557963" y="1132798"/>
            <a:ext cx="4897437" cy="3806825"/>
            <a:chOff x="6557963" y="1132798"/>
            <a:chExt cx="4897437" cy="3806825"/>
          </a:xfrm>
        </p:grpSpPr>
        <p:sp>
          <p:nvSpPr>
            <p:cNvPr id="72" name="Freeform 140">
              <a:extLst>
                <a:ext uri="{FF2B5EF4-FFF2-40B4-BE49-F238E27FC236}">
                  <a16:creationId xmlns:a16="http://schemas.microsoft.com/office/drawing/2014/main" id="{FFDE7EB3-252F-E9A3-13BB-8BB2EDB477E4}"/>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C102EFCF-F623-B695-E1E2-9489386BE6FA}"/>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D6A7B9E7-B5CC-2BF6-B7D6-F78E9F7ACBD0}"/>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BDEC79DC-0DDB-13AB-FF0E-53E4E94D2395}"/>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3861A62C-4478-2F60-FB57-89F9B821F251}"/>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4A5547C8-19F0-8551-3FF9-BD8017E704FC}"/>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D09D90DA-9804-409C-19B7-47C14CD66BCF}"/>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785697FB-8F39-4EEF-18B5-176E6B350616}"/>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8AA03302-0065-BE8F-BB45-787C38BD6CAF}"/>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B280E352-9521-F62D-F594-230E5BF76D0E}"/>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2087EFC3-3B53-A3D1-5839-93119CC3D775}"/>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93C962C8-EB30-3C3F-6380-6FE3C819BB87}"/>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403A8336-BF76-DD61-C7E9-CB519EB02E9E}"/>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C10F9CAA-0376-864C-9EED-5AA7009001AA}"/>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8FC0222-96BC-CB0E-CA14-B5E0A1A41D6A}"/>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2BF47B71-93A3-A476-F974-C35118A1DEAF}"/>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BBF78144-EEB6-A92D-0AB3-A8514EADDB48}"/>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8FBB697D-A06E-6267-43EF-B9947F4F79AD}"/>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9836751D-AA9E-A493-9C55-48111F41F7B7}"/>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D4CDB782-C33F-0C5C-3B28-C41531263D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513B3E2D-7458-8C07-CDEC-A96B094C761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B8FF478B-6135-BF71-04FB-119CAF5B3C6F}"/>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EB649AE9-0D1A-D060-6F3A-74C5F9609B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2EE4D84-BA3E-790B-FCED-3E985E03AA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CED5BDEF-0E73-E21E-0971-D0A3D7282F85}"/>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C97CB055-DDF7-6B2D-EF0B-F932C83B93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43A19917-EC66-9A92-42A5-2E76AC16AFA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BF78D98C-4CF3-A1F1-A4CB-746D50EB0A96}"/>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71A379B5-BC1C-7FF5-7E4F-1EC3C9C7FC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9C0D2E61-5D2B-BB38-CFC3-BCB32EF2AF5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3AD92E3-3223-F34C-10D4-977C8D3B0CE7}"/>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084F2CD9-43A6-A946-8EEC-3C69CEA5E6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C766922F-0A41-F1C1-EF58-0F8E8C7621A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1C3CCB41-85D5-11F2-9CAD-42C86788BEE5}"/>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02B2045E-0DAF-A31F-540C-525E4DB2C1C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6B285076-3BDE-392F-92B9-DDC791C9F75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DB6A549F-5C3B-E570-28D6-2B6A5DAD96A0}"/>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5C217010-1D49-E7F1-5543-D4E53C1A78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D9AAB861-66A9-3A68-0E22-198E1F2F31F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589993F3-15C0-F42D-B1CE-8D26DBCEE524}"/>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AE63FC2-3158-3E37-F7AF-5D9562D768BB}"/>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CB70D0CD-7082-70CA-E1CF-D4C52A5DE8D0}"/>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D2F37539-9EF6-AAF6-068F-527F7C3DE90E}"/>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D7CF4657-1DEE-31CE-8243-A92559D67BA7}"/>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16C1E79-CCC9-3C6D-84F8-9EA653EF79A4}"/>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33FDE80-8D59-9BBB-FE8F-67CC5F90F6F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C99F5939-E44C-3570-5119-DC79DFD65B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E35C81BF-1080-957C-9D68-877D71AF2E22}"/>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AA907FB8-DACA-77BA-6358-32E01EF54DE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EE039B6-D110-BFE3-A3B0-BE755570C4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6988464E-4CA6-143D-3538-9B37B7E7A7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C323E955-DFDF-B7F1-1E44-E6DF6D3D043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09B4EF4C-8727-0B9A-F4B5-9C55008AFFD9}"/>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FBE239C-3B77-C5B5-F5D4-6BBDFA474266}"/>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6DF62459-F238-95C0-8133-F391D0DDF231}"/>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C3DDCCF-BC7D-C847-274D-D4D7885A487D}"/>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4896713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F59EAE-ED3A-6FDE-204C-0CD001B8BE4D}"/>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D007828C-DF84-F0CE-675D-F5C5E016771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35AE3CEB-E420-A741-B6D4-47E864B46065}"/>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 3</a:t>
            </a:r>
            <a:endParaRPr lang="en-US" dirty="0"/>
          </a:p>
        </p:txBody>
      </p:sp>
      <p:grpSp>
        <p:nvGrpSpPr>
          <p:cNvPr id="6" name="Group 5" descr="An illustration of how we show IP addresses: as four bytes separated by a decimal point">
            <a:extLst>
              <a:ext uri="{FF2B5EF4-FFF2-40B4-BE49-F238E27FC236}">
                <a16:creationId xmlns:a16="http://schemas.microsoft.com/office/drawing/2014/main" id="{CA467CDE-83B1-FA57-8A96-9C2FBBB77D00}"/>
              </a:ext>
            </a:extLst>
          </p:cNvPr>
          <p:cNvGrpSpPr/>
          <p:nvPr/>
        </p:nvGrpSpPr>
        <p:grpSpPr>
          <a:xfrm>
            <a:off x="6557963" y="1132798"/>
            <a:ext cx="5343978" cy="5578245"/>
            <a:chOff x="6557963" y="1132798"/>
            <a:chExt cx="5343978" cy="5578245"/>
          </a:xfrm>
        </p:grpSpPr>
        <p:sp>
          <p:nvSpPr>
            <p:cNvPr id="72" name="Freeform 140">
              <a:extLst>
                <a:ext uri="{FF2B5EF4-FFF2-40B4-BE49-F238E27FC236}">
                  <a16:creationId xmlns:a16="http://schemas.microsoft.com/office/drawing/2014/main" id="{27A888F5-9448-36FB-6092-CD73186393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3C68FC49-4383-34DF-4385-54E499557AE9}"/>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14D7A91B-DB4F-2E3F-0DA1-79E22E65F5EF}"/>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D63D8C43-7F0F-0E7E-11A6-3C3146180C33}"/>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6DB3397B-D275-1393-48A2-046535F76090}"/>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94DA75E7-44EE-1533-DE3F-97608CDE9204}"/>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CEA3884B-3F82-2E77-C011-EAEC725F3C46}"/>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8355A9F0-65AD-FA2C-DFF4-813D812C71D9}"/>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4C4A1B0C-D8BD-DB26-19AA-9AA9F8FDCBEA}"/>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7DA09E31-3FCB-F47B-5D73-229B60614812}"/>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569B0695-E106-412B-CAB6-6391ED231B6F}"/>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C698B7CD-E671-D382-544E-F1138E4317C9}"/>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459C4301-9D99-29B2-E112-8FAB132C5B17}"/>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667D1764-7213-E722-8BDA-F1C6C985471B}"/>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6BE8DE6F-54DA-3465-F619-F1092DDE63D8}"/>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1A730D22-6482-4E4D-345A-6ABFDB617B26}"/>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9090B1D2-C303-FAE4-FD69-10D4C2E06712}"/>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2F61B94D-F1FE-1BD9-E9C8-954FB72CC975}"/>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CA99B51-F51E-0045-31C9-46FFF6088F31}"/>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421562B2-0973-B16F-4124-1A4CDAA9ADD9}"/>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831A3497-7665-E9A7-277D-961D161E8937}"/>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3E8578FE-7553-C2C6-0EE1-6295DCB1FDB6}"/>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7C036A0B-2F52-E82E-A1CF-1AAB9591AD47}"/>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DC748674-A7D9-8624-049A-F563ED1F1610}"/>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51669254-615B-5546-B56E-A5FB730453CD}"/>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8F600DB4-2498-0C0A-7B25-87EDE83BA430}"/>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D58D1EDB-497F-D564-EB7C-772972117A2B}"/>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DD10F9D7-F202-C35A-6381-8D40E8912414}"/>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BE4B127-F253-EFF6-179B-6173B22BBC47}"/>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4663D3E6-68A9-6076-397E-F6C6E87D0F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CE15FDAB-6EB5-8C46-F4CF-6E3506BD379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6F51CA76-55C5-B9F1-D1B4-30905EEBCB6B}"/>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AE3A5654-F850-A003-914A-215F66AA2B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66AFBE09-E860-310F-EE0D-28D351D9DAA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438B07A1-1817-D88A-184D-8F8FA708328E}"/>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339FAE98-0F35-35F4-B2F7-F46B62701F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540C813F-16E1-62D5-618E-0531AFCB838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7699DEC8-621D-13B9-EA90-92C220E4E65E}"/>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8C353854-4C3C-2C8F-69CF-0726B2938C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74053D2E-8DF8-FD8A-D968-82551FE8F97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4D6892FE-7369-FC5A-05E6-11322B35A34F}"/>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70725345-1320-2F4B-3352-EA79613DDA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4D639B05-B05A-9A54-7FE7-F604E26BB6A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30D97880-0AA3-A415-FAD4-AC48D661DD11}"/>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DFA87F50-B34F-7498-3B45-C80D475DE0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651B6667-5D48-E140-2DEE-3039BA377FC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15DBAF92-006F-B8D5-AB4D-DF804BA460D4}"/>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14EF56D3-9F85-7BA6-ACDD-B7B29D1D9B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64FB81A5-8686-6765-7BB4-D228E1AE6F8A}"/>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3BE9ACE0-1C9A-6DD8-B71B-F7F1310797CC}"/>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E8E17A95-BE16-D17D-1DC0-43C2E6E134DB}"/>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DF44FC95-2870-922B-EE91-63CA2777C773}"/>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75A7D62-4C87-0DE0-1605-CB65BD7D946F}"/>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61377DBC-69A2-269D-AB8D-EF7C7E552C4F}"/>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5DD026BD-1541-4C51-74FC-2138C623EB60}"/>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7AEE53EE-E86A-04CF-79B8-648C6253CF4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3430BC87-981B-4796-4879-36CB7C8B436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0622BB15-21A3-BC42-B26E-98BACCEE6AF1}"/>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0DF7085A-ECB5-E916-C7A2-496781B5560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F5295592-AE35-D6B8-A8A8-EA36201FB9D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2D42F836-AEAA-06EC-9EFD-7B31C08922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16E11F8E-D956-4720-6D9E-1E91DB164E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43622E91-B791-88E5-AB2A-C651296FDA6E}"/>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347850B9-F567-7C01-F02D-EDF46C0A7705}"/>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EBE38AD6-1F9E-A23A-4477-3CA71E2A3558}"/>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AC29EE1A-C4D9-817E-0E29-67759FD542FB}"/>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FC9E3298-6784-BF0B-984D-862D3DE7D5EE}"/>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grpSp>
    </p:spTree>
    <p:extLst>
      <p:ext uri="{BB962C8B-B14F-4D97-AF65-F5344CB8AC3E}">
        <p14:creationId xmlns:p14="http://schemas.microsoft.com/office/powerpoint/2010/main" val="413707077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 4</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descr="A caveat - we’re ignoring details of the connection of interfaces of the router. ">
            <a:extLst>
              <a:ext uri="{FF2B5EF4-FFF2-40B4-BE49-F238E27FC236}">
                <a16:creationId xmlns:a16="http://schemas.microsoft.com/office/drawing/2014/main" id="{3DD90322-0CEB-E60C-DA3B-0CD6473891F0}"/>
              </a:ext>
            </a:extLst>
          </p:cNvPr>
          <p:cNvGrpSpPr/>
          <p:nvPr/>
        </p:nvGrpSpPr>
        <p:grpSpPr>
          <a:xfrm>
            <a:off x="4691921" y="1132798"/>
            <a:ext cx="7165299" cy="4959318"/>
            <a:chOff x="4691921" y="1132798"/>
            <a:chExt cx="7165299" cy="4959318"/>
          </a:xfrm>
        </p:grpSpPr>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Tree>
    <p:extLst>
      <p:ext uri="{BB962C8B-B14F-4D97-AF65-F5344CB8AC3E}">
        <p14:creationId xmlns:p14="http://schemas.microsoft.com/office/powerpoint/2010/main" val="364937643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 1</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descr="Definition of a subnet">
            <a:extLst>
              <a:ext uri="{FF2B5EF4-FFF2-40B4-BE49-F238E27FC236}">
                <a16:creationId xmlns:a16="http://schemas.microsoft.com/office/drawing/2014/main" id="{F83E4EAD-A6EF-01E8-36BB-A1193243F6D0}"/>
              </a:ext>
            </a:extLst>
          </p:cNvPr>
          <p:cNvGrpSpPr/>
          <p:nvPr/>
        </p:nvGrpSpPr>
        <p:grpSpPr>
          <a:xfrm>
            <a:off x="6557963" y="1132798"/>
            <a:ext cx="4976396" cy="4403179"/>
            <a:chOff x="6557963" y="1132798"/>
            <a:chExt cx="4976396" cy="4403179"/>
          </a:xfrm>
        </p:grpSpPr>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grpSp>
    </p:spTree>
    <p:extLst>
      <p:ext uri="{BB962C8B-B14F-4D97-AF65-F5344CB8AC3E}">
        <p14:creationId xmlns:p14="http://schemas.microsoft.com/office/powerpoint/2010/main" val="71998805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9EBAFD-B51D-2C57-C951-C90313E9975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0224F36-9079-13F4-A54F-5D5C1E8E748E}"/>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 2</a:t>
            </a:r>
            <a:endParaRPr lang="en-US" dirty="0"/>
          </a:p>
        </p:txBody>
      </p:sp>
      <p:sp>
        <p:nvSpPr>
          <p:cNvPr id="81" name="Rectangle 3">
            <a:extLst>
              <a:ext uri="{FF2B5EF4-FFF2-40B4-BE49-F238E27FC236}">
                <a16:creationId xmlns:a16="http://schemas.microsoft.com/office/drawing/2014/main" id="{89566F33-9DEE-14A3-9E45-B35E9535DA11}"/>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descr="Same network - it has three subnets">
            <a:extLst>
              <a:ext uri="{FF2B5EF4-FFF2-40B4-BE49-F238E27FC236}">
                <a16:creationId xmlns:a16="http://schemas.microsoft.com/office/drawing/2014/main" id="{73A84770-6512-F005-408E-0579AE1AD219}"/>
              </a:ext>
            </a:extLst>
          </p:cNvPr>
          <p:cNvGrpSpPr/>
          <p:nvPr/>
        </p:nvGrpSpPr>
        <p:grpSpPr>
          <a:xfrm>
            <a:off x="6557963" y="1132798"/>
            <a:ext cx="4976396" cy="4403179"/>
            <a:chOff x="6557963" y="1132798"/>
            <a:chExt cx="4976396" cy="4403179"/>
          </a:xfrm>
        </p:grpSpPr>
        <p:sp>
          <p:nvSpPr>
            <p:cNvPr id="72" name="Freeform 140">
              <a:extLst>
                <a:ext uri="{FF2B5EF4-FFF2-40B4-BE49-F238E27FC236}">
                  <a16:creationId xmlns:a16="http://schemas.microsoft.com/office/drawing/2014/main" id="{E513F014-E204-4D9C-413D-3A9C39169124}"/>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DED0C395-C3DA-5876-185B-F787ECE3990F}"/>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7D1FDD3D-02E5-CDDD-27B9-95AFADAA93A5}"/>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21048106-83F9-4176-81F9-8C902525E84D}"/>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F72996C7-404E-6657-19B3-A24B9C9CDD03}"/>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523AADB4-8FBE-AED2-B7E5-E3DD6BD2EC6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687F48F9-BF57-7CB5-FEB6-FBCFA5317D61}"/>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207A65BE-87B8-111D-D0A0-C43DBA85DE41}"/>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EA10AD7C-A1C8-63EE-1ED1-3A6112586053}"/>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08234083-CEA8-B965-E817-9697149BE642}"/>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932D3322-DE22-5EFC-B1D3-D69C372796EB}"/>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9E981870-176F-6440-7D90-0815439DD17A}"/>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E480167F-A5E6-16D4-4DD3-58E5F38A9F83}"/>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9BA9C0F6-EF59-59BB-8C18-C1461EB7D94A}"/>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A6A61A3C-5968-D213-F06C-BC7AF08E2961}"/>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B12C6BD3-987F-9BF1-1588-EF723FE0F37A}"/>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A5E3B880-11D0-35C4-6658-EC4FCF78E2AC}"/>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330BF556-081E-1C0A-2090-359C2986E5A2}"/>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9A45196D-129C-5AF4-77BF-B419BA7D9C9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64BC6235-507D-5393-79BF-F00BEAC1DE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0AA56702-18E1-E5F5-49EA-2C855477837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57288EEF-6664-A5D8-B889-4BC542E2DC3F}"/>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15DE3978-22F0-AB3F-D93E-6046BBCF6AF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01466FFF-BFC6-F7B2-81DD-0F5A2A8A053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C182D6A1-BE40-E5C7-87E3-C28AA917F9AA}"/>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B08F4C50-5833-B8A7-5224-D6C4FD627C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F85CDCFE-D855-5255-87B9-0730BFA530B0}"/>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C8E5C86D-0DDC-FB85-88F7-5790B6ED79A4}"/>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14E2EB9D-B5A5-B884-0494-3FCBD1E14E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6CF355EA-AC0B-6471-04CA-470323000E2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B36D476D-EF9F-9F0F-AC72-EAE27D5D31C1}"/>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474994C7-F9DF-D064-7F3D-B82268E009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AC59BE2C-6A0C-35E8-1F43-6CBE733D40D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EA266445-6D43-0CEF-88AB-8274765B0FE3}"/>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B5733688-FBB7-01CA-242C-02D3978E6B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317AF8C8-6116-DE13-6F05-6EFAB3EE3E0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5DBB5732-5FF2-CB32-65EA-8A80E1E8CBD2}"/>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75CFB3FD-E813-07D8-6D8A-A83322DC6B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3112EA3C-CA68-7FE8-97F2-52F2B26C9F3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93A9A0E2-11AC-2FC0-A365-6E3D4FD07F55}"/>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948607AE-A045-F79B-4ABB-A3176590C842}"/>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D3C9E20A-7FB3-FE9A-B793-093C35CBB3AD}"/>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3A720ED7-8D4E-B7A3-BE65-918F78BC34E0}"/>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2E7AB6-DBE3-0A9A-2457-AB3B2FCEE80E}"/>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65E0703-D1E8-90E9-474D-81D601DD5FF0}"/>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0F27E4EE-44BF-C32A-EF28-0BD53CC75895}"/>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5D1D6CFF-F42C-C14A-4A13-ADF35ACA208F}"/>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2C325B6C-6769-0022-6E30-5A6950214050}"/>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9EF2938E-A7C4-139E-3B14-6FB94EE7306A}"/>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1D2FB81F-5822-CBE2-9825-7B3DFBCE5C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9D273DC4-2171-0687-45A8-BA83EF8A63E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F945CD7E-E4B4-B12A-DD7E-B7B8A3541C54}"/>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54EA0BDD-F787-4F1F-3A39-E45D1C34F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41396295-44ED-1708-6768-F027359A579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5BDF991-67F5-06F4-82E9-0742889CB0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A4CC1B24-9C17-9F8B-537A-AD7BDD9D5FC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8262627F-AB82-62E8-EE7E-F7718436832B}"/>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grpSp>
      <p:sp>
        <p:nvSpPr>
          <p:cNvPr id="62" name="Rectangle 3">
            <a:extLst>
              <a:ext uri="{FF2B5EF4-FFF2-40B4-BE49-F238E27FC236}">
                <a16:creationId xmlns:a16="http://schemas.microsoft.com/office/drawing/2014/main" id="{8C8B3FB1-9C7B-EAD7-F7DE-2300472BBF56}"/>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54190253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 3</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p:txBody>
      </p:sp>
      <p:grpSp>
        <p:nvGrpSpPr>
          <p:cNvPr id="4" name="Group 3" descr="The same small network with three subnets (one with 3 computers and 2 with two computers)">
            <a:extLst>
              <a:ext uri="{FF2B5EF4-FFF2-40B4-BE49-F238E27FC236}">
                <a16:creationId xmlns:a16="http://schemas.microsoft.com/office/drawing/2014/main" id="{611E36F4-1608-CC68-1166-E10787C838F3}"/>
              </a:ext>
            </a:extLst>
          </p:cNvPr>
          <p:cNvGrpSpPr/>
          <p:nvPr/>
        </p:nvGrpSpPr>
        <p:grpSpPr>
          <a:xfrm>
            <a:off x="6557963" y="1132798"/>
            <a:ext cx="4897437" cy="3806825"/>
            <a:chOff x="6557963" y="1132798"/>
            <a:chExt cx="4897437" cy="3806825"/>
          </a:xfrm>
        </p:grpSpPr>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Tree>
    <p:extLst>
      <p:ext uri="{BB962C8B-B14F-4D97-AF65-F5344CB8AC3E}">
        <p14:creationId xmlns:p14="http://schemas.microsoft.com/office/powerpoint/2010/main" val="389731033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535278-3C46-F894-37B9-86203364DFE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8DE1F0E-82CA-C0AB-D606-402A37E7C0AC}"/>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 4</a:t>
            </a:r>
            <a:endParaRPr lang="en-US" dirty="0"/>
          </a:p>
        </p:txBody>
      </p:sp>
      <p:sp>
        <p:nvSpPr>
          <p:cNvPr id="81" name="Rectangle 3">
            <a:extLst>
              <a:ext uri="{FF2B5EF4-FFF2-40B4-BE49-F238E27FC236}">
                <a16:creationId xmlns:a16="http://schemas.microsoft.com/office/drawing/2014/main" id="{53F6F69B-3F80-901C-C469-1F47F138E1BC}"/>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p:txBody>
      </p:sp>
      <p:grpSp>
        <p:nvGrpSpPr>
          <p:cNvPr id="2" name="Group 1" descr="Erase the routers and endpoints - just look at the IP addresses">
            <a:extLst>
              <a:ext uri="{FF2B5EF4-FFF2-40B4-BE49-F238E27FC236}">
                <a16:creationId xmlns:a16="http://schemas.microsoft.com/office/drawing/2014/main" id="{42E5C049-D459-2D10-6BA0-DD16B81CC68E}"/>
              </a:ext>
            </a:extLst>
          </p:cNvPr>
          <p:cNvGrpSpPr/>
          <p:nvPr/>
        </p:nvGrpSpPr>
        <p:grpSpPr>
          <a:xfrm>
            <a:off x="6557963" y="1132798"/>
            <a:ext cx="4417332" cy="3344863"/>
            <a:chOff x="6557963" y="1132798"/>
            <a:chExt cx="4417332" cy="3344863"/>
          </a:xfrm>
        </p:grpSpPr>
        <p:sp>
          <p:nvSpPr>
            <p:cNvPr id="72" name="Freeform 140">
              <a:extLst>
                <a:ext uri="{FF2B5EF4-FFF2-40B4-BE49-F238E27FC236}">
                  <a16:creationId xmlns:a16="http://schemas.microsoft.com/office/drawing/2014/main" id="{97EA42A8-5144-3A73-92E5-5F3CCB638C86}"/>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5D4C33A0-ABCC-A2EB-227B-09AB94B344B8}"/>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A2CBD0A4-77D7-A8D4-9262-AAC6701A09CC}"/>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06F5B38B-9C55-1FE7-AB7F-09FC37117AA3}"/>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9B657467-0008-7AD3-E216-85E040439EC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8FB979F4-9ABF-BE73-883B-6B9DFF3D60D7}"/>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C2280123-2083-9208-1A5D-49AEEC277CC5}"/>
                  </a:ext>
                </a:extLst>
              </p:cNvPr>
              <p:cNvSpPr txBox="1">
                <a:spLocks noChangeArrowheads="1"/>
              </p:cNvSpPr>
              <p:nvPr/>
            </p:nvSpPr>
            <p:spPr bwMode="auto">
              <a:xfrm>
                <a:off x="3251" y="608"/>
                <a:ext cx="521" cy="174"/>
              </a:xfrm>
              <a:prstGeom prst="rect">
                <a:avLst/>
              </a:prstGeom>
              <a:solidFill>
                <a:srgbClr val="FFFFD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49FDDAC6-FC3F-2228-0C3E-465388C067FC}"/>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F8B0432F-90E2-B1E2-40B4-4F15CAB2A978}"/>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C264957A-3B40-5891-B6E7-4CDF89407906}"/>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B397EA9F-5A21-7A82-97E3-63B41876911D}"/>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1197996F-EB63-3FE3-CA41-A09FC64042B5}"/>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B9584417-24FF-DEBB-9309-D18685D878D0}"/>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6BA1FA34-6AA8-F446-F23F-53D87D2E377E}"/>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BB0AFD5C-01BA-5772-915C-16FFB478FCDE}"/>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C8CC7865-7A4C-021B-349F-B431FA623570}"/>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0A69781C-AB5A-778B-F6E4-10B6687C3C3A}"/>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DD92F81A-4424-DF05-8711-89AC4A87183B}"/>
                  </a:ext>
                </a:extLst>
              </p:cNvPr>
              <p:cNvSpPr txBox="1">
                <a:spLocks noChangeArrowheads="1"/>
              </p:cNvSpPr>
              <p:nvPr/>
            </p:nvSpPr>
            <p:spPr bwMode="auto">
              <a:xfrm>
                <a:off x="4550" y="1257"/>
                <a:ext cx="575" cy="174"/>
              </a:xfrm>
              <a:prstGeom prst="rect">
                <a:avLst/>
              </a:prstGeom>
              <a:solidFill>
                <a:srgbClr val="FFFFD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0F0C2D8D-A7E0-D69A-9B46-7DC17127A68E}"/>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5AF9135-8127-3178-C90D-D0032A7230BC}"/>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6FF69D6B-9A01-7FAB-383E-45DC71118D00}"/>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6335792-551D-7C1F-8182-1522232EC723}"/>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98A707B5-3986-C202-DD2D-11FFA79056C4}"/>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4118CCDD-C50B-8901-497D-3B798D51291C}"/>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03E6A681-6485-C3DD-969A-026323B71EDB}"/>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C7FE0A69-A430-3D74-36F9-0B90041F310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83CFFC26-76A9-F316-D868-158947BC624F}"/>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3864129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68E05C-BC85-FCD8-82A0-B3CD1456E846}"/>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C1EF624-081C-24A7-1C55-262AE231AEF6}"/>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 5</a:t>
            </a:r>
            <a:endParaRPr lang="en-US" dirty="0"/>
          </a:p>
        </p:txBody>
      </p:sp>
      <p:sp>
        <p:nvSpPr>
          <p:cNvPr id="81" name="Rectangle 3">
            <a:extLst>
              <a:ext uri="{FF2B5EF4-FFF2-40B4-BE49-F238E27FC236}">
                <a16:creationId xmlns:a16="http://schemas.microsoft.com/office/drawing/2014/main" id="{95E61CF4-002A-F1CB-620A-17B8E7270118}"/>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a:buFont typeface="Wingdings" charset="2"/>
              <a:buChar char="§"/>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p:txBody>
      </p:sp>
      <p:grpSp>
        <p:nvGrpSpPr>
          <p:cNvPr id="2" name="Group 1" descr="Same abstract net - the three subnets">
            <a:extLst>
              <a:ext uri="{FF2B5EF4-FFF2-40B4-BE49-F238E27FC236}">
                <a16:creationId xmlns:a16="http://schemas.microsoft.com/office/drawing/2014/main" id="{FB97BBDA-4240-03E2-122D-B23E77797A4B}"/>
              </a:ext>
            </a:extLst>
          </p:cNvPr>
          <p:cNvGrpSpPr/>
          <p:nvPr/>
        </p:nvGrpSpPr>
        <p:grpSpPr>
          <a:xfrm>
            <a:off x="6557963" y="1132798"/>
            <a:ext cx="4417332" cy="3344863"/>
            <a:chOff x="6557963" y="1132798"/>
            <a:chExt cx="4417332" cy="3344863"/>
          </a:xfrm>
        </p:grpSpPr>
        <p:sp>
          <p:nvSpPr>
            <p:cNvPr id="72" name="Freeform 140">
              <a:extLst>
                <a:ext uri="{FF2B5EF4-FFF2-40B4-BE49-F238E27FC236}">
                  <a16:creationId xmlns:a16="http://schemas.microsoft.com/office/drawing/2014/main" id="{344876B8-C2D1-D63A-BC4C-1DFD13B996B4}"/>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DE1F51D-73F1-0FFE-C7BD-4D13BA7E92E1}"/>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5BD4DD86-763F-658A-B4CD-46B7E47323C8}"/>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3C2C91FB-E6F0-ED47-1FA7-8924FFE6C2F8}"/>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A5B6AEAC-50FD-8E34-5043-A22909B8ED55}"/>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D489070E-96A3-3C1F-A563-06ECBEBAF675}"/>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51590DB1-E812-D0AF-3950-100E0B6FDDF2}"/>
                  </a:ext>
                </a:extLst>
              </p:cNvPr>
              <p:cNvSpPr txBox="1">
                <a:spLocks noChangeArrowheads="1"/>
              </p:cNvSpPr>
              <p:nvPr/>
            </p:nvSpPr>
            <p:spPr bwMode="auto">
              <a:xfrm>
                <a:off x="3251" y="608"/>
                <a:ext cx="521" cy="174"/>
              </a:xfrm>
              <a:prstGeom prst="rect">
                <a:avLst/>
              </a:prstGeom>
              <a:solidFill>
                <a:srgbClr val="FFFFD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6F1A62B8-4492-B47D-B280-D62C9CBB7D01}"/>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7C60B866-A02A-A25D-44FF-A89211AE07DE}"/>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20B1E77C-ED5A-3AAE-1C06-E59DAFE873A9}"/>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4DED9B97-40A2-FC0B-DE42-28EA096DB30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CF358557-D75F-7F24-1BF9-504E80A62E1B}"/>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DFB700F1-355D-F110-BE96-8CCF3047F26E}"/>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EA9CA640-5DB3-A0A5-1673-9C31068A8527}"/>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2E7A69EB-17FD-BE26-CDE9-8CA0D255C7A5}"/>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51CB8009-F23D-2EF3-B15C-D2ED367B954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88D55500-9488-0118-5662-8E00223B3BC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EF0C9784-A679-6B03-DE4F-817360CF2D6A}"/>
                  </a:ext>
                </a:extLst>
              </p:cNvPr>
              <p:cNvSpPr txBox="1">
                <a:spLocks noChangeArrowheads="1"/>
              </p:cNvSpPr>
              <p:nvPr/>
            </p:nvSpPr>
            <p:spPr bwMode="auto">
              <a:xfrm>
                <a:off x="4550" y="1257"/>
                <a:ext cx="575" cy="174"/>
              </a:xfrm>
              <a:prstGeom prst="rect">
                <a:avLst/>
              </a:prstGeom>
              <a:solidFill>
                <a:srgbClr val="FFFFD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7FA41AED-5E45-C5F6-06FF-7DA438DD66EF}"/>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AC63B8DC-55E4-7BEA-FC0D-C11D2CECCB41}"/>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B4CBCE0-0E45-7910-8F05-FE106672FDE7}"/>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35447233-CB13-BDD2-7EA5-BED9D05D47E9}"/>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52C3ACDE-3984-7E16-7F1C-BF9E72B207F3}"/>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D985581D-4459-B261-346D-6CA6FD23B466}"/>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A5AE152B-7E10-8795-30F0-DA5312929578}"/>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79B95CC2-326E-864F-8EC4-69A92D2C206D}"/>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66B283DA-07C4-D6A3-DB6C-6E1839F33AE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79844370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32731-BDD9-CD0A-6C49-C144E2FF75C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C0BEF00-2F0D-8898-B1A9-48EF61D0B692}"/>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 6</a:t>
            </a:r>
            <a:endParaRPr lang="en-US" dirty="0"/>
          </a:p>
        </p:txBody>
      </p:sp>
      <p:sp>
        <p:nvSpPr>
          <p:cNvPr id="81" name="Rectangle 3">
            <a:extLst>
              <a:ext uri="{FF2B5EF4-FFF2-40B4-BE49-F238E27FC236}">
                <a16:creationId xmlns:a16="http://schemas.microsoft.com/office/drawing/2014/main" id="{B128ECA4-9D95-5680-038B-1996E465C3CF}"/>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4" name="Group 3" descr="The way we’ve assigned addresses, 3 bytes represent the subnet and the last byte the host within the subnet">
            <a:extLst>
              <a:ext uri="{FF2B5EF4-FFF2-40B4-BE49-F238E27FC236}">
                <a16:creationId xmlns:a16="http://schemas.microsoft.com/office/drawing/2014/main" id="{ACA45CA4-66A7-769B-FEF0-818B808D92B4}"/>
              </a:ext>
            </a:extLst>
          </p:cNvPr>
          <p:cNvGrpSpPr/>
          <p:nvPr/>
        </p:nvGrpSpPr>
        <p:grpSpPr>
          <a:xfrm>
            <a:off x="6239437" y="607842"/>
            <a:ext cx="5907269" cy="5315282"/>
            <a:chOff x="6239437" y="607842"/>
            <a:chExt cx="5907269" cy="5315282"/>
          </a:xfrm>
        </p:grpSpPr>
        <p:sp>
          <p:nvSpPr>
            <p:cNvPr id="72" name="Freeform 140">
              <a:extLst>
                <a:ext uri="{FF2B5EF4-FFF2-40B4-BE49-F238E27FC236}">
                  <a16:creationId xmlns:a16="http://schemas.microsoft.com/office/drawing/2014/main" id="{F58D2E65-5F04-6C53-5CAA-39EB8A343CD5}"/>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86A7F26B-C71D-67E4-EAFC-01F186633B25}"/>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BD9291AF-F8A5-92B6-23FF-4B66B816AF9C}"/>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485A920A-150E-DE61-85E5-16F997756A86}"/>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FE7848B8-5939-EE9C-F3DD-45342DD6264A}"/>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6D3F8262-EFD3-9C00-8BE7-8602D5032ED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219E771-5D6D-4B8B-36AB-50FE0124AAD8}"/>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53841466-0579-6E3A-4DC4-E6D0C8808AFF}"/>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CDBBAC24-A0A8-B31E-839C-3925EEEB69E2}"/>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0A8A323D-BD48-8C7B-4C92-754BFECEE285}"/>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E8E846B9-8E9B-121C-ACD4-DFA5944AC590}"/>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8CBC0E88-F5BA-65E5-7C3D-B26032AFF381}"/>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5B56CAE3-8D34-013E-C31C-501E1AB09337}"/>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87E51193-D305-043A-CB2A-26E156F18FC0}"/>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D8BB5C08-002D-C3A2-D62E-AD265068C2EF}"/>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090C0E67-2B08-23B2-C5E4-A2057350D476}"/>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9F641BB8-8BF1-ED87-1D84-99DC942F55D5}"/>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27EB9AB2-D0FE-7182-C4EB-67EFD7730809}"/>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06CE9ADD-7E4C-04BB-1287-0184B2399AFE}"/>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A221C2EE-F7AD-9982-36D2-7AE0DE72E942}"/>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75535B11-A475-7C5B-9C98-A14F51AF1DA9}"/>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AD11C8FD-C2E6-89E6-AD8B-F82DE901EF5B}"/>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126EB961-568B-4ECA-07F0-FBE7FD834E6D}"/>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DD50112-2422-8CF4-4871-99FB7733C6EA}"/>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12882150-2B5F-50A2-B9AC-51615CCA1506}"/>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31BCBCD4-08E1-B852-DBEA-C9ACBCF0B0D9}"/>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2275F228-8F07-C84B-F50C-B24F1A9A8EEA}"/>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FBC5B354-E54F-E910-A7C3-E38A301F48D6}"/>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AC8B2D61-9750-A2B5-5849-228A91302CA8}"/>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CDE5ADFB-98D9-B53A-D969-4AE979E56A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EE8CD904-E83F-589F-A913-45A161F384E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7631898D-5286-8D58-8A7D-CBB004DE2915}"/>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14650DB2-EF1B-0C30-C0C9-2FCE6151DC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C276670F-EE96-4B69-3EC5-A28AC4F7EE4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C4608BA3-03A2-3ED5-546B-076D4B4EF39C}"/>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C63B2BDF-2D16-1B13-256E-5C583B75CC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59CDBA13-145B-DD68-FC67-6183D1CC79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D11EB3F0-8187-71B1-962C-DCF9922E3FA4}"/>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F12C5B02-D957-6764-51DE-17D3979B57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0CD3A662-75C8-485A-7381-927633A60EF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9CE89D5D-DDC3-3039-CB77-99EE6D91E6CC}"/>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9D9DDC-FA27-0CF3-1FEB-ACA8F58489C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645DA835-7619-14F9-835F-5AAEFC53C34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018B7AF-58EA-5560-B34D-C44432213439}"/>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EF15135C-C0C4-0DCD-86AB-C61102FE7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51B8D7BB-127C-3B4C-F9FB-E60C4D5D93A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B2C4581A-2DAA-920D-4006-7C9C8B9B160F}"/>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78CD2087-C059-6D2F-C44A-CC24BDA617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74B6422C-A376-BF7C-55AE-ADE0AEE7D3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770EA245-0858-634B-6E2B-126889AE3F24}"/>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505AB208-E677-89B3-B394-E3A8A0D907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AB27B528-AF9D-FF2E-1DBC-C450570600B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A613A902-9177-895F-D9B8-2CBAEE9B8FC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A04E9C4E-0603-FD05-879E-60BACC921F3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7A4C3DAC-E622-DD3A-8755-78218E620E6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015B59F-070B-E0C8-3EB3-F71AB3C1822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C7D05BD2-416E-7120-2906-B91F233931A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E48027B8-DA5D-28B8-E113-CC6B0BCD3209}"/>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0AB9D4DB-9D54-0B5E-7E25-475EA044BAC2}"/>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7E8BDCE6-9106-303E-0559-7CE1A1D0D0F2}"/>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D0D97FC1-39C5-2D77-FE26-B80C893F357B}"/>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078D28F-4DCB-225B-182E-FADAEAE6CB2D}"/>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447A6DBE-2EA7-1858-C270-CE7CF8393C5B}"/>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A5898245-B5CF-7796-F9B0-53DED2E1E8CC}"/>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E4128C1F-B5AA-96EB-16B3-58E8AF87F842}"/>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131AAC57-9DDE-2429-973C-5E37DFC5B7B2}"/>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8723C872-8E08-6063-D18E-5CEFCEEB4D28}"/>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09692433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 7</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4" name="Group 3" descr="An example to work out">
            <a:extLst>
              <a:ext uri="{FF2B5EF4-FFF2-40B4-BE49-F238E27FC236}">
                <a16:creationId xmlns:a16="http://schemas.microsoft.com/office/drawing/2014/main" id="{349DDA39-1EC1-5C5C-39A1-CD289C44ED95}"/>
              </a:ext>
            </a:extLst>
          </p:cNvPr>
          <p:cNvGrpSpPr/>
          <p:nvPr/>
        </p:nvGrpSpPr>
        <p:grpSpPr>
          <a:xfrm>
            <a:off x="4790324" y="558232"/>
            <a:ext cx="5881847" cy="6020246"/>
            <a:chOff x="4790324" y="558232"/>
            <a:chExt cx="5881847" cy="6020246"/>
          </a:xfrm>
        </p:grpSpPr>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Tree>
    <p:extLst>
      <p:ext uri="{BB962C8B-B14F-4D97-AF65-F5344CB8AC3E}">
        <p14:creationId xmlns:p14="http://schemas.microsoft.com/office/powerpoint/2010/main" val="94364964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479A2B-DAEA-E6D2-5DF7-DD82EAAE2D4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FE59DA63-CA87-2A5D-1E36-C4CC2A05BFD9}"/>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 8</a:t>
            </a:r>
            <a:endParaRPr lang="en-US" dirty="0"/>
          </a:p>
        </p:txBody>
      </p:sp>
      <p:sp>
        <p:nvSpPr>
          <p:cNvPr id="81" name="Rectangle 3">
            <a:extLst>
              <a:ext uri="{FF2B5EF4-FFF2-40B4-BE49-F238E27FC236}">
                <a16:creationId xmlns:a16="http://schemas.microsoft.com/office/drawing/2014/main" id="{D7E2D60F-AB9E-E04F-2F88-B986F5DFBAEB}"/>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descr="Step one - remove routers and hosts. This example has six subnets. Within any subnet, all IP addresses have the same first three bytes">
            <a:extLst>
              <a:ext uri="{FF2B5EF4-FFF2-40B4-BE49-F238E27FC236}">
                <a16:creationId xmlns:a16="http://schemas.microsoft.com/office/drawing/2014/main" id="{78207AE5-D70C-5555-64E6-E88DA6FDA325}"/>
              </a:ext>
            </a:extLst>
          </p:cNvPr>
          <p:cNvGrpSpPr/>
          <p:nvPr/>
        </p:nvGrpSpPr>
        <p:grpSpPr>
          <a:xfrm>
            <a:off x="4790324" y="558232"/>
            <a:ext cx="5881847" cy="5537983"/>
            <a:chOff x="4790324" y="558232"/>
            <a:chExt cx="5881847" cy="5537983"/>
          </a:xfrm>
        </p:grpSpPr>
        <p:sp>
          <p:nvSpPr>
            <p:cNvPr id="71" name="Freeform 2">
              <a:extLst>
                <a:ext uri="{FF2B5EF4-FFF2-40B4-BE49-F238E27FC236}">
                  <a16:creationId xmlns:a16="http://schemas.microsoft.com/office/drawing/2014/main" id="{1BE95123-CCFC-2E21-C1A9-A9FCF6AC5D20}"/>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CAAE1A91-1A6E-D43D-B323-882707AB96BA}"/>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403F8C3C-9C33-DE51-2EED-2083B481C1A5}"/>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DC3FD5E8-E876-B3FD-D3EA-9BEEE1EDBF08}"/>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846AD37F-B3BA-445A-3E63-BFF6641B7EAD}"/>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CB00A895-B1F3-4509-B7B2-7A1DCC16732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7EE9C941-D03F-2CCE-219C-6CF35CFFCDD9}"/>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A1F46F0A-17EC-BD6C-981F-61DC63A39141}"/>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AF441C70-FC0E-EBF2-390B-DF71A82A1B2B}"/>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0B7F8949-1C76-2603-DC71-680E2CDABF18}"/>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FB89175E-17B0-5F9D-EC64-DA5207FC2476}"/>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B1962387-DE22-CC1A-DE8A-C8736283BA0E}"/>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E1265923-95D9-419F-0DC6-2BA7B362DC70}"/>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87F5F310-4B6F-28A1-BC0E-8E855AFD45F6}"/>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B93EBC42-6FE6-91C0-FEBC-891A086C8E8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0C65B6A1-CD3B-9508-3590-1B47A0B0AB44}"/>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AE265FCB-4ED4-8688-4490-22B4EC0857C9}"/>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E423EECC-FF29-6C12-60F4-399E8644FD99}"/>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120C02-5B51-4686-905E-549A569554DF}"/>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DA837733-8E8F-0F16-C464-0EC0CD255DC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21F4089F-B1E3-79B5-277E-432CB868D1E0}"/>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86D225DD-8325-8EB6-7808-1AB20DCF227F}"/>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8D614161-6F82-49AA-4ABD-F828FCCE0E3B}"/>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9D64922F-5FE8-30EE-C41E-A78A3ED79D12}"/>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75327CCE-FBED-7ED1-1799-09366F0AB2EC}"/>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80A36A89-0A05-BA0A-843D-070A41C855D0}"/>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98780432-0737-A0EF-0099-DCEC61C50FBC}"/>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48B8CAF1-FFDF-7729-4C54-F0DF9E6EF8E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205D6D27-356D-7FD7-4B6C-20CD54B42751}"/>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CA9239E1-E876-40DF-9816-65EF217FB7D2}"/>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7B93C7E7-5DE0-54C4-0563-6317B6C00AFB}"/>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CF94ABD-83B4-796A-CE9D-39C03226D284}"/>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EDAE2C21-D54F-56F3-5A18-74FE814858B6}"/>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55A97D56-2B54-E2A9-5CA8-F4F18124F97F}"/>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8D546E61-9D2C-2FA5-C9D5-5C19CF7F9ED4}"/>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29D99680-1DAD-A117-7E4F-0E05323C48AF}"/>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9E70A873-A597-B66D-9E05-7E5DE56E7839}"/>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4" name="Text Box 41">
              <a:extLst>
                <a:ext uri="{FF2B5EF4-FFF2-40B4-BE49-F238E27FC236}">
                  <a16:creationId xmlns:a16="http://schemas.microsoft.com/office/drawing/2014/main" id="{7FA5F2CD-0573-5634-E953-E42A8A18C9D8}"/>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Tree>
    <p:extLst>
      <p:ext uri="{BB962C8B-B14F-4D97-AF65-F5344CB8AC3E}">
        <p14:creationId xmlns:p14="http://schemas.microsoft.com/office/powerpoint/2010/main" val="173324723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0E8C3C-3B93-6D05-9CF0-95D7FB81544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E49210B-3F95-58E0-7771-DA9774C546A7}"/>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 9</a:t>
            </a:r>
            <a:endParaRPr lang="en-US" dirty="0"/>
          </a:p>
        </p:txBody>
      </p:sp>
      <p:sp>
        <p:nvSpPr>
          <p:cNvPr id="81" name="Rectangle 3">
            <a:extLst>
              <a:ext uri="{FF2B5EF4-FFF2-40B4-BE49-F238E27FC236}">
                <a16:creationId xmlns:a16="http://schemas.microsoft.com/office/drawing/2014/main" id="{800D6145-1C00-16F0-0157-1A36B50C2BD8}"/>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16" name="Group 15" descr="… and these common prefixes are the subnets">
            <a:extLst>
              <a:ext uri="{FF2B5EF4-FFF2-40B4-BE49-F238E27FC236}">
                <a16:creationId xmlns:a16="http://schemas.microsoft.com/office/drawing/2014/main" id="{3E94BC5A-5A85-F3A0-FB29-5726DFC401FD}"/>
              </a:ext>
            </a:extLst>
          </p:cNvPr>
          <p:cNvGrpSpPr/>
          <p:nvPr/>
        </p:nvGrpSpPr>
        <p:grpSpPr>
          <a:xfrm>
            <a:off x="2970204" y="558232"/>
            <a:ext cx="9056493" cy="5537983"/>
            <a:chOff x="2970204" y="558232"/>
            <a:chExt cx="9056493" cy="5537983"/>
          </a:xfrm>
        </p:grpSpPr>
        <p:sp>
          <p:nvSpPr>
            <p:cNvPr id="71" name="Freeform 2">
              <a:extLst>
                <a:ext uri="{FF2B5EF4-FFF2-40B4-BE49-F238E27FC236}">
                  <a16:creationId xmlns:a16="http://schemas.microsoft.com/office/drawing/2014/main" id="{3BF4898F-9BAA-400B-27CA-A58231BDEA6D}"/>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7BE147C3-8CDF-C85D-AFCB-EA74B7647EB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D9E05461-5E86-70BB-B245-1E1068DEF789}"/>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53C8C2F2-11A1-3918-6C18-D745E2130436}"/>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D50EA086-0E99-645F-FE20-9C0F528E949A}"/>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2845C275-A34C-31CA-3D6E-60F84F59DFD7}"/>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BEA92D8A-1CA7-EEAE-B763-01F9D2555A05}"/>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D995E93B-8CA8-4D04-CE4F-0E3ADCBC9119}"/>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35C3BAC8-AA4F-66DA-F8FF-EA9B7D207061}"/>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AAD30F4E-C863-F0EA-73CD-B15B2A82962F}"/>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D958A487-42AB-11E7-0670-5F0615B093C5}"/>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4D053EFF-3DD8-F0D2-3445-AD1B91310AFA}"/>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C3DA69A9-BD78-8561-90DB-D934AB59318B}"/>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9A4323B3-1B8B-21C7-113C-66EC5F8AE0F6}"/>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3127CADA-8743-4AA7-7B81-36137B2748F9}"/>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83C69FBB-4564-DE07-3864-936AB50CFCFA}"/>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552E71C1-3F31-DF18-6F10-065BB9DD4569}"/>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A06E3541-66A7-3D3D-65B6-194348403B46}"/>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7C2B6062-2E4B-87BB-6A16-DA4BD1B7881F}"/>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A3200D62-19BE-3BF7-CEFF-AC6BE4BCC392}"/>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20FAF249-EE3B-9E24-F288-D555EFC46957}"/>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D2FAC868-4399-592C-7DFA-A421CD33A737}"/>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DC1600B-4C27-B2BD-0F14-357739FB3E2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333FB9FC-B63B-F344-7183-E27E4EED1980}"/>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236196D5-051E-F4EF-855A-448A4392415B}"/>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D7296C6E-C5A5-15F9-7D05-0934D9D57683}"/>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E425F74A-BDB7-CD49-063A-E84CD3AFE142}"/>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B787C585-5264-07A7-A645-910382459E52}"/>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E0D66255-2E8C-A232-B987-B3872F555934}"/>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E4AE256B-6949-4A04-1ADC-E7499C871CDB}"/>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144EC49B-577F-5D29-955B-553CF49B9F6D}"/>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B38121D7-3CE8-BF99-DB29-B025A0F4B48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12FB65E9-B511-B793-AD08-29D92A21079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4BA5E868-A441-A9C0-1E54-01C030002DDA}"/>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7CEBD057-00CF-60D8-0CE7-B7FEA7B265A8}"/>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1BAEC39-2710-9A0A-8F39-5D2CDAAECF6B}"/>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90A699B3-AA7C-4CB9-9EF0-6FD33D14BA8E}"/>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4" name="Text Box 41">
              <a:extLst>
                <a:ext uri="{FF2B5EF4-FFF2-40B4-BE49-F238E27FC236}">
                  <a16:creationId xmlns:a16="http://schemas.microsoft.com/office/drawing/2014/main" id="{2431CFD3-C4EA-7975-BE05-C8E448A1A196}"/>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Text Box 191">
              <a:extLst>
                <a:ext uri="{FF2B5EF4-FFF2-40B4-BE49-F238E27FC236}">
                  <a16:creationId xmlns:a16="http://schemas.microsoft.com/office/drawing/2014/main" id="{88AF9954-B0CB-5FE3-78BB-292EE1578D98}"/>
                </a:ext>
              </a:extLst>
            </p:cNvPr>
            <p:cNvSpPr txBox="1">
              <a:spLocks noChangeArrowheads="1"/>
            </p:cNvSpPr>
            <p:nvPr/>
          </p:nvSpPr>
          <p:spPr bwMode="auto">
            <a:xfrm>
              <a:off x="2970204" y="4924121"/>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sp>
          <p:nvSpPr>
            <p:cNvPr id="4" name="Text Box 191">
              <a:extLst>
                <a:ext uri="{FF2B5EF4-FFF2-40B4-BE49-F238E27FC236}">
                  <a16:creationId xmlns:a16="http://schemas.microsoft.com/office/drawing/2014/main" id="{7AB93E2A-6B79-A3F6-BCD7-B8DD5331E326}"/>
                </a:ext>
              </a:extLst>
            </p:cNvPr>
            <p:cNvSpPr txBox="1">
              <a:spLocks noChangeArrowheads="1"/>
            </p:cNvSpPr>
            <p:nvPr/>
          </p:nvSpPr>
          <p:spPr bwMode="auto">
            <a:xfrm>
              <a:off x="4362467" y="318572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sp>
          <p:nvSpPr>
            <p:cNvPr id="5" name="Text Box 191">
              <a:extLst>
                <a:ext uri="{FF2B5EF4-FFF2-40B4-BE49-F238E27FC236}">
                  <a16:creationId xmlns:a16="http://schemas.microsoft.com/office/drawing/2014/main" id="{B672BC0C-059D-47D3-5A27-76488F3AD0C5}"/>
                </a:ext>
              </a:extLst>
            </p:cNvPr>
            <p:cNvSpPr txBox="1">
              <a:spLocks noChangeArrowheads="1"/>
            </p:cNvSpPr>
            <p:nvPr/>
          </p:nvSpPr>
          <p:spPr bwMode="auto">
            <a:xfrm>
              <a:off x="9316764" y="93330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sp>
          <p:nvSpPr>
            <p:cNvPr id="6" name="Text Box 191">
              <a:extLst>
                <a:ext uri="{FF2B5EF4-FFF2-40B4-BE49-F238E27FC236}">
                  <a16:creationId xmlns:a16="http://schemas.microsoft.com/office/drawing/2014/main" id="{65BC4038-173D-4668-9F8C-915E133C2BD6}"/>
                </a:ext>
              </a:extLst>
            </p:cNvPr>
            <p:cNvSpPr txBox="1">
              <a:spLocks noChangeArrowheads="1"/>
            </p:cNvSpPr>
            <p:nvPr/>
          </p:nvSpPr>
          <p:spPr bwMode="auto">
            <a:xfrm>
              <a:off x="9205690" y="294550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sp>
          <p:nvSpPr>
            <p:cNvPr id="8" name="Text Box 191">
              <a:extLst>
                <a:ext uri="{FF2B5EF4-FFF2-40B4-BE49-F238E27FC236}">
                  <a16:creationId xmlns:a16="http://schemas.microsoft.com/office/drawing/2014/main" id="{E64B62BB-E51B-1E25-F62D-0BB266F55B8F}"/>
                </a:ext>
              </a:extLst>
            </p:cNvPr>
            <p:cNvSpPr txBox="1">
              <a:spLocks noChangeArrowheads="1"/>
            </p:cNvSpPr>
            <p:nvPr/>
          </p:nvSpPr>
          <p:spPr bwMode="auto">
            <a:xfrm>
              <a:off x="9947025" y="5019691"/>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9" name="Straight Connector 8">
              <a:extLst>
                <a:ext uri="{FF2B5EF4-FFF2-40B4-BE49-F238E27FC236}">
                  <a16:creationId xmlns:a16="http://schemas.microsoft.com/office/drawing/2014/main" id="{8627DA82-61B2-392F-3C77-CFCA469F228A}"/>
                </a:ext>
              </a:extLst>
            </p:cNvPr>
            <p:cNvCxnSpPr>
              <a:cxnSpLocks/>
            </p:cNvCxnSpPr>
            <p:nvPr/>
          </p:nvCxnSpPr>
          <p:spPr>
            <a:xfrm flipH="1">
              <a:off x="8152109" y="1192351"/>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A67952B-F705-774B-C599-F526BB3608EA}"/>
                </a:ext>
              </a:extLst>
            </p:cNvPr>
            <p:cNvCxnSpPr>
              <a:cxnSpLocks/>
            </p:cNvCxnSpPr>
            <p:nvPr/>
          </p:nvCxnSpPr>
          <p:spPr>
            <a:xfrm flipH="1">
              <a:off x="8567981" y="3208149"/>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222AC6C-14C3-BEE8-32C4-371EB0401D24}"/>
                </a:ext>
              </a:extLst>
            </p:cNvPr>
            <p:cNvCxnSpPr>
              <a:cxnSpLocks/>
            </p:cNvCxnSpPr>
            <p:nvPr/>
          </p:nvCxnSpPr>
          <p:spPr>
            <a:xfrm flipH="1">
              <a:off x="9262822" y="5266841"/>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9B34399-8CEB-2A87-9D65-971AC00BE202}"/>
                </a:ext>
              </a:extLst>
            </p:cNvPr>
            <p:cNvCxnSpPr/>
            <p:nvPr/>
          </p:nvCxnSpPr>
          <p:spPr>
            <a:xfrm flipV="1">
              <a:off x="7640664" y="4602997"/>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13" name="Text Box 191">
              <a:extLst>
                <a:ext uri="{FF2B5EF4-FFF2-40B4-BE49-F238E27FC236}">
                  <a16:creationId xmlns:a16="http://schemas.microsoft.com/office/drawing/2014/main" id="{4924DED1-6264-C993-06F3-3424770E4067}"/>
                </a:ext>
              </a:extLst>
            </p:cNvPr>
            <p:cNvSpPr txBox="1">
              <a:spLocks noChangeArrowheads="1"/>
            </p:cNvSpPr>
            <p:nvPr/>
          </p:nvSpPr>
          <p:spPr bwMode="auto">
            <a:xfrm>
              <a:off x="6605504" y="4850971"/>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1B2D34D5-0E37-9788-DCAE-3603270F3037}"/>
                </a:ext>
              </a:extLst>
            </p:cNvPr>
            <p:cNvCxnSpPr>
              <a:cxnSpLocks/>
            </p:cNvCxnSpPr>
            <p:nvPr/>
          </p:nvCxnSpPr>
          <p:spPr>
            <a:xfrm>
              <a:off x="4951710" y="5171268"/>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9180BFB-A122-3B4E-E1EB-527580574214}"/>
                </a:ext>
              </a:extLst>
            </p:cNvPr>
            <p:cNvCxnSpPr>
              <a:cxnSpLocks/>
            </p:cNvCxnSpPr>
            <p:nvPr/>
          </p:nvCxnSpPr>
          <p:spPr>
            <a:xfrm>
              <a:off x="6385301" y="3456123"/>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1752359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descr="Classless Interdomain Routing (CIDR, pronounded cider)">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5737683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 1</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23632318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5AC818-BB9D-86A0-B5A3-B633E80DDD9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26208E8-B922-4831-0021-A3E9EC7C8AB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 2</a:t>
            </a:r>
            <a:endParaRPr lang="en-US" dirty="0"/>
          </a:p>
        </p:txBody>
      </p:sp>
      <p:sp>
        <p:nvSpPr>
          <p:cNvPr id="81" name="Rectangle 3">
            <a:extLst>
              <a:ext uri="{FF2B5EF4-FFF2-40B4-BE49-F238E27FC236}">
                <a16:creationId xmlns:a16="http://schemas.microsoft.com/office/drawing/2014/main" id="{D02F771D-CA22-0A96-9DD6-841CE0F08E01}"/>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6C5CC1AB-1064-5163-8C1D-519B735B4504}"/>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Tree>
    <p:extLst>
      <p:ext uri="{BB962C8B-B14F-4D97-AF65-F5344CB8AC3E}">
        <p14:creationId xmlns:p14="http://schemas.microsoft.com/office/powerpoint/2010/main" val="301606833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normAutofit fontScale="90000"/>
          </a:bodyPr>
          <a:lstStyle/>
          <a:p>
            <a:r>
              <a:rPr lang="en-US" dirty="0"/>
              <a:t>DHCP: Dynamic Host Configuration Protocol 1</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81281272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202B90-3B6F-056D-FD65-9C20BB55FCF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E9E875A-96BE-939A-339F-53F173085E66}"/>
              </a:ext>
            </a:extLst>
          </p:cNvPr>
          <p:cNvSpPr>
            <a:spLocks noGrp="1"/>
          </p:cNvSpPr>
          <p:nvPr>
            <p:ph type="title"/>
          </p:nvPr>
        </p:nvSpPr>
        <p:spPr>
          <a:xfrm>
            <a:off x="838200" y="311144"/>
            <a:ext cx="10515600" cy="894622"/>
          </a:xfrm>
        </p:spPr>
        <p:txBody>
          <a:bodyPr>
            <a:normAutofit fontScale="90000"/>
          </a:bodyPr>
          <a:lstStyle/>
          <a:p>
            <a:r>
              <a:rPr lang="en-US" dirty="0"/>
              <a:t>DHCP: Dynamic Host Configuration Protocol 2</a:t>
            </a:r>
          </a:p>
        </p:txBody>
      </p:sp>
      <p:sp>
        <p:nvSpPr>
          <p:cNvPr id="81" name="Rectangle 3">
            <a:extLst>
              <a:ext uri="{FF2B5EF4-FFF2-40B4-BE49-F238E27FC236}">
                <a16:creationId xmlns:a16="http://schemas.microsoft.com/office/drawing/2014/main" id="{C666DA44-7727-D6AC-4318-098CF9AAD828}"/>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D897955-7715-4C81-DFF3-D92CAC5A484B}"/>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326981214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 1</a:t>
            </a:r>
          </a:p>
        </p:txBody>
      </p:sp>
      <p:grpSp>
        <p:nvGrpSpPr>
          <p:cNvPr id="4" name="Group 3" descr="An example of a client interacting with a DHCP server">
            <a:extLst>
              <a:ext uri="{FF2B5EF4-FFF2-40B4-BE49-F238E27FC236}">
                <a16:creationId xmlns:a16="http://schemas.microsoft.com/office/drawing/2014/main" id="{2594DD66-F07E-D2A4-D38B-072FF6CF5244}"/>
              </a:ext>
            </a:extLst>
          </p:cNvPr>
          <p:cNvGrpSpPr/>
          <p:nvPr/>
        </p:nvGrpSpPr>
        <p:grpSpPr>
          <a:xfrm>
            <a:off x="1460763" y="1456267"/>
            <a:ext cx="10375637" cy="4648294"/>
            <a:chOff x="1460763" y="1456267"/>
            <a:chExt cx="10375637" cy="4648294"/>
          </a:xfrm>
        </p:grpSpPr>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grpSp>
    </p:spTree>
    <p:extLst>
      <p:ext uri="{BB962C8B-B14F-4D97-AF65-F5344CB8AC3E}">
        <p14:creationId xmlns:p14="http://schemas.microsoft.com/office/powerpoint/2010/main" val="426863702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A612EE-FE33-1313-2582-86611BAAA81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C3CAE2D-B57F-58E4-EB88-017FC8F4D610}"/>
              </a:ext>
            </a:extLst>
          </p:cNvPr>
          <p:cNvSpPr>
            <a:spLocks noGrp="1"/>
          </p:cNvSpPr>
          <p:nvPr>
            <p:ph type="title"/>
          </p:nvPr>
        </p:nvSpPr>
        <p:spPr>
          <a:xfrm>
            <a:off x="838200" y="311144"/>
            <a:ext cx="10515600" cy="894622"/>
          </a:xfrm>
        </p:spPr>
        <p:txBody>
          <a:bodyPr/>
          <a:lstStyle/>
          <a:p>
            <a:r>
              <a:rPr lang="en-US" dirty="0"/>
              <a:t>DHCP client-server scenario: 2</a:t>
            </a:r>
          </a:p>
        </p:txBody>
      </p:sp>
      <p:grpSp>
        <p:nvGrpSpPr>
          <p:cNvPr id="5" name="Group 4" descr="An example of a client interacting with a DHCP server: client broadcasts a request">
            <a:extLst>
              <a:ext uri="{FF2B5EF4-FFF2-40B4-BE49-F238E27FC236}">
                <a16:creationId xmlns:a16="http://schemas.microsoft.com/office/drawing/2014/main" id="{3F165750-5D10-8809-D8C4-3C945E5E0434}"/>
              </a:ext>
            </a:extLst>
          </p:cNvPr>
          <p:cNvGrpSpPr/>
          <p:nvPr/>
        </p:nvGrpSpPr>
        <p:grpSpPr>
          <a:xfrm>
            <a:off x="2603536" y="1300439"/>
            <a:ext cx="8143218" cy="5172487"/>
            <a:chOff x="2603536" y="1300439"/>
            <a:chExt cx="8143218" cy="5172487"/>
          </a:xfrm>
        </p:grpSpPr>
        <p:sp>
          <p:nvSpPr>
            <p:cNvPr id="142" name="Text Box 7">
              <a:extLst>
                <a:ext uri="{FF2B5EF4-FFF2-40B4-BE49-F238E27FC236}">
                  <a16:creationId xmlns:a16="http://schemas.microsoft.com/office/drawing/2014/main" id="{2C787744-5141-93A3-3E24-A813E83E4582}"/>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E26F8316-956D-A62A-7466-13C57563FC3F}"/>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1E32A209-4355-DA48-C635-1AE3FA12E334}"/>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46F68EA1-A9B0-2CA7-9F6C-C7FE599163E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CE4B40A0-362A-DEB6-9A3D-3830EC34D11E}"/>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A1726FCC-0D12-EC28-CCBA-922F8C4CD8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6EF5E381-2D23-C1C1-45D8-42B2187ECD91}"/>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F4498A71-511D-D9B0-6BC2-04373F2605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B458C0D5-4670-E409-1E5B-9E71178FC1D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B3CCCE34-5162-ABEB-BF8A-9BEB61F6733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DB0EE7B9-6F25-C8F3-201F-CF3BC81C5D1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D32555E3-B369-074B-378F-AC2CE31E98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3987B6F4-5BCC-7B91-874C-67130D9C7505}"/>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D5313B89-EB73-B367-D852-154C635DBD66}"/>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DDFC8B25-ED97-D84B-30FB-D3718E251DEB}"/>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75912AA5-50E7-8166-FF77-19A80B8D677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381B60B1-94AE-6ED6-EE32-6389A2D2296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EBF8112B-A13E-8137-9068-3B3D2FB1719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FB259065-6E95-CDCD-4A5F-2B3C83ABC523}"/>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AFB8226B-9047-7199-21DF-2E5C6E9EAA4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AE37A5B3-2F57-45F1-2D3C-73BDE70E31F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A05FF377-3095-9BE3-2D43-ABB82C30C9AF}"/>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B8091716-D871-D246-FBFC-B6773BB60A81}"/>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860B8106-E306-FE59-73DA-19E05733DA8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49423789-0B1C-5BFB-DAE2-CCB40F1C00F6}"/>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16CBD295-436F-F61F-E9AB-B8AAD27BFE01}"/>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427B138F-79B2-F6B1-FC1B-E75F362352BD}"/>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35A05A8A-9E40-A0D1-88A6-A5FF68F13732}"/>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DA2D60EA-91B1-6089-7D60-1607D200197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48CFABDE-DDC6-66D6-CFED-96A63EDEA9E0}"/>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F2ACA423-5856-FCA2-6A85-2A3651C230A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58D2B948-9B5B-75B3-A155-822AB28B053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B8A87D9F-A7B8-9D48-F5A2-6400D537C583}"/>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55387F7F-2D6E-9ACC-1BDE-C3B8E46FC1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34613554-FC13-599D-C8B0-0502581744E8}"/>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7F73E101-0493-65FA-7E88-76974DAD0DB3}"/>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834ABA25-7405-4B99-97B3-7EEC77E4B180}"/>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F8235982-7CD2-4467-A2F6-25EB4709B75D}"/>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80BD3394-1264-18CE-3A69-2CA62998CBEC}"/>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8057AA4B-D632-3B88-9624-338E8D7D1B1D}"/>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E033502B-E7FC-75CA-9A97-2034528A1D68}"/>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DB12A94E-56BD-BBD7-868D-84ADA7370E22}"/>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C835DA26-6947-4CDF-A788-D2139757C601}"/>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502AEAB0-0916-801A-E006-0AD5C8D9E777}"/>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51AFEFB1-DD9C-4B55-C2BB-131C95B2D2FE}"/>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0AC89E5C-44FE-31F5-8EF6-28123771804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D4DD68E3-7BC1-333C-72FF-B4F5DA7A07B6}"/>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96C5936C-F225-39EA-AA44-97DEC21BA9FB}"/>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F3BEFDD-0818-D569-F089-2B9E3B785DE1}"/>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4D90FFD-8EE3-E1D3-1585-3A96203660D4}"/>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7B2199D1-01B7-C26D-515D-559576B4A76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701644E5-A93A-EC8C-845F-0D884A4E044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30AB07F2-1942-AAD3-6268-3A4493170C44}"/>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1FA7A061-8BC6-F587-5EAF-542D6313169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73BFC3CA-DF4F-AF19-6D98-745B20DF9BDB}"/>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1CAD959B-EADA-18A5-FBE2-0971DF2BF88D}"/>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B3174B3B-5EE2-8C5F-3F25-69CCD0F6730A}"/>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0A42E782-D442-CB1A-C7B3-90153BB9A5FE}"/>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51453FB3-E192-BBA9-88A6-F00EA272CBA5}"/>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820A5420-10BF-DDE0-6E45-A5F92D63D0FA}"/>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15DEE484-2461-7F14-0D43-32E5EA1273B7}"/>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9BA41744-7069-4931-3592-EDEBFA5FF387}"/>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6B95608F-0630-4E95-FC9E-70D5BE45755F}"/>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sp>
          <p:nvSpPr>
            <p:cNvPr id="4" name="Line 9">
              <a:extLst>
                <a:ext uri="{FF2B5EF4-FFF2-40B4-BE49-F238E27FC236}">
                  <a16:creationId xmlns:a16="http://schemas.microsoft.com/office/drawing/2014/main" id="{11E123D2-E7E4-3EB3-DCD6-E9B1957A5DAA}"/>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119006818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FB663B-1DE9-DF64-1F90-554192BFF42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F6C9E6C-59B6-94BA-6E8B-35C5358B6898}"/>
              </a:ext>
            </a:extLst>
          </p:cNvPr>
          <p:cNvSpPr>
            <a:spLocks noGrp="1"/>
          </p:cNvSpPr>
          <p:nvPr>
            <p:ph type="title"/>
          </p:nvPr>
        </p:nvSpPr>
        <p:spPr>
          <a:xfrm>
            <a:off x="838200" y="311144"/>
            <a:ext cx="10515600" cy="894622"/>
          </a:xfrm>
        </p:spPr>
        <p:txBody>
          <a:bodyPr/>
          <a:lstStyle/>
          <a:p>
            <a:r>
              <a:rPr lang="en-US" dirty="0"/>
              <a:t>DHCP client-server scenario: 3</a:t>
            </a:r>
          </a:p>
        </p:txBody>
      </p:sp>
      <p:grpSp>
        <p:nvGrpSpPr>
          <p:cNvPr id="5" name="Group 4" descr="An example of a client interacting with a DHCP server: client broadcasts a request">
            <a:extLst>
              <a:ext uri="{FF2B5EF4-FFF2-40B4-BE49-F238E27FC236}">
                <a16:creationId xmlns:a16="http://schemas.microsoft.com/office/drawing/2014/main" id="{949EC9FE-0974-0BA6-01B2-0ED05298E9A6}"/>
              </a:ext>
            </a:extLst>
          </p:cNvPr>
          <p:cNvGrpSpPr/>
          <p:nvPr/>
        </p:nvGrpSpPr>
        <p:grpSpPr>
          <a:xfrm>
            <a:off x="2603536" y="1300439"/>
            <a:ext cx="8143218" cy="5172487"/>
            <a:chOff x="2603536" y="1300439"/>
            <a:chExt cx="8143218" cy="5172487"/>
          </a:xfrm>
        </p:grpSpPr>
        <p:sp>
          <p:nvSpPr>
            <p:cNvPr id="142" name="Text Box 7">
              <a:extLst>
                <a:ext uri="{FF2B5EF4-FFF2-40B4-BE49-F238E27FC236}">
                  <a16:creationId xmlns:a16="http://schemas.microsoft.com/office/drawing/2014/main" id="{4549A71B-342E-1369-8E55-3910F4CF0984}"/>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AACCF173-CA45-A3E6-43C0-E9B3073DDFF2}"/>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839C9A6C-0638-97F4-0923-C7884653815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43A457C4-9CC5-6BBC-21FF-2B976EC446B6}"/>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06E2FC67-656D-24E3-F5B9-65EC6298EED3}"/>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B3F345AE-3DD2-6EC9-2D80-B6A425B705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E3091F46-A2E3-48B7-C954-17D5D78A1B54}"/>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3589F830-FA62-D021-FA2B-2D72924DDFD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5DECEB75-7AF9-BB52-8AC8-436D26CD706D}"/>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3ABF80CC-0430-1CFC-C072-3C180B1A9E83}"/>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17262970-1ED9-BF57-8F78-67B354DFF1E0}"/>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1C8224DD-62B1-815B-4500-FC7E7E69197C}"/>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FF3EAEBF-63E6-81F0-BB13-EA37FDD9C6F5}"/>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65698F51-0BB5-6604-1F7C-B9CED5AD5130}"/>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2430852-36B6-7AA8-1B34-9BF18BF0B3EE}"/>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C8C5F328-DFE2-9881-1719-BE17C33BE50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D122E84C-0D11-8D30-1352-B48F529976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9336B541-EEDF-3B25-4936-D9D64256680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F8DF8A7E-7E0A-C43C-359E-27DC587F13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FCE3C05B-C16D-6366-FECE-D663B40E3A1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36640002-25CB-0BCD-1EDF-DF5EA5B57D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09C1F707-632A-4D29-1625-F8354554E11A}"/>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E341AD67-8392-D4CB-80AB-4217907CF49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91AF4E74-A748-1FEF-CDE3-0C70131B7816}"/>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88BCF94F-BD52-0179-239E-A8D374F57239}"/>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E1A987ED-0FD4-774D-A1B9-1327AD3A1EC7}"/>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881843D9-F845-C650-D78B-4DBFCA917AB8}"/>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6050DA44-B888-46EB-59A4-C38097F277CC}"/>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266185-9808-DB05-0A68-A96EECC8249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59A07A9E-B99E-CA30-781C-366F2CD948CD}"/>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B5FF5FFE-36EA-CF7E-C334-C1830AA85EA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CD474EA5-E6BE-37AE-818C-38FEBDE4704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E9B3E110-74E9-EF4A-AB8B-9464416BE4E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DC3700C2-8450-871C-0685-C6D59E68B5C7}"/>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1CEB058D-CB73-D5D2-485B-55E9B6A4EAE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87F8EEAD-B8DF-7B41-7292-8B363B1DE553}"/>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AD1D2213-F88D-346A-9601-5A661819901A}"/>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9F2CA95-4226-49D9-F885-C19A9253428E}"/>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DCE597CD-6039-7F81-9837-F603BDB8C963}"/>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0E210DB9-641B-D9D8-77B9-001DD6BC28A0}"/>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5D435AA8-03EE-98E0-9691-8CED03712C3D}"/>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4C64AD36-7B0F-9B35-0075-8A9F8E0467CD}"/>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7B64BD85-C6BA-99B1-820C-CC7FEEBC4C99}"/>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3B0B1E99-2FAC-2AE1-931E-59E712C10619}"/>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27BCC0DA-577A-8743-AB4B-D1E974A3FCA2}"/>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29351632-35CE-2B4F-1687-83F637081B5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D2C064FE-AD5D-0AA7-0C64-B58BD02E3DCD}"/>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5EC0CF17-14C8-450A-6B92-4C0C659D0553}"/>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5AE2B06D-A7A5-A5B7-534F-1D4FF5FD404A}"/>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C0FBAE5D-86B0-5EBE-617D-8997628D9478}"/>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BE0D868-6AEB-79ED-3D42-6717103E473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E10E4D57-37AA-DD32-ED78-90218E14566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A7FA1FA6-E49D-5F9A-CCE6-F68210B3638D}"/>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3146454B-6BE5-BD24-9A2B-370835CA436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6F8CDAD0-82C8-9430-4F8C-0DB41D619308}"/>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A96EAF5D-8CF1-42EF-28B6-CA769BFC4E3F}"/>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99006BB9-514C-80AB-2FCF-26E3A5D77B58}"/>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1C8F1DC0-7056-C64B-4E91-9C97D4DEAE49}"/>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0C21CB4D-8BEF-9B16-2735-57F99EDC4B13}"/>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C5D5A86F-DB76-AC49-6382-9595160703CC}"/>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CF417E3A-1FD4-945B-B0E5-D5FB13E7FAC9}"/>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6553A46F-49C0-2C79-2B86-D796D04309CE}"/>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147F6A12-7A16-0572-71E7-8D8471277A96}"/>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E119B247-4721-6E71-4D53-C53445970840}"/>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CFA272AD-9C6A-12A0-62BF-E9B51F2D6BA2}"/>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32E41719-D8D4-3442-84DD-E5EF28B93C89}"/>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grpSp>
    </p:spTree>
    <p:extLst>
      <p:ext uri="{BB962C8B-B14F-4D97-AF65-F5344CB8AC3E}">
        <p14:creationId xmlns:p14="http://schemas.microsoft.com/office/powerpoint/2010/main" val="301642057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4F4713-B53C-9195-2341-5B55C1F05B8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F73C333-7E38-5008-1892-FB4D0B33BDFA}"/>
              </a:ext>
            </a:extLst>
          </p:cNvPr>
          <p:cNvSpPr>
            <a:spLocks noGrp="1"/>
          </p:cNvSpPr>
          <p:nvPr>
            <p:ph type="title"/>
          </p:nvPr>
        </p:nvSpPr>
        <p:spPr>
          <a:xfrm>
            <a:off x="838200" y="311144"/>
            <a:ext cx="10515600" cy="894622"/>
          </a:xfrm>
        </p:spPr>
        <p:txBody>
          <a:bodyPr/>
          <a:lstStyle/>
          <a:p>
            <a:r>
              <a:rPr lang="en-US" dirty="0"/>
              <a:t>DHCP client-server scenario: 4</a:t>
            </a:r>
          </a:p>
        </p:txBody>
      </p:sp>
      <p:grpSp>
        <p:nvGrpSpPr>
          <p:cNvPr id="15" name="Group 14" descr="An example of a client interacting with a DHCP server: a server replies">
            <a:extLst>
              <a:ext uri="{FF2B5EF4-FFF2-40B4-BE49-F238E27FC236}">
                <a16:creationId xmlns:a16="http://schemas.microsoft.com/office/drawing/2014/main" id="{87C96225-D77C-051D-9285-BB2F988F00E8}"/>
              </a:ext>
            </a:extLst>
          </p:cNvPr>
          <p:cNvGrpSpPr/>
          <p:nvPr/>
        </p:nvGrpSpPr>
        <p:grpSpPr>
          <a:xfrm>
            <a:off x="2603536" y="1300439"/>
            <a:ext cx="8143218" cy="5172487"/>
            <a:chOff x="2603536" y="1300439"/>
            <a:chExt cx="8143218" cy="5172487"/>
          </a:xfrm>
        </p:grpSpPr>
        <p:sp>
          <p:nvSpPr>
            <p:cNvPr id="142" name="Text Box 7">
              <a:extLst>
                <a:ext uri="{FF2B5EF4-FFF2-40B4-BE49-F238E27FC236}">
                  <a16:creationId xmlns:a16="http://schemas.microsoft.com/office/drawing/2014/main" id="{B193817D-3839-6E1A-A14A-A8564A63CF52}"/>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AE9C8C33-5237-9AC1-B2C6-96025755AEC4}"/>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4276BFEE-233E-1DD0-957E-A359266E2881}"/>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A33DF8CE-4E01-4C14-2189-F00ECB227BFD}"/>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1CE1725E-6761-FA2F-C024-CDEC287C8B3E}"/>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78C6405C-2764-9222-FDD4-17EB610D16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6444BEEC-F7A4-92EB-94B1-3F56A534E3F7}"/>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201E3AB8-532D-A70E-31A9-465BFDCB43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24188406-0321-6B74-EC4D-880AE5D9CF72}"/>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F584E675-9006-9480-239E-C56ED49A262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5BF32B04-356A-FA89-B78C-E9B64C9D57DF}"/>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1E61483F-9DA3-357A-4206-7E6F9DCEB45B}"/>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46866EAB-44DD-3251-75C0-48278818DC06}"/>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CF63A740-4915-F1EC-75A4-78B5F2501BFC}"/>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00D1635F-36F1-AB48-F918-7AC95531A71B}"/>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526365EF-9D4F-5206-E381-C798C36A3A9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137D6417-CCB7-74EA-51B4-C5457EA20C4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F03EE1AD-E6EF-E4C4-28FE-4B17A277A31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040BD611-B1E7-E667-196C-8998809EBEB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9F2EB9C0-C52C-5B07-D745-B608AACD56D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AFB04DB4-6ABE-FE93-1FF4-DB10316FBD2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1ABF4E4A-54C5-4957-B61A-BFB3B53BC70C}"/>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E19BB6B3-EFF3-D5AB-5589-4E4D2BB06FFA}"/>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89C89043-1DC9-7DA5-0FF2-01AC356498C1}"/>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37AB2A21-37BF-D979-14E0-EEE572B1557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3396D278-03F4-A639-5CCE-957DBF23FCF3}"/>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5AB45B5F-C470-5DA3-A4B4-2DC3859734B0}"/>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04B0DDE2-BE3D-A59A-1FF4-340B4E14286B}"/>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1D09507A-83D3-2345-2257-9CE6E0A54D1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31694AA-1BC5-BBD7-7E12-5E822B82385D}"/>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D1E95AE6-2DD7-B1AD-A0EC-B42AC1F4BA0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5DB78C48-DD94-FE2F-1CCE-A4BF5B561D8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C695C792-6A9A-EB5D-EB58-1DA88A1E2E1F}"/>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0FEE93FB-D3F0-8C0C-A927-1C25CC3EC924}"/>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117196A2-4E39-0C45-F33F-66D88E314E25}"/>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BEE8B596-9E0C-5A9A-7091-E377416ADF55}"/>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88B5128A-0355-F34B-D842-30CE190ACED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52F83AAD-ADF9-E401-2580-E8D54309CF93}"/>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6A569829-CF26-6ED3-E3BE-196B310FD8BD}"/>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8EFE7DBF-69E7-603F-EBF4-0B20C12AB470}"/>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CAD6D4A8-B85A-5741-677B-B29BCBB4850B}"/>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B673C35-A4B8-8BF7-DFD2-CC96A5307DC8}"/>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C89D08CE-9670-2D5A-8235-716F4741CC1C}"/>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2AB7AAD3-0629-9BD9-27CF-8481E41C1707}"/>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C91EA202-CEFE-E057-D263-AE192CC44708}"/>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F387B825-42AF-4948-85AC-4CEBE9D7B1A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CDEF8DBB-8310-B9F7-9BE9-76C4F18BD531}"/>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DFF4D139-E38E-C9CF-6438-EAAB66353BE7}"/>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B8DE511C-4543-259C-DF11-659FC7D7DED6}"/>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8C860CA7-8295-1C85-FA20-64BAB9225DA6}"/>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87157F6C-2782-4EC4-BB60-5D1659BF494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817285C1-B9C2-73C0-23A0-5F6A47E0D976}"/>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D63C0DE9-FA03-9580-D6DA-B52399FA74C6}"/>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5E15BD22-8F39-50E1-B5BF-6A2145F431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AFB5E95F-8A5E-D7F5-945E-29949149ED6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758554E-40F7-375A-4A97-DDE397D22803}"/>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D8EED4A-5B4D-2F5B-C861-26EB8E36E4C2}"/>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38A6B205-6749-A362-DA70-0C6293BC0F42}"/>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33FD5876-9021-FFEE-AB19-F7CF001A1331}"/>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5CD1E840-44AC-BE95-964A-B034F40D22E2}"/>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F9790844-90CD-D9F2-4C34-4567D1D800F3}"/>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C3CC16B4-48B9-D8D4-C3AC-F309F4E4696A}"/>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9D3918BE-4D57-007A-75F2-ED13C6DF6CD7}"/>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C9B99E7B-76E2-6D93-4D2A-74E1F2BDA6E5}"/>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8BA5A07B-32E7-7E21-5D01-4A74BE33959E}"/>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BB34B85A-9E7E-FD17-DFEF-DE6E89740834}"/>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5" name="Line 26">
              <a:extLst>
                <a:ext uri="{FF2B5EF4-FFF2-40B4-BE49-F238E27FC236}">
                  <a16:creationId xmlns:a16="http://schemas.microsoft.com/office/drawing/2014/main" id="{391CB888-4932-E3E8-CC31-163DD95797AB}"/>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486ED2A-B48F-9DB4-97AB-8EF7C0453A8E}"/>
                </a:ext>
              </a:extLst>
            </p:cNvPr>
            <p:cNvGrpSpPr>
              <a:grpSpLocks/>
            </p:cNvGrpSpPr>
            <p:nvPr/>
          </p:nvGrpSpPr>
          <p:grpSpPr bwMode="auto">
            <a:xfrm>
              <a:off x="6441502" y="2979300"/>
              <a:ext cx="2528888" cy="884237"/>
              <a:chOff x="9144000" y="3229217"/>
              <a:chExt cx="2527923" cy="885135"/>
            </a:xfrm>
          </p:grpSpPr>
          <p:sp>
            <p:nvSpPr>
              <p:cNvPr id="7" name="Rectangle 87">
                <a:extLst>
                  <a:ext uri="{FF2B5EF4-FFF2-40B4-BE49-F238E27FC236}">
                    <a16:creationId xmlns:a16="http://schemas.microsoft.com/office/drawing/2014/main" id="{E6C9C550-EA4E-6719-14C1-17AE2965F46F}"/>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TextBox 88">
                <a:extLst>
                  <a:ext uri="{FF2B5EF4-FFF2-40B4-BE49-F238E27FC236}">
                    <a16:creationId xmlns:a16="http://schemas.microsoft.com/office/drawing/2014/main" id="{F32CEB45-A16F-05B0-CB24-D5961C960DB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sp>
          <p:nvSpPr>
            <p:cNvPr id="14" name="Text Box 27">
              <a:extLst>
                <a:ext uri="{FF2B5EF4-FFF2-40B4-BE49-F238E27FC236}">
                  <a16:creationId xmlns:a16="http://schemas.microsoft.com/office/drawing/2014/main" id="{4D441C7C-79C9-9CE1-895A-59D493F918A7}"/>
                </a:ext>
              </a:extLst>
            </p:cNvPr>
            <p:cNvSpPr txBox="1">
              <a:spLocks noChangeArrowheads="1"/>
            </p:cNvSpPr>
            <p:nvPr/>
          </p:nvSpPr>
          <p:spPr bwMode="auto">
            <a:xfrm>
              <a:off x="6318802" y="2672451"/>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Tree>
    <p:extLst>
      <p:ext uri="{BB962C8B-B14F-4D97-AF65-F5344CB8AC3E}">
        <p14:creationId xmlns:p14="http://schemas.microsoft.com/office/powerpoint/2010/main" val="6071481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232303-2C4E-74FA-E848-D6C96827A95C}"/>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D14FF8E-17AB-0E5A-D86F-D13AE2C57189}"/>
              </a:ext>
            </a:extLst>
          </p:cNvPr>
          <p:cNvSpPr>
            <a:spLocks noGrp="1"/>
          </p:cNvSpPr>
          <p:nvPr>
            <p:ph type="title"/>
          </p:nvPr>
        </p:nvSpPr>
        <p:spPr>
          <a:xfrm>
            <a:off x="838200" y="311144"/>
            <a:ext cx="10515600" cy="894622"/>
          </a:xfrm>
        </p:spPr>
        <p:txBody>
          <a:bodyPr/>
          <a:lstStyle/>
          <a:p>
            <a:r>
              <a:rPr lang="en-US" dirty="0"/>
              <a:t>DHCP client-server scenario: 5</a:t>
            </a:r>
          </a:p>
        </p:txBody>
      </p:sp>
      <p:grpSp>
        <p:nvGrpSpPr>
          <p:cNvPr id="6" name="Group 5" descr="An example of a client interacting with a DHCP server: a server replies">
            <a:extLst>
              <a:ext uri="{FF2B5EF4-FFF2-40B4-BE49-F238E27FC236}">
                <a16:creationId xmlns:a16="http://schemas.microsoft.com/office/drawing/2014/main" id="{D6772A35-F328-C24B-424D-661833016766}"/>
              </a:ext>
            </a:extLst>
          </p:cNvPr>
          <p:cNvGrpSpPr/>
          <p:nvPr/>
        </p:nvGrpSpPr>
        <p:grpSpPr>
          <a:xfrm>
            <a:off x="2603536" y="1300439"/>
            <a:ext cx="8143218" cy="5172487"/>
            <a:chOff x="2603536" y="1300439"/>
            <a:chExt cx="8143218" cy="5172487"/>
          </a:xfrm>
        </p:grpSpPr>
        <p:sp>
          <p:nvSpPr>
            <p:cNvPr id="142" name="Text Box 7">
              <a:extLst>
                <a:ext uri="{FF2B5EF4-FFF2-40B4-BE49-F238E27FC236}">
                  <a16:creationId xmlns:a16="http://schemas.microsoft.com/office/drawing/2014/main" id="{66F70057-F687-C36E-36B3-1C34EBF06A0E}"/>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7EAB4DD6-A81F-3493-16DA-54B024C9C24F}"/>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EEB5592-2641-D4A3-2BAA-32C598D34C78}"/>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0AA0C15D-DCEF-EBB7-93BC-BA0201D1B55D}"/>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47E4467E-BC4E-CCA8-1C92-1549BA462958}"/>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54246AF3-1504-2C67-0FFF-E138AA775F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B2DEBD5A-55E1-F70D-F17A-AD41BCE73AB8}"/>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9608B296-5066-FA53-9891-BF3D6D144B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1A63BE0D-C845-8740-DEBE-BC1795457725}"/>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62B67231-50E5-8002-DF5D-1B4369EAA1EC}"/>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E8A2A3C1-819B-6F70-8023-4A6D26A5D6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2265FF62-DCA5-7431-D89B-4AB132846609}"/>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DDCCC841-EF99-10B6-C315-712A9D95950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51BFE87F-4CF3-EFA8-59D4-7675B109F06D}"/>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12E912ED-9A92-EDA8-18D4-9B574DB38579}"/>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81B4E200-E832-30F0-D99D-B6B6898DE36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85ABC4C4-75A6-8478-CC0E-757683212777}"/>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B83EAFC4-3861-3F5D-FF50-F92AF99B678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2E8017C9-C4D6-005C-4A4D-F5C4230C1C2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B5F3022A-7F18-EF0C-CFDC-BE77B3630A3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1F94BB29-BA1F-9F7C-487F-0F78DE8B254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CAE8D775-DAA1-2BA9-AD68-EE0611E09327}"/>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8E3081CA-E6BE-DBED-90CC-BB356D03DFEA}"/>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33E0103C-8398-7088-316C-EA6BD9FD1AAA}"/>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90327466-31EC-2D5A-86D3-52B85A8966A6}"/>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77BA627E-CF3E-7FD4-DD22-A047CF6C4BD1}"/>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8DC0F67A-6CB0-BEDE-CAB1-A4991F83A6F1}"/>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7DD44757-A3EE-6F41-63B5-A4BEF16F240D}"/>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54D0633-41A9-201A-FD86-8CDE4C0A89F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33F9E92F-317D-32FA-884E-466B74EF3EE8}"/>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A9C6CF72-2D4B-E252-25C0-F6F6FD2293E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CF600395-2077-2C82-6E30-9CDD0F63EC5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52BB23F1-5BB2-DADA-0BD5-CD22C4A471A3}"/>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7201D948-567B-E1F7-B86B-C6C30C04D46C}"/>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CC463A3A-BB61-DA4F-82E7-3BD7B79F8CCA}"/>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5EBEFC4D-31D7-46BF-69F4-318447FEAB2C}"/>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BE774480-2BF9-4D7C-584F-F1D108238AA2}"/>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371D7E7E-A225-E7BC-2C70-3F00918903F5}"/>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8BB42F44-0C26-3C07-6CF5-34DFCBF77A8C}"/>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3DDD31B1-76EF-F56E-CACD-7665C0B72AA8}"/>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BE0DA1EC-CB38-D2BF-7A49-D63A2E45791D}"/>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3E64C0BA-113A-84E0-159D-87FB3DA6803C}"/>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AEA9A7A0-2833-C1A8-8022-61063B763FDC}"/>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0A1816CD-BC51-97AD-593E-4DF2E195E40D}"/>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680BDC7A-1D13-DFFC-8987-C95F1B074FE2}"/>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94274295-36A2-53C6-8348-11486BD2E57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0D077326-4779-7A44-4C47-CCAE079A8A68}"/>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DF096034-4066-1346-6225-1320ACDA0438}"/>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81F2A5EE-6A66-E139-9306-19EE2FE7BF04}"/>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638F3371-6455-8AEA-D843-D421B3EFD738}"/>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B0026F7A-AAA6-3F6C-88CD-596F10C96BC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7ECE47C9-BE82-F907-AEA9-CC2246EF301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B60AE09B-2964-F41F-1E26-941054F8F0F6}"/>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020151FC-AD75-8E9D-575C-058CD93180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820F0481-FF12-4C5E-5ACB-7A6F0531B5E1}"/>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D5B13252-685F-190B-F530-507D1CB72E32}"/>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71D822F5-BFBE-21BA-585F-359105EF7BC6}"/>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BEEAEDB3-1EE4-E8D2-8481-D0D19689CE74}"/>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59F557DF-C55E-01CF-236F-C3BEC06C8BC6}"/>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2284C211-267A-33D0-47CF-AABFF9797C85}"/>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D454AE26-DCFB-EB23-BB2D-AF6C1AED6A22}"/>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0A261F28-8B9A-A6CA-FFD2-B974D10DD916}"/>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23027F0A-310A-F7B8-FAEF-5B395195067C}"/>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C51E1934-BC02-B84F-5E9D-9CF2460265BB}"/>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E3B5E90D-8755-EFE7-7550-BC1D3A818CB1}"/>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5AA6C3EA-6939-DC8E-72EB-DE07EA6A225C}"/>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5" name="Line 26">
              <a:extLst>
                <a:ext uri="{FF2B5EF4-FFF2-40B4-BE49-F238E27FC236}">
                  <a16:creationId xmlns:a16="http://schemas.microsoft.com/office/drawing/2014/main" id="{9C0EC36F-3D81-D5CD-6FBD-0CAD982C616F}"/>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Text Box 27">
              <a:extLst>
                <a:ext uri="{FF2B5EF4-FFF2-40B4-BE49-F238E27FC236}">
                  <a16:creationId xmlns:a16="http://schemas.microsoft.com/office/drawing/2014/main" id="{09FF0659-B38B-7535-99AD-070913DA23E9}"/>
                </a:ext>
              </a:extLst>
            </p:cNvPr>
            <p:cNvSpPr txBox="1">
              <a:spLocks noChangeArrowheads="1"/>
            </p:cNvSpPr>
            <p:nvPr/>
          </p:nvSpPr>
          <p:spPr bwMode="auto">
            <a:xfrm>
              <a:off x="6318802" y="2672451"/>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28">
              <a:extLst>
                <a:ext uri="{FF2B5EF4-FFF2-40B4-BE49-F238E27FC236}">
                  <a16:creationId xmlns:a16="http://schemas.microsoft.com/office/drawing/2014/main" id="{945CE268-58C5-00CD-6D8A-581CDBF6DF05}"/>
                </a:ext>
              </a:extLst>
            </p:cNvPr>
            <p:cNvSpPr txBox="1">
              <a:spLocks noChangeArrowheads="1"/>
            </p:cNvSpPr>
            <p:nvPr/>
          </p:nvSpPr>
          <p:spPr bwMode="auto">
            <a:xfrm>
              <a:off x="6415640" y="2924863"/>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Tree>
    <p:extLst>
      <p:ext uri="{BB962C8B-B14F-4D97-AF65-F5344CB8AC3E}">
        <p14:creationId xmlns:p14="http://schemas.microsoft.com/office/powerpoint/2010/main" val="398306662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C4466D-296F-44FD-1EB8-E36FB62D5BA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10AB62A-74B3-6B44-AC68-F2F10D93055F}"/>
              </a:ext>
            </a:extLst>
          </p:cNvPr>
          <p:cNvSpPr>
            <a:spLocks noGrp="1"/>
          </p:cNvSpPr>
          <p:nvPr>
            <p:ph type="title"/>
          </p:nvPr>
        </p:nvSpPr>
        <p:spPr>
          <a:xfrm>
            <a:off x="838200" y="311144"/>
            <a:ext cx="10515600" cy="894622"/>
          </a:xfrm>
        </p:spPr>
        <p:txBody>
          <a:bodyPr/>
          <a:lstStyle/>
          <a:p>
            <a:r>
              <a:rPr lang="en-US" dirty="0"/>
              <a:t>DHCP client-server scenario: 6</a:t>
            </a:r>
          </a:p>
        </p:txBody>
      </p:sp>
      <p:grpSp>
        <p:nvGrpSpPr>
          <p:cNvPr id="7" name="Group 6" descr="An example of a client interacting with a DHCP server: a server replies. Can be skipped if client already has an allocated IP address">
            <a:extLst>
              <a:ext uri="{FF2B5EF4-FFF2-40B4-BE49-F238E27FC236}">
                <a16:creationId xmlns:a16="http://schemas.microsoft.com/office/drawing/2014/main" id="{5A2246E2-6C67-0D9F-AA4D-7B02991CBCD0}"/>
              </a:ext>
            </a:extLst>
          </p:cNvPr>
          <p:cNvGrpSpPr/>
          <p:nvPr/>
        </p:nvGrpSpPr>
        <p:grpSpPr>
          <a:xfrm>
            <a:off x="2603536" y="1300439"/>
            <a:ext cx="9148197" cy="5172487"/>
            <a:chOff x="2603536" y="1300439"/>
            <a:chExt cx="9148197" cy="5172487"/>
          </a:xfrm>
        </p:grpSpPr>
        <p:sp>
          <p:nvSpPr>
            <p:cNvPr id="142" name="Text Box 7">
              <a:extLst>
                <a:ext uri="{FF2B5EF4-FFF2-40B4-BE49-F238E27FC236}">
                  <a16:creationId xmlns:a16="http://schemas.microsoft.com/office/drawing/2014/main" id="{C14A05E8-FFAE-CCCF-4517-5429DFAFCBA1}"/>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33A689D6-3E44-D6FF-5681-64C1C432253C}"/>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B37E829A-7C34-240D-2131-ED411A513A93}"/>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A60F0C71-7B2E-4745-35B4-41206B53764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FB723262-B259-2F14-3D63-071B0272B38F}"/>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3A92C48B-CF41-4DE3-7560-7E531A42D3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97BD0263-7B87-36F9-AE39-D6EA30D2D648}"/>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D63D1E1A-50F9-97BE-A0DC-AC40376A66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1378BF0A-ECD9-304A-04FA-1F7F1204379C}"/>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C4FD6082-174A-B47F-D0FB-95DCF81E5398}"/>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08F7F5E-D172-A4BA-0793-DC8641765BFD}"/>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046D9B2F-FD75-4515-17DD-3820399DEFA3}"/>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E592741D-BB06-67D6-C88B-A614479652E9}"/>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F58AC5DA-C0AC-05CC-CCBD-493EC6D6FC2E}"/>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CFB66289-BC12-2D3E-262A-2384E5CEE81F}"/>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1BAFBB5E-2028-FAEA-D73B-EA7920B29D4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717BDCC0-0B13-EF55-37F9-56505B0C93A7}"/>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E52FC304-6265-C688-63D5-6E01A826906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C02DB6EA-9365-8B4D-D48E-99E6856A1413}"/>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F1D1D03F-43A1-E143-6C50-B1726DDAF54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877F5010-957E-81EE-F3CC-35008C11C42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6926804A-2254-CED9-AB8B-2148DD6F1828}"/>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631AED27-D2B3-04DE-9CDF-8ED790D71729}"/>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A0C55DBF-3A2D-8CC1-3439-DF9B658FC4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96697128-9586-423D-7F19-782EBDC1CEAC}"/>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E98E415C-BC17-5B57-0756-BDFF29DB0E11}"/>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87BB5366-9D14-EAE8-39DA-A6D36C2DFE4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B5DEBBA7-94F8-D3C5-D64B-CE5B95FFCDF1}"/>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6E7B426F-157F-8810-8445-B29688B3ED9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FBF89999-9B90-6C19-0DD5-70D2E57A5B39}"/>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7080045C-B919-D806-744D-82B11288334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42EEC5FF-1D51-0860-FE41-5193D7A0D2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54381F19-4C30-27A5-06FC-12BF31F503CE}"/>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7E96CE99-2E03-0AF8-2110-568E2E9F48E8}"/>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F78ACC8F-F4F4-C9D4-203B-648047237B35}"/>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4B87F56C-D319-0746-9926-819C8BEBAC17}"/>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67288F4D-7F0A-BC48-86F7-52A38B8149F5}"/>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A2A01779-C0E0-D6B0-5553-7B63285A6D92}"/>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D6180283-677D-A20A-C6BB-05A5FDB9ADBF}"/>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1E3A98BA-0869-D42C-0073-AF682D53DE89}"/>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3C051F51-E4CA-F1DA-6B84-F0225A7AE744}"/>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FDC03017-7424-22A8-399F-DC1EC7517B38}"/>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6D79BB7F-240B-B825-8D17-8F23A2374E7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89614022-3614-456C-62CB-4211D382FF66}"/>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243971CF-8BD3-124E-76AB-FD90B67AC664}"/>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6D9CB385-1EAE-5655-A921-02BBA1E4E7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9BB61C3E-595A-ABAC-E8A6-FC0A64E0259F}"/>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8F85EC1F-7087-BE00-6E71-A0181156F4C1}"/>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9F4F0A47-8650-0441-71D1-FD584A790792}"/>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057E1965-61AE-F7C5-B227-BB5967E2C771}"/>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8B340D72-A459-CBED-0041-5546FB742A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93A2D195-363E-FA5D-F581-A0A414BC925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85483CA0-2D7A-C702-AE30-1F49ECA70A45}"/>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EE6C5AEC-86D0-33AB-EB8C-D24E03529EE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49596934-1E17-C536-9278-4A7756BDD1C1}"/>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1A5C8DAF-0829-DEED-A31D-E87711BED9DD}"/>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B391E491-0032-1434-267D-72BF50A62728}"/>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977963FF-95BF-4796-4661-BD3117AB674B}"/>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CB54D278-C12B-CC28-6445-DC0E7DC2E1B1}"/>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D9CC51D1-C299-8A86-2255-60E5D447F51D}"/>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78BE64E6-686E-E64A-39C2-A3A619A4E6D7}"/>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DF01A303-13E1-AE13-6946-3D863A5BE2D6}"/>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7CD9F355-9737-0CF4-E531-5C55A28E996D}"/>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DA463E26-A137-211F-0451-E64D1A0E41B0}"/>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E89DACF1-A834-A812-61D1-3736247436C6}"/>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33B48BB0-5059-6A05-A360-BCA545248493}"/>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5" name="Line 26">
              <a:extLst>
                <a:ext uri="{FF2B5EF4-FFF2-40B4-BE49-F238E27FC236}">
                  <a16:creationId xmlns:a16="http://schemas.microsoft.com/office/drawing/2014/main" id="{EE801CD7-BAB5-04BB-2A90-6294DA49F041}"/>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Text Box 27">
              <a:extLst>
                <a:ext uri="{FF2B5EF4-FFF2-40B4-BE49-F238E27FC236}">
                  <a16:creationId xmlns:a16="http://schemas.microsoft.com/office/drawing/2014/main" id="{3466CFEF-D285-8CF9-6F90-B4D478D65771}"/>
                </a:ext>
              </a:extLst>
            </p:cNvPr>
            <p:cNvSpPr txBox="1">
              <a:spLocks noChangeArrowheads="1"/>
            </p:cNvSpPr>
            <p:nvPr/>
          </p:nvSpPr>
          <p:spPr bwMode="auto">
            <a:xfrm>
              <a:off x="6318802" y="2672451"/>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28">
              <a:extLst>
                <a:ext uri="{FF2B5EF4-FFF2-40B4-BE49-F238E27FC236}">
                  <a16:creationId xmlns:a16="http://schemas.microsoft.com/office/drawing/2014/main" id="{AA3D7386-0E49-EFF7-30ED-9C1D5FD5734B}"/>
                </a:ext>
              </a:extLst>
            </p:cNvPr>
            <p:cNvSpPr txBox="1">
              <a:spLocks noChangeArrowheads="1"/>
            </p:cNvSpPr>
            <p:nvPr/>
          </p:nvSpPr>
          <p:spPr bwMode="auto">
            <a:xfrm>
              <a:off x="6415640" y="2924863"/>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D73DCAB-230C-13E7-44A5-DC6575EC216F}"/>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3678572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3CEB92-BAE3-C734-CD5C-59D7A10300D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DF50F67-E734-5188-948E-700B2022048A}"/>
              </a:ext>
            </a:extLst>
          </p:cNvPr>
          <p:cNvSpPr>
            <a:spLocks noGrp="1"/>
          </p:cNvSpPr>
          <p:nvPr>
            <p:ph type="title"/>
          </p:nvPr>
        </p:nvSpPr>
        <p:spPr>
          <a:xfrm>
            <a:off x="838200" y="311144"/>
            <a:ext cx="10515600" cy="894622"/>
          </a:xfrm>
        </p:spPr>
        <p:txBody>
          <a:bodyPr/>
          <a:lstStyle/>
          <a:p>
            <a:r>
              <a:rPr lang="en-US" dirty="0"/>
              <a:t>DHCP client-server scenario: 7</a:t>
            </a:r>
          </a:p>
        </p:txBody>
      </p:sp>
      <p:grpSp>
        <p:nvGrpSpPr>
          <p:cNvPr id="13" name="Group 12" descr="Client broadcasts “I want to use this IP address”">
            <a:extLst>
              <a:ext uri="{FF2B5EF4-FFF2-40B4-BE49-F238E27FC236}">
                <a16:creationId xmlns:a16="http://schemas.microsoft.com/office/drawing/2014/main" id="{FF9E6A99-7711-540D-6E72-A2794833BCB9}"/>
              </a:ext>
            </a:extLst>
          </p:cNvPr>
          <p:cNvGrpSpPr/>
          <p:nvPr/>
        </p:nvGrpSpPr>
        <p:grpSpPr>
          <a:xfrm>
            <a:off x="2603536" y="1300439"/>
            <a:ext cx="9148197" cy="5172487"/>
            <a:chOff x="2603536" y="1300439"/>
            <a:chExt cx="9148197" cy="5172487"/>
          </a:xfrm>
        </p:grpSpPr>
        <p:sp>
          <p:nvSpPr>
            <p:cNvPr id="142" name="Text Box 7">
              <a:extLst>
                <a:ext uri="{FF2B5EF4-FFF2-40B4-BE49-F238E27FC236}">
                  <a16:creationId xmlns:a16="http://schemas.microsoft.com/office/drawing/2014/main" id="{BB82C017-03E1-DE2B-06D3-64347421C27F}"/>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F42FA059-4238-97A8-F16E-424885CB8F1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ECE2191C-593A-3A55-AF72-E37D8AA4CCC4}"/>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36372D8B-D116-FAC3-DA1D-AB79491D0E7D}"/>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3CC2CFF0-AEFC-EBBC-E0F7-56BFF9280B71}"/>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70EE311A-F699-1BF2-3E19-3F76023BCE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704A1CC4-134E-F784-29ED-758352D0B234}"/>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A9860E80-25E4-5AEE-96AA-55FFE62016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CE66BFB2-9704-2106-DC16-47519DB93881}"/>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8C22E96B-DDA6-F645-9033-F6D004AD8DCB}"/>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340656CC-F470-C0FB-E972-A9D83B98CDA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575E4958-9B58-BC4A-D05C-8893E6BFBA8B}"/>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F3213CF4-B398-8CAA-7CE2-F0A44C192EB2}"/>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1B91709B-F25C-B00A-DFC3-F3C78ADBCB7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94E75A52-92FD-27BE-045B-7A1816583AF9}"/>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F1A9B55B-3CED-4097-A951-ABEA5EA7582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CD4993C-686F-B5AC-9A7D-DB56C816DA5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58EC76BB-3ABE-8BC7-871F-BACA936BCD0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FC11AEA7-2814-B01D-F738-C18CA11C6CD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06ADEE78-44D9-E2DD-42D2-D29A25EDB3F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428850F-9153-7799-5258-2004DD4F476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D413C310-36BD-8AE8-DC6E-C8D2E4B3F8C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AD146E8C-4EE2-332D-1454-91DB8CD0C2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B8B289EA-2B22-18E6-421E-C68819B0D83E}"/>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34C5E71-EB17-A77B-DCC2-BC8F9C6CF926}"/>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E9CD3831-C1B7-F6E9-6223-CE29199F348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EF44B872-18F1-EDBA-B746-7584A52F2292}"/>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B49FDD7D-34B7-B8EC-99A8-48D481498933}"/>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423FC7C9-BFD4-ABE2-83AE-AF6CA0BD77C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7575E881-AD72-D819-0E93-694C8B9FB1A8}"/>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D921DD0E-E108-77EA-A719-7B8FEB41F4E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07FA1084-A8BE-0FEB-5EC3-F44A36CED28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859D845E-A678-D77E-309D-09B9FF431B60}"/>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AB81CCEF-118D-AF05-F4EC-8A3DDB6ACE0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C62825BB-24E8-75B3-A449-9381B1A932F8}"/>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126E1B3E-81F7-EFF4-4AA3-3F0A40B834DF}"/>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6A1153E0-2C2E-0390-2ADD-C8B158A1E1A2}"/>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F3B0CC34-ECB9-0C76-F2C6-D61CBD9BB52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10F5579A-98C1-9C22-9546-6996ECA9F597}"/>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1F97FD48-E541-47DD-C8F2-ED516C267F13}"/>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ED01E525-25F5-A2AC-ED82-346E60B29390}"/>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B2EAA2A1-77EC-DC11-C949-4C836D6C30E6}"/>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D77A2C4C-FD64-60CC-6DC3-647D46E0E830}"/>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1658B54D-135A-24A7-1080-5E360FD89B48}"/>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94FFB2EA-54B0-9EF4-93D6-DD5DF03C8883}"/>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A72C40B0-6EB3-6D94-11B5-28BA4645260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3B21CA9F-5FD0-478A-33A3-89AAB4FC2DAB}"/>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D08E741A-23C3-ED56-DE4D-D45BD7375DF6}"/>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95C107E7-5523-DA45-683E-7DC9CC75C4DF}"/>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9B003B2F-D011-0268-2FBF-C16430ADA436}"/>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18A78C56-BF03-9BAF-754B-13C64D9E066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749E9DBC-6102-CB67-C98C-DB02D349FEA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05FEFC3E-47C2-95CD-00E3-167F9887D2A6}"/>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172D2C0-7DC4-5B80-D9F2-A555AB3E8BD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4AF4EA8F-D246-C998-2776-4AC1559B1837}"/>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7911064D-4EF9-001B-0ED7-718CDBF53580}"/>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9CD43552-2426-C235-D608-0B5520F3F14B}"/>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3C2A7169-6914-7A82-4D5A-F5F0319CE042}"/>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1BD353E5-9E6B-66DA-3858-A68C6F36DA6C}"/>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1345BA20-2066-61DA-6333-B94F3047A25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8482ED07-F111-564D-E07E-4957DB309255}"/>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20AA0F02-49A3-D541-C6CC-ACB4CF503A6E}"/>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3A20B90B-A1FF-7732-1526-8C658E6A5CE3}"/>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FF4F3C63-127A-D754-6EF3-21BE4C859B67}"/>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FA6CC0A4-258E-25D5-FB6C-7845AF4193DB}"/>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876CF7B3-3529-B25B-7961-2ADE1E6AB917}"/>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5" name="Line 26">
              <a:extLst>
                <a:ext uri="{FF2B5EF4-FFF2-40B4-BE49-F238E27FC236}">
                  <a16:creationId xmlns:a16="http://schemas.microsoft.com/office/drawing/2014/main" id="{640A0700-4099-3EDB-F352-79BF25471688}"/>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Text Box 27">
              <a:extLst>
                <a:ext uri="{FF2B5EF4-FFF2-40B4-BE49-F238E27FC236}">
                  <a16:creationId xmlns:a16="http://schemas.microsoft.com/office/drawing/2014/main" id="{80366E2B-F7B0-20D1-F2FA-77888F6CE3AE}"/>
                </a:ext>
              </a:extLst>
            </p:cNvPr>
            <p:cNvSpPr txBox="1">
              <a:spLocks noChangeArrowheads="1"/>
            </p:cNvSpPr>
            <p:nvPr/>
          </p:nvSpPr>
          <p:spPr bwMode="auto">
            <a:xfrm>
              <a:off x="6318802" y="2672451"/>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28">
              <a:extLst>
                <a:ext uri="{FF2B5EF4-FFF2-40B4-BE49-F238E27FC236}">
                  <a16:creationId xmlns:a16="http://schemas.microsoft.com/office/drawing/2014/main" id="{37D88E1B-9A35-CD53-1263-C24E6C215DD1}"/>
                </a:ext>
              </a:extLst>
            </p:cNvPr>
            <p:cNvSpPr txBox="1">
              <a:spLocks noChangeArrowheads="1"/>
            </p:cNvSpPr>
            <p:nvPr/>
          </p:nvSpPr>
          <p:spPr bwMode="auto">
            <a:xfrm>
              <a:off x="6415640" y="2924863"/>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5F9249AC-B1C2-0EEB-8385-238DD549E098}"/>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29">
              <a:extLst>
                <a:ext uri="{FF2B5EF4-FFF2-40B4-BE49-F238E27FC236}">
                  <a16:creationId xmlns:a16="http://schemas.microsoft.com/office/drawing/2014/main" id="{2CCB573E-D45E-5BE1-F1BF-DDEDEDA51338}"/>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 name="Text Box 30">
              <a:extLst>
                <a:ext uri="{FF2B5EF4-FFF2-40B4-BE49-F238E27FC236}">
                  <a16:creationId xmlns:a16="http://schemas.microsoft.com/office/drawing/2014/main" id="{D5C09916-135B-CD6B-5048-4CF74F289A4E}"/>
                </a:ext>
              </a:extLst>
            </p:cNvPr>
            <p:cNvSpPr txBox="1">
              <a:spLocks noChangeArrowheads="1"/>
            </p:cNvSpPr>
            <p:nvPr/>
          </p:nvSpPr>
          <p:spPr bwMode="auto">
            <a:xfrm>
              <a:off x="4723365" y="3858313"/>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5DED8CFA-836D-8B5D-846E-9DFAF67F03DD}"/>
                </a:ext>
              </a:extLst>
            </p:cNvPr>
            <p:cNvGrpSpPr>
              <a:grpSpLocks/>
            </p:cNvGrpSpPr>
            <p:nvPr/>
          </p:nvGrpSpPr>
          <p:grpSpPr bwMode="auto">
            <a:xfrm>
              <a:off x="4900288" y="4175353"/>
              <a:ext cx="2625219" cy="884237"/>
              <a:chOff x="8858631" y="4615923"/>
              <a:chExt cx="2625866" cy="885135"/>
            </a:xfrm>
          </p:grpSpPr>
          <p:sp>
            <p:nvSpPr>
              <p:cNvPr id="23" name="Rectangle 89">
                <a:extLst>
                  <a:ext uri="{FF2B5EF4-FFF2-40B4-BE49-F238E27FC236}">
                    <a16:creationId xmlns:a16="http://schemas.microsoft.com/office/drawing/2014/main" id="{5F406269-6CCC-5C2B-5618-C2B0CDCB99B1}"/>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 name="TextBox 90">
                <a:extLst>
                  <a:ext uri="{FF2B5EF4-FFF2-40B4-BE49-F238E27FC236}">
                    <a16:creationId xmlns:a16="http://schemas.microsoft.com/office/drawing/2014/main" id="{A1F84D8D-6AC6-E17F-73CC-F5333FF48337}"/>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spTree>
    <p:extLst>
      <p:ext uri="{BB962C8B-B14F-4D97-AF65-F5344CB8AC3E}">
        <p14:creationId xmlns:p14="http://schemas.microsoft.com/office/powerpoint/2010/main" val="277179723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9582E6-4B4D-DA53-11A0-3576032ECB3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4B026F56-2042-8C84-0172-D5C49D74E261}"/>
              </a:ext>
            </a:extLst>
          </p:cNvPr>
          <p:cNvSpPr>
            <a:spLocks noGrp="1"/>
          </p:cNvSpPr>
          <p:nvPr>
            <p:ph type="title"/>
          </p:nvPr>
        </p:nvSpPr>
        <p:spPr>
          <a:xfrm>
            <a:off x="838200" y="311144"/>
            <a:ext cx="10515600" cy="894622"/>
          </a:xfrm>
        </p:spPr>
        <p:txBody>
          <a:bodyPr/>
          <a:lstStyle/>
          <a:p>
            <a:r>
              <a:rPr lang="en-US" dirty="0"/>
              <a:t>DHCP client-server scenario: 8</a:t>
            </a:r>
          </a:p>
        </p:txBody>
      </p:sp>
      <p:grpSp>
        <p:nvGrpSpPr>
          <p:cNvPr id="16" name="Group 15" descr="Client broadcasts “I want to use this IP address”">
            <a:extLst>
              <a:ext uri="{FF2B5EF4-FFF2-40B4-BE49-F238E27FC236}">
                <a16:creationId xmlns:a16="http://schemas.microsoft.com/office/drawing/2014/main" id="{FF31BDF1-AE9F-047B-74CD-3CA81B1CD58B}"/>
              </a:ext>
            </a:extLst>
          </p:cNvPr>
          <p:cNvGrpSpPr/>
          <p:nvPr/>
        </p:nvGrpSpPr>
        <p:grpSpPr>
          <a:xfrm>
            <a:off x="2603536" y="1300439"/>
            <a:ext cx="9148197" cy="5172487"/>
            <a:chOff x="2603536" y="1300439"/>
            <a:chExt cx="9148197" cy="5172487"/>
          </a:xfrm>
        </p:grpSpPr>
        <p:sp>
          <p:nvSpPr>
            <p:cNvPr id="142" name="Text Box 7">
              <a:extLst>
                <a:ext uri="{FF2B5EF4-FFF2-40B4-BE49-F238E27FC236}">
                  <a16:creationId xmlns:a16="http://schemas.microsoft.com/office/drawing/2014/main" id="{34B9DAC9-B052-3916-13F9-0F7F0CA80D47}"/>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B26C9871-6BAD-CF8D-DD11-FB54A84FBCDB}"/>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87CC7F77-5E68-E31E-F252-4C807E40C2E2}"/>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142EEB16-4BE9-EF2A-FBA0-A5ED81C1C85E}"/>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E0AF8E93-611C-375A-F052-8C0D8E958C22}"/>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05F2D131-4F6D-2060-1B5C-80AFF59C90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5DD6B1C9-2691-5CCA-5D2A-97DC1A5DE1A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775EF76B-3A2C-EAF0-08B0-6D9B1010A2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57B20678-1BC2-E2D2-7D94-006A1B3E1054}"/>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DA0B247E-FC00-D69E-DDA4-A853E1F3C528}"/>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834F3697-194E-55F5-61AA-D4146F397B7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3E88D06-2FC9-C3D2-6A3C-2C1CC745037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31BF9164-B0E0-AC8F-8134-99760AE106A7}"/>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B99D46CE-7EE1-4AE6-6951-5F6DBD70C7BB}"/>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8D0B925B-60D8-F17B-4B25-038B3C8A8C27}"/>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4BF8E4CE-1A86-7ED6-30DD-6BE1DF1D1EA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1B3A5A2D-421F-34AB-8475-64968337FAE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7EE14E2B-FC99-E358-AE67-0A2F69D822F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8373B5B7-C9C1-2879-29FB-5EF63D8ED4F3}"/>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B39FA55E-7CE8-17F8-7143-63880502E4D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C4BFF796-4158-BC29-4E54-7ACF67E679A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9ADDC849-B200-5899-44C6-894EAAD900B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6334952-D485-A9AD-C9DF-99BFFA9370AE}"/>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18775ED8-3D0F-9DEB-082E-9D66C30952A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8960E9BD-CB0C-FD07-7B1B-EF545BB05B77}"/>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1FA7B172-90D0-2E0D-5440-D38F5A999D7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3964EA6B-A17A-243F-FB11-9535A01DAB7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49E5C8C6-6EDE-ED27-8830-BA30F8F28303}"/>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66E75339-7878-C6F4-9DD2-70CC37B282F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1F97BE82-9706-7D10-23EA-AC84677C00E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53B7600F-D7FF-29A2-7344-B1860EB1EEB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9E1D7961-FDD8-3BF3-90C7-35E14327703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447490BD-8D50-868D-A644-821D9A517153}"/>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8EE9795E-E001-AA84-E0BE-2E3BBB6504DE}"/>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EDD8E90C-63AF-14D6-7499-5C8F46DC3AAA}"/>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2ADD3C4A-EC03-1D08-1408-5F7CECDED3D6}"/>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91FA848E-C69A-B350-2413-582868DF6184}"/>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56A8C7ED-DB2F-3B7D-2FFE-2C5FEBFDCC0A}"/>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9EFA046A-5378-8403-97E1-0E706AE9393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200879B6-07BA-7625-F87D-24ED99EBFDC4}"/>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432CD7AB-87C1-85CC-7FEC-A64EC8AF107B}"/>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F5E02676-87AD-D37F-D229-0726572996BA}"/>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C439CB22-2D79-8682-A24D-19C65889CB4C}"/>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C691E951-4692-5063-B654-BCE2D9C00843}"/>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6B8A990F-C653-21EB-895D-0068EB25843D}"/>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861F303D-C8AC-4E7B-8AD1-FFF19C7F360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023E7B67-8632-644C-58A4-D5C36CF523B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FE82F3C1-4FD6-7ED7-33D7-C92F21040006}"/>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D567B478-3848-4806-D2FE-38696199D619}"/>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1D77313D-D913-4F4C-9C78-927633974A77}"/>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610D42D2-55E6-21E0-5088-F1ABCA95E88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35658E1-74B6-9B30-27FD-9679BD2B6F8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60B6EB02-D107-99AD-828D-8BDEA1094C1A}"/>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070CFE3E-B7A0-7C87-D821-747E7BEC5E0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3F125228-CF54-FC39-534F-101EBAE4C73A}"/>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546F9B89-5CC8-E637-F0D7-32703DC5D703}"/>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726A1A69-63FA-AE4A-A6F8-2528ECE55AEA}"/>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189F2D19-5020-C793-3064-9A9FB97DCF88}"/>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6AEDD295-6982-1A13-EA59-2D51AF7534CC}"/>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07FDCC07-9968-8279-E95A-240DABB9CAB4}"/>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AED9FB90-2E10-2D0B-501B-AECA6B80D675}"/>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E5AF989D-F781-B889-ABBB-B12C36B8A908}"/>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E88786B9-2066-C551-3797-A94CE5BBFEE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EA78E60A-1910-398F-9388-4FA43B9CF40D}"/>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91B47B0B-60C5-1DFB-E1D8-C3467629E027}"/>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8876DACE-2760-5E4C-4D41-12D411871E22}"/>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5" name="Line 26">
              <a:extLst>
                <a:ext uri="{FF2B5EF4-FFF2-40B4-BE49-F238E27FC236}">
                  <a16:creationId xmlns:a16="http://schemas.microsoft.com/office/drawing/2014/main" id="{03D695F3-632B-15D3-BDB1-D73BD4205AC2}"/>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Text Box 27">
              <a:extLst>
                <a:ext uri="{FF2B5EF4-FFF2-40B4-BE49-F238E27FC236}">
                  <a16:creationId xmlns:a16="http://schemas.microsoft.com/office/drawing/2014/main" id="{9E1B2698-E78D-6581-25FB-D7494AA51B1F}"/>
                </a:ext>
              </a:extLst>
            </p:cNvPr>
            <p:cNvSpPr txBox="1">
              <a:spLocks noChangeArrowheads="1"/>
            </p:cNvSpPr>
            <p:nvPr/>
          </p:nvSpPr>
          <p:spPr bwMode="auto">
            <a:xfrm>
              <a:off x="6318802" y="2672451"/>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28">
              <a:extLst>
                <a:ext uri="{FF2B5EF4-FFF2-40B4-BE49-F238E27FC236}">
                  <a16:creationId xmlns:a16="http://schemas.microsoft.com/office/drawing/2014/main" id="{0C0DE554-6E99-4F50-A8D4-99140729ED11}"/>
                </a:ext>
              </a:extLst>
            </p:cNvPr>
            <p:cNvSpPr txBox="1">
              <a:spLocks noChangeArrowheads="1"/>
            </p:cNvSpPr>
            <p:nvPr/>
          </p:nvSpPr>
          <p:spPr bwMode="auto">
            <a:xfrm>
              <a:off x="6415640" y="2924863"/>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5BFC14A5-9C7B-9627-2B61-02F10C4F812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29">
              <a:extLst>
                <a:ext uri="{FF2B5EF4-FFF2-40B4-BE49-F238E27FC236}">
                  <a16:creationId xmlns:a16="http://schemas.microsoft.com/office/drawing/2014/main" id="{4D141DC0-D57A-89F5-4C77-1C67158FEC9E}"/>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 name="Group 12">
              <a:extLst>
                <a:ext uri="{FF2B5EF4-FFF2-40B4-BE49-F238E27FC236}">
                  <a16:creationId xmlns:a16="http://schemas.microsoft.com/office/drawing/2014/main" id="{0E410940-62B3-D2B7-FC3C-5F52D8832F63}"/>
                </a:ext>
              </a:extLst>
            </p:cNvPr>
            <p:cNvGrpSpPr>
              <a:grpSpLocks/>
            </p:cNvGrpSpPr>
            <p:nvPr/>
          </p:nvGrpSpPr>
          <p:grpSpPr bwMode="auto">
            <a:xfrm>
              <a:off x="4725675" y="3861355"/>
              <a:ext cx="2887662" cy="1260475"/>
              <a:chOff x="1966913" y="3765550"/>
              <a:chExt cx="2887662" cy="1260475"/>
            </a:xfrm>
          </p:grpSpPr>
          <p:sp>
            <p:nvSpPr>
              <p:cNvPr id="17" name="Text Box 30">
                <a:extLst>
                  <a:ext uri="{FF2B5EF4-FFF2-40B4-BE49-F238E27FC236}">
                    <a16:creationId xmlns:a16="http://schemas.microsoft.com/office/drawing/2014/main" id="{6F98C137-DBD9-FDB3-5249-9402767DE8B2}"/>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31">
                <a:extLst>
                  <a:ext uri="{FF2B5EF4-FFF2-40B4-BE49-F238E27FC236}">
                    <a16:creationId xmlns:a16="http://schemas.microsoft.com/office/drawing/2014/main" id="{248D7149-AEA1-413E-A444-AA937B6C8664}"/>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Tree>
    <p:extLst>
      <p:ext uri="{BB962C8B-B14F-4D97-AF65-F5344CB8AC3E}">
        <p14:creationId xmlns:p14="http://schemas.microsoft.com/office/powerpoint/2010/main" val="243574517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59D2BA-663C-F0F2-7681-E931F314E0E9}"/>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26403D5-8C68-7260-FEBA-1B00B6D39071}"/>
              </a:ext>
            </a:extLst>
          </p:cNvPr>
          <p:cNvSpPr>
            <a:spLocks noGrp="1"/>
          </p:cNvSpPr>
          <p:nvPr>
            <p:ph type="title"/>
          </p:nvPr>
        </p:nvSpPr>
        <p:spPr>
          <a:xfrm>
            <a:off x="838200" y="311144"/>
            <a:ext cx="10515600" cy="894622"/>
          </a:xfrm>
        </p:spPr>
        <p:txBody>
          <a:bodyPr/>
          <a:lstStyle/>
          <a:p>
            <a:r>
              <a:rPr lang="en-US" dirty="0"/>
              <a:t>DHCP client-server scenario: 9</a:t>
            </a:r>
          </a:p>
        </p:txBody>
      </p:sp>
      <p:grpSp>
        <p:nvGrpSpPr>
          <p:cNvPr id="25" name="Group 24" descr="DHCP server gives permission to use IP address">
            <a:extLst>
              <a:ext uri="{FF2B5EF4-FFF2-40B4-BE49-F238E27FC236}">
                <a16:creationId xmlns:a16="http://schemas.microsoft.com/office/drawing/2014/main" id="{B37324A6-A808-3FDB-B433-32DA8690266D}"/>
              </a:ext>
            </a:extLst>
          </p:cNvPr>
          <p:cNvGrpSpPr/>
          <p:nvPr/>
        </p:nvGrpSpPr>
        <p:grpSpPr>
          <a:xfrm>
            <a:off x="2603536" y="1300439"/>
            <a:ext cx="9148197" cy="5232812"/>
            <a:chOff x="2603536" y="1300439"/>
            <a:chExt cx="9148197" cy="5232812"/>
          </a:xfrm>
        </p:grpSpPr>
        <p:sp>
          <p:nvSpPr>
            <p:cNvPr id="142" name="Text Box 7">
              <a:extLst>
                <a:ext uri="{FF2B5EF4-FFF2-40B4-BE49-F238E27FC236}">
                  <a16:creationId xmlns:a16="http://schemas.microsoft.com/office/drawing/2014/main" id="{6BAA4644-6249-59B9-7BE8-D46A68BE4CE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4F252F35-9327-C112-5B9D-EDFE7F2792DC}"/>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23B14216-8581-7F3D-D636-ED7AA1F339CE}"/>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A1B5CA9E-D96E-FFF6-F299-3542D43D40FC}"/>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F82216CF-49AF-5B51-F25F-83F9BACF7C9C}"/>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0CBA6B79-D624-A8EA-90DF-0C4EB6FEFB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B676A2E1-2454-4986-F028-C67662FF72E2}"/>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09E85F98-1302-4F54-2FEF-BC52EF19CAC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567CFCD1-A81A-6447-E840-A0BC879A60A6}"/>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3FEBACC2-6CE6-6A0E-D125-A2A55A380575}"/>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018FE7DE-DA83-BE07-AE1C-B0374B0BBC6B}"/>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5751F93E-303A-0117-A3C7-E8175BA7C322}"/>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3C67404F-9E1B-3C82-0B22-FA0EB10E1071}"/>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EB9BA403-2FFF-0FC2-22DE-6FDC90912E2E}"/>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335C122C-AD81-4B16-91F3-2F3D651E255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79355FBD-5D4E-BEC4-5B4F-FBFDC834A9F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2531A36F-ED5C-133C-31DF-9936E62742C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980B4626-F2E6-96CF-EDF4-D9DF6839A6D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A3A78089-18B2-2C7E-9DA7-FAC06EF228D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28905C16-012D-579E-6166-D0A682D924A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8F5FA837-D84C-D3CC-0EB5-ABA149067F3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65B4800C-BFF9-5766-DAE5-5D72DEF30CFC}"/>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10FD2A1B-5DD0-0C03-0517-CD719FA56C04}"/>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CA09F76B-8EF2-E3AE-1D28-EDD74F923963}"/>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5AF8A910-EA71-2695-B1D0-8DF3EF5A0156}"/>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A19A5CF5-01F2-A895-B05F-170AB92E5133}"/>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AE3A8CE0-AC2A-1D5E-E0CC-9849E12EEB72}"/>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D26DC935-B569-9E4C-09CD-A00384E4D6B0}"/>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604DBBF7-D813-3F7A-D6FD-92E5A51753E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84CAEA9B-C966-22DB-3C78-08402A0C33BF}"/>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0EE12E1C-2FF7-A307-6FAA-ED3BACF8372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563D759D-E3F0-5E1F-BEBF-4E0E1DB0ED1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E2E690D1-7A51-F606-149E-AF8E0053CB0A}"/>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7BDD6D6C-A007-16A8-8FBA-9701B413A8C9}"/>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E7FA7C11-72E1-B827-430D-3A7ED00ED2A5}"/>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C725740D-7D9A-260F-67BA-CF2AF026E218}"/>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55C12BD2-9B56-9803-EAD6-6F4CE7B74B8A}"/>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22EE5011-CC0F-9699-FFD5-47B45D8265BE}"/>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80C411B4-A930-584F-E9AD-7A4FF75483DB}"/>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A28218F1-1BA0-2FF0-BB6E-880DE94F8219}"/>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74B3B5DF-588B-943D-FC71-A8FF23F4ECAC}"/>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2A69A05A-1759-0595-90C2-8F1E93F0656F}"/>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01AD3A50-5F09-D8B7-E69F-CD29BD84BD13}"/>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30C5960D-4FF3-9F26-B7EA-BAC389139341}"/>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EB217ED-0688-25ED-0B31-1454B47F0806}"/>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4C153C8-04B5-7E98-A868-DA8BC369D2F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3FFAF0E-B895-0EE1-F485-1B1F38B3660E}"/>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2C074814-E3E1-7D0E-A8EC-DCB0AA6A1E51}"/>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9F0551D4-317B-5B35-2608-DC3D2CF790E5}"/>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6CC6FC07-5957-A861-D2F8-B675DC93F572}"/>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1686E82B-1367-5EAA-59E6-978D7F5C5E6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B6B566C5-C385-AC1D-4B3D-C51FB57EA9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4A63B2EF-0409-0A09-2D5F-DEF6C7BB988A}"/>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C0213A24-A0A2-A892-58B4-EB1255D1360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358475F6-71BC-5E90-ADC4-41227F136380}"/>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FF604D4A-E10E-0AEA-0273-FE347160FD09}"/>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0DCB74F7-5DB9-2303-0314-86E662FFE166}"/>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AA181948-C06B-AE23-76AE-30000B5FB9B8}"/>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D50CA37A-BB1C-5CED-45AC-69FE55A05C28}"/>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A12729AD-B003-75EA-1708-15E7CAF1E010}"/>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2C73086A-EE74-9E99-626B-4A9B8A93B9A2}"/>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7DA0A202-A4CB-8EE8-F3C2-999FF6BA522B}"/>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CC6D274B-0EDE-FC8A-A1DE-6439B7DC38C7}"/>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2435A591-DFBF-1F59-0F01-BC7179438093}"/>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8EE77D04-86B8-06C1-E756-C701BFCE0D10}"/>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F70E8703-24A0-80E4-83D0-13472D4A17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5" name="Line 26">
              <a:extLst>
                <a:ext uri="{FF2B5EF4-FFF2-40B4-BE49-F238E27FC236}">
                  <a16:creationId xmlns:a16="http://schemas.microsoft.com/office/drawing/2014/main" id="{E19967F3-D4CE-602C-5DF0-00B3C78EE93C}"/>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Text Box 27">
              <a:extLst>
                <a:ext uri="{FF2B5EF4-FFF2-40B4-BE49-F238E27FC236}">
                  <a16:creationId xmlns:a16="http://schemas.microsoft.com/office/drawing/2014/main" id="{6846C3A2-1420-099F-71F7-8E6F223110BD}"/>
                </a:ext>
              </a:extLst>
            </p:cNvPr>
            <p:cNvSpPr txBox="1">
              <a:spLocks noChangeArrowheads="1"/>
            </p:cNvSpPr>
            <p:nvPr/>
          </p:nvSpPr>
          <p:spPr bwMode="auto">
            <a:xfrm>
              <a:off x="6318802" y="2672451"/>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28">
              <a:extLst>
                <a:ext uri="{FF2B5EF4-FFF2-40B4-BE49-F238E27FC236}">
                  <a16:creationId xmlns:a16="http://schemas.microsoft.com/office/drawing/2014/main" id="{CD2DC3CE-3ED8-697B-98CB-E8698C5868DB}"/>
                </a:ext>
              </a:extLst>
            </p:cNvPr>
            <p:cNvSpPr txBox="1">
              <a:spLocks noChangeArrowheads="1"/>
            </p:cNvSpPr>
            <p:nvPr/>
          </p:nvSpPr>
          <p:spPr bwMode="auto">
            <a:xfrm>
              <a:off x="6415640" y="2924863"/>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7127FB28-5044-48A2-3AE1-37E9A3B943AE}"/>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29">
              <a:extLst>
                <a:ext uri="{FF2B5EF4-FFF2-40B4-BE49-F238E27FC236}">
                  <a16:creationId xmlns:a16="http://schemas.microsoft.com/office/drawing/2014/main" id="{377F8B41-7CF5-155D-8BF8-8E16DEA3A957}"/>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 name="Group 12">
              <a:extLst>
                <a:ext uri="{FF2B5EF4-FFF2-40B4-BE49-F238E27FC236}">
                  <a16:creationId xmlns:a16="http://schemas.microsoft.com/office/drawing/2014/main" id="{26093538-BC9A-D0D1-5997-C30E8BB858EF}"/>
                </a:ext>
              </a:extLst>
            </p:cNvPr>
            <p:cNvGrpSpPr>
              <a:grpSpLocks/>
            </p:cNvGrpSpPr>
            <p:nvPr/>
          </p:nvGrpSpPr>
          <p:grpSpPr bwMode="auto">
            <a:xfrm>
              <a:off x="4725675" y="3861355"/>
              <a:ext cx="2887662" cy="1260475"/>
              <a:chOff x="1966913" y="3765550"/>
              <a:chExt cx="2887662" cy="1260475"/>
            </a:xfrm>
          </p:grpSpPr>
          <p:sp>
            <p:nvSpPr>
              <p:cNvPr id="17" name="Text Box 30">
                <a:extLst>
                  <a:ext uri="{FF2B5EF4-FFF2-40B4-BE49-F238E27FC236}">
                    <a16:creationId xmlns:a16="http://schemas.microsoft.com/office/drawing/2014/main" id="{4823998C-AAD8-2CDE-E3F2-C58BB93E0E95}"/>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31">
                <a:extLst>
                  <a:ext uri="{FF2B5EF4-FFF2-40B4-BE49-F238E27FC236}">
                    <a16:creationId xmlns:a16="http://schemas.microsoft.com/office/drawing/2014/main" id="{9644B5FD-6901-27D6-0770-FCEB2CB72B72}"/>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6" name="Line 32">
              <a:extLst>
                <a:ext uri="{FF2B5EF4-FFF2-40B4-BE49-F238E27FC236}">
                  <a16:creationId xmlns:a16="http://schemas.microsoft.com/office/drawing/2014/main" id="{2CE15AA3-292E-B5B6-FFB6-8BACDB5BE5A7}"/>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 name="Group 18">
              <a:extLst>
                <a:ext uri="{FF2B5EF4-FFF2-40B4-BE49-F238E27FC236}">
                  <a16:creationId xmlns:a16="http://schemas.microsoft.com/office/drawing/2014/main" id="{6034E6A4-7F57-2F15-B4F6-0B410A7FEA36}"/>
                </a:ext>
              </a:extLst>
            </p:cNvPr>
            <p:cNvGrpSpPr>
              <a:grpSpLocks/>
            </p:cNvGrpSpPr>
            <p:nvPr/>
          </p:nvGrpSpPr>
          <p:grpSpPr bwMode="auto">
            <a:xfrm>
              <a:off x="6275940" y="5261663"/>
              <a:ext cx="2509837" cy="1271588"/>
              <a:chOff x="3519488" y="5168900"/>
              <a:chExt cx="2509837" cy="1271588"/>
            </a:xfrm>
          </p:grpSpPr>
          <p:sp>
            <p:nvSpPr>
              <p:cNvPr id="20" name="Text Box 33">
                <a:extLst>
                  <a:ext uri="{FF2B5EF4-FFF2-40B4-BE49-F238E27FC236}">
                    <a16:creationId xmlns:a16="http://schemas.microsoft.com/office/drawing/2014/main" id="{3CA59F7B-FB6F-4134-FAA3-CD2E1A27D593}"/>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1" name="Text Box 34">
                <a:extLst>
                  <a:ext uri="{FF2B5EF4-FFF2-40B4-BE49-F238E27FC236}">
                    <a16:creationId xmlns:a16="http://schemas.microsoft.com/office/drawing/2014/main" id="{7415818A-2FD4-A6F6-B2BF-CE55236F618C}"/>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2" name="Group 21">
              <a:extLst>
                <a:ext uri="{FF2B5EF4-FFF2-40B4-BE49-F238E27FC236}">
                  <a16:creationId xmlns:a16="http://schemas.microsoft.com/office/drawing/2014/main" id="{52639707-E6B7-5531-52EF-041080238D91}"/>
                </a:ext>
              </a:extLst>
            </p:cNvPr>
            <p:cNvGrpSpPr>
              <a:grpSpLocks/>
            </p:cNvGrpSpPr>
            <p:nvPr/>
          </p:nvGrpSpPr>
          <p:grpSpPr bwMode="auto">
            <a:xfrm>
              <a:off x="6424038" y="5588022"/>
              <a:ext cx="2528887" cy="885825"/>
              <a:chOff x="9144000" y="5555417"/>
              <a:chExt cx="2527923" cy="885135"/>
            </a:xfrm>
          </p:grpSpPr>
          <p:sp>
            <p:nvSpPr>
              <p:cNvPr id="23" name="Rectangle 91">
                <a:extLst>
                  <a:ext uri="{FF2B5EF4-FFF2-40B4-BE49-F238E27FC236}">
                    <a16:creationId xmlns:a16="http://schemas.microsoft.com/office/drawing/2014/main" id="{5BF54DCB-1F7F-4987-9A67-586769204C02}"/>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 name="TextBox 92">
                <a:extLst>
                  <a:ext uri="{FF2B5EF4-FFF2-40B4-BE49-F238E27FC236}">
                    <a16:creationId xmlns:a16="http://schemas.microsoft.com/office/drawing/2014/main" id="{19157493-AD14-38A5-4C30-D7649338769D}"/>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grpSp>
    </p:spTree>
    <p:extLst>
      <p:ext uri="{BB962C8B-B14F-4D97-AF65-F5344CB8AC3E}">
        <p14:creationId xmlns:p14="http://schemas.microsoft.com/office/powerpoint/2010/main" val="167236901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40E93E-6976-ABB2-5A96-C30AE5286E69}"/>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A3B124B-DE07-6F04-50F9-BA1A8FEE51EF}"/>
              </a:ext>
            </a:extLst>
          </p:cNvPr>
          <p:cNvSpPr>
            <a:spLocks noGrp="1"/>
          </p:cNvSpPr>
          <p:nvPr>
            <p:ph type="title"/>
          </p:nvPr>
        </p:nvSpPr>
        <p:spPr>
          <a:xfrm>
            <a:off x="838200" y="311144"/>
            <a:ext cx="10515600" cy="894622"/>
          </a:xfrm>
        </p:spPr>
        <p:txBody>
          <a:bodyPr/>
          <a:lstStyle/>
          <a:p>
            <a:r>
              <a:rPr lang="en-US" dirty="0"/>
              <a:t>DHCP client-server scenario: 10</a:t>
            </a:r>
          </a:p>
        </p:txBody>
      </p:sp>
      <p:grpSp>
        <p:nvGrpSpPr>
          <p:cNvPr id="22" name="Group 21" descr="Server gives permission to client to use IP address">
            <a:extLst>
              <a:ext uri="{FF2B5EF4-FFF2-40B4-BE49-F238E27FC236}">
                <a16:creationId xmlns:a16="http://schemas.microsoft.com/office/drawing/2014/main" id="{739E7D9F-322D-1524-2064-930B47C75B15}"/>
              </a:ext>
            </a:extLst>
          </p:cNvPr>
          <p:cNvGrpSpPr/>
          <p:nvPr/>
        </p:nvGrpSpPr>
        <p:grpSpPr>
          <a:xfrm>
            <a:off x="2603536" y="1300439"/>
            <a:ext cx="9148197" cy="5232812"/>
            <a:chOff x="2603536" y="1300439"/>
            <a:chExt cx="9148197" cy="5232812"/>
          </a:xfrm>
        </p:grpSpPr>
        <p:sp>
          <p:nvSpPr>
            <p:cNvPr id="142" name="Text Box 7">
              <a:extLst>
                <a:ext uri="{FF2B5EF4-FFF2-40B4-BE49-F238E27FC236}">
                  <a16:creationId xmlns:a16="http://schemas.microsoft.com/office/drawing/2014/main" id="{0D57912C-E2E7-0192-E1BA-4EF6B247983B}"/>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E9E8213C-1920-2AC5-B9DA-DF68CA91FBE7}"/>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83CC090A-C5BB-CE51-CD1A-AE0F603EAB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B0E329E5-BE4E-B0AA-A393-1556E6FF364A}"/>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9" name="Group 36">
              <a:extLst>
                <a:ext uri="{FF2B5EF4-FFF2-40B4-BE49-F238E27FC236}">
                  <a16:creationId xmlns:a16="http://schemas.microsoft.com/office/drawing/2014/main" id="{C59F9CAA-2D5A-910C-5CFA-E208AFF7AF73}"/>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FCA75235-ED72-A644-4AFA-76077347A7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0DE72BFB-83F3-3CF2-88F5-AEABA84FFB80}"/>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F24EE29E-D471-02E9-4265-B074D0CC712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89B45B53-0F95-BFC6-4864-AD0839B4D29C}"/>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09962758-4917-A614-7165-B1F525BC9F0C}"/>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DE7612AF-5813-5AE9-E51D-3BE6BD19D7A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0B56826E-B152-F62F-2425-3ECD8A029066}"/>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0CF7AC12-233E-ADAD-C48B-931C08CED9B9}"/>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8D968452-7AAF-D265-C84F-24DFAA17F41A}"/>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8D9AB92B-9AE4-5A3F-BD3D-226686A2B17B}"/>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DEE57166-CE17-3C31-7336-E4DE6203469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9DF6A40-DFAB-76B5-98F9-2D6F6188581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A6FAA5B6-AFC9-DFF5-BF42-1BC07A9672D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18E38C78-A9ED-F651-CA3E-8D00E396970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71A23711-37D2-53FA-F3E5-30032E4D14D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C32796B2-9912-914C-8738-24171A1C944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D72CC8A8-BAB0-4B50-C77E-8B28809272AA}"/>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A5408444-4793-B0A8-368E-9B9AE15415E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0A8AB741-743B-0543-5654-F7EFBD6B17A8}"/>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D37073A9-E3E0-1C87-D2E5-F4F5D7AA87EF}"/>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39874923-9E5D-5351-2DE8-C5D36AC9D6B1}"/>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8B695D80-884D-805C-A8FF-19ADF3CB0D44}"/>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E6AF5A96-DA64-D522-3C6A-8C1CC6ACACFB}"/>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FFC062FB-7F78-B041-FF44-F787D78B241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48376389-24BA-CE5A-3C2F-D0C014622312}"/>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BDF4B7F8-C041-A5E2-C042-7F1B45ACFC3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A7A3983F-A777-15B0-59A9-34B7D372416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24EC76C1-B141-549F-2867-C3067E5BB7DB}"/>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518939F5-B7D3-0425-3CE9-F545A393706C}"/>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6D84DA94-BBEB-FC76-0CB8-B8715ACA9025}"/>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E6232798-9C29-C6D0-51AA-272286B3DF59}"/>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4020CCB5-B95D-C9A5-1BF3-35A1BE63E3CC}"/>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809DF915-A966-48E5-4629-463A57DF87B5}"/>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76BFF413-0C79-DFFD-104F-6075626DAC7A}"/>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346A71B8-DAF6-3DC4-0A94-5C0FFACF4A9D}"/>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506B18EB-7EEA-5B0C-A989-CC2E23331D1D}"/>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20FDD1F9-782A-E931-C982-D5E1B279BC66}"/>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8D150559-9355-92C5-DE57-94C750A0742A}"/>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903E71A1-792E-4C92-5D06-27959D7E1BCB}"/>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0AA25A81-9E86-9CA6-76AB-CAC5F2C7AE6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B566DB6F-0D55-918F-4C74-3A984B68B68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33767D98-EB93-D3BF-2AA7-CC39B63680B3}"/>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05AB83CA-057E-DE24-E827-47CA1648A849}"/>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4568132C-1581-0AB8-2C5E-2E65D3BE5488}"/>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73EEBE15-4931-9518-E01D-EF4599F365AF}"/>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66E34B5B-2DD2-7F2F-1A22-1CC6EAC35D6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F3F4DDB5-0A4F-22E9-1812-06B5D36C18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707E102E-1C08-A1D8-7D9C-5308AF17E5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EA5DF120-605C-BE2B-B259-2F5696D8FA6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691F4AC3-E931-7730-860F-BCDB324AD1F8}"/>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DC7BD801-FC27-4116-7599-3B3C5A663725}"/>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806D85BF-C0C4-4568-EB01-DD911CFE5135}"/>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94B0FAD5-9700-9EB9-05CF-D2E03BCA89BD}"/>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C22187BA-4354-69EB-926A-2522C8D7561F}"/>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D79F6BEE-C0DB-0F6C-5B12-67AB3382C64A}"/>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 name="Line 9">
              <a:extLst>
                <a:ext uri="{FF2B5EF4-FFF2-40B4-BE49-F238E27FC236}">
                  <a16:creationId xmlns:a16="http://schemas.microsoft.com/office/drawing/2014/main" id="{D4868D2E-0DC8-F943-BB89-0B5D0D25FDB6}"/>
                </a:ext>
              </a:extLst>
            </p:cNvPr>
            <p:cNvSpPr>
              <a:spLocks noChangeShapeType="1"/>
            </p:cNvSpPr>
            <p:nvPr/>
          </p:nvSpPr>
          <p:spPr bwMode="auto">
            <a:xfrm flipH="1">
              <a:off x="4617002" y="2300976"/>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 name="Group 7">
              <a:extLst>
                <a:ext uri="{FF2B5EF4-FFF2-40B4-BE49-F238E27FC236}">
                  <a16:creationId xmlns:a16="http://schemas.microsoft.com/office/drawing/2014/main" id="{D178F98E-1752-A257-4E5E-40A4ECC29218}"/>
                </a:ext>
              </a:extLst>
            </p:cNvPr>
            <p:cNvGrpSpPr>
              <a:grpSpLocks/>
            </p:cNvGrpSpPr>
            <p:nvPr/>
          </p:nvGrpSpPr>
          <p:grpSpPr bwMode="auto">
            <a:xfrm>
              <a:off x="4617002" y="1435788"/>
              <a:ext cx="4395788" cy="1401763"/>
              <a:chOff x="1860550" y="1343025"/>
              <a:chExt cx="4395788" cy="1401763"/>
            </a:xfrm>
          </p:grpSpPr>
          <p:sp>
            <p:nvSpPr>
              <p:cNvPr id="9" name="Line 9">
                <a:extLst>
                  <a:ext uri="{FF2B5EF4-FFF2-40B4-BE49-F238E27FC236}">
                    <a16:creationId xmlns:a16="http://schemas.microsoft.com/office/drawing/2014/main" id="{6121DE6E-25FC-E0C3-2A6D-18B8E7A1204F}"/>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 name="Group 23">
                <a:extLst>
                  <a:ext uri="{FF2B5EF4-FFF2-40B4-BE49-F238E27FC236}">
                    <a16:creationId xmlns:a16="http://schemas.microsoft.com/office/drawing/2014/main" id="{02895B0B-99FC-041C-55B3-D26F1820D4EF}"/>
                  </a:ext>
                </a:extLst>
              </p:cNvPr>
              <p:cNvGrpSpPr>
                <a:grpSpLocks/>
              </p:cNvGrpSpPr>
              <p:nvPr/>
            </p:nvGrpSpPr>
            <p:grpSpPr bwMode="auto">
              <a:xfrm>
                <a:off x="3389313" y="1343025"/>
                <a:ext cx="2673350" cy="1116013"/>
                <a:chOff x="11865" y="3885"/>
                <a:chExt cx="3720" cy="1260"/>
              </a:xfrm>
            </p:grpSpPr>
            <p:sp>
              <p:nvSpPr>
                <p:cNvPr id="11" name="Text Box 24">
                  <a:extLst>
                    <a:ext uri="{FF2B5EF4-FFF2-40B4-BE49-F238E27FC236}">
                      <a16:creationId xmlns:a16="http://schemas.microsoft.com/office/drawing/2014/main" id="{B59B186D-A090-860A-3F8D-5C5D37BA002D}"/>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2" name="Text Box 25">
                  <a:extLst>
                    <a:ext uri="{FF2B5EF4-FFF2-40B4-BE49-F238E27FC236}">
                      <a16:creationId xmlns:a16="http://schemas.microsoft.com/office/drawing/2014/main" id="{0B076D3E-286D-8E5F-E04B-598F5213FF23}"/>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5" name="Line 26">
              <a:extLst>
                <a:ext uri="{FF2B5EF4-FFF2-40B4-BE49-F238E27FC236}">
                  <a16:creationId xmlns:a16="http://schemas.microsoft.com/office/drawing/2014/main" id="{FA6EEAA0-5C4D-296C-BE8C-E78B223F9BCA}"/>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Text Box 27">
              <a:extLst>
                <a:ext uri="{FF2B5EF4-FFF2-40B4-BE49-F238E27FC236}">
                  <a16:creationId xmlns:a16="http://schemas.microsoft.com/office/drawing/2014/main" id="{11B405FB-E1E0-783F-C846-3B67B399148D}"/>
                </a:ext>
              </a:extLst>
            </p:cNvPr>
            <p:cNvSpPr txBox="1">
              <a:spLocks noChangeArrowheads="1"/>
            </p:cNvSpPr>
            <p:nvPr/>
          </p:nvSpPr>
          <p:spPr bwMode="auto">
            <a:xfrm>
              <a:off x="6318802" y="2672451"/>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28">
              <a:extLst>
                <a:ext uri="{FF2B5EF4-FFF2-40B4-BE49-F238E27FC236}">
                  <a16:creationId xmlns:a16="http://schemas.microsoft.com/office/drawing/2014/main" id="{E0586AB9-CE7B-6E94-F4B1-F3A117EB4EAF}"/>
                </a:ext>
              </a:extLst>
            </p:cNvPr>
            <p:cNvSpPr txBox="1">
              <a:spLocks noChangeArrowheads="1"/>
            </p:cNvSpPr>
            <p:nvPr/>
          </p:nvSpPr>
          <p:spPr bwMode="auto">
            <a:xfrm>
              <a:off x="6415640" y="2924863"/>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4BFEEDD7-5EE8-E1CA-FD3E-AF538FDE6F85}"/>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29">
              <a:extLst>
                <a:ext uri="{FF2B5EF4-FFF2-40B4-BE49-F238E27FC236}">
                  <a16:creationId xmlns:a16="http://schemas.microsoft.com/office/drawing/2014/main" id="{46D408D5-F7ED-9B3C-2DA1-79566FC9D460}"/>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 name="Group 12">
              <a:extLst>
                <a:ext uri="{FF2B5EF4-FFF2-40B4-BE49-F238E27FC236}">
                  <a16:creationId xmlns:a16="http://schemas.microsoft.com/office/drawing/2014/main" id="{F6FCDA37-473F-7A40-7EC6-DDD306A62293}"/>
                </a:ext>
              </a:extLst>
            </p:cNvPr>
            <p:cNvGrpSpPr>
              <a:grpSpLocks/>
            </p:cNvGrpSpPr>
            <p:nvPr/>
          </p:nvGrpSpPr>
          <p:grpSpPr bwMode="auto">
            <a:xfrm>
              <a:off x="4725675" y="3861355"/>
              <a:ext cx="2887662" cy="1260475"/>
              <a:chOff x="1966913" y="3765550"/>
              <a:chExt cx="2887662" cy="1260475"/>
            </a:xfrm>
          </p:grpSpPr>
          <p:sp>
            <p:nvSpPr>
              <p:cNvPr id="17" name="Text Box 30">
                <a:extLst>
                  <a:ext uri="{FF2B5EF4-FFF2-40B4-BE49-F238E27FC236}">
                    <a16:creationId xmlns:a16="http://schemas.microsoft.com/office/drawing/2014/main" id="{8087FDE6-038E-5B2E-BB18-3F329FBF69D8}"/>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31">
                <a:extLst>
                  <a:ext uri="{FF2B5EF4-FFF2-40B4-BE49-F238E27FC236}">
                    <a16:creationId xmlns:a16="http://schemas.microsoft.com/office/drawing/2014/main" id="{8729AD30-EC71-B503-EC7D-67A1D5F4AF08}"/>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6" name="Line 32">
              <a:extLst>
                <a:ext uri="{FF2B5EF4-FFF2-40B4-BE49-F238E27FC236}">
                  <a16:creationId xmlns:a16="http://schemas.microsoft.com/office/drawing/2014/main" id="{1443B06F-BE70-6DB7-FDEC-3CE415CF6C27}"/>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 name="Group 18">
              <a:extLst>
                <a:ext uri="{FF2B5EF4-FFF2-40B4-BE49-F238E27FC236}">
                  <a16:creationId xmlns:a16="http://schemas.microsoft.com/office/drawing/2014/main" id="{1FB15EF3-CFC1-2D54-EC77-A3E4C8DF5AAD}"/>
                </a:ext>
              </a:extLst>
            </p:cNvPr>
            <p:cNvGrpSpPr>
              <a:grpSpLocks/>
            </p:cNvGrpSpPr>
            <p:nvPr/>
          </p:nvGrpSpPr>
          <p:grpSpPr bwMode="auto">
            <a:xfrm>
              <a:off x="6275940" y="5261663"/>
              <a:ext cx="2509837" cy="1271588"/>
              <a:chOff x="3519488" y="5168900"/>
              <a:chExt cx="2509837" cy="1271588"/>
            </a:xfrm>
          </p:grpSpPr>
          <p:sp>
            <p:nvSpPr>
              <p:cNvPr id="20" name="Text Box 33">
                <a:extLst>
                  <a:ext uri="{FF2B5EF4-FFF2-40B4-BE49-F238E27FC236}">
                    <a16:creationId xmlns:a16="http://schemas.microsoft.com/office/drawing/2014/main" id="{15C83D45-A0C0-EBEF-3A33-EF7837DE3BC6}"/>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1" name="Text Box 34">
                <a:extLst>
                  <a:ext uri="{FF2B5EF4-FFF2-40B4-BE49-F238E27FC236}">
                    <a16:creationId xmlns:a16="http://schemas.microsoft.com/office/drawing/2014/main" id="{06B8738B-17B9-33ED-74F4-2871A60FAE12}"/>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Tree>
    <p:extLst>
      <p:ext uri="{BB962C8B-B14F-4D97-AF65-F5344CB8AC3E}">
        <p14:creationId xmlns:p14="http://schemas.microsoft.com/office/powerpoint/2010/main" val="29036320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 (“default gateway”)</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132052598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 1</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grpSp>
        <p:nvGrpSpPr>
          <p:cNvPr id="2" name="Group 1" descr="DHCP example">
            <a:extLst>
              <a:ext uri="{FF2B5EF4-FFF2-40B4-BE49-F238E27FC236}">
                <a16:creationId xmlns:a16="http://schemas.microsoft.com/office/drawing/2014/main" id="{2A8AFA2F-BE7A-3864-B8B2-1F917FA4BE4E}"/>
              </a:ext>
            </a:extLst>
          </p:cNvPr>
          <p:cNvGrpSpPr/>
          <p:nvPr/>
        </p:nvGrpSpPr>
        <p:grpSpPr>
          <a:xfrm>
            <a:off x="1867395" y="1818492"/>
            <a:ext cx="3814762" cy="3454400"/>
            <a:chOff x="1867395" y="1818492"/>
            <a:chExt cx="3814762" cy="345440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Tree>
    <p:extLst>
      <p:ext uri="{BB962C8B-B14F-4D97-AF65-F5344CB8AC3E}">
        <p14:creationId xmlns:p14="http://schemas.microsoft.com/office/powerpoint/2010/main" val="120550436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770599-0BC5-DCF6-4237-0A137B6A8804}"/>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932C727-729B-A3FD-C84C-11F47926FC31}"/>
              </a:ext>
            </a:extLst>
          </p:cNvPr>
          <p:cNvSpPr>
            <a:spLocks noGrp="1"/>
          </p:cNvSpPr>
          <p:nvPr>
            <p:ph type="title"/>
          </p:nvPr>
        </p:nvSpPr>
        <p:spPr>
          <a:xfrm>
            <a:off x="838200" y="311144"/>
            <a:ext cx="10515600" cy="894622"/>
          </a:xfrm>
        </p:spPr>
        <p:txBody>
          <a:bodyPr/>
          <a:lstStyle/>
          <a:p>
            <a:r>
              <a:rPr lang="en-US" dirty="0"/>
              <a:t>DHCP: example 2</a:t>
            </a:r>
          </a:p>
        </p:txBody>
      </p:sp>
      <p:sp>
        <p:nvSpPr>
          <p:cNvPr id="379" name="Rectangle 3">
            <a:extLst>
              <a:ext uri="{FF2B5EF4-FFF2-40B4-BE49-F238E27FC236}">
                <a16:creationId xmlns:a16="http://schemas.microsoft.com/office/drawing/2014/main" id="{EB293D3B-0B67-6D82-8B8D-DD1F42DD546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grpSp>
        <p:nvGrpSpPr>
          <p:cNvPr id="63" name="Group 62" descr="DHCP example">
            <a:extLst>
              <a:ext uri="{FF2B5EF4-FFF2-40B4-BE49-F238E27FC236}">
                <a16:creationId xmlns:a16="http://schemas.microsoft.com/office/drawing/2014/main" id="{BFD35468-6235-639D-9213-CD3155DC8F9A}"/>
              </a:ext>
            </a:extLst>
          </p:cNvPr>
          <p:cNvGrpSpPr/>
          <p:nvPr/>
        </p:nvGrpSpPr>
        <p:grpSpPr>
          <a:xfrm>
            <a:off x="1160957" y="1648630"/>
            <a:ext cx="4521200" cy="3624262"/>
            <a:chOff x="1160957" y="1648630"/>
            <a:chExt cx="4521200" cy="3624262"/>
          </a:xfrm>
        </p:grpSpPr>
        <p:sp>
          <p:nvSpPr>
            <p:cNvPr id="380" name="Freeform 3">
              <a:extLst>
                <a:ext uri="{FF2B5EF4-FFF2-40B4-BE49-F238E27FC236}">
                  <a16:creationId xmlns:a16="http://schemas.microsoft.com/office/drawing/2014/main" id="{0D64B980-1BCD-8FF4-EAF9-2004A4116612}"/>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EC45998D-6D64-946C-BE91-6E236D54E100}"/>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FA81BEF6-EE3D-8545-093B-58A8E66F5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984D5984-7E4B-27D6-2791-4C20985A50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CDF95916-0DE2-B720-17A3-58C0B8858D67}"/>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D3A16503-1931-A5D5-14E0-0B644A0F88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C3769BCD-362E-C1BF-294D-B47F44E71B3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0C911C7F-277B-1D6C-05AD-F497A43CBC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CCC48FBA-6ABD-8E4B-E652-DE196EFEFC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F3A2E2E1-39A7-CE1F-04A5-4767BA138B19}"/>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6D668D82-7478-B080-B5B7-04343ED3A23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32142331-F1ED-9042-B69B-8233D1C8E52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E00BF56E-9E76-F7FA-3105-1276EFE02909}"/>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38C95EF6-59D6-F84C-6A10-DD13D9C1714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4002F07-7EC7-9A2E-450B-97D0E14BD59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D7E5A8F8-1BA6-AF1F-F7CF-B84E3BF93DA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E8117B9F-C992-4027-EDEC-3613118093B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D3E13352-D483-086A-20BF-5CF151F0B823}"/>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Line 43">
              <a:extLst>
                <a:ext uri="{FF2B5EF4-FFF2-40B4-BE49-F238E27FC236}">
                  <a16:creationId xmlns:a16="http://schemas.microsoft.com/office/drawing/2014/main" id="{DEE2F7EC-9CEB-C827-F940-5E64CE442214}"/>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28603262-32BF-6B31-6411-2AF595B224EF}"/>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9" name="Text Box 155">
              <a:extLst>
                <a:ext uri="{FF2B5EF4-FFF2-40B4-BE49-F238E27FC236}">
                  <a16:creationId xmlns:a16="http://schemas.microsoft.com/office/drawing/2014/main" id="{969435FA-001D-203F-8598-47D468CEDDB3}"/>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A18F0C20-C449-A14A-A2CA-723A2406F5C6}"/>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A151E7AC-F55E-2727-120D-DB6194CFB9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F48225C7-55C5-B410-74FC-D008D16CA217}"/>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E72299B7-A38E-7D1F-20E5-EE551976FD1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CEE32141-1AD5-49DF-0D75-08BD6A6817D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8F8305C8-FBD1-82CF-0B03-F8F001028539}"/>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0199E677-7ED4-669C-BB6B-255C185E2B4D}"/>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A2214233-3AA2-D8D0-B7D2-DBA175DF562F}"/>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303F56C0-A9AC-7EDD-C7F2-9E49EE0951D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22E04513-B44D-D907-04F3-8988EBDA38C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88CAF0A9-0CE3-7641-CD8E-7251304983B9}"/>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92BD2042-9C02-64BB-EDD7-EFEEA5BFF1C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ECBCCE8-218B-905B-1E48-6705BF6489C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D5264716-D0BF-E9B8-BDC1-8197B491403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E5327D08-CF89-30C8-E0E9-DE6249064FB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1B8C1B1B-10A4-062E-E5AF-C50725A7A57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4073E27F-90DA-1D6A-E443-A77D46FC94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3D77886-1868-8195-4FDE-5833AFF5F11B}"/>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B9E125F9-9E6F-908C-10AC-2B28E655D24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3C13CD3D-7DEF-AF0E-567A-9F31FA3F232D}"/>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CFA0FB9D-2086-F876-B64D-537E8B046959}"/>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991CAA3-5729-E09E-1A32-DF0258FFBFA7}"/>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E4912A07-4002-6392-34A8-2416287A5415}"/>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05" name="Group 201">
              <a:extLst>
                <a:ext uri="{FF2B5EF4-FFF2-40B4-BE49-F238E27FC236}">
                  <a16:creationId xmlns:a16="http://schemas.microsoft.com/office/drawing/2014/main" id="{CE9A1095-8398-6D96-F602-BCC4CD04A602}"/>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9CF536FB-C163-7399-D9D7-030F8DD9AF7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DA14F39-4B4D-C6FE-F6B7-D69527DDF202}"/>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2376AE93-FC36-62A5-6349-A0CD03E4F36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F609D96D-39FC-CA10-67AD-4142164AF35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A84090E0-3047-AA99-C51F-C0D9C9FFFE74}"/>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C0A68EC4-3DE7-68E5-B22C-151EDD93EE8D}"/>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0CD5B5C9-D869-A44C-BE16-36761B372233}"/>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96900F69-0D39-1B33-21A9-5D7AB64B45C4}"/>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43B24AC-6651-86E8-32AB-84EF3F145BA5}"/>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D874AFDC-5917-B1AC-13E4-A82C17650FFC}"/>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DDCD7A06-A252-D678-9971-8D4A988833D4}"/>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EFFAAC26-C6ED-48F9-55C1-260F5AE6455E}"/>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C1405157-1EBA-7D61-81B5-86D59C185FED}"/>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FBF8003D-6670-9BFE-B4C4-73E8113C7A57}"/>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9F35BF6B-0D9B-F226-973A-1865AB861EB7}"/>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CDC205F7-DE4C-980E-2D51-5730C1BD6683}"/>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895AF140-D0DB-FC7F-95C5-72ED6C5912CA}"/>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A48D82CA-F86A-A74E-5DA0-08D61E87BD6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994EE05D-D6D4-F55C-84BC-092393850E58}"/>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FEC5CF9F-50AA-AEBA-3EA9-D9AF70DC8599}"/>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BB97BFC9-9B22-451A-0535-555B37145981}"/>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D9A7C46C-0FEA-026A-B1D7-AA6933FD245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EE7D041D-4885-7FDC-FB30-B636942EF6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C8D0476F-D779-A89D-4F2D-2F92155088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29337DAE-0764-53FF-912A-F693698F560B}"/>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6D183A8A-7040-5CC6-8E2B-1A3FD3BCA4C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BD2457EC-369D-2732-A577-FDC61D3795F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511C0A4B-D3B8-A401-1D4A-EBA1BD8A3D0B}"/>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3129D3B2-DA22-2FBF-24FD-AA6534425D5A}"/>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13B5B805-B04D-3967-B5B4-1933343E9973}"/>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C07DCBE4-07C7-6363-2003-AC0E54C3DB3D}"/>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066B55A1-2620-A324-9095-94283B827E50}"/>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 name="Group 45">
              <a:extLst>
                <a:ext uri="{FF2B5EF4-FFF2-40B4-BE49-F238E27FC236}">
                  <a16:creationId xmlns:a16="http://schemas.microsoft.com/office/drawing/2014/main" id="{20B54A40-3C88-DB4A-0C64-99BED6B55537}"/>
                </a:ext>
              </a:extLst>
            </p:cNvPr>
            <p:cNvGrpSpPr>
              <a:grpSpLocks/>
            </p:cNvGrpSpPr>
            <p:nvPr/>
          </p:nvGrpSpPr>
          <p:grpSpPr bwMode="auto">
            <a:xfrm>
              <a:off x="2289670" y="1648630"/>
              <a:ext cx="976312" cy="1460500"/>
              <a:chOff x="651" y="681"/>
              <a:chExt cx="615" cy="920"/>
            </a:xfrm>
          </p:grpSpPr>
          <p:sp>
            <p:nvSpPr>
              <p:cNvPr id="4" name="Freeform 46">
                <a:extLst>
                  <a:ext uri="{FF2B5EF4-FFF2-40B4-BE49-F238E27FC236}">
                    <a16:creationId xmlns:a16="http://schemas.microsoft.com/office/drawing/2014/main" id="{35DCEB51-9C01-2104-D073-ED0C139DA9FF}"/>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 name="Group 47">
                <a:extLst>
                  <a:ext uri="{FF2B5EF4-FFF2-40B4-BE49-F238E27FC236}">
                    <a16:creationId xmlns:a16="http://schemas.microsoft.com/office/drawing/2014/main" id="{5FDE61E6-8247-EFBD-E6C9-3DAC80E0FAA5}"/>
                  </a:ext>
                </a:extLst>
              </p:cNvPr>
              <p:cNvGrpSpPr>
                <a:grpSpLocks/>
              </p:cNvGrpSpPr>
              <p:nvPr/>
            </p:nvGrpSpPr>
            <p:grpSpPr bwMode="auto">
              <a:xfrm>
                <a:off x="651" y="681"/>
                <a:ext cx="501" cy="828"/>
                <a:chOff x="569" y="2954"/>
                <a:chExt cx="501" cy="828"/>
              </a:xfrm>
            </p:grpSpPr>
            <p:sp>
              <p:nvSpPr>
                <p:cNvPr id="6" name="Rectangle 48">
                  <a:extLst>
                    <a:ext uri="{FF2B5EF4-FFF2-40B4-BE49-F238E27FC236}">
                      <a16:creationId xmlns:a16="http://schemas.microsoft.com/office/drawing/2014/main" id="{C80E44DE-88C8-35F4-8BE8-4FFE4B286CF5}"/>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Text Box 49">
                  <a:extLst>
                    <a:ext uri="{FF2B5EF4-FFF2-40B4-BE49-F238E27FC236}">
                      <a16:creationId xmlns:a16="http://schemas.microsoft.com/office/drawing/2014/main" id="{63D5AB9E-F239-D22F-C8B5-549BBFDFC24A}"/>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8" name="Line 50">
                  <a:extLst>
                    <a:ext uri="{FF2B5EF4-FFF2-40B4-BE49-F238E27FC236}">
                      <a16:creationId xmlns:a16="http://schemas.microsoft.com/office/drawing/2014/main" id="{D66BC9E6-2B6A-3A11-DFEE-786C05447F46}"/>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Line 51">
                  <a:extLst>
                    <a:ext uri="{FF2B5EF4-FFF2-40B4-BE49-F238E27FC236}">
                      <a16:creationId xmlns:a16="http://schemas.microsoft.com/office/drawing/2014/main" id="{85359ECD-2A3B-AA67-8DE1-AE41F17CD00A}"/>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 name="Line 52">
                  <a:extLst>
                    <a:ext uri="{FF2B5EF4-FFF2-40B4-BE49-F238E27FC236}">
                      <a16:creationId xmlns:a16="http://schemas.microsoft.com/office/drawing/2014/main" id="{1788DF1E-AB26-F8AD-08CF-7E5ABBA42FC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 name="Line 53">
                  <a:extLst>
                    <a:ext uri="{FF2B5EF4-FFF2-40B4-BE49-F238E27FC236}">
                      <a16:creationId xmlns:a16="http://schemas.microsoft.com/office/drawing/2014/main" id="{6AF5AAF3-BF62-00D4-05DF-117B85BC2496}"/>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2" name="Group 57">
              <a:extLst>
                <a:ext uri="{FF2B5EF4-FFF2-40B4-BE49-F238E27FC236}">
                  <a16:creationId xmlns:a16="http://schemas.microsoft.com/office/drawing/2014/main" id="{A5CA8529-DBBF-DD3B-B20E-37BE16E05B0D}"/>
                </a:ext>
              </a:extLst>
            </p:cNvPr>
            <p:cNvGrpSpPr>
              <a:grpSpLocks/>
            </p:cNvGrpSpPr>
            <p:nvPr/>
          </p:nvGrpSpPr>
          <p:grpSpPr bwMode="auto">
            <a:xfrm>
              <a:off x="1160957" y="1726417"/>
              <a:ext cx="1081088" cy="1166813"/>
              <a:chOff x="42" y="744"/>
              <a:chExt cx="681" cy="735"/>
            </a:xfrm>
          </p:grpSpPr>
          <p:grpSp>
            <p:nvGrpSpPr>
              <p:cNvPr id="13" name="Group 58">
                <a:extLst>
                  <a:ext uri="{FF2B5EF4-FFF2-40B4-BE49-F238E27FC236}">
                    <a16:creationId xmlns:a16="http://schemas.microsoft.com/office/drawing/2014/main" id="{3BD947C3-D800-D509-A47B-CC9E10E01B8D}"/>
                  </a:ext>
                </a:extLst>
              </p:cNvPr>
              <p:cNvGrpSpPr>
                <a:grpSpLocks/>
              </p:cNvGrpSpPr>
              <p:nvPr/>
            </p:nvGrpSpPr>
            <p:grpSpPr bwMode="auto">
              <a:xfrm>
                <a:off x="42" y="886"/>
                <a:ext cx="681" cy="468"/>
                <a:chOff x="42" y="886"/>
                <a:chExt cx="681" cy="468"/>
              </a:xfrm>
            </p:grpSpPr>
            <p:grpSp>
              <p:nvGrpSpPr>
                <p:cNvPr id="15" name="Group 59">
                  <a:extLst>
                    <a:ext uri="{FF2B5EF4-FFF2-40B4-BE49-F238E27FC236}">
                      <a16:creationId xmlns:a16="http://schemas.microsoft.com/office/drawing/2014/main" id="{56FB231A-F46F-9719-04B8-46BDB7B9C28B}"/>
                    </a:ext>
                  </a:extLst>
                </p:cNvPr>
                <p:cNvGrpSpPr>
                  <a:grpSpLocks/>
                </p:cNvGrpSpPr>
                <p:nvPr/>
              </p:nvGrpSpPr>
              <p:grpSpPr bwMode="auto">
                <a:xfrm>
                  <a:off x="278" y="886"/>
                  <a:ext cx="397" cy="154"/>
                  <a:chOff x="740" y="3209"/>
                  <a:chExt cx="397" cy="154"/>
                </a:xfrm>
              </p:grpSpPr>
              <p:grpSp>
                <p:nvGrpSpPr>
                  <p:cNvPr id="40" name="Group 60">
                    <a:extLst>
                      <a:ext uri="{FF2B5EF4-FFF2-40B4-BE49-F238E27FC236}">
                        <a16:creationId xmlns:a16="http://schemas.microsoft.com/office/drawing/2014/main" id="{FA6151A7-C1BA-DCA4-8953-2FA197272BF6}"/>
                      </a:ext>
                    </a:extLst>
                  </p:cNvPr>
                  <p:cNvGrpSpPr>
                    <a:grpSpLocks/>
                  </p:cNvGrpSpPr>
                  <p:nvPr/>
                </p:nvGrpSpPr>
                <p:grpSpPr bwMode="auto">
                  <a:xfrm>
                    <a:off x="794" y="3209"/>
                    <a:ext cx="343" cy="154"/>
                    <a:chOff x="844" y="3337"/>
                    <a:chExt cx="343" cy="154"/>
                  </a:xfrm>
                </p:grpSpPr>
                <p:sp>
                  <p:nvSpPr>
                    <p:cNvPr id="43" name="Rectangle 61">
                      <a:extLst>
                        <a:ext uri="{FF2B5EF4-FFF2-40B4-BE49-F238E27FC236}">
                          <a16:creationId xmlns:a16="http://schemas.microsoft.com/office/drawing/2014/main" id="{C46A8A2B-7A19-61F8-7B49-52052DAAB7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Text Box 62">
                      <a:extLst>
                        <a:ext uri="{FF2B5EF4-FFF2-40B4-BE49-F238E27FC236}">
                          <a16:creationId xmlns:a16="http://schemas.microsoft.com/office/drawing/2014/main" id="{1C5A3D8B-8938-652E-4BB2-9B97F44BB607}"/>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41" name="Rectangle 63">
                    <a:extLst>
                      <a:ext uri="{FF2B5EF4-FFF2-40B4-BE49-F238E27FC236}">
                        <a16:creationId xmlns:a16="http://schemas.microsoft.com/office/drawing/2014/main" id="{DFABD17A-268E-7C15-5886-050E07B3BB5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64">
                    <a:extLst>
                      <a:ext uri="{FF2B5EF4-FFF2-40B4-BE49-F238E27FC236}">
                        <a16:creationId xmlns:a16="http://schemas.microsoft.com/office/drawing/2014/main" id="{B6C6BA4E-AC62-A349-7293-129ACB1CD33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 name="Group 65">
                  <a:extLst>
                    <a:ext uri="{FF2B5EF4-FFF2-40B4-BE49-F238E27FC236}">
                      <a16:creationId xmlns:a16="http://schemas.microsoft.com/office/drawing/2014/main" id="{830C8E0A-E6D3-235B-1606-9FB3ED71A33B}"/>
                    </a:ext>
                  </a:extLst>
                </p:cNvPr>
                <p:cNvGrpSpPr>
                  <a:grpSpLocks/>
                </p:cNvGrpSpPr>
                <p:nvPr/>
              </p:nvGrpSpPr>
              <p:grpSpPr bwMode="auto">
                <a:xfrm>
                  <a:off x="278" y="1034"/>
                  <a:ext cx="397" cy="154"/>
                  <a:chOff x="836" y="3305"/>
                  <a:chExt cx="397" cy="154"/>
                </a:xfrm>
              </p:grpSpPr>
              <p:grpSp>
                <p:nvGrpSpPr>
                  <p:cNvPr id="34" name="Group 66">
                    <a:extLst>
                      <a:ext uri="{FF2B5EF4-FFF2-40B4-BE49-F238E27FC236}">
                        <a16:creationId xmlns:a16="http://schemas.microsoft.com/office/drawing/2014/main" id="{12D5E4B1-255B-4D45-5276-B879D656798D}"/>
                      </a:ext>
                    </a:extLst>
                  </p:cNvPr>
                  <p:cNvGrpSpPr>
                    <a:grpSpLocks/>
                  </p:cNvGrpSpPr>
                  <p:nvPr/>
                </p:nvGrpSpPr>
                <p:grpSpPr bwMode="auto">
                  <a:xfrm>
                    <a:off x="890" y="3305"/>
                    <a:ext cx="343" cy="154"/>
                    <a:chOff x="844" y="3337"/>
                    <a:chExt cx="343" cy="154"/>
                  </a:xfrm>
                </p:grpSpPr>
                <p:sp>
                  <p:nvSpPr>
                    <p:cNvPr id="38" name="Rectangle 67">
                      <a:extLst>
                        <a:ext uri="{FF2B5EF4-FFF2-40B4-BE49-F238E27FC236}">
                          <a16:creationId xmlns:a16="http://schemas.microsoft.com/office/drawing/2014/main" id="{3A07BB1A-2EB4-0767-BEA9-0FD86B08343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Text Box 68">
                      <a:extLst>
                        <a:ext uri="{FF2B5EF4-FFF2-40B4-BE49-F238E27FC236}">
                          <a16:creationId xmlns:a16="http://schemas.microsoft.com/office/drawing/2014/main" id="{D1A3BCA4-F088-5F05-19F5-BED9A8CB8787}"/>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35" name="Group 69">
                    <a:extLst>
                      <a:ext uri="{FF2B5EF4-FFF2-40B4-BE49-F238E27FC236}">
                        <a16:creationId xmlns:a16="http://schemas.microsoft.com/office/drawing/2014/main" id="{4679C7DB-9351-1CAB-1893-0C8388981690}"/>
                      </a:ext>
                    </a:extLst>
                  </p:cNvPr>
                  <p:cNvGrpSpPr>
                    <a:grpSpLocks/>
                  </p:cNvGrpSpPr>
                  <p:nvPr/>
                </p:nvGrpSpPr>
                <p:grpSpPr bwMode="auto">
                  <a:xfrm>
                    <a:off x="836" y="3334"/>
                    <a:ext cx="354" cy="94"/>
                    <a:chOff x="836" y="3334"/>
                    <a:chExt cx="354" cy="94"/>
                  </a:xfrm>
                </p:grpSpPr>
                <p:sp>
                  <p:nvSpPr>
                    <p:cNvPr id="36" name="Rectangle 70">
                      <a:extLst>
                        <a:ext uri="{FF2B5EF4-FFF2-40B4-BE49-F238E27FC236}">
                          <a16:creationId xmlns:a16="http://schemas.microsoft.com/office/drawing/2014/main" id="{12015CA9-60FE-1670-918B-4A41DA945F3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71">
                      <a:extLst>
                        <a:ext uri="{FF2B5EF4-FFF2-40B4-BE49-F238E27FC236}">
                          <a16:creationId xmlns:a16="http://schemas.microsoft.com/office/drawing/2014/main" id="{F51E4701-E2E8-B47A-5D14-A8BC19277CA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7" name="Group 72">
                  <a:extLst>
                    <a:ext uri="{FF2B5EF4-FFF2-40B4-BE49-F238E27FC236}">
                      <a16:creationId xmlns:a16="http://schemas.microsoft.com/office/drawing/2014/main" id="{4EE27D98-F82C-85A4-AC2A-D9CCEC504635}"/>
                    </a:ext>
                  </a:extLst>
                </p:cNvPr>
                <p:cNvGrpSpPr>
                  <a:grpSpLocks/>
                </p:cNvGrpSpPr>
                <p:nvPr/>
              </p:nvGrpSpPr>
              <p:grpSpPr bwMode="auto">
                <a:xfrm>
                  <a:off x="165" y="1054"/>
                  <a:ext cx="480" cy="112"/>
                  <a:chOff x="627" y="3377"/>
                  <a:chExt cx="480" cy="112"/>
                </a:xfrm>
              </p:grpSpPr>
              <p:sp>
                <p:nvSpPr>
                  <p:cNvPr id="32" name="Rectangle 73">
                    <a:extLst>
                      <a:ext uri="{FF2B5EF4-FFF2-40B4-BE49-F238E27FC236}">
                        <a16:creationId xmlns:a16="http://schemas.microsoft.com/office/drawing/2014/main" id="{27FF9B9E-B9AC-3945-049A-F1FC39B1D5C5}"/>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 name="Rectangle 74">
                    <a:extLst>
                      <a:ext uri="{FF2B5EF4-FFF2-40B4-BE49-F238E27FC236}">
                        <a16:creationId xmlns:a16="http://schemas.microsoft.com/office/drawing/2014/main" id="{7FBEFA3F-CB33-FD38-9D3F-6F8868BC224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8" name="Group 75">
                  <a:extLst>
                    <a:ext uri="{FF2B5EF4-FFF2-40B4-BE49-F238E27FC236}">
                      <a16:creationId xmlns:a16="http://schemas.microsoft.com/office/drawing/2014/main" id="{AE5E34DF-A520-0D98-1E31-699338331E80}"/>
                    </a:ext>
                  </a:extLst>
                </p:cNvPr>
                <p:cNvGrpSpPr>
                  <a:grpSpLocks/>
                </p:cNvGrpSpPr>
                <p:nvPr/>
              </p:nvGrpSpPr>
              <p:grpSpPr bwMode="auto">
                <a:xfrm>
                  <a:off x="42" y="1200"/>
                  <a:ext cx="681" cy="154"/>
                  <a:chOff x="504" y="3523"/>
                  <a:chExt cx="681" cy="154"/>
                </a:xfrm>
              </p:grpSpPr>
              <p:grpSp>
                <p:nvGrpSpPr>
                  <p:cNvPr id="19" name="Group 76">
                    <a:extLst>
                      <a:ext uri="{FF2B5EF4-FFF2-40B4-BE49-F238E27FC236}">
                        <a16:creationId xmlns:a16="http://schemas.microsoft.com/office/drawing/2014/main" id="{F208BF2B-1703-1AE3-CC07-3000A186E20C}"/>
                      </a:ext>
                    </a:extLst>
                  </p:cNvPr>
                  <p:cNvGrpSpPr>
                    <a:grpSpLocks/>
                  </p:cNvGrpSpPr>
                  <p:nvPr/>
                </p:nvGrpSpPr>
                <p:grpSpPr bwMode="auto">
                  <a:xfrm>
                    <a:off x="623" y="3523"/>
                    <a:ext cx="510" cy="154"/>
                    <a:chOff x="723" y="3453"/>
                    <a:chExt cx="510" cy="154"/>
                  </a:xfrm>
                </p:grpSpPr>
                <p:grpSp>
                  <p:nvGrpSpPr>
                    <p:cNvPr id="23" name="Group 77">
                      <a:extLst>
                        <a:ext uri="{FF2B5EF4-FFF2-40B4-BE49-F238E27FC236}">
                          <a16:creationId xmlns:a16="http://schemas.microsoft.com/office/drawing/2014/main" id="{2C47F426-3FF2-838F-97A2-E3F3D5AF577D}"/>
                        </a:ext>
                      </a:extLst>
                    </p:cNvPr>
                    <p:cNvGrpSpPr>
                      <a:grpSpLocks/>
                    </p:cNvGrpSpPr>
                    <p:nvPr/>
                  </p:nvGrpSpPr>
                  <p:grpSpPr bwMode="auto">
                    <a:xfrm>
                      <a:off x="836" y="3453"/>
                      <a:ext cx="397" cy="154"/>
                      <a:chOff x="836" y="3305"/>
                      <a:chExt cx="397" cy="154"/>
                    </a:xfrm>
                  </p:grpSpPr>
                  <p:grpSp>
                    <p:nvGrpSpPr>
                      <p:cNvPr id="26" name="Group 78">
                        <a:extLst>
                          <a:ext uri="{FF2B5EF4-FFF2-40B4-BE49-F238E27FC236}">
                            <a16:creationId xmlns:a16="http://schemas.microsoft.com/office/drawing/2014/main" id="{658657C7-F136-9B27-5B11-7B741D428909}"/>
                          </a:ext>
                        </a:extLst>
                      </p:cNvPr>
                      <p:cNvGrpSpPr>
                        <a:grpSpLocks/>
                      </p:cNvGrpSpPr>
                      <p:nvPr/>
                    </p:nvGrpSpPr>
                    <p:grpSpPr bwMode="auto">
                      <a:xfrm>
                        <a:off x="890" y="3305"/>
                        <a:ext cx="343" cy="154"/>
                        <a:chOff x="844" y="3337"/>
                        <a:chExt cx="343" cy="154"/>
                      </a:xfrm>
                    </p:grpSpPr>
                    <p:sp>
                      <p:nvSpPr>
                        <p:cNvPr id="30" name="Rectangle 79">
                          <a:extLst>
                            <a:ext uri="{FF2B5EF4-FFF2-40B4-BE49-F238E27FC236}">
                              <a16:creationId xmlns:a16="http://schemas.microsoft.com/office/drawing/2014/main" id="{2E52CE80-23D8-C023-CCAE-8377BF0DFA1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Text Box 80">
                          <a:extLst>
                            <a:ext uri="{FF2B5EF4-FFF2-40B4-BE49-F238E27FC236}">
                              <a16:creationId xmlns:a16="http://schemas.microsoft.com/office/drawing/2014/main" id="{6E6EE990-52E2-54BD-99C4-CC131B21915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27" name="Group 81">
                        <a:extLst>
                          <a:ext uri="{FF2B5EF4-FFF2-40B4-BE49-F238E27FC236}">
                            <a16:creationId xmlns:a16="http://schemas.microsoft.com/office/drawing/2014/main" id="{F64BE9D3-EB76-8772-2124-6A90F95275E3}"/>
                          </a:ext>
                        </a:extLst>
                      </p:cNvPr>
                      <p:cNvGrpSpPr>
                        <a:grpSpLocks/>
                      </p:cNvGrpSpPr>
                      <p:nvPr/>
                    </p:nvGrpSpPr>
                    <p:grpSpPr bwMode="auto">
                      <a:xfrm>
                        <a:off x="836" y="3334"/>
                        <a:ext cx="354" cy="94"/>
                        <a:chOff x="836" y="3334"/>
                        <a:chExt cx="354" cy="94"/>
                      </a:xfrm>
                    </p:grpSpPr>
                    <p:sp>
                      <p:nvSpPr>
                        <p:cNvPr id="28" name="Rectangle 82">
                          <a:extLst>
                            <a:ext uri="{FF2B5EF4-FFF2-40B4-BE49-F238E27FC236}">
                              <a16:creationId xmlns:a16="http://schemas.microsoft.com/office/drawing/2014/main" id="{7C906294-4D53-C8BF-28E5-29500E279D3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3">
                          <a:extLst>
                            <a:ext uri="{FF2B5EF4-FFF2-40B4-BE49-F238E27FC236}">
                              <a16:creationId xmlns:a16="http://schemas.microsoft.com/office/drawing/2014/main" id="{34C654FC-A3CD-9484-32D7-A8CC1CD5D1A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24" name="Rectangle 84">
                      <a:extLst>
                        <a:ext uri="{FF2B5EF4-FFF2-40B4-BE49-F238E27FC236}">
                          <a16:creationId xmlns:a16="http://schemas.microsoft.com/office/drawing/2014/main" id="{E2F91138-4B44-F0F7-5858-6DC5BE0672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5">
                      <a:extLst>
                        <a:ext uri="{FF2B5EF4-FFF2-40B4-BE49-F238E27FC236}">
                          <a16:creationId xmlns:a16="http://schemas.microsoft.com/office/drawing/2014/main" id="{C5046CF6-67F6-CD6E-259E-80D061D47D0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 name="Rectangle 86">
                    <a:extLst>
                      <a:ext uri="{FF2B5EF4-FFF2-40B4-BE49-F238E27FC236}">
                        <a16:creationId xmlns:a16="http://schemas.microsoft.com/office/drawing/2014/main" id="{F70BA0BB-7909-4772-3530-AB7AF8E2133D}"/>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7">
                    <a:extLst>
                      <a:ext uri="{FF2B5EF4-FFF2-40B4-BE49-F238E27FC236}">
                        <a16:creationId xmlns:a16="http://schemas.microsoft.com/office/drawing/2014/main" id="{8F02C0AA-1AC9-24E9-524D-8061D1856FE8}"/>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 name="Rectangle 88">
                    <a:extLst>
                      <a:ext uri="{FF2B5EF4-FFF2-40B4-BE49-F238E27FC236}">
                        <a16:creationId xmlns:a16="http://schemas.microsoft.com/office/drawing/2014/main" id="{FC8A13E0-E906-1403-54C2-05BDE505BE0D}"/>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 name="AutoShape 89">
                <a:extLst>
                  <a:ext uri="{FF2B5EF4-FFF2-40B4-BE49-F238E27FC236}">
                    <a16:creationId xmlns:a16="http://schemas.microsoft.com/office/drawing/2014/main" id="{EBC260B6-FA88-20AC-4ADC-C114D63FAFF4}"/>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5" name="Group 54">
              <a:extLst>
                <a:ext uri="{FF2B5EF4-FFF2-40B4-BE49-F238E27FC236}">
                  <a16:creationId xmlns:a16="http://schemas.microsoft.com/office/drawing/2014/main" id="{CB2C9739-4384-F585-458E-C91DCC62BE96}"/>
                </a:ext>
              </a:extLst>
            </p:cNvPr>
            <p:cNvGrpSpPr>
              <a:grpSpLocks/>
            </p:cNvGrpSpPr>
            <p:nvPr/>
          </p:nvGrpSpPr>
          <p:grpSpPr bwMode="auto">
            <a:xfrm>
              <a:off x="1614982" y="1707367"/>
              <a:ext cx="544513" cy="244475"/>
              <a:chOff x="844" y="3337"/>
              <a:chExt cx="343" cy="154"/>
            </a:xfrm>
          </p:grpSpPr>
          <p:sp>
            <p:nvSpPr>
              <p:cNvPr id="46" name="Rectangle 55">
                <a:extLst>
                  <a:ext uri="{FF2B5EF4-FFF2-40B4-BE49-F238E27FC236}">
                    <a16:creationId xmlns:a16="http://schemas.microsoft.com/office/drawing/2014/main" id="{6E0C1847-E0BF-B998-0EAF-A74DBCA8092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Text Box 56">
                <a:extLst>
                  <a:ext uri="{FF2B5EF4-FFF2-40B4-BE49-F238E27FC236}">
                    <a16:creationId xmlns:a16="http://schemas.microsoft.com/office/drawing/2014/main" id="{219F5F62-B480-4FCB-7404-5E7EE86AFDB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 name="Group 90">
              <a:extLst>
                <a:ext uri="{FF2B5EF4-FFF2-40B4-BE49-F238E27FC236}">
                  <a16:creationId xmlns:a16="http://schemas.microsoft.com/office/drawing/2014/main" id="{5AA90939-F7FD-6EDE-4750-155176DF2113}"/>
                </a:ext>
              </a:extLst>
            </p:cNvPr>
            <p:cNvGrpSpPr>
              <a:grpSpLocks/>
            </p:cNvGrpSpPr>
            <p:nvPr/>
          </p:nvGrpSpPr>
          <p:grpSpPr bwMode="auto">
            <a:xfrm>
              <a:off x="1745157" y="2934505"/>
              <a:ext cx="1081088" cy="244475"/>
              <a:chOff x="504" y="3523"/>
              <a:chExt cx="681" cy="154"/>
            </a:xfrm>
          </p:grpSpPr>
          <p:grpSp>
            <p:nvGrpSpPr>
              <p:cNvPr id="49" name="Group 91">
                <a:extLst>
                  <a:ext uri="{FF2B5EF4-FFF2-40B4-BE49-F238E27FC236}">
                    <a16:creationId xmlns:a16="http://schemas.microsoft.com/office/drawing/2014/main" id="{7B2213F8-520A-018C-54D2-3CDD2D41ADF4}"/>
                  </a:ext>
                </a:extLst>
              </p:cNvPr>
              <p:cNvGrpSpPr>
                <a:grpSpLocks/>
              </p:cNvGrpSpPr>
              <p:nvPr/>
            </p:nvGrpSpPr>
            <p:grpSpPr bwMode="auto">
              <a:xfrm>
                <a:off x="623" y="3523"/>
                <a:ext cx="510" cy="154"/>
                <a:chOff x="723" y="3453"/>
                <a:chExt cx="510" cy="154"/>
              </a:xfrm>
            </p:grpSpPr>
            <p:grpSp>
              <p:nvGrpSpPr>
                <p:cNvPr id="53" name="Group 92">
                  <a:extLst>
                    <a:ext uri="{FF2B5EF4-FFF2-40B4-BE49-F238E27FC236}">
                      <a16:creationId xmlns:a16="http://schemas.microsoft.com/office/drawing/2014/main" id="{5670C127-088A-4CCB-F522-C45C23C97A1F}"/>
                    </a:ext>
                  </a:extLst>
                </p:cNvPr>
                <p:cNvGrpSpPr>
                  <a:grpSpLocks/>
                </p:cNvGrpSpPr>
                <p:nvPr/>
              </p:nvGrpSpPr>
              <p:grpSpPr bwMode="auto">
                <a:xfrm>
                  <a:off x="836" y="3453"/>
                  <a:ext cx="397" cy="154"/>
                  <a:chOff x="836" y="3305"/>
                  <a:chExt cx="397" cy="154"/>
                </a:xfrm>
              </p:grpSpPr>
              <p:grpSp>
                <p:nvGrpSpPr>
                  <p:cNvPr id="56" name="Group 93">
                    <a:extLst>
                      <a:ext uri="{FF2B5EF4-FFF2-40B4-BE49-F238E27FC236}">
                        <a16:creationId xmlns:a16="http://schemas.microsoft.com/office/drawing/2014/main" id="{88BD930F-BD5D-DA8A-0109-3417D1D6193B}"/>
                      </a:ext>
                    </a:extLst>
                  </p:cNvPr>
                  <p:cNvGrpSpPr>
                    <a:grpSpLocks/>
                  </p:cNvGrpSpPr>
                  <p:nvPr/>
                </p:nvGrpSpPr>
                <p:grpSpPr bwMode="auto">
                  <a:xfrm>
                    <a:off x="890" y="3305"/>
                    <a:ext cx="343" cy="154"/>
                    <a:chOff x="844" y="3337"/>
                    <a:chExt cx="343" cy="154"/>
                  </a:xfrm>
                </p:grpSpPr>
                <p:sp>
                  <p:nvSpPr>
                    <p:cNvPr id="60" name="Rectangle 94">
                      <a:extLst>
                        <a:ext uri="{FF2B5EF4-FFF2-40B4-BE49-F238E27FC236}">
                          <a16:creationId xmlns:a16="http://schemas.microsoft.com/office/drawing/2014/main" id="{E8BC904C-17CC-6E70-F0FA-FF52FD3A11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95">
                      <a:extLst>
                        <a:ext uri="{FF2B5EF4-FFF2-40B4-BE49-F238E27FC236}">
                          <a16:creationId xmlns:a16="http://schemas.microsoft.com/office/drawing/2014/main" id="{936E9BA9-649C-A6BC-57BA-7EE3CB7419F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7" name="Group 96">
                    <a:extLst>
                      <a:ext uri="{FF2B5EF4-FFF2-40B4-BE49-F238E27FC236}">
                        <a16:creationId xmlns:a16="http://schemas.microsoft.com/office/drawing/2014/main" id="{1188F943-7619-0AEE-1527-98EECA15CBF3}"/>
                      </a:ext>
                    </a:extLst>
                  </p:cNvPr>
                  <p:cNvGrpSpPr>
                    <a:grpSpLocks/>
                  </p:cNvGrpSpPr>
                  <p:nvPr/>
                </p:nvGrpSpPr>
                <p:grpSpPr bwMode="auto">
                  <a:xfrm>
                    <a:off x="836" y="3334"/>
                    <a:ext cx="354" cy="94"/>
                    <a:chOff x="836" y="3334"/>
                    <a:chExt cx="354" cy="94"/>
                  </a:xfrm>
                </p:grpSpPr>
                <p:sp>
                  <p:nvSpPr>
                    <p:cNvPr id="58" name="Rectangle 97">
                      <a:extLst>
                        <a:ext uri="{FF2B5EF4-FFF2-40B4-BE49-F238E27FC236}">
                          <a16:creationId xmlns:a16="http://schemas.microsoft.com/office/drawing/2014/main" id="{E0DF8400-8951-A232-115B-9F3EE4E4876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98">
                      <a:extLst>
                        <a:ext uri="{FF2B5EF4-FFF2-40B4-BE49-F238E27FC236}">
                          <a16:creationId xmlns:a16="http://schemas.microsoft.com/office/drawing/2014/main" id="{67A55F49-D5D7-4DAD-E109-45D67FD4D1F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 name="Rectangle 99">
                  <a:extLst>
                    <a:ext uri="{FF2B5EF4-FFF2-40B4-BE49-F238E27FC236}">
                      <a16:creationId xmlns:a16="http://schemas.microsoft.com/office/drawing/2014/main" id="{0F47288D-90F2-7B35-B24A-A332BF547A25}"/>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00">
                  <a:extLst>
                    <a:ext uri="{FF2B5EF4-FFF2-40B4-BE49-F238E27FC236}">
                      <a16:creationId xmlns:a16="http://schemas.microsoft.com/office/drawing/2014/main" id="{E874C0E4-E51D-E911-10E2-C899C02C569A}"/>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 name="Rectangle 101">
                <a:extLst>
                  <a:ext uri="{FF2B5EF4-FFF2-40B4-BE49-F238E27FC236}">
                    <a16:creationId xmlns:a16="http://schemas.microsoft.com/office/drawing/2014/main" id="{154AB4A1-5F7E-E6FE-6542-7C9F0DD068A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Rectangle 102">
                <a:extLst>
                  <a:ext uri="{FF2B5EF4-FFF2-40B4-BE49-F238E27FC236}">
                    <a16:creationId xmlns:a16="http://schemas.microsoft.com/office/drawing/2014/main" id="{C4B13E5C-837A-A30B-C30F-B7587B8EA0B3}"/>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Rectangle 103">
                <a:extLst>
                  <a:ext uri="{FF2B5EF4-FFF2-40B4-BE49-F238E27FC236}">
                    <a16:creationId xmlns:a16="http://schemas.microsoft.com/office/drawing/2014/main" id="{EAB20560-8AD8-6979-925F-9BAB936F557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2" name="Rectangle 152">
            <a:extLst>
              <a:ext uri="{FF2B5EF4-FFF2-40B4-BE49-F238E27FC236}">
                <a16:creationId xmlns:a16="http://schemas.microsoft.com/office/drawing/2014/main" id="{71B3EC10-416B-EEFF-AB71-6856AA27337C}"/>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Tree>
    <p:extLst>
      <p:ext uri="{BB962C8B-B14F-4D97-AF65-F5344CB8AC3E}">
        <p14:creationId xmlns:p14="http://schemas.microsoft.com/office/powerpoint/2010/main" val="288607621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4BBE74-E20F-8B6E-123A-E6F825F00FF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71A3DBE-6B0B-0E89-9A4F-EB948FF27A02}"/>
              </a:ext>
            </a:extLst>
          </p:cNvPr>
          <p:cNvSpPr>
            <a:spLocks noGrp="1"/>
          </p:cNvSpPr>
          <p:nvPr>
            <p:ph type="title"/>
          </p:nvPr>
        </p:nvSpPr>
        <p:spPr>
          <a:xfrm>
            <a:off x="838200" y="311144"/>
            <a:ext cx="10515600" cy="894622"/>
          </a:xfrm>
        </p:spPr>
        <p:txBody>
          <a:bodyPr/>
          <a:lstStyle/>
          <a:p>
            <a:r>
              <a:rPr lang="en-US" dirty="0"/>
              <a:t>DHCP: example 3</a:t>
            </a:r>
          </a:p>
        </p:txBody>
      </p:sp>
      <p:sp>
        <p:nvSpPr>
          <p:cNvPr id="379" name="Rectangle 3">
            <a:extLst>
              <a:ext uri="{FF2B5EF4-FFF2-40B4-BE49-F238E27FC236}">
                <a16:creationId xmlns:a16="http://schemas.microsoft.com/office/drawing/2014/main" id="{38388AA9-DA54-C23E-6EF2-49002953DB4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grpSp>
        <p:nvGrpSpPr>
          <p:cNvPr id="2" name="Group 1" descr="DHCP example">
            <a:extLst>
              <a:ext uri="{FF2B5EF4-FFF2-40B4-BE49-F238E27FC236}">
                <a16:creationId xmlns:a16="http://schemas.microsoft.com/office/drawing/2014/main" id="{8C970793-8937-AA04-6244-4DF3327F12E4}"/>
              </a:ext>
            </a:extLst>
          </p:cNvPr>
          <p:cNvGrpSpPr/>
          <p:nvPr/>
        </p:nvGrpSpPr>
        <p:grpSpPr>
          <a:xfrm>
            <a:off x="1867395" y="1818492"/>
            <a:ext cx="3814762" cy="3454400"/>
            <a:chOff x="1867395" y="1818492"/>
            <a:chExt cx="3814762" cy="3454400"/>
          </a:xfrm>
        </p:grpSpPr>
        <p:sp>
          <p:nvSpPr>
            <p:cNvPr id="380" name="Freeform 3">
              <a:extLst>
                <a:ext uri="{FF2B5EF4-FFF2-40B4-BE49-F238E27FC236}">
                  <a16:creationId xmlns:a16="http://schemas.microsoft.com/office/drawing/2014/main" id="{F976D4DE-A15A-B082-0FBB-13C70E1FF8DE}"/>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3FEADA46-7201-C772-BE61-05582205B6B1}"/>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459B220A-C00F-637D-6587-17BBFDE220B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7A2EA8B1-E866-44DA-DFA7-3FFE650C737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7BE1F450-6D74-CECF-0AB2-9AAFFE1DCC0A}"/>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76C42BDD-7871-38C4-6711-FE04EC509C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4802F03C-876F-1C20-9786-4C6C48EB07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F694245-9B34-0C1B-3ED3-093A5B1EB01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C73A19EA-58C4-4C12-BFDC-717275ED9F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7992D1CC-E1E6-ABFD-71B1-EBABD212DB6A}"/>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A3902480-C80B-C840-B0B2-7078372913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1F36C790-AE26-5F3A-F68D-6721CA3787B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7DCE9B8B-A475-1437-C092-4EC96BD87989}"/>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960B19EB-5141-621F-8FBA-8A502F7D20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7268CA45-7B98-FC82-1FDF-491DD96D801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7304FCC-8880-3F02-1AE5-FB65EA476DD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E9F6381D-9000-998E-09E2-701BFBF291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616DB778-CF36-D812-768D-73590EED6E3B}"/>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Line 43">
              <a:extLst>
                <a:ext uri="{FF2B5EF4-FFF2-40B4-BE49-F238E27FC236}">
                  <a16:creationId xmlns:a16="http://schemas.microsoft.com/office/drawing/2014/main" id="{AD27FC87-01CE-2DB7-F3EE-1E57333B73A4}"/>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CF3881E4-3422-5DC6-BA37-F96FE2B81774}"/>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9" name="Text Box 155">
              <a:extLst>
                <a:ext uri="{FF2B5EF4-FFF2-40B4-BE49-F238E27FC236}">
                  <a16:creationId xmlns:a16="http://schemas.microsoft.com/office/drawing/2014/main" id="{51BDDD20-531D-C921-E588-AB8EB8FE8403}"/>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DAA6E416-30CA-34F5-5FD0-11BBBE949875}"/>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890F6CD7-BE06-8474-578C-D538EC44C1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F7E388E9-64B4-DE89-CC58-E59B5FE1C5C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35E7ADD7-CDE4-0DB2-1009-FDE05A142BE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78ECA82D-EDEF-F9AF-58BB-56CD80C07C4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88ED8C6B-5E79-3E4F-4F05-D7BE4E90153A}"/>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E7F96B2-A612-D1FE-A9B6-D5B60D659EB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84D67105-DAB9-5083-763A-F0127AE32916}"/>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57026999-D32B-2219-85CF-AC0B27552093}"/>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AFC71A6C-B75A-AEC9-E5A7-8C5D23E50870}"/>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355B8419-D1F1-9B38-602D-CA131EB28FF9}"/>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B22BBDC9-34A7-EADF-A3F6-C366C7D3139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856A2E29-B448-4C92-AA99-754BEFBDDAFB}"/>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33708B86-798E-4402-9802-ABB056129EE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E5FE44FD-C753-E311-70BF-4B8990A5A42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00B8A3B7-F22A-EEB0-31F4-A7B2F12E947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14AEE0B0-40E9-0F13-6447-F7CB4A149F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89E837D1-EF7A-FAF8-C6FD-DC650EDC92C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5A78708F-3055-E8D5-929A-27282A2A6766}"/>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8B0E8D90-38E7-85E9-6081-F31F95B3A94E}"/>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F10E665D-6371-F2EF-9BF7-682424D72444}"/>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D0FAFEB3-E0EF-9AD5-D0BF-D1E002428AAC}"/>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6B182BE0-832B-14E2-A5D7-DD8BF16417AE}"/>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05" name="Group 201">
              <a:extLst>
                <a:ext uri="{FF2B5EF4-FFF2-40B4-BE49-F238E27FC236}">
                  <a16:creationId xmlns:a16="http://schemas.microsoft.com/office/drawing/2014/main" id="{B6A97348-9861-98AA-CA28-D3C0F7C24C03}"/>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FE43822F-3A39-80D8-604C-C1AF89CA122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B59CBA22-3513-CD0B-CFC2-8F3B602B3247}"/>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C1529AFA-0A23-BC52-5A9F-F25EC19460C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5D083306-BD9D-15F3-6F85-D018DC47759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8C44280F-5554-CF78-AF26-503C9A06FC1C}"/>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C633545B-33C0-5351-630E-EA8D73C2B15A}"/>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B1995FE8-CEDE-6E93-AC61-FDA51D04E1E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7B510F85-34BA-13C3-E97F-65E226173278}"/>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34ACF2AB-196F-81FE-3C48-A465FF4D1DE0}"/>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77ECDA94-6C95-2E10-9725-351F636F8EB4}"/>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A6C81FAD-A35A-4AA3-F8A4-E43E2CD8488B}"/>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061278B5-EE2B-4675-872D-CFA7A6CA5736}"/>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33AB2E3D-3A8F-DCE7-5055-F8A94CE1C81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0ECF00F6-9812-C2B7-0EF8-FD0E7BC74D4C}"/>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5F7804C1-B63B-E5BF-224A-19E2F237873E}"/>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3750FD61-C7BB-73B3-0282-2BA85062265B}"/>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B15D3AF1-C8E9-A021-155F-46AB4E55FDED}"/>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32D1726D-4D19-71B8-D065-BD6FB7CC11B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915D85FE-3D2F-8AC0-3BCE-EC23ED955EEA}"/>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D785ECB-8922-5A97-CF78-79FBE2025C75}"/>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52C81F48-1E54-2CFA-5317-379E7EABAF93}"/>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24C3682D-0E4F-4BE8-B0CF-5A95FAD840E0}"/>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DF9DEB8-4771-DCD0-0CD0-C14AF05E16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C998C32C-D571-7817-76C3-036C37D092F1}"/>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B708DA31-F5F6-63F2-44E4-A081376C19B7}"/>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4D0A9BA4-4ADB-188C-C47D-C24F32D06DE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88927B96-5006-4262-2773-BC5B97DF928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627BCADD-86BC-3B4D-E8F8-49B7392A542C}"/>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18F9EC5D-07EF-D95C-46F2-A98CF0C42012}"/>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C6AF3717-D663-ACF7-368C-892AE47D6269}"/>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3DBA06C9-F515-6A75-D03A-D7446041622E}"/>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086E1EA8-526E-1148-FE29-42B15B816C6F}"/>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 name="Group 90">
              <a:extLst>
                <a:ext uri="{FF2B5EF4-FFF2-40B4-BE49-F238E27FC236}">
                  <a16:creationId xmlns:a16="http://schemas.microsoft.com/office/drawing/2014/main" id="{9F5AF301-612D-529C-E5C5-564538D6B110}"/>
                </a:ext>
              </a:extLst>
            </p:cNvPr>
            <p:cNvGrpSpPr>
              <a:grpSpLocks/>
            </p:cNvGrpSpPr>
            <p:nvPr/>
          </p:nvGrpSpPr>
          <p:grpSpPr bwMode="auto">
            <a:xfrm>
              <a:off x="3864469" y="3244665"/>
              <a:ext cx="1081088" cy="244475"/>
              <a:chOff x="504" y="3523"/>
              <a:chExt cx="681" cy="154"/>
            </a:xfrm>
          </p:grpSpPr>
          <p:grpSp>
            <p:nvGrpSpPr>
              <p:cNvPr id="49" name="Group 91">
                <a:extLst>
                  <a:ext uri="{FF2B5EF4-FFF2-40B4-BE49-F238E27FC236}">
                    <a16:creationId xmlns:a16="http://schemas.microsoft.com/office/drawing/2014/main" id="{9954DE07-CFBE-A806-4C0C-772AEEE2CC47}"/>
                  </a:ext>
                </a:extLst>
              </p:cNvPr>
              <p:cNvGrpSpPr>
                <a:grpSpLocks/>
              </p:cNvGrpSpPr>
              <p:nvPr/>
            </p:nvGrpSpPr>
            <p:grpSpPr bwMode="auto">
              <a:xfrm>
                <a:off x="623" y="3523"/>
                <a:ext cx="510" cy="154"/>
                <a:chOff x="723" y="3453"/>
                <a:chExt cx="510" cy="154"/>
              </a:xfrm>
            </p:grpSpPr>
            <p:grpSp>
              <p:nvGrpSpPr>
                <p:cNvPr id="53" name="Group 92">
                  <a:extLst>
                    <a:ext uri="{FF2B5EF4-FFF2-40B4-BE49-F238E27FC236}">
                      <a16:creationId xmlns:a16="http://schemas.microsoft.com/office/drawing/2014/main" id="{27B9B24B-2770-A62E-B3F4-0610861D526E}"/>
                    </a:ext>
                  </a:extLst>
                </p:cNvPr>
                <p:cNvGrpSpPr>
                  <a:grpSpLocks/>
                </p:cNvGrpSpPr>
                <p:nvPr/>
              </p:nvGrpSpPr>
              <p:grpSpPr bwMode="auto">
                <a:xfrm>
                  <a:off x="836" y="3453"/>
                  <a:ext cx="397" cy="154"/>
                  <a:chOff x="836" y="3305"/>
                  <a:chExt cx="397" cy="154"/>
                </a:xfrm>
              </p:grpSpPr>
              <p:grpSp>
                <p:nvGrpSpPr>
                  <p:cNvPr id="56" name="Group 93">
                    <a:extLst>
                      <a:ext uri="{FF2B5EF4-FFF2-40B4-BE49-F238E27FC236}">
                        <a16:creationId xmlns:a16="http://schemas.microsoft.com/office/drawing/2014/main" id="{FED88E71-6790-36AA-F45A-9B5BFE0F951F}"/>
                      </a:ext>
                    </a:extLst>
                  </p:cNvPr>
                  <p:cNvGrpSpPr>
                    <a:grpSpLocks/>
                  </p:cNvGrpSpPr>
                  <p:nvPr/>
                </p:nvGrpSpPr>
                <p:grpSpPr bwMode="auto">
                  <a:xfrm>
                    <a:off x="890" y="3305"/>
                    <a:ext cx="343" cy="154"/>
                    <a:chOff x="844" y="3337"/>
                    <a:chExt cx="343" cy="154"/>
                  </a:xfrm>
                </p:grpSpPr>
                <p:sp>
                  <p:nvSpPr>
                    <p:cNvPr id="60" name="Rectangle 94">
                      <a:extLst>
                        <a:ext uri="{FF2B5EF4-FFF2-40B4-BE49-F238E27FC236}">
                          <a16:creationId xmlns:a16="http://schemas.microsoft.com/office/drawing/2014/main" id="{214B307C-251E-C409-1204-BB4576A8A4D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95">
                      <a:extLst>
                        <a:ext uri="{FF2B5EF4-FFF2-40B4-BE49-F238E27FC236}">
                          <a16:creationId xmlns:a16="http://schemas.microsoft.com/office/drawing/2014/main" id="{8B04120F-DC5A-3741-E704-2A31F9ABDB7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7" name="Group 96">
                    <a:extLst>
                      <a:ext uri="{FF2B5EF4-FFF2-40B4-BE49-F238E27FC236}">
                        <a16:creationId xmlns:a16="http://schemas.microsoft.com/office/drawing/2014/main" id="{E9419CAD-7E97-09E2-BF9B-FB1A09CE7E1F}"/>
                      </a:ext>
                    </a:extLst>
                  </p:cNvPr>
                  <p:cNvGrpSpPr>
                    <a:grpSpLocks/>
                  </p:cNvGrpSpPr>
                  <p:nvPr/>
                </p:nvGrpSpPr>
                <p:grpSpPr bwMode="auto">
                  <a:xfrm>
                    <a:off x="836" y="3334"/>
                    <a:ext cx="354" cy="94"/>
                    <a:chOff x="836" y="3334"/>
                    <a:chExt cx="354" cy="94"/>
                  </a:xfrm>
                </p:grpSpPr>
                <p:sp>
                  <p:nvSpPr>
                    <p:cNvPr id="58" name="Rectangle 97">
                      <a:extLst>
                        <a:ext uri="{FF2B5EF4-FFF2-40B4-BE49-F238E27FC236}">
                          <a16:creationId xmlns:a16="http://schemas.microsoft.com/office/drawing/2014/main" id="{E70D0920-A07D-F5E6-0BFD-81C5019C869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98">
                      <a:extLst>
                        <a:ext uri="{FF2B5EF4-FFF2-40B4-BE49-F238E27FC236}">
                          <a16:creationId xmlns:a16="http://schemas.microsoft.com/office/drawing/2014/main" id="{97324226-7EA1-BAAC-3F09-3F66D681078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 name="Rectangle 99">
                  <a:extLst>
                    <a:ext uri="{FF2B5EF4-FFF2-40B4-BE49-F238E27FC236}">
                      <a16:creationId xmlns:a16="http://schemas.microsoft.com/office/drawing/2014/main" id="{B60A0148-0D78-BD64-83FF-44458270F66D}"/>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00">
                  <a:extLst>
                    <a:ext uri="{FF2B5EF4-FFF2-40B4-BE49-F238E27FC236}">
                      <a16:creationId xmlns:a16="http://schemas.microsoft.com/office/drawing/2014/main" id="{56F9F98C-C380-C1D0-4056-33F4843F130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 name="Rectangle 101">
                <a:extLst>
                  <a:ext uri="{FF2B5EF4-FFF2-40B4-BE49-F238E27FC236}">
                    <a16:creationId xmlns:a16="http://schemas.microsoft.com/office/drawing/2014/main" id="{F179A096-BAA6-5242-39E2-2F6FDA67AEA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Rectangle 102">
                <a:extLst>
                  <a:ext uri="{FF2B5EF4-FFF2-40B4-BE49-F238E27FC236}">
                    <a16:creationId xmlns:a16="http://schemas.microsoft.com/office/drawing/2014/main" id="{A3629621-888F-AEB5-A1D0-0AA76D955C0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Rectangle 103">
                <a:extLst>
                  <a:ext uri="{FF2B5EF4-FFF2-40B4-BE49-F238E27FC236}">
                    <a16:creationId xmlns:a16="http://schemas.microsoft.com/office/drawing/2014/main" id="{C5BD82ED-DBD5-FB7F-04C8-899D2D9E08FF}"/>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2" name="Rectangle 152">
            <a:extLst>
              <a:ext uri="{FF2B5EF4-FFF2-40B4-BE49-F238E27FC236}">
                <a16:creationId xmlns:a16="http://schemas.microsoft.com/office/drawing/2014/main" id="{AB2827C5-B5D5-65FB-F90A-780C215D3B8B}"/>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63" name="Rectangle 153">
            <a:extLst>
              <a:ext uri="{FF2B5EF4-FFF2-40B4-BE49-F238E27FC236}">
                <a16:creationId xmlns:a16="http://schemas.microsoft.com/office/drawing/2014/main" id="{BAB8C8FF-8629-1910-001E-4454BAC5C06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Tree>
    <p:extLst>
      <p:ext uri="{BB962C8B-B14F-4D97-AF65-F5344CB8AC3E}">
        <p14:creationId xmlns:p14="http://schemas.microsoft.com/office/powerpoint/2010/main" val="416582188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C2B4B5-81D7-54E2-C582-650DA79B3E88}"/>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9A574C3-3625-1F7D-0AC6-2F779489656E}"/>
              </a:ext>
            </a:extLst>
          </p:cNvPr>
          <p:cNvSpPr>
            <a:spLocks noGrp="1"/>
          </p:cNvSpPr>
          <p:nvPr>
            <p:ph type="title"/>
          </p:nvPr>
        </p:nvSpPr>
        <p:spPr>
          <a:xfrm>
            <a:off x="838200" y="311144"/>
            <a:ext cx="10515600" cy="894622"/>
          </a:xfrm>
        </p:spPr>
        <p:txBody>
          <a:bodyPr/>
          <a:lstStyle/>
          <a:p>
            <a:r>
              <a:rPr lang="en-US" dirty="0"/>
              <a:t>DHCP: example 4</a:t>
            </a:r>
          </a:p>
        </p:txBody>
      </p:sp>
      <p:sp>
        <p:nvSpPr>
          <p:cNvPr id="379" name="Rectangle 3">
            <a:extLst>
              <a:ext uri="{FF2B5EF4-FFF2-40B4-BE49-F238E27FC236}">
                <a16:creationId xmlns:a16="http://schemas.microsoft.com/office/drawing/2014/main" id="{10AA3FE2-5C8E-13AD-F5F4-17EDD2A40BCC}"/>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grpSp>
        <p:nvGrpSpPr>
          <p:cNvPr id="2" name="Group 1" descr="DHCP example">
            <a:extLst>
              <a:ext uri="{FF2B5EF4-FFF2-40B4-BE49-F238E27FC236}">
                <a16:creationId xmlns:a16="http://schemas.microsoft.com/office/drawing/2014/main" id="{124BF719-23CE-0F4B-653D-0C8A7BEB96A0}"/>
              </a:ext>
            </a:extLst>
          </p:cNvPr>
          <p:cNvGrpSpPr/>
          <p:nvPr/>
        </p:nvGrpSpPr>
        <p:grpSpPr>
          <a:xfrm>
            <a:off x="1434007" y="1818492"/>
            <a:ext cx="4248150" cy="3454400"/>
            <a:chOff x="1434007" y="1818492"/>
            <a:chExt cx="4248150" cy="3454400"/>
          </a:xfrm>
        </p:grpSpPr>
        <p:sp>
          <p:nvSpPr>
            <p:cNvPr id="380" name="Freeform 3">
              <a:extLst>
                <a:ext uri="{FF2B5EF4-FFF2-40B4-BE49-F238E27FC236}">
                  <a16:creationId xmlns:a16="http://schemas.microsoft.com/office/drawing/2014/main" id="{21139218-E706-4874-FFA3-DFDB1CD64C6D}"/>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569C07DF-A07B-05E7-32C3-D79E2A9CB5F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764E825F-E20E-4093-AEA3-22FE5E5AF9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2B76D41A-6FCF-3B36-4C34-D912E3EDF34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B14AAA71-1527-EC59-382D-D939E8D11883}"/>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2038A19B-6D17-58A0-A33B-A77C72C901D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26655250-B7FF-FB6D-5FE6-B35657E10E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2AA060ED-D102-83B0-7B7C-DEFF8844E45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F8F62EBF-8A4E-F427-B465-D21F683C5D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822BAA15-19E5-34A4-9237-887A67A6772D}"/>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F153372-F77E-863E-FF09-A21C1732270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FD103B0C-254C-0B9B-91A9-13E05FE06EC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231B2271-B9E5-65FB-2CE7-6F7C70BA4CD0}"/>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958B095E-9828-C6E2-6A03-748A158149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52A7E567-18B0-99F1-B309-D44FCEDF4C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FFFF9DBD-3B59-D7CA-B7BA-6769D46188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1C89B981-CF27-0370-9550-E06A91DFD9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08122F91-03AA-5133-A11C-FFA13FAF55CD}"/>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Line 43">
              <a:extLst>
                <a:ext uri="{FF2B5EF4-FFF2-40B4-BE49-F238E27FC236}">
                  <a16:creationId xmlns:a16="http://schemas.microsoft.com/office/drawing/2014/main" id="{4FEE8891-D37E-3F6A-CCF0-45DCBDAB303E}"/>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3830E7B8-F559-70A4-1FAF-780C0E0BBE2E}"/>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9" name="Text Box 155">
              <a:extLst>
                <a:ext uri="{FF2B5EF4-FFF2-40B4-BE49-F238E27FC236}">
                  <a16:creationId xmlns:a16="http://schemas.microsoft.com/office/drawing/2014/main" id="{1CD97A31-6B66-941C-CFBD-20DB0834708C}"/>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B9F139C3-5199-431E-374B-6B703BD2470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B3152AF8-46BB-2107-E24C-845DF94470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9ADCE6C4-DA35-0239-8CC1-28EE96E70902}"/>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3F019631-AE8A-733C-6AB0-17DCEA1AF0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7229B38B-9CCA-38BD-E4E3-71BF2FDFB630}"/>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F001967-8827-C411-8A86-ECBCD64FBF3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05698993-425D-1184-1EA0-32FB75405703}"/>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4BD22662-9443-61D9-31C9-0D37A815707C}"/>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4DC21F3A-FDB6-76A6-3FEF-233500BB24B3}"/>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D5CBD5D-4920-6B31-51FA-78EFA14B2371}"/>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D9D3845F-1B60-1DAC-678D-74DCF4D4F316}"/>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CA54BEFB-9E0B-7A6F-9C50-5BED363C9BD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85D31101-34A1-F1B3-2CE0-4BC5BC17E52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2FFE2E2F-97CE-0501-875E-6FD4FC3BB64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C64F32F6-F81E-3E13-77DE-94CD1583381B}"/>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83FF1DED-6B23-C33D-707A-9CDF3C86076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6EA63CF5-5B88-3CBB-C3C8-876F7DADF2D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0BB89087-B01B-EE87-0F0C-17EA46574802}"/>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94342953-86E4-0C26-82BF-F84FCE54187C}"/>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FBE43D1D-A751-FAF6-2D25-B9A5601C628F}"/>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D41986D5-DD11-8AC3-7465-20EC0CC49013}"/>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61084A2-A6C8-DA87-61B1-60BAE9BC959B}"/>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5E512F6E-8A90-7B9F-FA37-4F3A3218AF51}"/>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05" name="Group 201">
              <a:extLst>
                <a:ext uri="{FF2B5EF4-FFF2-40B4-BE49-F238E27FC236}">
                  <a16:creationId xmlns:a16="http://schemas.microsoft.com/office/drawing/2014/main" id="{D285C124-B6C6-171E-5427-380ECA48E1D3}"/>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0A377F87-265D-2995-203B-FCA4A7FBA57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DEA1A573-E255-FF0E-AC42-42ED3AFC7DD1}"/>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75237BD-4907-D88C-C359-E505449896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DA7D46F4-51FB-0458-185A-6E0D7DAEBA4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746281D9-B86C-EE88-B121-35500E429BBB}"/>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0A4116CA-78D3-FC42-46C5-8A71A3C8BCA9}"/>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39BBBB92-8DC3-C454-29F6-CE69C3F82A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4129FC62-0671-B982-21D5-021ABF87CE7F}"/>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6F665BEA-6C8D-119D-9242-B690C6B54C1A}"/>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499BE7D0-D4CA-463D-9BAE-56F3866B685D}"/>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B11F8D9A-4512-DB50-99A0-1C1970B3F144}"/>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6B6570CD-3D2D-0F8E-1C49-5FB13CE5ECFB}"/>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D0BCFE4B-8331-4C8F-1A6B-FB824AEBF4F4}"/>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E4F9A85-D850-079F-EB3C-61721F935CFC}"/>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C9984BF9-C1ED-9E8F-7934-BC901E4AF7B2}"/>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319DCFAC-57B9-1340-90A2-BCA34B6EC095}"/>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4A7E4136-73F5-333F-E18A-49BF0889751B}"/>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6352187A-1342-6836-F753-526B15D1A6A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B54C86AE-36F0-2501-CEDA-04E15B71AD07}"/>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FB4322C7-074E-39CE-75C9-EB3BB7473B21}"/>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D06CB7ED-B718-E98D-61C4-FAE4AA381854}"/>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C5110BCB-1702-1834-5D61-98AB137F9150}"/>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7D70A28A-B0C4-C9EC-4691-736C43C5299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CD343ED0-352B-608C-4B86-A73364751AA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B7E4A7E3-126B-0AEB-B2B9-C781857FA9C1}"/>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E0BC27F8-CB51-9532-FFF7-D342E8BEBC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9B64EB48-77C9-E758-95FB-540372B6CD4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7B233305-121C-39B4-8B2C-7B33FCECA9A2}"/>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10D4D337-E589-6126-1FB0-7C680C105E77}"/>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C1B70C8F-C283-ADDF-F474-5D5F1676DAC1}"/>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1B559CFB-DFCD-97B5-3D51-B2F28C7BDBF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E0C710CF-B62A-45EF-ADBE-7265EBA69CC5}"/>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04">
              <a:extLst>
                <a:ext uri="{FF2B5EF4-FFF2-40B4-BE49-F238E27FC236}">
                  <a16:creationId xmlns:a16="http://schemas.microsoft.com/office/drawing/2014/main" id="{D072832A-8FCB-5727-D9CD-06D802C535CE}"/>
                </a:ext>
              </a:extLst>
            </p:cNvPr>
            <p:cNvGrpSpPr>
              <a:grpSpLocks/>
            </p:cNvGrpSpPr>
            <p:nvPr/>
          </p:nvGrpSpPr>
          <p:grpSpPr bwMode="auto">
            <a:xfrm>
              <a:off x="2572245" y="3626655"/>
              <a:ext cx="1316037" cy="1314450"/>
              <a:chOff x="931" y="1941"/>
              <a:chExt cx="829" cy="828"/>
            </a:xfrm>
          </p:grpSpPr>
          <p:sp>
            <p:nvSpPr>
              <p:cNvPr id="63" name="Freeform 105">
                <a:extLst>
                  <a:ext uri="{FF2B5EF4-FFF2-40B4-BE49-F238E27FC236}">
                    <a16:creationId xmlns:a16="http://schemas.microsoft.com/office/drawing/2014/main" id="{24D3EB18-3812-30E1-29D6-6053018988A0}"/>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1" name="Group 106">
                <a:extLst>
                  <a:ext uri="{FF2B5EF4-FFF2-40B4-BE49-F238E27FC236}">
                    <a16:creationId xmlns:a16="http://schemas.microsoft.com/office/drawing/2014/main" id="{BA135F18-E3BC-5A1C-68E6-E426A8A9DAC7}"/>
                  </a:ext>
                </a:extLst>
              </p:cNvPr>
              <p:cNvGrpSpPr>
                <a:grpSpLocks/>
              </p:cNvGrpSpPr>
              <p:nvPr/>
            </p:nvGrpSpPr>
            <p:grpSpPr bwMode="auto">
              <a:xfrm>
                <a:off x="931" y="1941"/>
                <a:ext cx="501" cy="828"/>
                <a:chOff x="569" y="2954"/>
                <a:chExt cx="501" cy="828"/>
              </a:xfrm>
            </p:grpSpPr>
            <p:sp>
              <p:nvSpPr>
                <p:cNvPr id="462" name="Rectangle 107">
                  <a:extLst>
                    <a:ext uri="{FF2B5EF4-FFF2-40B4-BE49-F238E27FC236}">
                      <a16:creationId xmlns:a16="http://schemas.microsoft.com/office/drawing/2014/main" id="{649D50F1-BE7B-7297-0495-FDB869DF4E3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Text Box 108">
                  <a:extLst>
                    <a:ext uri="{FF2B5EF4-FFF2-40B4-BE49-F238E27FC236}">
                      <a16:creationId xmlns:a16="http://schemas.microsoft.com/office/drawing/2014/main" id="{937C6794-1094-8678-3351-4A835E7DF63F}"/>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4" name="Line 109">
                  <a:extLst>
                    <a:ext uri="{FF2B5EF4-FFF2-40B4-BE49-F238E27FC236}">
                      <a16:creationId xmlns:a16="http://schemas.microsoft.com/office/drawing/2014/main" id="{149B7E50-3840-8481-A261-584840BF82E2}"/>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Line 110">
                  <a:extLst>
                    <a:ext uri="{FF2B5EF4-FFF2-40B4-BE49-F238E27FC236}">
                      <a16:creationId xmlns:a16="http://schemas.microsoft.com/office/drawing/2014/main" id="{F7F72883-DA9A-0674-AC86-A95FEC2B954B}"/>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Line 111">
                  <a:extLst>
                    <a:ext uri="{FF2B5EF4-FFF2-40B4-BE49-F238E27FC236}">
                      <a16:creationId xmlns:a16="http://schemas.microsoft.com/office/drawing/2014/main" id="{4FA320C8-E252-BFCB-D9B9-338D6D9B3753}"/>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7" name="Line 112">
                  <a:extLst>
                    <a:ext uri="{FF2B5EF4-FFF2-40B4-BE49-F238E27FC236}">
                      <a16:creationId xmlns:a16="http://schemas.microsoft.com/office/drawing/2014/main" id="{C12766BE-D311-91F5-2102-5F482D4FEAB6}"/>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01" name="Group 86">
              <a:extLst>
                <a:ext uri="{FF2B5EF4-FFF2-40B4-BE49-F238E27FC236}">
                  <a16:creationId xmlns:a16="http://schemas.microsoft.com/office/drawing/2014/main" id="{F3D81760-CEBA-3BC6-2287-DFE75E152058}"/>
                </a:ext>
              </a:extLst>
            </p:cNvPr>
            <p:cNvGrpSpPr>
              <a:grpSpLocks/>
            </p:cNvGrpSpPr>
            <p:nvPr/>
          </p:nvGrpSpPr>
          <p:grpSpPr bwMode="auto">
            <a:xfrm>
              <a:off x="1543545" y="4795058"/>
              <a:ext cx="1081087" cy="244475"/>
              <a:chOff x="504" y="3523"/>
              <a:chExt cx="681" cy="154"/>
            </a:xfrm>
          </p:grpSpPr>
          <p:grpSp>
            <p:nvGrpSpPr>
              <p:cNvPr id="502" name="Group 87">
                <a:extLst>
                  <a:ext uri="{FF2B5EF4-FFF2-40B4-BE49-F238E27FC236}">
                    <a16:creationId xmlns:a16="http://schemas.microsoft.com/office/drawing/2014/main" id="{4E0CF4F2-B5F6-420B-C0F6-7D5A1CB1DE76}"/>
                  </a:ext>
                </a:extLst>
              </p:cNvPr>
              <p:cNvGrpSpPr>
                <a:grpSpLocks/>
              </p:cNvGrpSpPr>
              <p:nvPr/>
            </p:nvGrpSpPr>
            <p:grpSpPr bwMode="auto">
              <a:xfrm>
                <a:off x="623" y="3523"/>
                <a:ext cx="510" cy="154"/>
                <a:chOff x="723" y="3453"/>
                <a:chExt cx="510" cy="154"/>
              </a:xfrm>
            </p:grpSpPr>
            <p:grpSp>
              <p:nvGrpSpPr>
                <p:cNvPr id="506" name="Group 88">
                  <a:extLst>
                    <a:ext uri="{FF2B5EF4-FFF2-40B4-BE49-F238E27FC236}">
                      <a16:creationId xmlns:a16="http://schemas.microsoft.com/office/drawing/2014/main" id="{616BC8DF-476B-FD2D-BA89-62A063235D8E}"/>
                    </a:ext>
                  </a:extLst>
                </p:cNvPr>
                <p:cNvGrpSpPr>
                  <a:grpSpLocks/>
                </p:cNvGrpSpPr>
                <p:nvPr/>
              </p:nvGrpSpPr>
              <p:grpSpPr bwMode="auto">
                <a:xfrm>
                  <a:off x="836" y="3453"/>
                  <a:ext cx="397" cy="154"/>
                  <a:chOff x="836" y="3305"/>
                  <a:chExt cx="397" cy="154"/>
                </a:xfrm>
              </p:grpSpPr>
              <p:grpSp>
                <p:nvGrpSpPr>
                  <p:cNvPr id="509" name="Group 89">
                    <a:extLst>
                      <a:ext uri="{FF2B5EF4-FFF2-40B4-BE49-F238E27FC236}">
                        <a16:creationId xmlns:a16="http://schemas.microsoft.com/office/drawing/2014/main" id="{F81AD921-2594-8E8A-2856-6A26A988998D}"/>
                      </a:ext>
                    </a:extLst>
                  </p:cNvPr>
                  <p:cNvGrpSpPr>
                    <a:grpSpLocks/>
                  </p:cNvGrpSpPr>
                  <p:nvPr/>
                </p:nvGrpSpPr>
                <p:grpSpPr bwMode="auto">
                  <a:xfrm>
                    <a:off x="890" y="3305"/>
                    <a:ext cx="343" cy="154"/>
                    <a:chOff x="844" y="3337"/>
                    <a:chExt cx="343" cy="154"/>
                  </a:xfrm>
                </p:grpSpPr>
                <p:sp>
                  <p:nvSpPr>
                    <p:cNvPr id="513" name="Rectangle 90">
                      <a:extLst>
                        <a:ext uri="{FF2B5EF4-FFF2-40B4-BE49-F238E27FC236}">
                          <a16:creationId xmlns:a16="http://schemas.microsoft.com/office/drawing/2014/main" id="{2A0E0B09-CBB2-0337-3127-FCE82E2A11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Text Box 91">
                      <a:extLst>
                        <a:ext uri="{FF2B5EF4-FFF2-40B4-BE49-F238E27FC236}">
                          <a16:creationId xmlns:a16="http://schemas.microsoft.com/office/drawing/2014/main" id="{DCC9EB55-B9CC-DE40-1D0C-FD33EEE9FF0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0" name="Group 92">
                    <a:extLst>
                      <a:ext uri="{FF2B5EF4-FFF2-40B4-BE49-F238E27FC236}">
                        <a16:creationId xmlns:a16="http://schemas.microsoft.com/office/drawing/2014/main" id="{5C1A88AF-B010-8CE0-D4D0-F3C23AC2E457}"/>
                      </a:ext>
                    </a:extLst>
                  </p:cNvPr>
                  <p:cNvGrpSpPr>
                    <a:grpSpLocks/>
                  </p:cNvGrpSpPr>
                  <p:nvPr/>
                </p:nvGrpSpPr>
                <p:grpSpPr bwMode="auto">
                  <a:xfrm>
                    <a:off x="836" y="3334"/>
                    <a:ext cx="354" cy="94"/>
                    <a:chOff x="836" y="3334"/>
                    <a:chExt cx="354" cy="94"/>
                  </a:xfrm>
                </p:grpSpPr>
                <p:sp>
                  <p:nvSpPr>
                    <p:cNvPr id="511" name="Rectangle 93">
                      <a:extLst>
                        <a:ext uri="{FF2B5EF4-FFF2-40B4-BE49-F238E27FC236}">
                          <a16:creationId xmlns:a16="http://schemas.microsoft.com/office/drawing/2014/main" id="{FF8D81C5-7795-64FF-D164-0CE46B3D0E0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2" name="Rectangle 94">
                      <a:extLst>
                        <a:ext uri="{FF2B5EF4-FFF2-40B4-BE49-F238E27FC236}">
                          <a16:creationId xmlns:a16="http://schemas.microsoft.com/office/drawing/2014/main" id="{CAD9C454-57B6-7FDD-AB18-BD8284DE7BA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07" name="Rectangle 95">
                  <a:extLst>
                    <a:ext uri="{FF2B5EF4-FFF2-40B4-BE49-F238E27FC236}">
                      <a16:creationId xmlns:a16="http://schemas.microsoft.com/office/drawing/2014/main" id="{1533B775-E47F-078C-DB28-140814E3DA5D}"/>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Rectangle 96">
                  <a:extLst>
                    <a:ext uri="{FF2B5EF4-FFF2-40B4-BE49-F238E27FC236}">
                      <a16:creationId xmlns:a16="http://schemas.microsoft.com/office/drawing/2014/main" id="{85F0D8A2-BD15-0F59-DF4E-6EA42A0056F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3" name="Rectangle 97">
                <a:extLst>
                  <a:ext uri="{FF2B5EF4-FFF2-40B4-BE49-F238E27FC236}">
                    <a16:creationId xmlns:a16="http://schemas.microsoft.com/office/drawing/2014/main" id="{00E6F632-CBE2-5E1D-706C-740D5D942A95}"/>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98">
                <a:extLst>
                  <a:ext uri="{FF2B5EF4-FFF2-40B4-BE49-F238E27FC236}">
                    <a16:creationId xmlns:a16="http://schemas.microsoft.com/office/drawing/2014/main" id="{F2A536AC-D768-40E5-F2E0-0EED32985A91}"/>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Rectangle 99">
                <a:extLst>
                  <a:ext uri="{FF2B5EF4-FFF2-40B4-BE49-F238E27FC236}">
                    <a16:creationId xmlns:a16="http://schemas.microsoft.com/office/drawing/2014/main" id="{49167D42-C5AC-06A7-ED0C-6194D4D84D36}"/>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2" name="Group 149">
              <a:extLst>
                <a:ext uri="{FF2B5EF4-FFF2-40B4-BE49-F238E27FC236}">
                  <a16:creationId xmlns:a16="http://schemas.microsoft.com/office/drawing/2014/main" id="{8D06C89B-7842-D62E-0C15-193FD4701C1A}"/>
                </a:ext>
              </a:extLst>
            </p:cNvPr>
            <p:cNvGrpSpPr>
              <a:grpSpLocks/>
            </p:cNvGrpSpPr>
            <p:nvPr/>
          </p:nvGrpSpPr>
          <p:grpSpPr bwMode="auto">
            <a:xfrm>
              <a:off x="1897557" y="3723492"/>
              <a:ext cx="544513" cy="244475"/>
              <a:chOff x="844" y="3337"/>
              <a:chExt cx="343" cy="154"/>
            </a:xfrm>
          </p:grpSpPr>
          <p:sp>
            <p:nvSpPr>
              <p:cNvPr id="563" name="Rectangle 150">
                <a:extLst>
                  <a:ext uri="{FF2B5EF4-FFF2-40B4-BE49-F238E27FC236}">
                    <a16:creationId xmlns:a16="http://schemas.microsoft.com/office/drawing/2014/main" id="{A5D14769-D450-F84D-FCFE-F4F9F562B73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4" name="Text Box 151">
                <a:extLst>
                  <a:ext uri="{FF2B5EF4-FFF2-40B4-BE49-F238E27FC236}">
                    <a16:creationId xmlns:a16="http://schemas.microsoft.com/office/drawing/2014/main" id="{48C2B0A5-43BC-2CB9-36E3-61E9DE038DC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65" name="Group 113">
              <a:extLst>
                <a:ext uri="{FF2B5EF4-FFF2-40B4-BE49-F238E27FC236}">
                  <a16:creationId xmlns:a16="http://schemas.microsoft.com/office/drawing/2014/main" id="{A7FCA731-95BF-7D72-15B0-185A589CEC5C}"/>
                </a:ext>
              </a:extLst>
            </p:cNvPr>
            <p:cNvGrpSpPr>
              <a:grpSpLocks/>
            </p:cNvGrpSpPr>
            <p:nvPr/>
          </p:nvGrpSpPr>
          <p:grpSpPr bwMode="auto">
            <a:xfrm>
              <a:off x="1434007" y="3526642"/>
              <a:ext cx="1081088" cy="1217613"/>
              <a:chOff x="1404" y="3105"/>
              <a:chExt cx="681" cy="767"/>
            </a:xfrm>
          </p:grpSpPr>
          <p:grpSp>
            <p:nvGrpSpPr>
              <p:cNvPr id="566" name="Group 114">
                <a:extLst>
                  <a:ext uri="{FF2B5EF4-FFF2-40B4-BE49-F238E27FC236}">
                    <a16:creationId xmlns:a16="http://schemas.microsoft.com/office/drawing/2014/main" id="{008E0BFD-FBF4-0B86-6671-92237C8FC75F}"/>
                  </a:ext>
                </a:extLst>
              </p:cNvPr>
              <p:cNvGrpSpPr>
                <a:grpSpLocks/>
              </p:cNvGrpSpPr>
              <p:nvPr/>
            </p:nvGrpSpPr>
            <p:grpSpPr bwMode="auto">
              <a:xfrm>
                <a:off x="1404" y="3355"/>
                <a:ext cx="681" cy="468"/>
                <a:chOff x="42" y="886"/>
                <a:chExt cx="681" cy="468"/>
              </a:xfrm>
            </p:grpSpPr>
            <p:grpSp>
              <p:nvGrpSpPr>
                <p:cNvPr id="571" name="Group 115">
                  <a:extLst>
                    <a:ext uri="{FF2B5EF4-FFF2-40B4-BE49-F238E27FC236}">
                      <a16:creationId xmlns:a16="http://schemas.microsoft.com/office/drawing/2014/main" id="{C9C3A4E6-D8CD-2791-3246-639BFC5FADB7}"/>
                    </a:ext>
                  </a:extLst>
                </p:cNvPr>
                <p:cNvGrpSpPr>
                  <a:grpSpLocks/>
                </p:cNvGrpSpPr>
                <p:nvPr/>
              </p:nvGrpSpPr>
              <p:grpSpPr bwMode="auto">
                <a:xfrm>
                  <a:off x="278" y="886"/>
                  <a:ext cx="397" cy="154"/>
                  <a:chOff x="740" y="3209"/>
                  <a:chExt cx="397" cy="154"/>
                </a:xfrm>
              </p:grpSpPr>
              <p:grpSp>
                <p:nvGrpSpPr>
                  <p:cNvPr id="613" name="Group 116">
                    <a:extLst>
                      <a:ext uri="{FF2B5EF4-FFF2-40B4-BE49-F238E27FC236}">
                        <a16:creationId xmlns:a16="http://schemas.microsoft.com/office/drawing/2014/main" id="{6F2E84CA-2A08-6E0F-34DD-7511C2DD03D2}"/>
                      </a:ext>
                    </a:extLst>
                  </p:cNvPr>
                  <p:cNvGrpSpPr>
                    <a:grpSpLocks/>
                  </p:cNvGrpSpPr>
                  <p:nvPr/>
                </p:nvGrpSpPr>
                <p:grpSpPr bwMode="auto">
                  <a:xfrm>
                    <a:off x="794" y="3209"/>
                    <a:ext cx="343" cy="154"/>
                    <a:chOff x="844" y="3337"/>
                    <a:chExt cx="343" cy="154"/>
                  </a:xfrm>
                </p:grpSpPr>
                <p:sp>
                  <p:nvSpPr>
                    <p:cNvPr id="616" name="Rectangle 117">
                      <a:extLst>
                        <a:ext uri="{FF2B5EF4-FFF2-40B4-BE49-F238E27FC236}">
                          <a16:creationId xmlns:a16="http://schemas.microsoft.com/office/drawing/2014/main" id="{0A9792AA-5F5B-3B9F-EB2D-84AC0E1411E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7" name="Text Box 118">
                      <a:extLst>
                        <a:ext uri="{FF2B5EF4-FFF2-40B4-BE49-F238E27FC236}">
                          <a16:creationId xmlns:a16="http://schemas.microsoft.com/office/drawing/2014/main" id="{C4009436-AB59-7FA3-E42B-6113C2F3F5A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614" name="Rectangle 119">
                    <a:extLst>
                      <a:ext uri="{FF2B5EF4-FFF2-40B4-BE49-F238E27FC236}">
                        <a16:creationId xmlns:a16="http://schemas.microsoft.com/office/drawing/2014/main" id="{DF63B568-8DD7-6263-82E5-59847C585193}"/>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5" name="Rectangle 120">
                    <a:extLst>
                      <a:ext uri="{FF2B5EF4-FFF2-40B4-BE49-F238E27FC236}">
                        <a16:creationId xmlns:a16="http://schemas.microsoft.com/office/drawing/2014/main" id="{6B0E1D5A-1D13-FD2E-667A-1B4E57E13F7A}"/>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72" name="Group 121">
                  <a:extLst>
                    <a:ext uri="{FF2B5EF4-FFF2-40B4-BE49-F238E27FC236}">
                      <a16:creationId xmlns:a16="http://schemas.microsoft.com/office/drawing/2014/main" id="{5A37573E-0A5B-79DC-CB80-A52779E5F523}"/>
                    </a:ext>
                  </a:extLst>
                </p:cNvPr>
                <p:cNvGrpSpPr>
                  <a:grpSpLocks/>
                </p:cNvGrpSpPr>
                <p:nvPr/>
              </p:nvGrpSpPr>
              <p:grpSpPr bwMode="auto">
                <a:xfrm>
                  <a:off x="278" y="1034"/>
                  <a:ext cx="397" cy="154"/>
                  <a:chOff x="836" y="3305"/>
                  <a:chExt cx="397" cy="154"/>
                </a:xfrm>
              </p:grpSpPr>
              <p:grpSp>
                <p:nvGrpSpPr>
                  <p:cNvPr id="607" name="Group 122">
                    <a:extLst>
                      <a:ext uri="{FF2B5EF4-FFF2-40B4-BE49-F238E27FC236}">
                        <a16:creationId xmlns:a16="http://schemas.microsoft.com/office/drawing/2014/main" id="{F7870C10-BA16-5C33-970F-689D035D9C2D}"/>
                      </a:ext>
                    </a:extLst>
                  </p:cNvPr>
                  <p:cNvGrpSpPr>
                    <a:grpSpLocks/>
                  </p:cNvGrpSpPr>
                  <p:nvPr/>
                </p:nvGrpSpPr>
                <p:grpSpPr bwMode="auto">
                  <a:xfrm>
                    <a:off x="890" y="3305"/>
                    <a:ext cx="343" cy="154"/>
                    <a:chOff x="844" y="3337"/>
                    <a:chExt cx="343" cy="154"/>
                  </a:xfrm>
                </p:grpSpPr>
                <p:sp>
                  <p:nvSpPr>
                    <p:cNvPr id="611" name="Rectangle 123">
                      <a:extLst>
                        <a:ext uri="{FF2B5EF4-FFF2-40B4-BE49-F238E27FC236}">
                          <a16:creationId xmlns:a16="http://schemas.microsoft.com/office/drawing/2014/main" id="{9DC693F4-1392-C121-6F10-177B6CDC334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2" name="Text Box 124">
                      <a:extLst>
                        <a:ext uri="{FF2B5EF4-FFF2-40B4-BE49-F238E27FC236}">
                          <a16:creationId xmlns:a16="http://schemas.microsoft.com/office/drawing/2014/main" id="{9B2FFA78-89AE-61E4-A984-9C5B335EBBC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608" name="Group 125">
                    <a:extLst>
                      <a:ext uri="{FF2B5EF4-FFF2-40B4-BE49-F238E27FC236}">
                        <a16:creationId xmlns:a16="http://schemas.microsoft.com/office/drawing/2014/main" id="{1BB18154-F18E-91E0-245D-56A431B10CB4}"/>
                      </a:ext>
                    </a:extLst>
                  </p:cNvPr>
                  <p:cNvGrpSpPr>
                    <a:grpSpLocks/>
                  </p:cNvGrpSpPr>
                  <p:nvPr/>
                </p:nvGrpSpPr>
                <p:grpSpPr bwMode="auto">
                  <a:xfrm>
                    <a:off x="836" y="3334"/>
                    <a:ext cx="354" cy="94"/>
                    <a:chOff x="836" y="3334"/>
                    <a:chExt cx="354" cy="94"/>
                  </a:xfrm>
                </p:grpSpPr>
                <p:sp>
                  <p:nvSpPr>
                    <p:cNvPr id="609" name="Rectangle 126">
                      <a:extLst>
                        <a:ext uri="{FF2B5EF4-FFF2-40B4-BE49-F238E27FC236}">
                          <a16:creationId xmlns:a16="http://schemas.microsoft.com/office/drawing/2014/main" id="{17ABEBFC-2646-9DDE-8D76-6A7F81B26F2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0" name="Rectangle 127">
                      <a:extLst>
                        <a:ext uri="{FF2B5EF4-FFF2-40B4-BE49-F238E27FC236}">
                          <a16:creationId xmlns:a16="http://schemas.microsoft.com/office/drawing/2014/main" id="{FF871736-A2EA-60DF-21C0-976B1BC1679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90" name="Group 128">
                  <a:extLst>
                    <a:ext uri="{FF2B5EF4-FFF2-40B4-BE49-F238E27FC236}">
                      <a16:creationId xmlns:a16="http://schemas.microsoft.com/office/drawing/2014/main" id="{A4B15BD8-B75A-CF54-B9EF-98055F7A13FB}"/>
                    </a:ext>
                  </a:extLst>
                </p:cNvPr>
                <p:cNvGrpSpPr>
                  <a:grpSpLocks/>
                </p:cNvGrpSpPr>
                <p:nvPr/>
              </p:nvGrpSpPr>
              <p:grpSpPr bwMode="auto">
                <a:xfrm>
                  <a:off x="165" y="1054"/>
                  <a:ext cx="480" cy="112"/>
                  <a:chOff x="627" y="3377"/>
                  <a:chExt cx="480" cy="112"/>
                </a:xfrm>
              </p:grpSpPr>
              <p:sp>
                <p:nvSpPr>
                  <p:cNvPr id="605" name="Rectangle 129">
                    <a:extLst>
                      <a:ext uri="{FF2B5EF4-FFF2-40B4-BE49-F238E27FC236}">
                        <a16:creationId xmlns:a16="http://schemas.microsoft.com/office/drawing/2014/main" id="{B74A01EF-C30D-12A8-A3BF-B1163EE55A2A}"/>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6" name="Rectangle 130">
                    <a:extLst>
                      <a:ext uri="{FF2B5EF4-FFF2-40B4-BE49-F238E27FC236}">
                        <a16:creationId xmlns:a16="http://schemas.microsoft.com/office/drawing/2014/main" id="{82B166F4-7DF9-98E4-4BBD-1520B68BFEFC}"/>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1" name="Group 131">
                  <a:extLst>
                    <a:ext uri="{FF2B5EF4-FFF2-40B4-BE49-F238E27FC236}">
                      <a16:creationId xmlns:a16="http://schemas.microsoft.com/office/drawing/2014/main" id="{9E22E876-51B8-3BEB-CFA8-E8C7168A2A8B}"/>
                    </a:ext>
                  </a:extLst>
                </p:cNvPr>
                <p:cNvGrpSpPr>
                  <a:grpSpLocks/>
                </p:cNvGrpSpPr>
                <p:nvPr/>
              </p:nvGrpSpPr>
              <p:grpSpPr bwMode="auto">
                <a:xfrm>
                  <a:off x="42" y="1200"/>
                  <a:ext cx="681" cy="154"/>
                  <a:chOff x="504" y="3523"/>
                  <a:chExt cx="681" cy="154"/>
                </a:xfrm>
              </p:grpSpPr>
              <p:grpSp>
                <p:nvGrpSpPr>
                  <p:cNvPr id="592" name="Group 132">
                    <a:extLst>
                      <a:ext uri="{FF2B5EF4-FFF2-40B4-BE49-F238E27FC236}">
                        <a16:creationId xmlns:a16="http://schemas.microsoft.com/office/drawing/2014/main" id="{B65FF466-44CF-552E-3A0E-CF880B0C8337}"/>
                      </a:ext>
                    </a:extLst>
                  </p:cNvPr>
                  <p:cNvGrpSpPr>
                    <a:grpSpLocks/>
                  </p:cNvGrpSpPr>
                  <p:nvPr/>
                </p:nvGrpSpPr>
                <p:grpSpPr bwMode="auto">
                  <a:xfrm>
                    <a:off x="623" y="3523"/>
                    <a:ext cx="510" cy="154"/>
                    <a:chOff x="723" y="3453"/>
                    <a:chExt cx="510" cy="154"/>
                  </a:xfrm>
                </p:grpSpPr>
                <p:grpSp>
                  <p:nvGrpSpPr>
                    <p:cNvPr id="596" name="Group 133">
                      <a:extLst>
                        <a:ext uri="{FF2B5EF4-FFF2-40B4-BE49-F238E27FC236}">
                          <a16:creationId xmlns:a16="http://schemas.microsoft.com/office/drawing/2014/main" id="{ADA72CC1-87C8-D531-728F-6372B42FF55E}"/>
                        </a:ext>
                      </a:extLst>
                    </p:cNvPr>
                    <p:cNvGrpSpPr>
                      <a:grpSpLocks/>
                    </p:cNvGrpSpPr>
                    <p:nvPr/>
                  </p:nvGrpSpPr>
                  <p:grpSpPr bwMode="auto">
                    <a:xfrm>
                      <a:off x="836" y="3453"/>
                      <a:ext cx="397" cy="154"/>
                      <a:chOff x="836" y="3305"/>
                      <a:chExt cx="397" cy="154"/>
                    </a:xfrm>
                  </p:grpSpPr>
                  <p:grpSp>
                    <p:nvGrpSpPr>
                      <p:cNvPr id="599" name="Group 134">
                        <a:extLst>
                          <a:ext uri="{FF2B5EF4-FFF2-40B4-BE49-F238E27FC236}">
                            <a16:creationId xmlns:a16="http://schemas.microsoft.com/office/drawing/2014/main" id="{CAB8BD1B-4EC7-AB77-B684-E93AD709F8E9}"/>
                          </a:ext>
                        </a:extLst>
                      </p:cNvPr>
                      <p:cNvGrpSpPr>
                        <a:grpSpLocks/>
                      </p:cNvGrpSpPr>
                      <p:nvPr/>
                    </p:nvGrpSpPr>
                    <p:grpSpPr bwMode="auto">
                      <a:xfrm>
                        <a:off x="890" y="3305"/>
                        <a:ext cx="343" cy="154"/>
                        <a:chOff x="844" y="3337"/>
                        <a:chExt cx="343" cy="154"/>
                      </a:xfrm>
                    </p:grpSpPr>
                    <p:sp>
                      <p:nvSpPr>
                        <p:cNvPr id="603" name="Rectangle 135">
                          <a:extLst>
                            <a:ext uri="{FF2B5EF4-FFF2-40B4-BE49-F238E27FC236}">
                              <a16:creationId xmlns:a16="http://schemas.microsoft.com/office/drawing/2014/main" id="{02DF002D-7A36-D360-EE88-29F8FD28943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4" name="Text Box 136">
                          <a:extLst>
                            <a:ext uri="{FF2B5EF4-FFF2-40B4-BE49-F238E27FC236}">
                              <a16:creationId xmlns:a16="http://schemas.microsoft.com/office/drawing/2014/main" id="{AEAC79B5-CF65-818C-D94F-E87AF25EEA0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600" name="Group 137">
                        <a:extLst>
                          <a:ext uri="{FF2B5EF4-FFF2-40B4-BE49-F238E27FC236}">
                            <a16:creationId xmlns:a16="http://schemas.microsoft.com/office/drawing/2014/main" id="{C4B6BB9F-26A0-B1DA-9737-F311249E23B1}"/>
                          </a:ext>
                        </a:extLst>
                      </p:cNvPr>
                      <p:cNvGrpSpPr>
                        <a:grpSpLocks/>
                      </p:cNvGrpSpPr>
                      <p:nvPr/>
                    </p:nvGrpSpPr>
                    <p:grpSpPr bwMode="auto">
                      <a:xfrm>
                        <a:off x="836" y="3334"/>
                        <a:ext cx="354" cy="94"/>
                        <a:chOff x="836" y="3334"/>
                        <a:chExt cx="354" cy="94"/>
                      </a:xfrm>
                    </p:grpSpPr>
                    <p:sp>
                      <p:nvSpPr>
                        <p:cNvPr id="601" name="Rectangle 138">
                          <a:extLst>
                            <a:ext uri="{FF2B5EF4-FFF2-40B4-BE49-F238E27FC236}">
                              <a16:creationId xmlns:a16="http://schemas.microsoft.com/office/drawing/2014/main" id="{67E85291-633E-9C2A-A3A8-48F244CDD9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2" name="Rectangle 139">
                          <a:extLst>
                            <a:ext uri="{FF2B5EF4-FFF2-40B4-BE49-F238E27FC236}">
                              <a16:creationId xmlns:a16="http://schemas.microsoft.com/office/drawing/2014/main" id="{A631BAD8-EF4F-221A-D478-C6486B914A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7" name="Rectangle 140">
                      <a:extLst>
                        <a:ext uri="{FF2B5EF4-FFF2-40B4-BE49-F238E27FC236}">
                          <a16:creationId xmlns:a16="http://schemas.microsoft.com/office/drawing/2014/main" id="{28524AE1-D267-3451-95DE-F8EF93074B52}"/>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8" name="Rectangle 141">
                      <a:extLst>
                        <a:ext uri="{FF2B5EF4-FFF2-40B4-BE49-F238E27FC236}">
                          <a16:creationId xmlns:a16="http://schemas.microsoft.com/office/drawing/2014/main" id="{77E3D363-B19C-11CE-4E0E-995B4BC13893}"/>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3" name="Rectangle 142">
                    <a:extLst>
                      <a:ext uri="{FF2B5EF4-FFF2-40B4-BE49-F238E27FC236}">
                        <a16:creationId xmlns:a16="http://schemas.microsoft.com/office/drawing/2014/main" id="{471179FE-918F-4EBC-A50D-BA41FA6D0F2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4" name="Rectangle 143">
                    <a:extLst>
                      <a:ext uri="{FF2B5EF4-FFF2-40B4-BE49-F238E27FC236}">
                        <a16:creationId xmlns:a16="http://schemas.microsoft.com/office/drawing/2014/main" id="{5ED35C43-10FB-DD28-A628-C1A5867B4ADC}"/>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5" name="Rectangle 144">
                    <a:extLst>
                      <a:ext uri="{FF2B5EF4-FFF2-40B4-BE49-F238E27FC236}">
                        <a16:creationId xmlns:a16="http://schemas.microsoft.com/office/drawing/2014/main" id="{4AFCBC12-2B25-491F-2D2B-B7D890F2B08F}"/>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67" name="AutoShape 145">
                <a:extLst>
                  <a:ext uri="{FF2B5EF4-FFF2-40B4-BE49-F238E27FC236}">
                    <a16:creationId xmlns:a16="http://schemas.microsoft.com/office/drawing/2014/main" id="{F3245574-DFBF-2AB2-8079-3D74BAFE48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8" name="Group 146">
                <a:extLst>
                  <a:ext uri="{FF2B5EF4-FFF2-40B4-BE49-F238E27FC236}">
                    <a16:creationId xmlns:a16="http://schemas.microsoft.com/office/drawing/2014/main" id="{AEACC105-8014-AF42-9734-A0BBB62C15DE}"/>
                  </a:ext>
                </a:extLst>
              </p:cNvPr>
              <p:cNvGrpSpPr>
                <a:grpSpLocks/>
              </p:cNvGrpSpPr>
              <p:nvPr/>
            </p:nvGrpSpPr>
            <p:grpSpPr bwMode="auto">
              <a:xfrm>
                <a:off x="1695" y="3227"/>
                <a:ext cx="343" cy="154"/>
                <a:chOff x="844" y="3337"/>
                <a:chExt cx="343" cy="154"/>
              </a:xfrm>
            </p:grpSpPr>
            <p:sp>
              <p:nvSpPr>
                <p:cNvPr id="569" name="Rectangle 147">
                  <a:extLst>
                    <a:ext uri="{FF2B5EF4-FFF2-40B4-BE49-F238E27FC236}">
                      <a16:creationId xmlns:a16="http://schemas.microsoft.com/office/drawing/2014/main" id="{53CC7C66-0851-66B9-4981-DDE405E59D0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0" name="Text Box 148">
                  <a:extLst>
                    <a:ext uri="{FF2B5EF4-FFF2-40B4-BE49-F238E27FC236}">
                      <a16:creationId xmlns:a16="http://schemas.microsoft.com/office/drawing/2014/main" id="{EB6A45A7-C1EB-E452-3D02-4A26421162B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sp>
        <p:nvSpPr>
          <p:cNvPr id="618" name="Rectangle 152">
            <a:extLst>
              <a:ext uri="{FF2B5EF4-FFF2-40B4-BE49-F238E27FC236}">
                <a16:creationId xmlns:a16="http://schemas.microsoft.com/office/drawing/2014/main" id="{75136212-9FBF-E376-847E-B63BAADC4AE1}"/>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619" name="Rectangle 153">
            <a:extLst>
              <a:ext uri="{FF2B5EF4-FFF2-40B4-BE49-F238E27FC236}">
                <a16:creationId xmlns:a16="http://schemas.microsoft.com/office/drawing/2014/main" id="{29A33C1C-BE8B-B9E8-3E35-D9C8B7AD76CA}"/>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620" name="Rectangle 154">
            <a:extLst>
              <a:ext uri="{FF2B5EF4-FFF2-40B4-BE49-F238E27FC236}">
                <a16:creationId xmlns:a16="http://schemas.microsoft.com/office/drawing/2014/main" id="{2421DF6B-0CEC-0934-70FB-A233BB58904B}"/>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Tree>
    <p:extLst>
      <p:ext uri="{BB962C8B-B14F-4D97-AF65-F5344CB8AC3E}">
        <p14:creationId xmlns:p14="http://schemas.microsoft.com/office/powerpoint/2010/main" val="207390664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 5</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2" name="Group 1" descr="DHCP example">
            <a:extLst>
              <a:ext uri="{FF2B5EF4-FFF2-40B4-BE49-F238E27FC236}">
                <a16:creationId xmlns:a16="http://schemas.microsoft.com/office/drawing/2014/main" id="{04F667D2-C70B-425F-CC28-FBF04B2B5E67}"/>
              </a:ext>
            </a:extLst>
          </p:cNvPr>
          <p:cNvGrpSpPr/>
          <p:nvPr/>
        </p:nvGrpSpPr>
        <p:grpSpPr>
          <a:xfrm>
            <a:off x="1867395" y="1818495"/>
            <a:ext cx="3814762" cy="3454400"/>
            <a:chOff x="1867395" y="1818495"/>
            <a:chExt cx="3814762" cy="345440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Tree>
    <p:extLst>
      <p:ext uri="{BB962C8B-B14F-4D97-AF65-F5344CB8AC3E}">
        <p14:creationId xmlns:p14="http://schemas.microsoft.com/office/powerpoint/2010/main" val="312695459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209420-3AAB-4447-FD0D-A3182FD9181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8954DEC-8341-1F26-A891-92154569C962}"/>
              </a:ext>
            </a:extLst>
          </p:cNvPr>
          <p:cNvSpPr>
            <a:spLocks noGrp="1"/>
          </p:cNvSpPr>
          <p:nvPr>
            <p:ph type="title"/>
          </p:nvPr>
        </p:nvSpPr>
        <p:spPr>
          <a:xfrm>
            <a:off x="838200" y="311144"/>
            <a:ext cx="10515600" cy="894622"/>
          </a:xfrm>
        </p:spPr>
        <p:txBody>
          <a:bodyPr/>
          <a:lstStyle/>
          <a:p>
            <a:r>
              <a:rPr lang="en-US" dirty="0"/>
              <a:t>DHCP: example 6</a:t>
            </a:r>
          </a:p>
        </p:txBody>
      </p:sp>
      <p:sp>
        <p:nvSpPr>
          <p:cNvPr id="1301" name="Rectangle 3">
            <a:extLst>
              <a:ext uri="{FF2B5EF4-FFF2-40B4-BE49-F238E27FC236}">
                <a16:creationId xmlns:a16="http://schemas.microsoft.com/office/drawing/2014/main" id="{F71E8CF7-EDFB-8581-A55D-CC49D5418088}"/>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7" name="Rectangle 148">
            <a:extLst>
              <a:ext uri="{FF2B5EF4-FFF2-40B4-BE49-F238E27FC236}">
                <a16:creationId xmlns:a16="http://schemas.microsoft.com/office/drawing/2014/main" id="{5B141BAF-DE3C-F5AA-1E9A-7F601337B1EF}"/>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2" name="Group 1" descr="DHCP example">
            <a:extLst>
              <a:ext uri="{FF2B5EF4-FFF2-40B4-BE49-F238E27FC236}">
                <a16:creationId xmlns:a16="http://schemas.microsoft.com/office/drawing/2014/main" id="{C1C99334-7D63-EF82-2EA6-2AF927A3E8BA}"/>
              </a:ext>
            </a:extLst>
          </p:cNvPr>
          <p:cNvGrpSpPr/>
          <p:nvPr/>
        </p:nvGrpSpPr>
        <p:grpSpPr>
          <a:xfrm>
            <a:off x="1165720" y="1526395"/>
            <a:ext cx="4516437" cy="3746500"/>
            <a:chOff x="1165720" y="1526395"/>
            <a:chExt cx="4516437" cy="3746500"/>
          </a:xfrm>
        </p:grpSpPr>
        <p:sp>
          <p:nvSpPr>
            <p:cNvPr id="1302" name="Freeform 3">
              <a:extLst>
                <a:ext uri="{FF2B5EF4-FFF2-40B4-BE49-F238E27FC236}">
                  <a16:creationId xmlns:a16="http://schemas.microsoft.com/office/drawing/2014/main" id="{410CDDE7-3ADF-BDA9-BA7C-23812C95C477}"/>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63A7EC58-BEC1-690C-580B-A110295FAB01}"/>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10FBE086-DF36-60B4-1A09-5CF6C0B88EE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A07E532D-D6AC-F1C9-87BF-42D0725491F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2B58E6C8-54D7-40F8-5F03-61E697F2F305}"/>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F9FAC668-FBC0-8B32-2748-F5A52C6E9AB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424FA56A-788C-7F64-2B56-5B81339800F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B64FE583-F0F1-09C2-FAF0-EF4E225D647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EDF9C69E-3B6F-A110-0B16-D3DB99348C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A43CF5F7-7AE0-9C99-85C3-23C9851682B2}"/>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7E0BA3F7-E6BE-D3EC-F2FA-20DD26A737D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44354820-AAA9-4AD8-0197-1BB95482647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61917B7A-2A20-02E2-A9CF-0376CD4EE810}"/>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3189B4B3-FCCA-0836-9226-A876E1CF55A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804B38EC-B271-CF78-A1A3-D7E033C83D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42096D9E-6A86-C152-53D9-BA9DB7E5690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C494987B-9428-E3D6-FBF3-C9F36D2462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304" name="Line 43">
              <a:extLst>
                <a:ext uri="{FF2B5EF4-FFF2-40B4-BE49-F238E27FC236}">
                  <a16:creationId xmlns:a16="http://schemas.microsoft.com/office/drawing/2014/main" id="{91FF815C-2DF1-2FDA-CF08-BA8C5793C584}"/>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954661B-9EA5-875F-0A10-5931113203D4}"/>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08" name="Group 153">
              <a:extLst>
                <a:ext uri="{FF2B5EF4-FFF2-40B4-BE49-F238E27FC236}">
                  <a16:creationId xmlns:a16="http://schemas.microsoft.com/office/drawing/2014/main" id="{E0E18532-051D-35BF-EF53-7767AAD7DAC3}"/>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4579CE0B-FA20-135A-A00E-FF53CBC78C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B7D1D11D-24BC-53E0-3CEA-B7701FCB7A24}"/>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4F6A833F-B5F1-83DE-8DEB-FFF9FA5BBA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3CB17326-FE0F-E7A4-A074-706BB28EF54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77460089-37EA-D0BE-321E-50AB7C9B7A4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568F8D51-9FC3-A95C-CEDB-88FD3CAEFA69}"/>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1F610289-9D89-9855-C833-2508F24B2FBF}"/>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993EE4D3-8970-60C2-34D8-627FD71CEE4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831F3C65-58B1-CFD8-18CD-FBF60C2F2B3F}"/>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FE5851BE-1361-F5AF-3A04-5C992182329F}"/>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7A2A4FF9-F1CB-2467-D58E-D374CB6EA93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C621C520-2B97-F1A3-CF6A-89DBA34B738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06CACE76-0B96-A205-E12F-96ED1D27BAC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DD92B72F-1D9E-F1FB-744D-DD206F4CC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0820852E-D899-9193-1996-2A7023F5627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16F15013-FC31-85CB-F42A-E5C78E8B67D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727D897E-C753-18FD-05C0-D47483E8F901}"/>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FB937974-7647-540D-7CA1-88DE769E2408}"/>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DAE058A2-8A4F-8230-8BE9-379E783702B1}"/>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62DB56CD-EED6-FE98-3FC8-B1C88FD9681C}"/>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6409B78B-4446-7FB8-132D-FCCB473C89CA}"/>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933423D1-9A0B-455E-4E50-77D799921B0E}"/>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2285C33D-CCDF-9E6A-5CE8-7E297CEC9DC2}"/>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FB3EC4E2-AE27-DB92-3BCA-379F1F3555A6}"/>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BC73CC0C-D550-332D-B095-8E4D4552BC05}"/>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531C8D2F-FFBE-A336-30E9-EFF7367DF4A5}"/>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FC6380-0333-839D-834A-2E86F52F4846}"/>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3EF21FA7-C869-4948-8F8D-33FF70AE44C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71441F1-DB30-56F2-CB6F-79C4DE1E4732}"/>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8A740D28-D352-31B0-BC92-F44D14B196CA}"/>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91EF4659-F426-21C0-BF61-60853C16304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BEE7F96E-79DB-CAE2-265B-7DC258EB77C0}"/>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C388FD2D-22B7-9D23-E062-8F1B5EA66DB4}"/>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BD4B4F00-9DB8-8547-772B-D1C9F38C691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49851183-3CD4-4D1E-EEA8-6938B521B3D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D168A3BF-F30A-F4B6-C86A-14BD257B3DB9}"/>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470C84B9-CA63-9832-B27B-2E4B7ACF4AD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77688150-758B-31A8-8AD4-599EEC3C8C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5E95C7CB-844B-8E3E-EE60-E58E61AFCFBE}"/>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C28503B5-655D-2A58-E1F0-8283A48006DF}"/>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6C772664-CC91-32E8-D665-4F11789F4977}"/>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FF776FD1-E01D-5F7B-8145-539A8DFCECF0}"/>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D5301EC1-26F4-0267-43FE-FB3786801615}"/>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2EE8B92A-ECDF-5C54-B87F-ACBAC7E04C70}"/>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6EA7EAC6-9626-D2D9-6B0E-FD9D83FF97B0}"/>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8E52DC20-6731-8F89-51C6-BA26DDC85DE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728580CF-08D3-BC55-9300-20C91006F5C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FA2B0513-C88C-E148-881B-01AE77F64218}"/>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702A5EDB-7F6A-062F-D6CC-28DB24E56AA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FA6A2C9C-909B-A9C9-E652-A9557FFD8CA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53C7CD38-1C51-0276-37CF-1A7B8D2E3723}"/>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1D51E87D-70A5-AC61-5E7C-5CCB250C4F01}"/>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55A58D0D-7A2D-DEFA-E22C-57C1C2D725C9}"/>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E4F84D01-498A-7F54-03E8-BC88FE99146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9AF6E6B-B0A2-17D2-B880-2430F82004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CA8E2855-C213-3DBB-B966-98E89E8A5208}"/>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2256CA0C-B8F8-0D2E-02EC-1BA468BEE412}"/>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D89ACEC6-B988-6EB0-4B17-EC42157E5969}"/>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C513EDC1-D202-2DC2-ABC9-14FD086C658E}"/>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0F7865CB-7016-3B0B-D211-E3ABEABCB1C1}"/>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500E8F22-57CC-04B4-3FCD-3BBBD3222D1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908DF13E-C00C-16A3-436C-B1A7D7BFF0A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E9EA03FC-5C41-138E-83FE-5B0CB64EC5D8}"/>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DB9374A5-244D-B53F-C879-445E6A79671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0B0FE2DD-ABA7-CB48-6A9F-6766C130F41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DEB7E01E-6F96-24E3-034F-9D3E703A9AAB}"/>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B16F2F23-709C-41CD-AFD4-E913B8D88B4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FE798496-A6DE-91A9-8994-E125AD8A9E8E}"/>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34C14300-24FA-A51B-7ACA-181979D008D2}"/>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B3DBB87E-9A37-BAAF-03FE-06BF2A1AE95D}"/>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7B9C8C82-E203-855C-A899-EC6EA48C1285}"/>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788FFD58-BF04-5929-E9E8-98D09443B15A}"/>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0D12525F-B9D1-2FCB-3898-7E12AA37F1E0}"/>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585B1A56-7C71-9CC3-B355-3564330333F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C2C667A5-5018-40D3-38BE-82CC9EE0B492}"/>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22909452-CDFB-A106-E8AD-F6F560F6BE65}"/>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EB449A68-998E-EC5A-87CC-E3ABA977F577}"/>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EA852EB-6C28-584C-9EB2-0CA623BA4502}"/>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A9BD9823-F66F-E328-FE09-9A6239FFE59B}"/>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247F4293-1AA0-F700-F1D4-267251723A19}"/>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2FB4EB7C-D258-ACC6-20A6-2A2BCD7191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19A4E7E4-E2DB-6A22-6EE1-6632FFCD56F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1D20FCF0-F35F-E06C-E94C-36EAA5246498}"/>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980E683-F52D-B717-EEBA-2FE996A4E036}"/>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D48F2DF7-1430-0C20-417A-FADEA64C3C3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EEBC1565-256B-2794-DF1E-E34832300CEE}"/>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0C438963-65FF-E2DA-3108-388905062382}"/>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238F9878-B3E7-27F6-C1CF-174F33F1E8B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6F81CADB-FBFC-B786-7793-66BFA79C8E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03577791-0C89-43FD-A633-769E3FADBAD2}"/>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98506CD5-0E1F-6C0D-B98D-589057D2073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B48E64B8-6B11-7E26-81FB-7EBA4BFC8857}"/>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EA4686E0-DA2D-471A-52E7-A467F53D1954}"/>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52571899-7758-B229-1BF8-7D934853DDFE}"/>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32122FAE-6C00-91C0-A03E-30DDA633ADEE}"/>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2364F539-16B0-748C-77F1-C60ECFE107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A0D14B4A-ED1B-37AA-CA0A-D1DC6BFB52D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6293FF52-74BC-B745-32F1-948A839FAA7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DF1D4607-B4C5-1BB9-C2E6-9644C1796CFA}"/>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BD0A825-645F-F13C-5C08-62F76F1CA2FC}"/>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B50C4FD8-512D-A159-D0AC-BEB6B5F14CC1}"/>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83E8C088-A5B7-E926-BEB6-A063A2B9720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26A8851A-CD4B-E368-7168-4855CBCFE50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993EBE4A-033E-AC7D-F48D-276181B44255}"/>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AF4D00F7-861E-42F3-4F12-61DE3536840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32B4A385-7DAA-225A-24CD-2B1D7805D53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27059CA8-140D-F6E1-EE52-54BC9E44EF47}"/>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6C5EF934-3463-A169-9A96-642A725DA27A}"/>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A2956BAC-F030-8FF3-EFFC-15DB2E289DBE}"/>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2E9DD3A6-5728-3EF1-6F9F-53840F8ED0AE}"/>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C420C4B1-9BBB-BC5F-AFCF-6C9B27B1EC47}"/>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274267BC-F9BF-5978-1698-BF6BF05FD2AC}"/>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A4A277AC-6A8A-8C0B-B1C9-A97A37238E1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F8141598-A3E1-E76B-C7E4-5727D46B22A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6810816A-1753-3EDD-E989-6B4AD86FEC5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0CF06891-487A-6B3C-FFA2-E00498C5BD18}"/>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858D0DCB-E68E-BB4A-61AC-B57C63C426D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AAEE56AE-AF42-DBC8-3D2D-1E00717976F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802AFC02-1EFC-64C4-6EB9-E269BBA72950}"/>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B324C874-0E36-5B0C-C94D-FDCBD4CEB6B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0F9A4728-BDD2-0036-BD6C-60EFF48305A6}"/>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2C7A8C72-59AF-5588-0B40-CB3E79F3B3F9}"/>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45976D0B-CBB3-F80C-C4AF-A2FD02129A3F}"/>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146CC35F-45C4-2E92-E52F-B845C0752177}"/>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8DAC5D03-0E8B-0D1F-14EF-5CAEB5EAB694}"/>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0AAAB1B7-FF29-EFD6-E500-DEE6F72F622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555008F8-7695-E3D4-A1B9-331F5515E683}"/>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1341" name="Group 186">
              <a:extLst>
                <a:ext uri="{FF2B5EF4-FFF2-40B4-BE49-F238E27FC236}">
                  <a16:creationId xmlns:a16="http://schemas.microsoft.com/office/drawing/2014/main" id="{C1B2D87D-BA3D-0EDF-985D-90EA83CDD10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652252F2-F8C2-4722-4AAC-9AE0A1AB5EA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91582889-FF58-F7D6-8927-5C6D759A0E45}"/>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0275CEC2-284E-CA26-D282-5F5CD30836A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E72BB023-A7A9-0C04-1E22-8063D60FCF8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CE5E4984-44B9-CE24-76BC-5C6751413AC8}"/>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781D97D9-3822-7AA4-2018-D771CFDD726E}"/>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BCA7B260-1D1F-4582-506A-F20564B7FCB7}"/>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52761BCA-729F-B4CE-5CF7-98248BA1F0C8}"/>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D73832A7-28FF-5DB8-2BC8-CB9EA79221B0}"/>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92B16ACA-1388-A4D3-A9B9-7071DEFF38DA}"/>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5C89B302-6FD9-749B-18E9-E86BEBA027A9}"/>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ECA9FF26-6249-E3FC-12E7-2DA8A830F435}"/>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4B77E2EA-18D8-552E-37BD-7DEE5D9A4768}"/>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FC371B0-BC63-1D89-2D2C-02F7C2522463}"/>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A73FFBB8-3203-0ED5-732E-DDF9BF58EA7B}"/>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FC9161DC-5105-EA82-7AFB-B7F45E3AFC7B}"/>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08AE86BB-EFB0-3B0B-B97E-8AE25EC3087E}"/>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53C99D49-1EA4-864D-CC40-B915F21B7E2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6D92F3A5-D60F-7B13-2AD0-AC0F4461C7DF}"/>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757E783F-4030-B90D-25E0-72EB8B36E35D}"/>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3780F0ED-B3BD-3E61-E46A-3B6D33237E60}"/>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1E24C4B5-6033-A827-3256-932F7E373C27}"/>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DEA88600-0D63-2588-D2B6-6E1B02D50C7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F0E410E7-95DC-A701-37AE-3BF5E37FF50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12B96FCA-3F8A-782A-5390-B2A16264CA2F}"/>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53CF50E9-A89E-1270-6F4E-FE14158451C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0991951F-2CD7-47AA-8FEE-7C1558C4A38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B3BE354D-3E39-A132-9345-33439413E1B9}"/>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00E883DD-3E14-DD25-FE4C-C869BBBDA3FD}"/>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6D1E1AF-2CA1-50F2-FB34-1D50A0A3A795}"/>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52FFFA25-601A-1623-139A-E182A3AA8BE5}"/>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AA6EE93E-8F06-5B20-A29C-36EB6945E757}"/>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Tree>
    <p:extLst>
      <p:ext uri="{BB962C8B-B14F-4D97-AF65-F5344CB8AC3E}">
        <p14:creationId xmlns:p14="http://schemas.microsoft.com/office/powerpoint/2010/main" val="410556112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D75A69-88DD-5838-9E76-79459E6353E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3B9CF75-D2B8-D1C4-2B01-308101629455}"/>
              </a:ext>
            </a:extLst>
          </p:cNvPr>
          <p:cNvSpPr>
            <a:spLocks noGrp="1"/>
          </p:cNvSpPr>
          <p:nvPr>
            <p:ph type="title"/>
          </p:nvPr>
        </p:nvSpPr>
        <p:spPr>
          <a:xfrm>
            <a:off x="838200" y="311144"/>
            <a:ext cx="10515600" cy="894622"/>
          </a:xfrm>
        </p:spPr>
        <p:txBody>
          <a:bodyPr/>
          <a:lstStyle/>
          <a:p>
            <a:r>
              <a:rPr lang="en-US" dirty="0"/>
              <a:t>DHCP: example 7</a:t>
            </a:r>
          </a:p>
        </p:txBody>
      </p:sp>
      <p:sp>
        <p:nvSpPr>
          <p:cNvPr id="1301" name="Rectangle 3">
            <a:extLst>
              <a:ext uri="{FF2B5EF4-FFF2-40B4-BE49-F238E27FC236}">
                <a16:creationId xmlns:a16="http://schemas.microsoft.com/office/drawing/2014/main" id="{55D4570D-EC45-E308-7A6E-03FDDAB49A6D}"/>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7" name="Rectangle 148">
            <a:extLst>
              <a:ext uri="{FF2B5EF4-FFF2-40B4-BE49-F238E27FC236}">
                <a16:creationId xmlns:a16="http://schemas.microsoft.com/office/drawing/2014/main" id="{9F0EFC72-AC1F-2A5D-6DA4-238F0CBCD540}"/>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sp>
        <p:nvSpPr>
          <p:cNvPr id="1485" name="Rectangle 226">
            <a:extLst>
              <a:ext uri="{FF2B5EF4-FFF2-40B4-BE49-F238E27FC236}">
                <a16:creationId xmlns:a16="http://schemas.microsoft.com/office/drawing/2014/main" id="{10CD8049-E350-8C8E-9FAC-7E3ACA388D22}"/>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6" name="Group 5" descr="DHCP example">
            <a:extLst>
              <a:ext uri="{FF2B5EF4-FFF2-40B4-BE49-F238E27FC236}">
                <a16:creationId xmlns:a16="http://schemas.microsoft.com/office/drawing/2014/main" id="{C5D0041B-1696-8408-BE22-E1FA62EAB41D}"/>
              </a:ext>
            </a:extLst>
          </p:cNvPr>
          <p:cNvGrpSpPr/>
          <p:nvPr/>
        </p:nvGrpSpPr>
        <p:grpSpPr>
          <a:xfrm>
            <a:off x="1614982" y="1707367"/>
            <a:ext cx="4067175" cy="3565528"/>
            <a:chOff x="1614982" y="1707367"/>
            <a:chExt cx="4067175" cy="3565528"/>
          </a:xfrm>
        </p:grpSpPr>
        <p:sp>
          <p:nvSpPr>
            <p:cNvPr id="1302" name="Freeform 3">
              <a:extLst>
                <a:ext uri="{FF2B5EF4-FFF2-40B4-BE49-F238E27FC236}">
                  <a16:creationId xmlns:a16="http://schemas.microsoft.com/office/drawing/2014/main" id="{48B8FF11-8422-A8A6-6BCF-A1F72515ECCF}"/>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C38BC294-A44A-4C6A-D796-145A22DCA176}"/>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7E9EF8D7-B7AD-A156-C096-EB2207B05E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E15F199-5F8C-0601-CA00-85093F02F14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A043758A-0995-4AF5-2F88-E69DEDE0E230}"/>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499FCDD9-976D-CEF3-91E0-D2F0E817F8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1444BC81-2338-BDD1-CDE8-9CFC96F348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2FB07BF7-2EEE-7BC9-88F5-A1530CA192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4BD9424C-382C-48B8-73D9-7461642EF5C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EFC134E3-8B46-36F1-5F00-FB1CEB5D576C}"/>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659AA88B-46BB-9B6B-16DE-C80FB66060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501C887C-CE7F-A588-CC65-CD73C6F265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11CA642C-041F-C8E4-FB71-3C38BF1EF947}"/>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998742EF-7CFF-A130-E170-F88CD01FC22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7CACC257-FAEB-3E4F-2A90-CED302B98A3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3CE016EC-1E4B-9D7B-C7EA-F398DEA176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34BB39D7-17A2-D344-2834-47A678F79F9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304" name="Line 43">
              <a:extLst>
                <a:ext uri="{FF2B5EF4-FFF2-40B4-BE49-F238E27FC236}">
                  <a16:creationId xmlns:a16="http://schemas.microsoft.com/office/drawing/2014/main" id="{3D48AC00-6EAA-C11A-EC06-D1E712C869FC}"/>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967886CC-CDF4-0498-3E53-C9DA906C1C9D}"/>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08" name="Group 153">
              <a:extLst>
                <a:ext uri="{FF2B5EF4-FFF2-40B4-BE49-F238E27FC236}">
                  <a16:creationId xmlns:a16="http://schemas.microsoft.com/office/drawing/2014/main" id="{EE585AD1-78A9-F4E2-8C35-D595009C0B2C}"/>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8BFBA95F-57A9-DFFE-EBA2-96E3B73CA1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71E23551-AC42-A829-20AF-1111B8FB63B8}"/>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219B2D32-9333-6379-8080-504A9A2840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6A29871D-D00F-9B98-1C3D-AB4F01D41B34}"/>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EC86D190-33AC-90FA-B6A0-900A4F61CD73}"/>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B0690D1E-67DF-BE7C-FBA6-4FE53B152CBB}"/>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90BB93F1-DC1A-254B-EA27-A0D195D11422}"/>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4D02FE9E-5578-BB74-F36B-841462D651F1}"/>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871975A5-549B-F72E-F2EA-6FAEB5E147D0}"/>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CB6D6354-8B58-F87B-92BE-3725E237FA0C}"/>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EEC68904-CB07-7190-15CB-061940BD6DB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20B709A6-3452-1CB9-D921-336F7EC3F24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1936EBB2-CC35-0463-6898-126261CF23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E9999C70-9E0D-B4BF-9388-73854BD2D48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0A3D8C0A-8EA9-A2F2-1405-0299848355F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523A8ECE-8B18-DD93-1D1B-BE594632016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558AFA28-8BFB-5E57-0238-16DE15C8F379}"/>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C94AF24A-01E1-8DED-DA07-7FAB55F21741}"/>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F3196DED-E433-2C20-7BC4-6228E87C183E}"/>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CD515131-0CF3-1A70-AE27-77A68D3AEA5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3199057C-97EC-BAB5-A39B-BECB1AA4D22C}"/>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D438002-9692-E27E-D8B5-6CC89DBFF70C}"/>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6B6FF5F7-8377-FC46-7BAC-5E29EF4E60F1}"/>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41" name="Group 186">
              <a:extLst>
                <a:ext uri="{FF2B5EF4-FFF2-40B4-BE49-F238E27FC236}">
                  <a16:creationId xmlns:a16="http://schemas.microsoft.com/office/drawing/2014/main" id="{6BD096E0-8DC5-F75A-5D46-B21B865DB1FA}"/>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1BB1CFE9-9A6C-DED7-1967-93532CD9C95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FB8C10B4-1481-728E-A226-DD4F917DC599}"/>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37B8F667-8B7D-FB4E-BCE8-DAA2167EC8C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E37F5E49-D4B5-C60A-91B8-48FE46BF91C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69AF92EF-43C4-8DD5-44C1-9A1624936AFC}"/>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B2959035-F3F9-458C-1D98-50AB1A0D06B4}"/>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DC615456-5766-7291-2FC5-042339ACE850}"/>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6E00C7EF-780F-8DE0-DF58-B2A622B0C10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CCA2B085-35EC-DCDF-2738-1E7A20BC8480}"/>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0E7A5D3D-30A4-C92D-9202-B9F9C627A6F2}"/>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93E1EC7C-FE70-7AD5-3E51-AFEBCA83BC4B}"/>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9F797FE4-404A-AC6A-1696-8C892C58BAA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6140BF0A-340B-299F-7F26-315DFD9BBE2E}"/>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82A4A1AF-A7E4-AFBC-2FF2-DB4F48DC1B36}"/>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B295B88-B8F4-BB28-34D4-643DF99B8603}"/>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C2733759-D79B-C4D9-E4AA-DDB56DBC943B}"/>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D4D2AE1F-C038-D250-7510-710B5168D811}"/>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90A0B9F1-5B97-43E0-640E-1ECFE7EF1F9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B738241-3D9F-80B7-CB06-2D23197A9CAC}"/>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A3999E35-183D-FC73-9E1D-4E3E674E9C4C}"/>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809718D3-53AE-5FB5-6999-F797EE67205C}"/>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6776E9AA-5441-659A-C766-52A2B594641F}"/>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7A66C0C4-981A-A128-865E-F2C4DEF70D8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7DDEA770-7B90-8422-087D-40E9CFD2241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57E0B72D-C025-F7F0-FF76-2D8F48362F95}"/>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1FBC7B51-ED7E-D337-C3D3-74A88D91542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F84B06C1-5BFD-9C84-1A2F-0ECC818ACD4C}"/>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39820BB0-1A4A-3790-C771-1D3DD46D3302}"/>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D7A8216C-8B10-4F65-C2C4-C6E4D0C51D40}"/>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E0FC3F7A-9BA3-7D39-4FDE-19E8532006D5}"/>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D0DA2C74-F48F-4453-5D58-A8B26DEAE22D}"/>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A76B61EF-2B80-A8B5-362C-D0EF682EFD4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 name="Group 54">
              <a:extLst>
                <a:ext uri="{FF2B5EF4-FFF2-40B4-BE49-F238E27FC236}">
                  <a16:creationId xmlns:a16="http://schemas.microsoft.com/office/drawing/2014/main" id="{C74FF82E-66B1-1285-710D-6801BCEF134B}"/>
                </a:ext>
              </a:extLst>
            </p:cNvPr>
            <p:cNvGrpSpPr>
              <a:grpSpLocks/>
            </p:cNvGrpSpPr>
            <p:nvPr/>
          </p:nvGrpSpPr>
          <p:grpSpPr bwMode="auto">
            <a:xfrm>
              <a:off x="1614982" y="1707367"/>
              <a:ext cx="544513" cy="244475"/>
              <a:chOff x="844" y="3337"/>
              <a:chExt cx="343" cy="154"/>
            </a:xfrm>
          </p:grpSpPr>
          <p:sp>
            <p:nvSpPr>
              <p:cNvPr id="4" name="Rectangle 55">
                <a:extLst>
                  <a:ext uri="{FF2B5EF4-FFF2-40B4-BE49-F238E27FC236}">
                    <a16:creationId xmlns:a16="http://schemas.microsoft.com/office/drawing/2014/main" id="{AF24C99E-D457-874C-9F28-DF288FF145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 name="Text Box 56">
                <a:extLst>
                  <a:ext uri="{FF2B5EF4-FFF2-40B4-BE49-F238E27FC236}">
                    <a16:creationId xmlns:a16="http://schemas.microsoft.com/office/drawing/2014/main" id="{036C8842-45E6-D41E-45A3-87A4AADB36B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Tree>
    <p:extLst>
      <p:ext uri="{BB962C8B-B14F-4D97-AF65-F5344CB8AC3E}">
        <p14:creationId xmlns:p14="http://schemas.microsoft.com/office/powerpoint/2010/main" val="427787588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 3</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Tree>
    <p:extLst>
      <p:ext uri="{BB962C8B-B14F-4D97-AF65-F5344CB8AC3E}">
        <p14:creationId xmlns:p14="http://schemas.microsoft.com/office/powerpoint/2010/main" val="253539546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871E8B-2966-5502-47F4-7A3E3171B73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2C68526-2185-9D18-95BA-15F748EDDDFE}"/>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 4</a:t>
            </a:r>
            <a:endParaRPr lang="en-US" dirty="0"/>
          </a:p>
        </p:txBody>
      </p:sp>
      <p:sp>
        <p:nvSpPr>
          <p:cNvPr id="187" name="Rectangle 3">
            <a:extLst>
              <a:ext uri="{FF2B5EF4-FFF2-40B4-BE49-F238E27FC236}">
                <a16:creationId xmlns:a16="http://schemas.microsoft.com/office/drawing/2014/main" id="{A3DDE338-BC20-66EE-2B5E-71CAF83CFB51}"/>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2" name="Group 1" descr="How subnets are allocated">
            <a:extLst>
              <a:ext uri="{FF2B5EF4-FFF2-40B4-BE49-F238E27FC236}">
                <a16:creationId xmlns:a16="http://schemas.microsoft.com/office/drawing/2014/main" id="{95E79F93-C409-3EE5-C183-C3DE1031D9D5}"/>
              </a:ext>
            </a:extLst>
          </p:cNvPr>
          <p:cNvGrpSpPr/>
          <p:nvPr/>
        </p:nvGrpSpPr>
        <p:grpSpPr>
          <a:xfrm>
            <a:off x="1371600" y="2739402"/>
            <a:ext cx="10215798" cy="3749032"/>
            <a:chOff x="1371600" y="2739402"/>
            <a:chExt cx="10215798" cy="3749032"/>
          </a:xfrm>
        </p:grpSpPr>
        <p:sp>
          <p:nvSpPr>
            <p:cNvPr id="188" name="Text Box 4">
              <a:extLst>
                <a:ext uri="{FF2B5EF4-FFF2-40B4-BE49-F238E27FC236}">
                  <a16:creationId xmlns:a16="http://schemas.microsoft.com/office/drawing/2014/main" id="{44B51580-292A-A06C-BEEB-11C64433ABF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9F2A2DF1-0379-167C-D051-743F76EBD002}"/>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(say)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spTree>
    <p:extLst>
      <p:ext uri="{BB962C8B-B14F-4D97-AF65-F5344CB8AC3E}">
        <p14:creationId xmlns:p14="http://schemas.microsoft.com/office/powerpoint/2010/main" val="92826591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7E4316-F7AC-DC1C-7D13-E9A63A3CC72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CC9E303-BB6D-43A8-2D10-58C36A060531}"/>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 1</a:t>
            </a:r>
            <a:endParaRPr lang="en-US" sz="4800" dirty="0"/>
          </a:p>
        </p:txBody>
      </p:sp>
      <p:sp>
        <p:nvSpPr>
          <p:cNvPr id="92" name="Rectangle 3">
            <a:extLst>
              <a:ext uri="{FF2B5EF4-FFF2-40B4-BE49-F238E27FC236}">
                <a16:creationId xmlns:a16="http://schemas.microsoft.com/office/drawing/2014/main" id="{C3D8118D-8C7E-44C5-E34C-D309BDEAAE66}"/>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1108487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9195B2-BE90-9EA9-1CF5-B5B90C8C254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F21D15D-DC28-DFE1-70CD-E2E19C470247}"/>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 2</a:t>
            </a:r>
            <a:endParaRPr lang="en-US" sz="4800" dirty="0"/>
          </a:p>
        </p:txBody>
      </p:sp>
      <p:sp>
        <p:nvSpPr>
          <p:cNvPr id="92" name="Rectangle 3">
            <a:extLst>
              <a:ext uri="{FF2B5EF4-FFF2-40B4-BE49-F238E27FC236}">
                <a16:creationId xmlns:a16="http://schemas.microsoft.com/office/drawing/2014/main" id="{3ED143F6-6862-3B29-F5CD-A4431AB0D499}"/>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2E1A1768-5C54-8C42-992B-32FD67068981}"/>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Tree>
    <p:extLst>
      <p:ext uri="{BB962C8B-B14F-4D97-AF65-F5344CB8AC3E}">
        <p14:creationId xmlns:p14="http://schemas.microsoft.com/office/powerpoint/2010/main" val="277813795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 3</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grpSp>
        <p:nvGrpSpPr>
          <p:cNvPr id="2" name="Group 1" descr="Vint Cerf saying “Who the hell knew how much address space we needed?”">
            <a:extLst>
              <a:ext uri="{FF2B5EF4-FFF2-40B4-BE49-F238E27FC236}">
                <a16:creationId xmlns:a16="http://schemas.microsoft.com/office/drawing/2014/main" id="{58F9C7F0-A4EA-8C9A-FFF5-2BE7922F752B}"/>
              </a:ext>
            </a:extLst>
          </p:cNvPr>
          <p:cNvGrpSpPr/>
          <p:nvPr/>
        </p:nvGrpSpPr>
        <p:grpSpPr>
          <a:xfrm>
            <a:off x="5241295" y="1370477"/>
            <a:ext cx="5643187" cy="5396920"/>
            <a:chOff x="5241295" y="1370477"/>
            <a:chExt cx="5643187" cy="5396920"/>
          </a:xfrm>
        </p:grpSpPr>
        <p:pic>
          <p:nvPicPr>
            <p:cNvPr id="1026" name="Picture 2">
              <a:extLst>
                <a:ext uri="{FF2B5EF4-FFF2-40B4-BE49-F238E27FC236}">
                  <a16:creationId xmlns:a16="http://schemas.microsoft.com/office/drawing/2014/main" id="{A9E97E9E-A6B8-2EFF-3F53-E3CAD07CAD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90482" y="1370477"/>
              <a:ext cx="2794000" cy="3721100"/>
            </a:xfrm>
            <a:prstGeom prst="rect">
              <a:avLst/>
            </a:prstGeom>
            <a:noFill/>
            <a:extLst>
              <a:ext uri="{909E8E84-426E-40DD-AFC4-6F175D3DCCD1}">
                <a14:hiddenFill xmlns:a14="http://schemas.microsoft.com/office/drawing/2010/main">
                  <a:solidFill>
                    <a:srgbClr val="FFFFFF"/>
                  </a:solidFill>
                </a14:hiddenFill>
              </a:ext>
            </a:extLst>
          </p:spPr>
        </p:pic>
        <p:sp>
          <p:nvSpPr>
            <p:cNvPr id="4" name="Teardrop 3">
              <a:extLst>
                <a:ext uri="{FF2B5EF4-FFF2-40B4-BE49-F238E27FC236}">
                  <a16:creationId xmlns:a16="http://schemas.microsoft.com/office/drawing/2014/main" id="{813FDDB1-85FA-00F5-7143-1ACF0A177805}"/>
                </a:ext>
              </a:extLst>
            </p:cNvPr>
            <p:cNvSpPr/>
            <p:nvPr/>
          </p:nvSpPr>
          <p:spPr>
            <a:xfrm>
              <a:off x="5241295" y="3986208"/>
              <a:ext cx="3020411" cy="2781189"/>
            </a:xfrm>
            <a:prstGeom prst="teardrop">
              <a:avLst>
                <a:gd name="adj" fmla="val 16055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latin typeface="Calibri" panose="020F0502020204030204"/>
                  <a:ea typeface="+mn-ea"/>
                  <a:cs typeface="+mn-cs"/>
                </a:rPr>
                <a:t>"Who the hell knew how much address space we needed?"  Vint Cerf (reflecting on decision to make IPv4 address 32 bits long)</a:t>
              </a:r>
            </a:p>
          </p:txBody>
        </p:sp>
      </p:grpSp>
    </p:spTree>
    <p:extLst>
      <p:ext uri="{BB962C8B-B14F-4D97-AF65-F5344CB8AC3E}">
        <p14:creationId xmlns:p14="http://schemas.microsoft.com/office/powerpoint/2010/main" val="258935884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 1</a:t>
            </a:r>
          </a:p>
        </p:txBody>
      </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grpSp>
        <p:nvGrpSpPr>
          <p:cNvPr id="2" name="Group 1" descr="An example of Network Address Translation">
            <a:extLst>
              <a:ext uri="{FF2B5EF4-FFF2-40B4-BE49-F238E27FC236}">
                <a16:creationId xmlns:a16="http://schemas.microsoft.com/office/drawing/2014/main" id="{84CA72A7-8C2C-ACCA-5807-BB7975FC4744}"/>
              </a:ext>
            </a:extLst>
          </p:cNvPr>
          <p:cNvGrpSpPr/>
          <p:nvPr/>
        </p:nvGrpSpPr>
        <p:grpSpPr>
          <a:xfrm>
            <a:off x="380010" y="2473869"/>
            <a:ext cx="11327398" cy="4108996"/>
            <a:chOff x="380010" y="2473869"/>
            <a:chExt cx="11327398" cy="4108996"/>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4326113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 2</a:t>
            </a:r>
          </a:p>
        </p:txBody>
      </p:sp>
    </p:spTree>
    <p:extLst>
      <p:ext uri="{BB962C8B-B14F-4D97-AF65-F5344CB8AC3E}">
        <p14:creationId xmlns:p14="http://schemas.microsoft.com/office/powerpoint/2010/main" val="47527531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 3</a:t>
            </a:r>
          </a:p>
        </p:txBody>
      </p:sp>
    </p:spTree>
    <p:extLst>
      <p:ext uri="{BB962C8B-B14F-4D97-AF65-F5344CB8AC3E}">
        <p14:creationId xmlns:p14="http://schemas.microsoft.com/office/powerpoint/2010/main" val="110774943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 4</a:t>
            </a:r>
          </a:p>
        </p:txBody>
      </p:sp>
      <p:grpSp>
        <p:nvGrpSpPr>
          <p:cNvPr id="3" name="Group 2" descr="Network Address Translation example">
            <a:extLst>
              <a:ext uri="{FF2B5EF4-FFF2-40B4-BE49-F238E27FC236}">
                <a16:creationId xmlns:a16="http://schemas.microsoft.com/office/drawing/2014/main" id="{76162565-6883-8BEA-29E9-9C3C996B7FF8}"/>
              </a:ext>
            </a:extLst>
          </p:cNvPr>
          <p:cNvGrpSpPr/>
          <p:nvPr/>
        </p:nvGrpSpPr>
        <p:grpSpPr>
          <a:xfrm>
            <a:off x="2061197" y="1573558"/>
            <a:ext cx="9640890" cy="4244975"/>
            <a:chOff x="2061197" y="1573558"/>
            <a:chExt cx="9640890" cy="4244975"/>
          </a:xfrm>
        </p:grpSpPr>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0428278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0FD249-0B9F-7CD2-7628-88A9E0DA4A36}"/>
            </a:ext>
          </a:extLst>
        </p:cNvPr>
        <p:cNvGrpSpPr/>
        <p:nvPr/>
      </p:nvGrpSpPr>
      <p:grpSpPr>
        <a:xfrm>
          <a:off x="0" y="0"/>
          <a:ext cx="0" cy="0"/>
          <a:chOff x="0" y="0"/>
          <a:chExt cx="0" cy="0"/>
        </a:xfrm>
      </p:grpSpPr>
      <p:sp>
        <p:nvSpPr>
          <p:cNvPr id="11" name="Title 2">
            <a:extLst>
              <a:ext uri="{FF2B5EF4-FFF2-40B4-BE49-F238E27FC236}">
                <a16:creationId xmlns:a16="http://schemas.microsoft.com/office/drawing/2014/main" id="{5568CE29-080B-ABBA-0A8E-8F262328A21E}"/>
              </a:ext>
            </a:extLst>
          </p:cNvPr>
          <p:cNvSpPr>
            <a:spLocks noGrp="1"/>
          </p:cNvSpPr>
          <p:nvPr>
            <p:ph type="title"/>
          </p:nvPr>
        </p:nvSpPr>
        <p:spPr>
          <a:xfrm>
            <a:off x="703288" y="281163"/>
            <a:ext cx="10515600" cy="1067951"/>
          </a:xfrm>
        </p:spPr>
        <p:txBody>
          <a:bodyPr>
            <a:normAutofit/>
          </a:bodyPr>
          <a:lstStyle/>
          <a:p>
            <a:r>
              <a:rPr lang="en-US" sz="4800" dirty="0"/>
              <a:t>NAT: network address translation 5</a:t>
            </a:r>
          </a:p>
        </p:txBody>
      </p:sp>
      <p:grpSp>
        <p:nvGrpSpPr>
          <p:cNvPr id="3" name="Group 2" descr="Network Address Translation example">
            <a:extLst>
              <a:ext uri="{FF2B5EF4-FFF2-40B4-BE49-F238E27FC236}">
                <a16:creationId xmlns:a16="http://schemas.microsoft.com/office/drawing/2014/main" id="{1A26E2F8-5B3E-49B3-5F09-50AC41E8D895}"/>
              </a:ext>
            </a:extLst>
          </p:cNvPr>
          <p:cNvGrpSpPr/>
          <p:nvPr/>
        </p:nvGrpSpPr>
        <p:grpSpPr>
          <a:xfrm>
            <a:off x="570534" y="1573558"/>
            <a:ext cx="10264959" cy="4244975"/>
            <a:chOff x="570534" y="1573558"/>
            <a:chExt cx="10264959" cy="4244975"/>
          </a:xfrm>
        </p:grpSpPr>
        <p:sp>
          <p:nvSpPr>
            <p:cNvPr id="117" name="Freeform 139">
              <a:extLst>
                <a:ext uri="{FF2B5EF4-FFF2-40B4-BE49-F238E27FC236}">
                  <a16:creationId xmlns:a16="http://schemas.microsoft.com/office/drawing/2014/main" id="{C3E0656A-95FB-558E-27A4-0E71F0490EAB}"/>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6F64C989-09AA-883C-05CA-D6274D469C09}"/>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A6FD853B-FF77-9BC8-6E61-7AD015C14E97}"/>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489B3FAB-1C4C-C936-4F04-0307CC2C4D04}"/>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566CE1DB-16C0-9779-620B-A5614BDB1B0B}"/>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C5C193CF-9944-ABB1-3ECD-3C9FA4EDCD2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7F251070-2677-5017-A9D9-3ECAF4C187E4}"/>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10623FD3-70FA-CA37-4DC6-8B2285CE1498}"/>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45D55FD7-94C3-F66F-6B41-06DBC2FD1581}"/>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84EA7F96-BAA8-CD09-2594-6B91045D64ED}"/>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DBFACA9B-5AC0-DEFF-3D3E-08DDCC786689}"/>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8C65D43D-A2DA-70A3-226B-0B5FE5E39294}"/>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7F6D370F-DDD7-72F3-D2C4-D89E343EEB93}"/>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642F6C5E-B9FC-359D-B2DF-BEE59BB90C55}"/>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DFA956B1-63A5-AB27-95CB-99029B2E05D3}"/>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32F28F38-E2EB-7C03-A15B-E1D001CEC5CD}"/>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4DD4E820-618D-3B79-EC3F-BED13EE71D7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7ABD32FE-B73D-1A8B-18EE-140D6521D25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35F76109-1381-DAEE-E3A9-6A0F37BCE9FF}"/>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06B982F-E73C-4C15-97C7-9AAD33267B57}"/>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148" name="Freeform 67">
              <a:extLst>
                <a:ext uri="{FF2B5EF4-FFF2-40B4-BE49-F238E27FC236}">
                  <a16:creationId xmlns:a16="http://schemas.microsoft.com/office/drawing/2014/main" id="{B9B29780-B0E4-ECD8-8FB2-2B08CBE7D944}"/>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B96E0486-4F81-72C5-51E7-CEE4296E3FEE}"/>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CEB68DFA-5443-B9B4-3168-DF346390DA61}"/>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66836D8A-8B4C-7E7D-8517-34BA186956BD}"/>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AB46D80-E844-1325-EF97-1AA1C4420781}"/>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18C65D06-2EF2-0C12-2F21-A2D5F1693763}"/>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FF291690-79A5-0955-DA00-BAF199C012C2}"/>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70" name="Group 108">
              <a:extLst>
                <a:ext uri="{FF2B5EF4-FFF2-40B4-BE49-F238E27FC236}">
                  <a16:creationId xmlns:a16="http://schemas.microsoft.com/office/drawing/2014/main" id="{306485B7-064C-27E1-274D-5FAFDF86EB28}"/>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2B790AC3-75D5-5CF5-6C35-2631871DD5CD}"/>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8D0F1E2F-F822-11F0-ABD2-90B4CAB60EF1}"/>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14AE5038-92EC-150A-A382-27AE1EB2AA9A}"/>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6F818595-22F5-28D6-354C-640FA29B3C02}"/>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3191C2F0-2822-548D-B584-879DE2D1F2B4}"/>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A978A7B7-14C6-E20A-908B-D1C75FADBCD6}"/>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73BD250B-9157-97C8-3969-92EF95411B5D}"/>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6AEB5625-AB9F-9BBE-E8E1-EE04A0CCDADE}"/>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DDECA083-8C3D-405A-01E4-53DCC7B7D1BB}"/>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EE3FA4C7-6236-4783-55ED-D10729A28402}"/>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5563996D-FD24-FA80-4A34-9E57F0359C0D}"/>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CFED0ADB-1DDA-2E37-C840-89EF35B20783}"/>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D4941EE9-FF06-9FBD-CEB6-A7CC9683991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698D874C-6040-E0F1-74BF-120645513705}"/>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39382F09-C590-39D1-94A8-1B3E1838A575}"/>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12D92B5C-B7AF-2FAE-57C4-193BACA34A1F}"/>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F3FBF81A-4717-955F-E486-C3A01500DD54}"/>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B8950B3A-0F19-4332-A96B-E318C566BD4C}"/>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4528296B-C1B3-D8FB-C230-068548C0C551}"/>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6B687CF7-ED22-3744-B4D3-E5C4CF98A20A}"/>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Text Box 12">
              <a:extLst>
                <a:ext uri="{FF2B5EF4-FFF2-40B4-BE49-F238E27FC236}">
                  <a16:creationId xmlns:a16="http://schemas.microsoft.com/office/drawing/2014/main" id="{C8E04547-ED09-D3DC-5ED5-113F224F5B5B}"/>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098A16B5-62A7-5884-978E-A27AEC48B0AD}"/>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D9CC08C8-8806-72BE-ADA6-E68890D9FB60}"/>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F63694F2-0C3F-4582-184C-D7060E9602B0}"/>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2A2065C4-73AF-373A-5A9A-4289472824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093BAC88-C1F0-1630-9A7C-627646E5219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5A727DDB-5D1F-4300-86DD-6694DEBA7DCA}"/>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326216CC-FCBA-C74A-0004-B6782B054A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B496FF00-D0BC-832E-88AA-17DAB1AAA1A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A49880A9-2A06-70D8-0115-D6BF396471C7}"/>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8F4B6F92-CFF2-9E42-C7E0-A89324EF29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9FA155F9-CD50-34F7-0B66-8596D189C3D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E3A67F86-F509-9A22-1DC5-4EAD2E5F6730}"/>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F223EA49-E38F-DE20-02A3-13C23627A2B9}"/>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7D24E391-B1F1-AE32-A1C8-4C4D6F7BC809}"/>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6FDF7734-E7A6-CEB4-ED23-539EDB250B16}"/>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CBDCAB28-094D-CFCA-B9BB-578375723411}"/>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DBED16A3-F6E7-74E1-636E-041BD091CB71}"/>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B41E2555-E4DD-E3CB-B842-D317913246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759C4A20-23BE-156E-C89F-79DA725902C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FE4F81FB-A546-599E-64C5-9B7FB8D31BE8}"/>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D9A9F590-9CFE-0A7C-B496-7FF2427435C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BC64D359-2E6F-32ED-EFA5-5CA5810FF0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9EC1A7E0-278D-508B-6038-BC47F9F420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34C720FA-0E5F-BB19-EECF-03A9C7D92A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ECE33AD4-18C5-B890-E84E-CF57808308E3}"/>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647472B0-6170-4090-11BC-AA58277C2AFD}"/>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4980144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A997B8-811C-3FA9-38B9-CBCCD1091C75}"/>
            </a:ext>
          </a:extLst>
        </p:cNvPr>
        <p:cNvGrpSpPr/>
        <p:nvPr/>
      </p:nvGrpSpPr>
      <p:grpSpPr>
        <a:xfrm>
          <a:off x="0" y="0"/>
          <a:ext cx="0" cy="0"/>
          <a:chOff x="0" y="0"/>
          <a:chExt cx="0" cy="0"/>
        </a:xfrm>
      </p:grpSpPr>
      <p:sp>
        <p:nvSpPr>
          <p:cNvPr id="11" name="Title 2">
            <a:extLst>
              <a:ext uri="{FF2B5EF4-FFF2-40B4-BE49-F238E27FC236}">
                <a16:creationId xmlns:a16="http://schemas.microsoft.com/office/drawing/2014/main" id="{3164DFB6-EBF8-F935-532A-3820D13E8397}"/>
              </a:ext>
            </a:extLst>
          </p:cNvPr>
          <p:cNvSpPr>
            <a:spLocks noGrp="1"/>
          </p:cNvSpPr>
          <p:nvPr>
            <p:ph type="title"/>
          </p:nvPr>
        </p:nvSpPr>
        <p:spPr>
          <a:xfrm>
            <a:off x="703288" y="281163"/>
            <a:ext cx="10515600" cy="1067951"/>
          </a:xfrm>
        </p:spPr>
        <p:txBody>
          <a:bodyPr>
            <a:normAutofit/>
          </a:bodyPr>
          <a:lstStyle/>
          <a:p>
            <a:r>
              <a:rPr lang="en-US" sz="4800" dirty="0"/>
              <a:t>NAT: network address translation6</a:t>
            </a:r>
          </a:p>
        </p:txBody>
      </p:sp>
      <p:grpSp>
        <p:nvGrpSpPr>
          <p:cNvPr id="3" name="Group 2" descr="Network Address Trasnlation example">
            <a:extLst>
              <a:ext uri="{FF2B5EF4-FFF2-40B4-BE49-F238E27FC236}">
                <a16:creationId xmlns:a16="http://schemas.microsoft.com/office/drawing/2014/main" id="{43DF190C-977F-ED38-E6F5-25D1D1A094DD}"/>
              </a:ext>
            </a:extLst>
          </p:cNvPr>
          <p:cNvGrpSpPr/>
          <p:nvPr/>
        </p:nvGrpSpPr>
        <p:grpSpPr>
          <a:xfrm>
            <a:off x="2061197" y="1573558"/>
            <a:ext cx="8774296" cy="4479835"/>
            <a:chOff x="2061197" y="1573558"/>
            <a:chExt cx="8774296" cy="4479835"/>
          </a:xfrm>
        </p:grpSpPr>
        <p:sp>
          <p:nvSpPr>
            <p:cNvPr id="117" name="Freeform 139">
              <a:extLst>
                <a:ext uri="{FF2B5EF4-FFF2-40B4-BE49-F238E27FC236}">
                  <a16:creationId xmlns:a16="http://schemas.microsoft.com/office/drawing/2014/main" id="{F2EB1AE4-DFB8-FBDA-2089-164E4ECA5E9A}"/>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8B24802D-04FE-97C9-9A35-814F5F54629E}"/>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FAEC1CF4-BA18-C3C2-6D78-7F892DCF8082}"/>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7FAA042-0105-AFAE-5A52-0CB99AD97C86}"/>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9608EB43-54AD-CCD6-3937-2EA60E5916ED}"/>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5AB4CD5-9330-5149-17E7-70FABD932743}"/>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00A08502-F30A-3F13-AE6C-3E19751D0579}"/>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D8E6BE96-6B9D-8371-2A03-A936622BE8D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6735A422-C445-A1E2-3690-0A836FD3A4B8}"/>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FBDA206B-842F-7C6B-9BC3-DF7A5A68441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433AF174-2C04-0AFF-2C6F-86A483642842}"/>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2310AEF3-B8BF-9BF2-1D29-2B9F3AE8F018}"/>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22D1C9CD-25B2-CF94-4A8C-11057AE5C207}"/>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F4353C25-04F9-F1A1-2E05-D0CA2DBADC7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4707BAFE-0CC4-65AE-269B-10BD31BB6C03}"/>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D6E6BB65-92B5-0D10-7C09-BF0CF2A74E1A}"/>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6EF36630-4BD1-B995-5506-83764ED4A7AC}"/>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39791E93-EAA2-65C8-4019-63A0AE058981}"/>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3DC0B0EF-B89A-0FD9-E750-668F70B8590C}"/>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BCA839B0-5A40-1E85-7DA2-DC0A78A336B4}"/>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148" name="Freeform 67">
              <a:extLst>
                <a:ext uri="{FF2B5EF4-FFF2-40B4-BE49-F238E27FC236}">
                  <a16:creationId xmlns:a16="http://schemas.microsoft.com/office/drawing/2014/main" id="{3CD90919-C143-3E8D-E881-F6EE9302455B}"/>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4710BB9F-CA36-FE95-BED7-ADD372C0D0A3}"/>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76B69F8B-F22D-9C14-F322-17A5E1D00983}"/>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99A8D8FD-8C4B-4923-8B3F-44C551ED5F9C}"/>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C7F32D45-4FAC-548D-D5C4-93CB9DEC29D8}"/>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DFEFCE6E-F065-52E6-C52D-E0AA73C43C23}"/>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56A6FA92-684B-FD89-660A-A95F08CDAC64}"/>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FDC9E639-7EE7-D94E-8BD8-CB01736FEA1F}"/>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EC3CAD57-1990-9889-53D1-685169A120D8}"/>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DE369A37-704A-5C9C-4FEB-3AA50B09B259}"/>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E89B890D-96A9-70C5-2419-90DDC862AB60}"/>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37379FD-8542-95AA-B1A1-FF6288D1FC1C}"/>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9D600833-81FD-13D6-8EA4-C3F10497F113}"/>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7206A903-AE9A-F2D7-458E-7FCA82EC06AF}"/>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96C4009F-06F6-FA54-2CD5-95D0E8DBD5C2}"/>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D80AF08A-CA5A-7DCD-FBB4-019DF9B4484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430BC4BD-DA80-7E17-8F0A-1168BAA3653D}"/>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2CA3BAB7-3295-4FF3-1325-04BF46C23EF5}"/>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F7B8DC4D-B625-FEB7-0098-C680813BC596}"/>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7BEE1070-E279-4904-C1C5-BECA9DAA70F8}"/>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8ADD5B08-7BD6-220C-FB0B-50BCE0E98EE2}"/>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00AD12BC-D1DF-EBD3-BAD9-D1A8FE9474D4}"/>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A8C819AB-1066-DEF1-984C-E28F8C7C8CC7}"/>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7E3FA7B8-CEFC-B2C3-1655-D4807B957AD7}"/>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308A7C8F-1BFF-E8DB-BB31-92484AB45E66}"/>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7AC32F2A-76AE-84F2-8CE6-41F9A4136674}"/>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184694E8-8A2B-EA0F-BCC3-424B59CCCAC8}"/>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199A47DF-0B40-158D-BA6D-E7C5F197AA3A}"/>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85916601-28B9-9862-60B4-640422C0406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FC0F1465-DD39-D071-1836-FACEC1140DA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54DF696C-3962-4254-DED4-B6B3C2026B01}"/>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5F4F16E4-B005-636D-91D6-A7602A57A19F}"/>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11081D4D-96B8-D8A9-5AD4-8D5779726C90}"/>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9E78E410-2E83-205D-D104-204F52EFCB7C}"/>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368CA477-E97F-C309-9559-AB2A3A3D59D3}"/>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7930F864-C337-88F6-91BE-B3B30CEE9742}"/>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15538464-AB4B-CAD4-C210-098DD3175ED7}"/>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DC0B8462-473C-4A28-0D10-F174B33D902F}"/>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91" name="Group 129">
              <a:extLst>
                <a:ext uri="{FF2B5EF4-FFF2-40B4-BE49-F238E27FC236}">
                  <a16:creationId xmlns:a16="http://schemas.microsoft.com/office/drawing/2014/main" id="{90AFB9BD-9C42-E4C3-3B3B-617B83A2526F}"/>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9BA8D914-5043-CDAA-AE6C-BABA4F150483}"/>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D4ABE0CA-9E1D-A542-2089-30B3E95C1394}"/>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B9EA25B9-C093-F52D-4D4B-E7806052325A}"/>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9BA1322F-971D-BA26-8819-833943217746}"/>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C9E6514E-3114-601F-E730-BEC004E3636F}"/>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294E6074-17FB-7A1E-E20D-0FF1C1667954}"/>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5F31B3DB-9194-758C-F21A-848D98582194}"/>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1BC4AE84-1852-D736-5EE0-7B59217C5B8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79E5935C-443D-ED9B-09B5-C8D105111590}"/>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28868FF5-B5CE-92DE-FB57-D761557A8F0F}"/>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4D1153F2-7F4B-CB8F-BADC-2F35D7F967BF}"/>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082ACFA7-46CB-C164-ADD7-D0EB7EB469A4}"/>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737C1B2F-86CA-894E-649D-67F664034DA2}"/>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DD2022A3-7919-1BF9-9B1D-ECBFC128673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A57736B-00F5-DE08-77B2-FB30E541DD6D}"/>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7669B90-CAE4-FA65-98DA-819A4772DF9B}"/>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87F43419-8B69-FA69-B37D-04A7DA0B0902}"/>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F9649245-33AF-D399-55BB-F753BEBEBCF5}"/>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EE1AB606-B433-81CE-659B-72AF8EA39640}"/>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21E18F93-C24B-8819-DEAC-28E548FFEA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FE09E561-4A60-BF4D-D4CC-4DE52F73B00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CE6BFC1F-8410-5106-43FC-1D744D1FBF40}"/>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83E5AF53-EBA6-44D1-50F3-5798F5CEA3D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5E465FBA-3A1F-B94B-76F2-7C85F380717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FE042EF7-5604-63D0-2F2A-A71ECC98ADF7}"/>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8ED64B2B-FAF4-71F8-D90A-8FCDF24071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5A7FA36D-C849-21A3-AC0A-40BE8BE1DB6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3834E7F6-2D14-E7B9-8881-7355CD500B2E}"/>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B6C9B2B8-2A1F-417D-926E-78FC497294E2}"/>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24EF374-B37E-4CA9-E472-D386DDB03E28}"/>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90503816-69EC-358A-B3D1-B44F013837CE}"/>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C9E99034-011D-AD6D-7124-1E9E81BC9BFC}"/>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B19B162B-426F-D3DF-9247-77D3BF00B8B5}"/>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70439F05-2EFF-DB89-493C-1A32496340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2821CBE8-A359-B3C4-0EB6-AC4C6709AA8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0B2C88A4-0FC8-CAF6-6986-1C79A57F0EE4}"/>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37EA2378-2944-6213-8AD2-BAC81D5D079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AA22ED9F-BC49-5555-8488-6AF5A041699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5B323E6-9AA5-DF55-235D-87A547654CB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A481849F-CD51-81F1-86F5-D75663A25C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CBEB8E69-571B-1575-0BEE-B713E53B32EC}"/>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CAB6985B-A40D-91C4-FECB-239080318013}"/>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7035685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 7</a:t>
            </a:r>
          </a:p>
        </p:txBody>
      </p:sp>
    </p:spTree>
    <p:extLst>
      <p:ext uri="{BB962C8B-B14F-4D97-AF65-F5344CB8AC3E}">
        <p14:creationId xmlns:p14="http://schemas.microsoft.com/office/powerpoint/2010/main" val="292077097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Tree>
    <p:extLst>
      <p:ext uri="{BB962C8B-B14F-4D97-AF65-F5344CB8AC3E}">
        <p14:creationId xmlns:p14="http://schemas.microsoft.com/office/powerpoint/2010/main" val="368137979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grpSp>
        <p:nvGrpSpPr>
          <p:cNvPr id="2" name="Group 1" descr="IPv6 datagram format">
            <a:extLst>
              <a:ext uri="{FF2B5EF4-FFF2-40B4-BE49-F238E27FC236}">
                <a16:creationId xmlns:a16="http://schemas.microsoft.com/office/drawing/2014/main" id="{533B125D-1DE9-AAB6-C853-ED9F864A3113}"/>
              </a:ext>
            </a:extLst>
          </p:cNvPr>
          <p:cNvGrpSpPr/>
          <p:nvPr/>
        </p:nvGrpSpPr>
        <p:grpSpPr>
          <a:xfrm>
            <a:off x="0" y="1426988"/>
            <a:ext cx="11979964" cy="5165246"/>
            <a:chOff x="0" y="1426988"/>
            <a:chExt cx="11979964" cy="5165246"/>
          </a:xfrm>
        </p:grpSpPr>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10281563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normAutofit lnSpcReduction="10000"/>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4" name="Group 3" descr="IPv6 packets are encapsulated in an IPv4 packet among IPv4 routers (called “tunneling”)">
            <a:extLst>
              <a:ext uri="{FF2B5EF4-FFF2-40B4-BE49-F238E27FC236}">
                <a16:creationId xmlns:a16="http://schemas.microsoft.com/office/drawing/2014/main" id="{BC68A338-DE88-9CDE-641B-C49A7C4A49CD}"/>
              </a:ext>
            </a:extLst>
          </p:cNvPr>
          <p:cNvGrpSpPr/>
          <p:nvPr/>
        </p:nvGrpSpPr>
        <p:grpSpPr>
          <a:xfrm>
            <a:off x="2588799" y="4315653"/>
            <a:ext cx="6629400" cy="2227263"/>
            <a:chOff x="2588799" y="4315653"/>
            <a:chExt cx="6629400" cy="2227263"/>
          </a:xfrm>
        </p:grpSpPr>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7862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pic>
        <p:nvPicPr>
          <p:cNvPr id="6" name="Picture 5" descr="Graph showing IPv6 adoption - around 40% now">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 1</a:t>
            </a:r>
          </a:p>
        </p:txBody>
      </p:sp>
      <p:grpSp>
        <p:nvGrpSpPr>
          <p:cNvPr id="4" name="Group 3" descr="Middlebox: any intermediary box performing functions apart from normal, standard functions of an IP router on the data path between a source host and destination host">
            <a:extLst>
              <a:ext uri="{FF2B5EF4-FFF2-40B4-BE49-F238E27FC236}">
                <a16:creationId xmlns:a16="http://schemas.microsoft.com/office/drawing/2014/main" id="{D27EF5C9-0E66-8DF7-2D1C-DFAAB9BADF63}"/>
              </a:ext>
            </a:extLst>
          </p:cNvPr>
          <p:cNvGrpSpPr/>
          <p:nvPr/>
        </p:nvGrpSpPr>
        <p:grpSpPr>
          <a:xfrm>
            <a:off x="1756329" y="1685512"/>
            <a:ext cx="9187896" cy="3100802"/>
            <a:chOff x="1756329" y="1685512"/>
            <a:chExt cx="9187896" cy="3100802"/>
          </a:xfrm>
        </p:grpSpPr>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rgbClr val="FFFF00"/>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grpSp>
    </p:spTree>
    <p:extLst>
      <p:ext uri="{BB962C8B-B14F-4D97-AF65-F5344CB8AC3E}">
        <p14:creationId xmlns:p14="http://schemas.microsoft.com/office/powerpoint/2010/main" val="415840361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grpSp>
        <p:nvGrpSpPr>
          <p:cNvPr id="2" name="Group 1" descr="A list of many kinds of middleboxes: NAT, CDN, firewalls, load balancers, caches">
            <a:extLst>
              <a:ext uri="{FF2B5EF4-FFF2-40B4-BE49-F238E27FC236}">
                <a16:creationId xmlns:a16="http://schemas.microsoft.com/office/drawing/2014/main" id="{C69F0011-96C0-22CB-203A-8560B85C99FA}"/>
              </a:ext>
            </a:extLst>
          </p:cNvPr>
          <p:cNvGrpSpPr/>
          <p:nvPr/>
        </p:nvGrpSpPr>
        <p:grpSpPr>
          <a:xfrm>
            <a:off x="1119809" y="1255577"/>
            <a:ext cx="10833653" cy="5265123"/>
            <a:chOff x="1119809" y="1255577"/>
            <a:chExt cx="10833653" cy="5265123"/>
          </a:xfrm>
        </p:grpSpPr>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grpSp>
    </p:spTree>
    <p:extLst>
      <p:ext uri="{BB962C8B-B14F-4D97-AF65-F5344CB8AC3E}">
        <p14:creationId xmlns:p14="http://schemas.microsoft.com/office/powerpoint/2010/main" val="331052511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 2</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3" name="Group 2" descr="IP “narrow waist”">
            <a:extLst>
              <a:ext uri="{FF2B5EF4-FFF2-40B4-BE49-F238E27FC236}">
                <a16:creationId xmlns:a16="http://schemas.microsoft.com/office/drawing/2014/main" id="{11D75527-14AD-65AE-8627-8C96BF46FA57}"/>
              </a:ext>
            </a:extLst>
          </p:cNvPr>
          <p:cNvGrpSpPr/>
          <p:nvPr/>
        </p:nvGrpSpPr>
        <p:grpSpPr>
          <a:xfrm>
            <a:off x="814038" y="1806499"/>
            <a:ext cx="11127566" cy="3698754"/>
            <a:chOff x="814038" y="1806499"/>
            <a:chExt cx="11127566" cy="3698754"/>
          </a:xfrm>
        </p:grpSpPr>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80270311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2" name="Group 1" descr="Now many other things influencing how IP works">
            <a:extLst>
              <a:ext uri="{FF2B5EF4-FFF2-40B4-BE49-F238E27FC236}">
                <a16:creationId xmlns:a16="http://schemas.microsoft.com/office/drawing/2014/main" id="{7BD3232C-BE44-BBC9-6D88-4F3C826E5BB8}"/>
              </a:ext>
            </a:extLst>
          </p:cNvPr>
          <p:cNvGrpSpPr/>
          <p:nvPr/>
        </p:nvGrpSpPr>
        <p:grpSpPr>
          <a:xfrm>
            <a:off x="841747" y="1806499"/>
            <a:ext cx="6863745" cy="3698754"/>
            <a:chOff x="841747" y="1806499"/>
            <a:chExt cx="6863745" cy="3698754"/>
          </a:xfrm>
        </p:grpSpPr>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59193185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grpSp>
        <p:nvGrpSpPr>
          <p:cNvPr id="4" name="Group 3" descr="Architectural principles of the Internet (RFC 1958) - intellenges at the edges">
            <a:extLst>
              <a:ext uri="{FF2B5EF4-FFF2-40B4-BE49-F238E27FC236}">
                <a16:creationId xmlns:a16="http://schemas.microsoft.com/office/drawing/2014/main" id="{1DA84665-1466-7F22-ACB0-940003E648C7}"/>
              </a:ext>
            </a:extLst>
          </p:cNvPr>
          <p:cNvGrpSpPr/>
          <p:nvPr/>
        </p:nvGrpSpPr>
        <p:grpSpPr>
          <a:xfrm>
            <a:off x="941941" y="1671224"/>
            <a:ext cx="10917982" cy="2247448"/>
            <a:chOff x="941941" y="1671224"/>
            <a:chExt cx="10917982" cy="2247448"/>
          </a:xfrm>
        </p:grpSpPr>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rgbClr val="FFFF00"/>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gr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 1</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2" name="Group 1" descr="The End to End argument">
            <a:extLst>
              <a:ext uri="{FF2B5EF4-FFF2-40B4-BE49-F238E27FC236}">
                <a16:creationId xmlns:a16="http://schemas.microsoft.com/office/drawing/2014/main" id="{BD4FBE36-DF05-C9F7-A6D7-EF528FB4B83A}"/>
              </a:ext>
            </a:extLst>
          </p:cNvPr>
          <p:cNvGrpSpPr/>
          <p:nvPr/>
        </p:nvGrpSpPr>
        <p:grpSpPr>
          <a:xfrm>
            <a:off x="1874509" y="2628915"/>
            <a:ext cx="7991761" cy="3838231"/>
            <a:chOff x="1874509" y="2628915"/>
            <a:chExt cx="7991761" cy="3838231"/>
          </a:xfrm>
        </p:grpSpPr>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grpSp>
    </p:spTree>
    <p:extLst>
      <p:ext uri="{BB962C8B-B14F-4D97-AF65-F5344CB8AC3E}">
        <p14:creationId xmlns:p14="http://schemas.microsoft.com/office/powerpoint/2010/main" val="67855389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a:t>
            </a:r>
            <a:r>
              <a:rPr lang="en-US" sz="4800"/>
              <a:t>end-end argument: 2</a:t>
            </a:r>
            <a:endParaRPr lang="en-US" sz="4800" dirty="0"/>
          </a:p>
        </p:txBody>
      </p:sp>
      <p:grpSp>
        <p:nvGrpSpPr>
          <p:cNvPr id="5" name="Group 4" descr="Quote from the end to end paper">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rgbClr val="FFFF00"/>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2" name="Group 1" descr="Showing how intelligence was centralized in the phone system, at the edges in the Internet before 2005, and now creeping back in as well as at the edges">
            <a:extLst>
              <a:ext uri="{FF2B5EF4-FFF2-40B4-BE49-F238E27FC236}">
                <a16:creationId xmlns:a16="http://schemas.microsoft.com/office/drawing/2014/main" id="{EFE2BA91-900A-1B22-BF80-613B6B6E4002}"/>
              </a:ext>
            </a:extLst>
          </p:cNvPr>
          <p:cNvGrpSpPr/>
          <p:nvPr/>
        </p:nvGrpSpPr>
        <p:grpSpPr>
          <a:xfrm>
            <a:off x="435537" y="1319926"/>
            <a:ext cx="11450770" cy="4882922"/>
            <a:chOff x="435537" y="1319926"/>
            <a:chExt cx="11450770" cy="4882922"/>
          </a:xfrm>
        </p:grpSpPr>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grpSp>
    </p:spTree>
    <p:extLst>
      <p:ext uri="{BB962C8B-B14F-4D97-AF65-F5344CB8AC3E}">
        <p14:creationId xmlns:p14="http://schemas.microsoft.com/office/powerpoint/2010/main" val="2564391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D2C614-69D2-7153-BE81-7161C666CA46}"/>
              </a:ext>
            </a:extLst>
          </p:cNvPr>
          <p:cNvSpPr>
            <a:spLocks noGrp="1"/>
          </p:cNvSpPr>
          <p:nvPr>
            <p:ph type="title"/>
          </p:nvPr>
        </p:nvSpPr>
        <p:spPr>
          <a:xfrm>
            <a:off x="838200" y="238997"/>
            <a:ext cx="10515600" cy="1325563"/>
          </a:xfrm>
        </p:spPr>
        <p:txBody>
          <a:bodyPr/>
          <a:lstStyle/>
          <a:p>
            <a:r>
              <a:rPr lang="en-US" dirty="0"/>
              <a:t>Next Week: The Network Layer: Control Plane</a:t>
            </a:r>
          </a:p>
        </p:txBody>
      </p:sp>
      <p:sp>
        <p:nvSpPr>
          <p:cNvPr id="3" name="TextBox 2">
            <a:extLst>
              <a:ext uri="{FF2B5EF4-FFF2-40B4-BE49-F238E27FC236}">
                <a16:creationId xmlns:a16="http://schemas.microsoft.com/office/drawing/2014/main" id="{749F1C72-2D1F-ED6F-7191-BD5FBD0FF357}"/>
              </a:ext>
            </a:extLst>
          </p:cNvPr>
          <p:cNvSpPr txBox="1"/>
          <p:nvPr/>
        </p:nvSpPr>
        <p:spPr>
          <a:xfrm>
            <a:off x="3201374" y="6455287"/>
            <a:ext cx="4549482" cy="369332"/>
          </a:xfrm>
          <a:prstGeom prst="rect">
            <a:avLst/>
          </a:prstGeom>
          <a:noFill/>
        </p:spPr>
        <p:txBody>
          <a:bodyPr wrap="square" rtlCol="0">
            <a:spAutoFit/>
          </a:bodyPr>
          <a:lstStyle/>
          <a:p>
            <a:pPr algn="r"/>
            <a:r>
              <a:rPr lang="en-US" dirty="0"/>
              <a:t>Please read Sections 5.1, 5.3, and 5.4 </a:t>
            </a:r>
            <a:endParaRPr lang="en-US" i="1" dirty="0"/>
          </a:p>
        </p:txBody>
      </p:sp>
      <p:sp>
        <p:nvSpPr>
          <p:cNvPr id="5" name="Rectangle 4">
            <a:extLst>
              <a:ext uri="{FF2B5EF4-FFF2-40B4-BE49-F238E27FC236}">
                <a16:creationId xmlns:a16="http://schemas.microsoft.com/office/drawing/2014/main" id="{1B282E57-897F-C5DC-DD9C-E4C041213ED2}"/>
              </a:ext>
            </a:extLst>
          </p:cNvPr>
          <p:cNvSpPr>
            <a:spLocks noChangeArrowheads="1"/>
          </p:cNvSpPr>
          <p:nvPr/>
        </p:nvSpPr>
        <p:spPr bwMode="auto">
          <a:xfrm>
            <a:off x="459642" y="5707360"/>
            <a:ext cx="3981504" cy="106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1800" dirty="0">
                <a:latin typeface="+mn-lt"/>
              </a:rPr>
              <a:t>Computer Networking: A Top-Down Approach . 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p>
        </p:txBody>
      </p:sp>
      <p:pic>
        <p:nvPicPr>
          <p:cNvPr id="6" name="Picture 5" descr="Textbook cover: Computer Networking: A Top-Down Approach, 8th edition.">
            <a:extLst>
              <a:ext uri="{FF2B5EF4-FFF2-40B4-BE49-F238E27FC236}">
                <a16:creationId xmlns:a16="http://schemas.microsoft.com/office/drawing/2014/main" id="{24320224-E3B4-C3BF-8786-FF32AEC9CFAE}"/>
              </a:ext>
            </a:extLst>
          </p:cNvPr>
          <p:cNvPicPr>
            <a:picLocks noChangeAspect="1"/>
          </p:cNvPicPr>
          <p:nvPr/>
        </p:nvPicPr>
        <p:blipFill>
          <a:blip r:embed="rId3"/>
          <a:stretch>
            <a:fillRect/>
          </a:stretch>
        </p:blipFill>
        <p:spPr>
          <a:xfrm>
            <a:off x="459642" y="1746361"/>
            <a:ext cx="3040743" cy="3800929"/>
          </a:xfrm>
          <a:prstGeom prst="rect">
            <a:avLst/>
          </a:prstGeom>
        </p:spPr>
      </p:pic>
      <p:pic>
        <p:nvPicPr>
          <p:cNvPr id="10" name="Picture 9" descr="Table of Contents of Chapter 5">
            <a:extLst>
              <a:ext uri="{FF2B5EF4-FFF2-40B4-BE49-F238E27FC236}">
                <a16:creationId xmlns:a16="http://schemas.microsoft.com/office/drawing/2014/main" id="{24478A49-0CA4-60B9-DBD2-ACC5BD39E26D}"/>
              </a:ext>
            </a:extLst>
          </p:cNvPr>
          <p:cNvPicPr>
            <a:picLocks noChangeAspect="1"/>
          </p:cNvPicPr>
          <p:nvPr/>
        </p:nvPicPr>
        <p:blipFill>
          <a:blip r:embed="rId4"/>
          <a:stretch>
            <a:fillRect/>
          </a:stretch>
        </p:blipFill>
        <p:spPr>
          <a:xfrm>
            <a:off x="5393410" y="1475833"/>
            <a:ext cx="6684948" cy="4880266"/>
          </a:xfrm>
          <a:prstGeom prst="rect">
            <a:avLst/>
          </a:prstGeom>
        </p:spPr>
      </p:pic>
      <p:sp>
        <p:nvSpPr>
          <p:cNvPr id="7" name="Rectangle 6">
            <a:extLst>
              <a:ext uri="{FF2B5EF4-FFF2-40B4-BE49-F238E27FC236}">
                <a16:creationId xmlns:a16="http://schemas.microsoft.com/office/drawing/2014/main" id="{4E369B4F-E5FF-EE10-A980-C2CE3B004015}"/>
              </a:ext>
              <a:ext uri="{C183D7F6-B498-43B3-948B-1728B52AA6E4}">
                <adec:decorative xmlns:adec="http://schemas.microsoft.com/office/drawing/2017/decorative" val="1"/>
              </a:ext>
            </a:extLst>
          </p:cNvPr>
          <p:cNvSpPr/>
          <p:nvPr/>
        </p:nvSpPr>
        <p:spPr>
          <a:xfrm>
            <a:off x="5251354" y="1950968"/>
            <a:ext cx="6858000" cy="559757"/>
          </a:xfrm>
          <a:prstGeom prst="rect">
            <a:avLst/>
          </a:prstGeom>
          <a:solidFill>
            <a:schemeClr val="bg2">
              <a:lumMod val="90000"/>
              <a:alpha val="33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2AB54697-58B2-6281-D945-09E38F1BD825}"/>
              </a:ext>
              <a:ext uri="{C183D7F6-B498-43B3-948B-1728B52AA6E4}">
                <adec:decorative xmlns:adec="http://schemas.microsoft.com/office/drawing/2017/decorative" val="1"/>
              </a:ext>
            </a:extLst>
          </p:cNvPr>
          <p:cNvSpPr/>
          <p:nvPr/>
        </p:nvSpPr>
        <p:spPr>
          <a:xfrm>
            <a:off x="5248774" y="3932169"/>
            <a:ext cx="6858000" cy="2423930"/>
          </a:xfrm>
          <a:prstGeom prst="rect">
            <a:avLst/>
          </a:prstGeom>
          <a:solidFill>
            <a:schemeClr val="bg2">
              <a:lumMod val="90000"/>
              <a:alpha val="33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50601911"/>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23850</TotalTime>
  <Words>6680</Words>
  <Application>Microsoft Macintosh PowerPoint</Application>
  <PresentationFormat>Widescreen</PresentationFormat>
  <Paragraphs>1509</Paragraphs>
  <Slides>97</Slides>
  <Notes>97</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97</vt:i4>
      </vt:variant>
    </vt:vector>
  </HeadingPairs>
  <TitlesOfParts>
    <vt:vector size="110" baseType="lpstr">
      <vt:lpstr>ＭＳ Ｐゴシック</vt:lpstr>
      <vt:lpstr>Times</vt:lpstr>
      <vt:lpstr>Aptos</vt:lpstr>
      <vt:lpstr>Aptos Display</vt:lpstr>
      <vt:lpstr>Arial</vt:lpstr>
      <vt:lpstr>Calibri</vt:lpstr>
      <vt:lpstr>Comic Sans MS</vt:lpstr>
      <vt:lpstr>Courier New</vt:lpstr>
      <vt:lpstr>Gill Sans MT</vt:lpstr>
      <vt:lpstr>Tahoma</vt:lpstr>
      <vt:lpstr>Times New Roman</vt:lpstr>
      <vt:lpstr>Wingdings</vt:lpstr>
      <vt:lpstr>Office Theme</vt:lpstr>
      <vt:lpstr>INST 346 Spring 2025</vt:lpstr>
      <vt:lpstr>Network layer data plane: Learning objectives</vt:lpstr>
      <vt:lpstr>What’s inside a router</vt:lpstr>
      <vt:lpstr>Router architecture overview</vt:lpstr>
      <vt:lpstr>Input port functions: 1</vt:lpstr>
      <vt:lpstr>Input port functions: 2</vt:lpstr>
      <vt:lpstr>Destination-based forwarding: 1</vt:lpstr>
      <vt:lpstr>Destination-based forwarding: 2</vt:lpstr>
      <vt:lpstr>Longest prefix matching: 1</vt:lpstr>
      <vt:lpstr>Longest prefix matching: 2</vt:lpstr>
      <vt:lpstr>Longest prefix matching: 3</vt:lpstr>
      <vt:lpstr>Longest prefix matching: 4</vt:lpstr>
      <vt:lpstr>Longest prefix matching: 5</vt:lpstr>
      <vt:lpstr>Longest prefix matching: 6</vt:lpstr>
      <vt:lpstr>Longest prefix matching: 7</vt:lpstr>
      <vt:lpstr>Switching fabrics: 1</vt:lpstr>
      <vt:lpstr>Switching fabrics: 2</vt:lpstr>
      <vt:lpstr>Sidebar: Network Neutrality: 1</vt:lpstr>
      <vt:lpstr>Sidebar: Network Neutrality: 2</vt:lpstr>
      <vt:lpstr>Sidebar: Network Neutrality: 3</vt:lpstr>
      <vt:lpstr>Sidebar: Network Neutrality: 4</vt:lpstr>
      <vt:lpstr>Sidebar: Network Neutrality: 5</vt:lpstr>
      <vt:lpstr>Sidebar: Network Neutrality: 6</vt:lpstr>
      <vt:lpstr>Sidebar: Network Neutrality: 7</vt:lpstr>
      <vt:lpstr>Sidebar: Network Neutrality: 8</vt:lpstr>
      <vt:lpstr>ISP: telecommunications or information service? 1</vt:lpstr>
      <vt:lpstr>ISP: telecommunications or information service? 2</vt:lpstr>
      <vt:lpstr>Network Layer: Internet: 1</vt:lpstr>
      <vt:lpstr>Network Layer: Internet: 2</vt:lpstr>
      <vt:lpstr>Network Layer: Internet: 3</vt:lpstr>
      <vt:lpstr>Network Layer: Internet: 4</vt:lpstr>
      <vt:lpstr>IP Datagram format: 1</vt:lpstr>
      <vt:lpstr>IP Datagram format: 2</vt:lpstr>
      <vt:lpstr>IP Datagram format: 3</vt:lpstr>
      <vt:lpstr>IP Datagram format: 4</vt:lpstr>
      <vt:lpstr>IP addressing: introduction 1</vt:lpstr>
      <vt:lpstr>IP addressing: introduction 2</vt:lpstr>
      <vt:lpstr>IP addressing: introduction 3</vt:lpstr>
      <vt:lpstr>IP addressing: introduction 4</vt:lpstr>
      <vt:lpstr>Subnets: 1</vt:lpstr>
      <vt:lpstr>Subnets: 2</vt:lpstr>
      <vt:lpstr>Subnets: 3</vt:lpstr>
      <vt:lpstr>Subnets: 4</vt:lpstr>
      <vt:lpstr>Subnets: 5</vt:lpstr>
      <vt:lpstr>Subnets: 6</vt:lpstr>
      <vt:lpstr>Subnets: 7</vt:lpstr>
      <vt:lpstr>Subnets: 8</vt:lpstr>
      <vt:lpstr>Subnets: 9</vt:lpstr>
      <vt:lpstr>IP addressing: CIDR</vt:lpstr>
      <vt:lpstr>IP addresses: how to get one? 1</vt:lpstr>
      <vt:lpstr>IP addresses: how to get one? 2</vt:lpstr>
      <vt:lpstr>DHCP: Dynamic Host Configuration Protocol 1</vt:lpstr>
      <vt:lpstr>DHCP: Dynamic Host Configuration Protocol 2</vt:lpstr>
      <vt:lpstr>DHCP client-server scenario: 1</vt:lpstr>
      <vt:lpstr>DHCP client-server scenario: 2</vt:lpstr>
      <vt:lpstr>DHCP client-server scenario: 3</vt:lpstr>
      <vt:lpstr>DHCP client-server scenario: 4</vt:lpstr>
      <vt:lpstr>DHCP client-server scenario: 5</vt:lpstr>
      <vt:lpstr>DHCP client-server scenario: 6</vt:lpstr>
      <vt:lpstr>DHCP client-server scenario: 7</vt:lpstr>
      <vt:lpstr>DHCP client-server scenario: 8</vt:lpstr>
      <vt:lpstr>DHCP client-server scenario: 9</vt:lpstr>
      <vt:lpstr>DHCP client-server scenario: 10</vt:lpstr>
      <vt:lpstr>DHCP: more than IP addresses</vt:lpstr>
      <vt:lpstr>DHCP: example 1</vt:lpstr>
      <vt:lpstr>DHCP: example 2</vt:lpstr>
      <vt:lpstr>DHCP: example 3</vt:lpstr>
      <vt:lpstr>DHCP: example 4</vt:lpstr>
      <vt:lpstr>DHCP: example 5</vt:lpstr>
      <vt:lpstr>DHCP: example 6</vt:lpstr>
      <vt:lpstr>DHCP: example 7</vt:lpstr>
      <vt:lpstr>IP addresses: how to get one? 3</vt:lpstr>
      <vt:lpstr>IP addresses: how to get one? 4</vt:lpstr>
      <vt:lpstr>IP addressing: last words ... 1</vt:lpstr>
      <vt:lpstr>IP addressing: last words ... 2</vt:lpstr>
      <vt:lpstr>IP addressing: last words ... 3</vt:lpstr>
      <vt:lpstr>NAT: network address translation 1</vt:lpstr>
      <vt:lpstr>NAT: network address translation 2</vt:lpstr>
      <vt:lpstr>NAT: network address translation 3</vt:lpstr>
      <vt:lpstr>NAT: network address translation 4</vt:lpstr>
      <vt:lpstr>NAT: network address translation 5</vt:lpstr>
      <vt:lpstr>NAT: network address translation6</vt:lpstr>
      <vt:lpstr>NAT: network address translation 7</vt:lpstr>
      <vt:lpstr>IPv6: motivation</vt:lpstr>
      <vt:lpstr>IPv6 datagram format</vt:lpstr>
      <vt:lpstr>Transition from IPv4 to IPv6</vt:lpstr>
      <vt:lpstr>IPv6: adoption</vt:lpstr>
      <vt:lpstr>Middleboxes 1</vt:lpstr>
      <vt:lpstr>Middleboxes everywhere!</vt:lpstr>
      <vt:lpstr>Middleboxes 2</vt:lpstr>
      <vt:lpstr>The IP hourglass</vt:lpstr>
      <vt:lpstr>The IP hourglass, at middle age</vt:lpstr>
      <vt:lpstr>Architectural Principles of the Internet</vt:lpstr>
      <vt:lpstr>The end-end argument: 1</vt:lpstr>
      <vt:lpstr>The end-end argument: 2</vt:lpstr>
      <vt:lpstr>Where’s the intelligence?</vt:lpstr>
      <vt:lpstr>Next Week: The Network Layer: Control Plane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Keith Ansel Marzullo</dc:creator>
  <cp:lastModifiedBy>keith marzullo</cp:lastModifiedBy>
  <cp:revision>73</cp:revision>
  <dcterms:created xsi:type="dcterms:W3CDTF">2024-12-31T16:59:50Z</dcterms:created>
  <dcterms:modified xsi:type="dcterms:W3CDTF">2025-04-07T19:02:10Z</dcterms:modified>
</cp:coreProperties>
</file>